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26" r:id="rId2"/>
    <p:sldMasterId id="2147483750" r:id="rId3"/>
    <p:sldMasterId id="2147483752" r:id="rId4"/>
  </p:sldMasterIdLst>
  <p:notesMasterIdLst>
    <p:notesMasterId r:id="rId22"/>
  </p:notesMasterIdLst>
  <p:sldIdLst>
    <p:sldId id="256" r:id="rId5"/>
    <p:sldId id="442" r:id="rId6"/>
    <p:sldId id="402" r:id="rId7"/>
    <p:sldId id="460" r:id="rId8"/>
    <p:sldId id="429" r:id="rId9"/>
    <p:sldId id="436" r:id="rId10"/>
    <p:sldId id="461" r:id="rId11"/>
    <p:sldId id="457" r:id="rId12"/>
    <p:sldId id="431" r:id="rId13"/>
    <p:sldId id="430" r:id="rId14"/>
    <p:sldId id="459" r:id="rId15"/>
    <p:sldId id="454" r:id="rId16"/>
    <p:sldId id="419" r:id="rId17"/>
    <p:sldId id="456" r:id="rId18"/>
    <p:sldId id="303" r:id="rId19"/>
    <p:sldId id="432" r:id="rId20"/>
    <p:sldId id="3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S::parag@che.iith.ac.in::45f730c0-1703-4ce0-909b-efb17736071d" providerId="AD" clId="Web-{A93A48CB-FE62-3B70-1917-A5791AD676AC}"/>
    <pc:docChg chg="modSld">
      <pc:chgData name="Dr Parag D. Pawar" userId="S::parag@che.iith.ac.in::45f730c0-1703-4ce0-909b-efb17736071d" providerId="AD" clId="Web-{A93A48CB-FE62-3B70-1917-A5791AD676AC}" dt="2026-01-10T13:32:46.551" v="1"/>
      <pc:docMkLst>
        <pc:docMk/>
      </pc:docMkLst>
      <pc:sldChg chg="addSp delSp modSp">
        <pc:chgData name="Dr Parag D. Pawar" userId="S::parag@che.iith.ac.in::45f730c0-1703-4ce0-909b-efb17736071d" providerId="AD" clId="Web-{A93A48CB-FE62-3B70-1917-A5791AD676AC}" dt="2026-01-10T13:32:46.551" v="1"/>
        <pc:sldMkLst>
          <pc:docMk/>
          <pc:sldMk cId="1229319585" sldId="256"/>
        </pc:sldMkLst>
        <pc:spChg chg="mod">
          <ac:chgData name="Dr Parag D. Pawar" userId="S::parag@che.iith.ac.in::45f730c0-1703-4ce0-909b-efb17736071d" providerId="AD" clId="Web-{A93A48CB-FE62-3B70-1917-A5791AD676AC}" dt="2026-01-10T13:32:46.551" v="1"/>
          <ac:spMkLst>
            <pc:docMk/>
            <pc:sldMk cId="1229319585" sldId="256"/>
            <ac:spMk id="2" creationId="{A7A4452C-9D32-C798-82B0-D6A22C7CCBD9}"/>
          </ac:spMkLst>
        </pc:spChg>
        <pc:spChg chg="mod">
          <ac:chgData name="Dr Parag D. Pawar" userId="S::parag@che.iith.ac.in::45f730c0-1703-4ce0-909b-efb17736071d" providerId="AD" clId="Web-{A93A48CB-FE62-3B70-1917-A5791AD676AC}" dt="2026-01-10T13:32:46.551" v="1"/>
          <ac:spMkLst>
            <pc:docMk/>
            <pc:sldMk cId="1229319585" sldId="256"/>
            <ac:spMk id="3" creationId="{EECD3C16-9008-FD38-F587-19AF1E3CF80C}"/>
          </ac:spMkLst>
        </pc:spChg>
        <pc:spChg chg="add del">
          <ac:chgData name="Dr Parag D. Pawar" userId="S::parag@che.iith.ac.in::45f730c0-1703-4ce0-909b-efb17736071d" providerId="AD" clId="Web-{A93A48CB-FE62-3B70-1917-A5791AD676AC}" dt="2026-01-10T13:32:46.551" v="1"/>
          <ac:spMkLst>
            <pc:docMk/>
            <pc:sldMk cId="1229319585" sldId="256"/>
            <ac:spMk id="25" creationId="{A9286AD2-18A9-4868-A4E3-7A2097A20810}"/>
          </ac:spMkLst>
        </pc:spChg>
        <pc:picChg chg="mod">
          <ac:chgData name="Dr Parag D. Pawar" userId="S::parag@che.iith.ac.in::45f730c0-1703-4ce0-909b-efb17736071d" providerId="AD" clId="Web-{A93A48CB-FE62-3B70-1917-A5791AD676AC}" dt="2026-01-10T13:32:46.551" v="1"/>
          <ac:picMkLst>
            <pc:docMk/>
            <pc:sldMk cId="1229319585" sldId="256"/>
            <ac:picMk id="21" creationId="{72B6D17C-403C-2679-E5E5-1B6344B4C151}"/>
          </ac:picMkLst>
        </pc:picChg>
        <pc:cxnChg chg="add del">
          <ac:chgData name="Dr Parag D. Pawar" userId="S::parag@che.iith.ac.in::45f730c0-1703-4ce0-909b-efb17736071d" providerId="AD" clId="Web-{A93A48CB-FE62-3B70-1917-A5791AD676AC}" dt="2026-01-10T13:32:46.551" v="1"/>
          <ac:cxnSpMkLst>
            <pc:docMk/>
            <pc:sldMk cId="1229319585" sldId="256"/>
            <ac:cxnSpMk id="27" creationId="{E7A7CD63-7EC3-44F3-95D0-595C4019FF24}"/>
          </ac:cxnSpMkLst>
        </pc:cxnChg>
      </pc:sldChg>
    </pc:docChg>
  </pc:docChgLst>
  <pc:docChgLst>
    <pc:chgData name="Dr Parag D. Pawar" userId="S::parag@che.iith.ac.in::45f730c0-1703-4ce0-909b-efb17736071d" providerId="AD" clId="Web-{C023E3A5-8C1E-35E9-E022-1C767D8B3E76}"/>
    <pc:docChg chg="modSld">
      <pc:chgData name="Dr Parag D. Pawar" userId="S::parag@che.iith.ac.in::45f730c0-1703-4ce0-909b-efb17736071d" providerId="AD" clId="Web-{C023E3A5-8C1E-35E9-E022-1C767D8B3E76}" dt="2026-01-10T20:45:35.320" v="47" actId="20577"/>
      <pc:docMkLst>
        <pc:docMk/>
      </pc:docMkLst>
      <pc:sldChg chg="modSp">
        <pc:chgData name="Dr Parag D. Pawar" userId="S::parag@che.iith.ac.in::45f730c0-1703-4ce0-909b-efb17736071d" providerId="AD" clId="Web-{C023E3A5-8C1E-35E9-E022-1C767D8B3E76}" dt="2026-01-10T20:45:35.320" v="47" actId="20577"/>
        <pc:sldMkLst>
          <pc:docMk/>
          <pc:sldMk cId="1781717371" sldId="419"/>
        </pc:sldMkLst>
        <pc:spChg chg="mod">
          <ac:chgData name="Dr Parag D. Pawar" userId="S::parag@che.iith.ac.in::45f730c0-1703-4ce0-909b-efb17736071d" providerId="AD" clId="Web-{C023E3A5-8C1E-35E9-E022-1C767D8B3E76}" dt="2026-01-10T20:45:28.898" v="46" actId="20577"/>
          <ac:spMkLst>
            <pc:docMk/>
            <pc:sldMk cId="1781717371" sldId="419"/>
            <ac:spMk id="4" creationId="{8A8DE313-781E-F617-5314-09641FD2A693}"/>
          </ac:spMkLst>
        </pc:spChg>
        <pc:spChg chg="mod">
          <ac:chgData name="Dr Parag D. Pawar" userId="S::parag@che.iith.ac.in::45f730c0-1703-4ce0-909b-efb17736071d" providerId="AD" clId="Web-{C023E3A5-8C1E-35E9-E022-1C767D8B3E76}" dt="2026-01-10T20:45:35.320" v="47" actId="20577"/>
          <ac:spMkLst>
            <pc:docMk/>
            <pc:sldMk cId="1781717371" sldId="419"/>
            <ac:spMk id="8" creationId="{CB73B8E2-4710-CA32-E044-0DC2FABC5FC1}"/>
          </ac:spMkLst>
        </pc:spChg>
      </pc:sldChg>
      <pc:sldChg chg="modSp">
        <pc:chgData name="Dr Parag D. Pawar" userId="S::parag@che.iith.ac.in::45f730c0-1703-4ce0-909b-efb17736071d" providerId="AD" clId="Web-{C023E3A5-8C1E-35E9-E022-1C767D8B3E76}" dt="2026-01-10T20:12:29.882" v="45" actId="20577"/>
        <pc:sldMkLst>
          <pc:docMk/>
          <pc:sldMk cId="3300697512" sldId="431"/>
        </pc:sldMkLst>
        <pc:spChg chg="mod">
          <ac:chgData name="Dr Parag D. Pawar" userId="S::parag@che.iith.ac.in::45f730c0-1703-4ce0-909b-efb17736071d" providerId="AD" clId="Web-{C023E3A5-8C1E-35E9-E022-1C767D8B3E76}" dt="2026-01-10T20:06:25.735" v="42" actId="14100"/>
          <ac:spMkLst>
            <pc:docMk/>
            <pc:sldMk cId="3300697512" sldId="431"/>
            <ac:spMk id="5" creationId="{0C479468-F1D4-6348-C08E-3D95AAB565A4}"/>
          </ac:spMkLst>
        </pc:spChg>
        <pc:spChg chg="mod">
          <ac:chgData name="Dr Parag D. Pawar" userId="S::parag@che.iith.ac.in::45f730c0-1703-4ce0-909b-efb17736071d" providerId="AD" clId="Web-{C023E3A5-8C1E-35E9-E022-1C767D8B3E76}" dt="2026-01-10T20:12:29.882" v="45" actId="20577"/>
          <ac:spMkLst>
            <pc:docMk/>
            <pc:sldMk cId="3300697512" sldId="431"/>
            <ac:spMk id="35" creationId="{EB29C8B4-6FA4-8030-A025-1A2F884F9A44}"/>
          </ac:spMkLst>
        </pc:spChg>
      </pc:sldChg>
      <pc:sldChg chg="addSp modSp addAnim delAnim modAnim">
        <pc:chgData name="Dr Parag D. Pawar" userId="S::parag@che.iith.ac.in::45f730c0-1703-4ce0-909b-efb17736071d" providerId="AD" clId="Web-{C023E3A5-8C1E-35E9-E022-1C767D8B3E76}" dt="2026-01-10T14:08:25.530" v="39"/>
        <pc:sldMkLst>
          <pc:docMk/>
          <pc:sldMk cId="1996385707" sldId="436"/>
        </pc:sldMkLst>
        <pc:spChg chg="add mod">
          <ac:chgData name="Dr Parag D. Pawar" userId="S::parag@che.iith.ac.in::45f730c0-1703-4ce0-909b-efb17736071d" providerId="AD" clId="Web-{C023E3A5-8C1E-35E9-E022-1C767D8B3E76}" dt="2026-01-10T14:04:04.300" v="32" actId="1076"/>
          <ac:spMkLst>
            <pc:docMk/>
            <pc:sldMk cId="1996385707" sldId="436"/>
            <ac:spMk id="3" creationId="{85197E4A-02EB-4672-65B7-A629CCECFE72}"/>
          </ac:spMkLst>
        </pc:spChg>
        <pc:spChg chg="mod">
          <ac:chgData name="Dr Parag D. Pawar" userId="S::parag@che.iith.ac.in::45f730c0-1703-4ce0-909b-efb17736071d" providerId="AD" clId="Web-{C023E3A5-8C1E-35E9-E022-1C767D8B3E76}" dt="2026-01-10T14:03:02.953" v="15" actId="14100"/>
          <ac:spMkLst>
            <pc:docMk/>
            <pc:sldMk cId="1996385707" sldId="436"/>
            <ac:spMk id="5" creationId="{554EA9AF-8183-6FF8-7A7E-A6FC9C0E3DDE}"/>
          </ac:spMkLst>
        </pc:spChg>
        <pc:cxnChg chg="add mod">
          <ac:chgData name="Dr Parag D. Pawar" userId="S::parag@che.iith.ac.in::45f730c0-1703-4ce0-909b-efb17736071d" providerId="AD" clId="Web-{C023E3A5-8C1E-35E9-E022-1C767D8B3E76}" dt="2026-01-10T14:04:15.238" v="34" actId="1076"/>
          <ac:cxnSpMkLst>
            <pc:docMk/>
            <pc:sldMk cId="1996385707" sldId="436"/>
            <ac:cxnSpMk id="4" creationId="{C90AC337-DD52-2990-5DA4-67FAFF6E9086}"/>
          </ac:cxnSpMkLst>
        </pc:cxnChg>
      </pc:sldChg>
    </pc:docChg>
  </pc:docChgLst>
  <pc:docChgLst>
    <pc:chgData name="Dr Parag D. Pawar" userId="S::parag@che.iith.ac.in::45f730c0-1703-4ce0-909b-efb17736071d" providerId="AD" clId="Web-{541EBD26-861F-19BF-A2A1-C62E6F85B884}"/>
    <pc:docChg chg="addSld delSld modSld">
      <pc:chgData name="Dr Parag D. Pawar" userId="S::parag@che.iith.ac.in::45f730c0-1703-4ce0-909b-efb17736071d" providerId="AD" clId="Web-{541EBD26-861F-19BF-A2A1-C62E6F85B884}" dt="2026-01-10T14:02:31.862" v="36"/>
      <pc:docMkLst>
        <pc:docMk/>
      </pc:docMkLst>
      <pc:sldChg chg="del">
        <pc:chgData name="Dr Parag D. Pawar" userId="S::parag@che.iith.ac.in::45f730c0-1703-4ce0-909b-efb17736071d" providerId="AD" clId="Web-{541EBD26-861F-19BF-A2A1-C62E6F85B884}" dt="2026-01-10T13:49:57.827" v="1"/>
        <pc:sldMkLst>
          <pc:docMk/>
          <pc:sldMk cId="1524105471" sldId="414"/>
        </pc:sldMkLst>
      </pc:sldChg>
      <pc:sldChg chg="addSp delSp modSp">
        <pc:chgData name="Dr Parag D. Pawar" userId="S::parag@che.iith.ac.in::45f730c0-1703-4ce0-909b-efb17736071d" providerId="AD" clId="Web-{541EBD26-861F-19BF-A2A1-C62E6F85B884}" dt="2026-01-10T14:02:31.862" v="36"/>
        <pc:sldMkLst>
          <pc:docMk/>
          <pc:sldMk cId="1996385707" sldId="436"/>
        </pc:sldMkLst>
        <pc:spChg chg="add">
          <ac:chgData name="Dr Parag D. Pawar" userId="S::parag@che.iith.ac.in::45f730c0-1703-4ce0-909b-efb17736071d" providerId="AD" clId="Web-{541EBD26-861F-19BF-A2A1-C62E6F85B884}" dt="2026-01-10T14:02:31.862" v="36"/>
          <ac:spMkLst>
            <pc:docMk/>
            <pc:sldMk cId="1996385707" sldId="436"/>
            <ac:spMk id="5" creationId="{554EA9AF-8183-6FF8-7A7E-A6FC9C0E3DDE}"/>
          </ac:spMkLst>
        </pc:spChg>
      </pc:sldChg>
      <pc:sldChg chg="delSp add addAnim delAnim modAnim">
        <pc:chgData name="Dr Parag D. Pawar" userId="S::parag@che.iith.ac.in::45f730c0-1703-4ce0-909b-efb17736071d" providerId="AD" clId="Web-{541EBD26-861F-19BF-A2A1-C62E6F85B884}" dt="2026-01-10T13:51:47.010" v="31"/>
        <pc:sldMkLst>
          <pc:docMk/>
          <pc:sldMk cId="4138908556" sldId="460"/>
        </pc:sldMkLst>
      </pc:sldChg>
    </pc:docChg>
  </pc:docChgLst>
  <pc:docChgLst>
    <pc:chgData name="Dr Parag D. Pawar" userId="45f730c0-1703-4ce0-909b-efb17736071d" providerId="ADAL" clId="{629D698C-9F10-422F-9730-D8DB01D503EC}"/>
    <pc:docChg chg="undo custSel addSld delSld modSld">
      <pc:chgData name="Dr Parag D. Pawar" userId="45f730c0-1703-4ce0-909b-efb17736071d" providerId="ADAL" clId="{629D698C-9F10-422F-9730-D8DB01D503EC}" dt="2026-01-13T11:28:24.710" v="1095" actId="20577"/>
      <pc:docMkLst>
        <pc:docMk/>
      </pc:docMkLst>
      <pc:sldChg chg="modSp mod">
        <pc:chgData name="Dr Parag D. Pawar" userId="45f730c0-1703-4ce0-909b-efb17736071d" providerId="ADAL" clId="{629D698C-9F10-422F-9730-D8DB01D503EC}" dt="2026-01-12T19:20:48.571" v="177" actId="207"/>
        <pc:sldMkLst>
          <pc:docMk/>
          <pc:sldMk cId="1165951863" sldId="303"/>
        </pc:sldMkLst>
        <pc:spChg chg="mod">
          <ac:chgData name="Dr Parag D. Pawar" userId="45f730c0-1703-4ce0-909b-efb17736071d" providerId="ADAL" clId="{629D698C-9F10-422F-9730-D8DB01D503EC}" dt="2026-01-12T19:20:48.571" v="177" actId="207"/>
          <ac:spMkLst>
            <pc:docMk/>
            <pc:sldMk cId="1165951863" sldId="303"/>
            <ac:spMk id="4" creationId="{5FA73DF1-18AD-B169-EA87-DA46F80A0787}"/>
          </ac:spMkLst>
        </pc:spChg>
        <pc:spChg chg="mod">
          <ac:chgData name="Dr Parag D. Pawar" userId="45f730c0-1703-4ce0-909b-efb17736071d" providerId="ADAL" clId="{629D698C-9F10-422F-9730-D8DB01D503EC}" dt="2026-01-12T19:20:48.571" v="177" actId="207"/>
          <ac:spMkLst>
            <pc:docMk/>
            <pc:sldMk cId="1165951863" sldId="303"/>
            <ac:spMk id="5" creationId="{B78E45F4-4DA1-FAF9-E973-28EAA5E83453}"/>
          </ac:spMkLst>
        </pc:spChg>
      </pc:sldChg>
      <pc:sldChg chg="addSp delSp modSp mod">
        <pc:chgData name="Dr Parag D. Pawar" userId="45f730c0-1703-4ce0-909b-efb17736071d" providerId="ADAL" clId="{629D698C-9F10-422F-9730-D8DB01D503EC}" dt="2026-01-12T19:23:53.802" v="184"/>
        <pc:sldMkLst>
          <pc:docMk/>
          <pc:sldMk cId="3165474787" sldId="395"/>
        </pc:sldMkLst>
        <pc:spChg chg="add mod">
          <ac:chgData name="Dr Parag D. Pawar" userId="45f730c0-1703-4ce0-909b-efb17736071d" providerId="ADAL" clId="{629D698C-9F10-422F-9730-D8DB01D503EC}" dt="2026-01-12T19:23:53.802" v="184"/>
          <ac:spMkLst>
            <pc:docMk/>
            <pc:sldMk cId="3165474787" sldId="395"/>
            <ac:spMk id="3" creationId="{DD148548-B429-5B96-86FC-20935AA8C1CE}"/>
          </ac:spMkLst>
        </pc:spChg>
        <pc:spChg chg="del">
          <ac:chgData name="Dr Parag D. Pawar" userId="45f730c0-1703-4ce0-909b-efb17736071d" providerId="ADAL" clId="{629D698C-9F10-422F-9730-D8DB01D503EC}" dt="2026-01-12T19:23:45.200" v="179" actId="478"/>
          <ac:spMkLst>
            <pc:docMk/>
            <pc:sldMk cId="3165474787" sldId="395"/>
            <ac:spMk id="8" creationId="{A9D7CCBF-3B69-7854-5778-AE3E69EBEEAE}"/>
          </ac:spMkLst>
        </pc:spChg>
        <pc:spChg chg="mod">
          <ac:chgData name="Dr Parag D. Pawar" userId="45f730c0-1703-4ce0-909b-efb17736071d" providerId="ADAL" clId="{629D698C-9F10-422F-9730-D8DB01D503EC}" dt="2026-01-12T19:23:48.638" v="183" actId="20577"/>
          <ac:spMkLst>
            <pc:docMk/>
            <pc:sldMk cId="3165474787" sldId="395"/>
            <ac:spMk id="15" creationId="{75AF2779-C21A-44A2-AFA9-6B0A3321A613}"/>
          </ac:spMkLst>
        </pc:spChg>
      </pc:sldChg>
      <pc:sldChg chg="addSp delSp modSp mod modAnim">
        <pc:chgData name="Dr Parag D. Pawar" userId="45f730c0-1703-4ce0-909b-efb17736071d" providerId="ADAL" clId="{629D698C-9F10-422F-9730-D8DB01D503EC}" dt="2026-01-13T00:49:04.283" v="232" actId="1076"/>
        <pc:sldMkLst>
          <pc:docMk/>
          <pc:sldMk cId="496366422" sldId="429"/>
        </pc:sldMkLst>
        <pc:spChg chg="add mod">
          <ac:chgData name="Dr Parag D. Pawar" userId="45f730c0-1703-4ce0-909b-efb17736071d" providerId="ADAL" clId="{629D698C-9F10-422F-9730-D8DB01D503EC}" dt="2026-01-13T00:49:04.283" v="232" actId="1076"/>
          <ac:spMkLst>
            <pc:docMk/>
            <pc:sldMk cId="496366422" sldId="429"/>
            <ac:spMk id="3" creationId="{F24F9727-376B-6474-BCEC-F2ECA2C17EA8}"/>
          </ac:spMkLst>
        </pc:spChg>
        <pc:spChg chg="mod">
          <ac:chgData name="Dr Parag D. Pawar" userId="45f730c0-1703-4ce0-909b-efb17736071d" providerId="ADAL" clId="{629D698C-9F10-422F-9730-D8DB01D503EC}" dt="2026-01-13T00:46:55.956" v="187" actId="1076"/>
          <ac:spMkLst>
            <pc:docMk/>
            <pc:sldMk cId="496366422" sldId="429"/>
            <ac:spMk id="5" creationId="{DB674630-F53B-4329-8871-96BBDE744ED8}"/>
          </ac:spMkLst>
        </pc:spChg>
        <pc:spChg chg="del">
          <ac:chgData name="Dr Parag D. Pawar" userId="45f730c0-1703-4ce0-909b-efb17736071d" providerId="ADAL" clId="{629D698C-9F10-422F-9730-D8DB01D503EC}" dt="2026-01-12T18:32:37.728" v="9" actId="478"/>
          <ac:spMkLst>
            <pc:docMk/>
            <pc:sldMk cId="496366422" sldId="429"/>
            <ac:spMk id="45" creationId="{EB393529-9D37-64DE-34A6-D5CAF6C32978}"/>
          </ac:spMkLst>
        </pc:spChg>
        <pc:spChg chg="del">
          <ac:chgData name="Dr Parag D. Pawar" userId="45f730c0-1703-4ce0-909b-efb17736071d" providerId="ADAL" clId="{629D698C-9F10-422F-9730-D8DB01D503EC}" dt="2026-01-12T18:32:36.707" v="8" actId="478"/>
          <ac:spMkLst>
            <pc:docMk/>
            <pc:sldMk cId="496366422" sldId="429"/>
            <ac:spMk id="46" creationId="{9F709C57-0E17-041E-02E7-041C09E2A963}"/>
          </ac:spMkLst>
        </pc:spChg>
        <pc:picChg chg="add mod">
          <ac:chgData name="Dr Parag D. Pawar" userId="45f730c0-1703-4ce0-909b-efb17736071d" providerId="ADAL" clId="{629D698C-9F10-422F-9730-D8DB01D503EC}" dt="2026-01-13T00:48:10.515" v="217" actId="1076"/>
          <ac:picMkLst>
            <pc:docMk/>
            <pc:sldMk cId="496366422" sldId="429"/>
            <ac:picMk id="6" creationId="{6DB9D265-351E-F644-5EE1-7E2698797E2E}"/>
          </ac:picMkLst>
        </pc:picChg>
      </pc:sldChg>
      <pc:sldChg chg="addSp delSp modSp mod modAnim">
        <pc:chgData name="Dr Parag D. Pawar" userId="45f730c0-1703-4ce0-909b-efb17736071d" providerId="ADAL" clId="{629D698C-9F10-422F-9730-D8DB01D503EC}" dt="2026-01-13T11:19:25.688" v="1088" actId="20577"/>
        <pc:sldMkLst>
          <pc:docMk/>
          <pc:sldMk cId="4238932549" sldId="430"/>
        </pc:sldMkLst>
        <pc:spChg chg="add mod">
          <ac:chgData name="Dr Parag D. Pawar" userId="45f730c0-1703-4ce0-909b-efb17736071d" providerId="ADAL" clId="{629D698C-9F10-422F-9730-D8DB01D503EC}" dt="2026-01-12T18:50:28.551" v="89"/>
          <ac:spMkLst>
            <pc:docMk/>
            <pc:sldMk cId="4238932549" sldId="430"/>
            <ac:spMk id="15" creationId="{436E70A4-EDCC-36BF-1D4B-9F5ED52D4131}"/>
          </ac:spMkLst>
        </pc:spChg>
        <pc:spChg chg="add mod">
          <ac:chgData name="Dr Parag D. Pawar" userId="45f730c0-1703-4ce0-909b-efb17736071d" providerId="ADAL" clId="{629D698C-9F10-422F-9730-D8DB01D503EC}" dt="2026-01-12T18:50:28.551" v="89"/>
          <ac:spMkLst>
            <pc:docMk/>
            <pc:sldMk cId="4238932549" sldId="430"/>
            <ac:spMk id="16" creationId="{191C2821-C058-D347-FE11-63AFD98E9CBA}"/>
          </ac:spMkLst>
        </pc:spChg>
        <pc:spChg chg="add del mod">
          <ac:chgData name="Dr Parag D. Pawar" userId="45f730c0-1703-4ce0-909b-efb17736071d" providerId="ADAL" clId="{629D698C-9F10-422F-9730-D8DB01D503EC}" dt="2026-01-13T03:01:08.348" v="267" actId="478"/>
          <ac:spMkLst>
            <pc:docMk/>
            <pc:sldMk cId="4238932549" sldId="430"/>
            <ac:spMk id="18" creationId="{BC93FE8C-464B-0F93-3AB1-B3C9EC9F193B}"/>
          </ac:spMkLst>
        </pc:spChg>
        <pc:spChg chg="add mod">
          <ac:chgData name="Dr Parag D. Pawar" userId="45f730c0-1703-4ce0-909b-efb17736071d" providerId="ADAL" clId="{629D698C-9F10-422F-9730-D8DB01D503EC}" dt="2026-01-13T03:03:17.117" v="286" actId="207"/>
          <ac:spMkLst>
            <pc:docMk/>
            <pc:sldMk cId="4238932549" sldId="430"/>
            <ac:spMk id="32" creationId="{D432E97A-1365-DA85-5591-3E6C36B757F0}"/>
          </ac:spMkLst>
        </pc:spChg>
        <pc:spChg chg="add mod">
          <ac:chgData name="Dr Parag D. Pawar" userId="45f730c0-1703-4ce0-909b-efb17736071d" providerId="ADAL" clId="{629D698C-9F10-422F-9730-D8DB01D503EC}" dt="2026-01-13T03:05:23.127" v="301" actId="1076"/>
          <ac:spMkLst>
            <pc:docMk/>
            <pc:sldMk cId="4238932549" sldId="430"/>
            <ac:spMk id="33" creationId="{960C5B71-D6C2-C58A-8B63-27C2C98ACA19}"/>
          </ac:spMkLst>
        </pc:spChg>
        <pc:spChg chg="mod">
          <ac:chgData name="Dr Parag D. Pawar" userId="45f730c0-1703-4ce0-909b-efb17736071d" providerId="ADAL" clId="{629D698C-9F10-422F-9730-D8DB01D503EC}" dt="2026-01-13T11:18:57.856" v="1079" actId="20577"/>
          <ac:spMkLst>
            <pc:docMk/>
            <pc:sldMk cId="4238932549" sldId="430"/>
            <ac:spMk id="72" creationId="{15EAB8F0-9C49-9283-7A9A-2EB45C528517}"/>
          </ac:spMkLst>
        </pc:spChg>
        <pc:spChg chg="mod">
          <ac:chgData name="Dr Parag D. Pawar" userId="45f730c0-1703-4ce0-909b-efb17736071d" providerId="ADAL" clId="{629D698C-9F10-422F-9730-D8DB01D503EC}" dt="2026-01-13T11:19:00.329" v="1081" actId="20577"/>
          <ac:spMkLst>
            <pc:docMk/>
            <pc:sldMk cId="4238932549" sldId="430"/>
            <ac:spMk id="73" creationId="{07D9098E-7D6C-FA85-56B5-2351740C2C8A}"/>
          </ac:spMkLst>
        </pc:spChg>
        <pc:graphicFrameChg chg="modGraphic">
          <ac:chgData name="Dr Parag D. Pawar" userId="45f730c0-1703-4ce0-909b-efb17736071d" providerId="ADAL" clId="{629D698C-9F10-422F-9730-D8DB01D503EC}" dt="2026-01-13T11:19:25.688" v="1088" actId="20577"/>
          <ac:graphicFrameMkLst>
            <pc:docMk/>
            <pc:sldMk cId="4238932549" sldId="430"/>
            <ac:graphicFrameMk id="25" creationId="{4163B95B-5FA7-E188-719A-AFBA22A1764B}"/>
          </ac:graphicFrameMkLst>
        </pc:graphicFrameChg>
        <pc:picChg chg="add mod">
          <ac:chgData name="Dr Parag D. Pawar" userId="45f730c0-1703-4ce0-909b-efb17736071d" providerId="ADAL" clId="{629D698C-9F10-422F-9730-D8DB01D503EC}" dt="2026-01-13T03:01:50.885" v="271" actId="1076"/>
          <ac:picMkLst>
            <pc:docMk/>
            <pc:sldMk cId="4238932549" sldId="430"/>
            <ac:picMk id="23" creationId="{2CCFC366-C549-D7C6-4A8B-B82954055C2C}"/>
          </ac:picMkLst>
        </pc:picChg>
        <pc:picChg chg="add mod">
          <ac:chgData name="Dr Parag D. Pawar" userId="45f730c0-1703-4ce0-909b-efb17736071d" providerId="ADAL" clId="{629D698C-9F10-422F-9730-D8DB01D503EC}" dt="2026-01-13T03:02:16.283" v="275" actId="1076"/>
          <ac:picMkLst>
            <pc:docMk/>
            <pc:sldMk cId="4238932549" sldId="430"/>
            <ac:picMk id="27" creationId="{05C243E2-069A-0AB6-8159-9E2A3C017B9E}"/>
          </ac:picMkLst>
        </pc:picChg>
        <pc:cxnChg chg="add mod">
          <ac:chgData name="Dr Parag D. Pawar" userId="45f730c0-1703-4ce0-909b-efb17736071d" providerId="ADAL" clId="{629D698C-9F10-422F-9730-D8DB01D503EC}" dt="2026-01-13T03:02:57.619" v="284" actId="1076"/>
          <ac:cxnSpMkLst>
            <pc:docMk/>
            <pc:sldMk cId="4238932549" sldId="430"/>
            <ac:cxnSpMk id="31" creationId="{96F7E807-B200-E142-4C45-F418B70B7CB1}"/>
          </ac:cxnSpMkLst>
        </pc:cxnChg>
      </pc:sldChg>
      <pc:sldChg chg="addSp modSp mod modAnim">
        <pc:chgData name="Dr Parag D. Pawar" userId="45f730c0-1703-4ce0-909b-efb17736071d" providerId="ADAL" clId="{629D698C-9F10-422F-9730-D8DB01D503EC}" dt="2026-01-12T18:48:39.507" v="87"/>
        <pc:sldMkLst>
          <pc:docMk/>
          <pc:sldMk cId="3300697512" sldId="431"/>
        </pc:sldMkLst>
        <pc:spChg chg="add mod">
          <ac:chgData name="Dr Parag D. Pawar" userId="45f730c0-1703-4ce0-909b-efb17736071d" providerId="ADAL" clId="{629D698C-9F10-422F-9730-D8DB01D503EC}" dt="2026-01-12T18:45:59.573" v="61"/>
          <ac:spMkLst>
            <pc:docMk/>
            <pc:sldMk cId="3300697512" sldId="431"/>
            <ac:spMk id="3" creationId="{7E49ABA7-730F-8A7C-A482-2CB45A410730}"/>
          </ac:spMkLst>
        </pc:spChg>
        <pc:spChg chg="add mod">
          <ac:chgData name="Dr Parag D. Pawar" userId="45f730c0-1703-4ce0-909b-efb17736071d" providerId="ADAL" clId="{629D698C-9F10-422F-9730-D8DB01D503EC}" dt="2026-01-12T18:45:59.573" v="61"/>
          <ac:spMkLst>
            <pc:docMk/>
            <pc:sldMk cId="3300697512" sldId="431"/>
            <ac:spMk id="4" creationId="{DA029E8A-5E4B-E424-21A9-1997F208BD29}"/>
          </ac:spMkLst>
        </pc:spChg>
        <pc:spChg chg="mod">
          <ac:chgData name="Dr Parag D. Pawar" userId="45f730c0-1703-4ce0-909b-efb17736071d" providerId="ADAL" clId="{629D698C-9F10-422F-9730-D8DB01D503EC}" dt="2026-01-12T18:47:25.877" v="82" actId="14100"/>
          <ac:spMkLst>
            <pc:docMk/>
            <pc:sldMk cId="3300697512" sldId="431"/>
            <ac:spMk id="68" creationId="{064D566F-B79F-ABBD-2B47-EA1088F60825}"/>
          </ac:spMkLst>
        </pc:spChg>
      </pc:sldChg>
      <pc:sldChg chg="addSp delSp modSp mod delAnim modAnim">
        <pc:chgData name="Dr Parag D. Pawar" userId="45f730c0-1703-4ce0-909b-efb17736071d" providerId="ADAL" clId="{629D698C-9F10-422F-9730-D8DB01D503EC}" dt="2026-01-13T06:56:36.516" v="438" actId="21"/>
        <pc:sldMkLst>
          <pc:docMk/>
          <pc:sldMk cId="1996385707" sldId="436"/>
        </pc:sldMkLst>
        <pc:spChg chg="add mod">
          <ac:chgData name="Dr Parag D. Pawar" userId="45f730c0-1703-4ce0-909b-efb17736071d" providerId="ADAL" clId="{629D698C-9F10-422F-9730-D8DB01D503EC}" dt="2026-01-12T18:34:13.263" v="50" actId="1076"/>
          <ac:spMkLst>
            <pc:docMk/>
            <pc:sldMk cId="1996385707" sldId="436"/>
            <ac:spMk id="6" creationId="{F6A8D554-8D5A-BA10-0B0F-3ED1040D2D32}"/>
          </ac:spMkLst>
        </pc:spChg>
        <pc:spChg chg="add mod">
          <ac:chgData name="Dr Parag D. Pawar" userId="45f730c0-1703-4ce0-909b-efb17736071d" providerId="ADAL" clId="{629D698C-9F10-422F-9730-D8DB01D503EC}" dt="2026-01-12T18:34:16.742" v="51" actId="1076"/>
          <ac:spMkLst>
            <pc:docMk/>
            <pc:sldMk cId="1996385707" sldId="436"/>
            <ac:spMk id="12" creationId="{FD25865C-BC76-7EF7-5FFC-230113C9E02A}"/>
          </ac:spMkLst>
        </pc:spChg>
        <pc:spChg chg="mod">
          <ac:chgData name="Dr Parag D. Pawar" userId="45f730c0-1703-4ce0-909b-efb17736071d" providerId="ADAL" clId="{629D698C-9F10-422F-9730-D8DB01D503EC}" dt="2026-01-12T18:35:40.116" v="57" actId="1076"/>
          <ac:spMkLst>
            <pc:docMk/>
            <pc:sldMk cId="1996385707" sldId="436"/>
            <ac:spMk id="28" creationId="{F00A1FAB-851C-9F63-91A4-2CB8E5893946}"/>
          </ac:spMkLst>
        </pc:spChg>
        <pc:spChg chg="mod">
          <ac:chgData name="Dr Parag D. Pawar" userId="45f730c0-1703-4ce0-909b-efb17736071d" providerId="ADAL" clId="{629D698C-9F10-422F-9730-D8DB01D503EC}" dt="2026-01-12T18:35:47.106" v="59" actId="1076"/>
          <ac:spMkLst>
            <pc:docMk/>
            <pc:sldMk cId="1996385707" sldId="436"/>
            <ac:spMk id="40" creationId="{5783232E-45B5-5754-FAAC-759D05B1B346}"/>
          </ac:spMkLst>
        </pc:spChg>
        <pc:spChg chg="mod">
          <ac:chgData name="Dr Parag D. Pawar" userId="45f730c0-1703-4ce0-909b-efb17736071d" providerId="ADAL" clId="{629D698C-9F10-422F-9730-D8DB01D503EC}" dt="2026-01-12T18:35:42.682" v="58" actId="1076"/>
          <ac:spMkLst>
            <pc:docMk/>
            <pc:sldMk cId="1996385707" sldId="436"/>
            <ac:spMk id="44" creationId="{418BF939-D898-60E7-3604-B353ED958A53}"/>
          </ac:spMkLst>
        </pc:spChg>
        <pc:spChg chg="mod">
          <ac:chgData name="Dr Parag D. Pawar" userId="45f730c0-1703-4ce0-909b-efb17736071d" providerId="ADAL" clId="{629D698C-9F10-422F-9730-D8DB01D503EC}" dt="2026-01-12T18:34:13.263" v="50" actId="1076"/>
          <ac:spMkLst>
            <pc:docMk/>
            <pc:sldMk cId="1996385707" sldId="436"/>
            <ac:spMk id="46" creationId="{6D624A22-0791-7DE3-F9D6-55807B079869}"/>
          </ac:spMkLst>
        </pc:spChg>
        <pc:spChg chg="mod">
          <ac:chgData name="Dr Parag D. Pawar" userId="45f730c0-1703-4ce0-909b-efb17736071d" providerId="ADAL" clId="{629D698C-9F10-422F-9730-D8DB01D503EC}" dt="2026-01-12T18:34:13.263" v="50" actId="1076"/>
          <ac:spMkLst>
            <pc:docMk/>
            <pc:sldMk cId="1996385707" sldId="436"/>
            <ac:spMk id="47" creationId="{3C1ECA57-439A-4560-6AD7-9BE87B57D206}"/>
          </ac:spMkLst>
        </pc:spChg>
        <pc:spChg chg="mod">
          <ac:chgData name="Dr Parag D. Pawar" userId="45f730c0-1703-4ce0-909b-efb17736071d" providerId="ADAL" clId="{629D698C-9F10-422F-9730-D8DB01D503EC}" dt="2026-01-12T18:34:29.258" v="52" actId="1076"/>
          <ac:spMkLst>
            <pc:docMk/>
            <pc:sldMk cId="1996385707" sldId="436"/>
            <ac:spMk id="48" creationId="{BE0AFB4E-E80C-EEB1-DAD5-C62B034CFC00}"/>
          </ac:spMkLst>
        </pc:spChg>
        <pc:picChg chg="del">
          <ac:chgData name="Dr Parag D. Pawar" userId="45f730c0-1703-4ce0-909b-efb17736071d" providerId="ADAL" clId="{629D698C-9F10-422F-9730-D8DB01D503EC}" dt="2026-01-13T06:56:36.516" v="438" actId="21"/>
          <ac:picMkLst>
            <pc:docMk/>
            <pc:sldMk cId="1996385707" sldId="436"/>
            <ac:picMk id="30" creationId="{2EDBBB74-1DFF-3649-B889-A0976BFF3866}"/>
          </ac:picMkLst>
        </pc:picChg>
      </pc:sldChg>
      <pc:sldChg chg="modSp mod">
        <pc:chgData name="Dr Parag D. Pawar" userId="45f730c0-1703-4ce0-909b-efb17736071d" providerId="ADAL" clId="{629D698C-9F10-422F-9730-D8DB01D503EC}" dt="2026-01-12T18:16:14.792" v="7" actId="6549"/>
        <pc:sldMkLst>
          <pc:docMk/>
          <pc:sldMk cId="789109572" sldId="442"/>
        </pc:sldMkLst>
        <pc:spChg chg="mod">
          <ac:chgData name="Dr Parag D. Pawar" userId="45f730c0-1703-4ce0-909b-efb17736071d" providerId="ADAL" clId="{629D698C-9F10-422F-9730-D8DB01D503EC}" dt="2026-01-12T18:16:14.792" v="7" actId="6549"/>
          <ac:spMkLst>
            <pc:docMk/>
            <pc:sldMk cId="789109572" sldId="442"/>
            <ac:spMk id="3" creationId="{A8C178B7-27BB-C708-E019-C66D7AD0EFDF}"/>
          </ac:spMkLst>
        </pc:spChg>
      </pc:sldChg>
      <pc:sldChg chg="addSp delSp modSp mod modAnim">
        <pc:chgData name="Dr Parag D. Pawar" userId="45f730c0-1703-4ce0-909b-efb17736071d" providerId="ADAL" clId="{629D698C-9F10-422F-9730-D8DB01D503EC}" dt="2026-01-13T11:28:24.710" v="1095" actId="20577"/>
        <pc:sldMkLst>
          <pc:docMk/>
          <pc:sldMk cId="2487666784" sldId="454"/>
        </pc:sldMkLst>
        <pc:spChg chg="del mod topLvl">
          <ac:chgData name="Dr Parag D. Pawar" userId="45f730c0-1703-4ce0-909b-efb17736071d" providerId="ADAL" clId="{629D698C-9F10-422F-9730-D8DB01D503EC}" dt="2026-01-13T09:31:30.264" v="1072" actId="478"/>
          <ac:spMkLst>
            <pc:docMk/>
            <pc:sldMk cId="2487666784" sldId="454"/>
            <ac:spMk id="15" creationId="{DEC727E7-A6EF-DA82-4BDE-F79D96C99A00}"/>
          </ac:spMkLst>
        </pc:spChg>
        <pc:spChg chg="del mod topLvl">
          <ac:chgData name="Dr Parag D. Pawar" userId="45f730c0-1703-4ce0-909b-efb17736071d" providerId="ADAL" clId="{629D698C-9F10-422F-9730-D8DB01D503EC}" dt="2026-01-13T09:31:30.264" v="1072" actId="478"/>
          <ac:spMkLst>
            <pc:docMk/>
            <pc:sldMk cId="2487666784" sldId="454"/>
            <ac:spMk id="16" creationId="{BBCF5FAA-7617-DF07-D686-B5CB8D95A17C}"/>
          </ac:spMkLst>
        </pc:spChg>
        <pc:spChg chg="mod topLvl">
          <ac:chgData name="Dr Parag D. Pawar" userId="45f730c0-1703-4ce0-909b-efb17736071d" providerId="ADAL" clId="{629D698C-9F10-422F-9730-D8DB01D503EC}" dt="2026-01-13T09:31:45.728" v="1076" actId="1076"/>
          <ac:spMkLst>
            <pc:docMk/>
            <pc:sldMk cId="2487666784" sldId="454"/>
            <ac:spMk id="17" creationId="{AF32E479-F255-34A1-34C8-495CBAE92C1D}"/>
          </ac:spMkLst>
        </pc:spChg>
        <pc:spChg chg="add mod">
          <ac:chgData name="Dr Parag D. Pawar" userId="45f730c0-1703-4ce0-909b-efb17736071d" providerId="ADAL" clId="{629D698C-9F10-422F-9730-D8DB01D503EC}" dt="2026-01-12T19:00:01.039" v="172" actId="207"/>
          <ac:spMkLst>
            <pc:docMk/>
            <pc:sldMk cId="2487666784" sldId="454"/>
            <ac:spMk id="27" creationId="{602E5C3D-488D-3B8D-31B8-248DC5FD4FCF}"/>
          </ac:spMkLst>
        </pc:spChg>
        <pc:spChg chg="mod">
          <ac:chgData name="Dr Parag D. Pawar" userId="45f730c0-1703-4ce0-909b-efb17736071d" providerId="ADAL" clId="{629D698C-9F10-422F-9730-D8DB01D503EC}" dt="2026-01-12T19:01:54.988" v="174" actId="113"/>
          <ac:spMkLst>
            <pc:docMk/>
            <pc:sldMk cId="2487666784" sldId="454"/>
            <ac:spMk id="33" creationId="{3545B51A-3077-DD2B-8E52-EBC769E233A3}"/>
          </ac:spMkLst>
        </pc:spChg>
        <pc:spChg chg="add mod">
          <ac:chgData name="Dr Parag D. Pawar" userId="45f730c0-1703-4ce0-909b-efb17736071d" providerId="ADAL" clId="{629D698C-9F10-422F-9730-D8DB01D503EC}" dt="2026-01-13T09:31:36.049" v="1074" actId="1076"/>
          <ac:spMkLst>
            <pc:docMk/>
            <pc:sldMk cId="2487666784" sldId="454"/>
            <ac:spMk id="36" creationId="{826CF1EC-8842-20C4-977A-3A4FE4951009}"/>
          </ac:spMkLst>
        </pc:spChg>
        <pc:spChg chg="add mod">
          <ac:chgData name="Dr Parag D. Pawar" userId="45f730c0-1703-4ce0-909b-efb17736071d" providerId="ADAL" clId="{629D698C-9F10-422F-9730-D8DB01D503EC}" dt="2026-01-13T09:31:36.049" v="1074" actId="1076"/>
          <ac:spMkLst>
            <pc:docMk/>
            <pc:sldMk cId="2487666784" sldId="454"/>
            <ac:spMk id="37" creationId="{0DCF55BE-CDC0-9389-97F1-8407F45154CC}"/>
          </ac:spMkLst>
        </pc:spChg>
        <pc:spChg chg="mod">
          <ac:chgData name="Dr Parag D. Pawar" userId="45f730c0-1703-4ce0-909b-efb17736071d" providerId="ADAL" clId="{629D698C-9F10-422F-9730-D8DB01D503EC}" dt="2026-01-13T11:28:09.373" v="1089" actId="20577"/>
          <ac:spMkLst>
            <pc:docMk/>
            <pc:sldMk cId="2487666784" sldId="454"/>
            <ac:spMk id="72" creationId="{15EAB8F0-9C49-9283-7A9A-2EB45C528517}"/>
          </ac:spMkLst>
        </pc:spChg>
        <pc:spChg chg="mod">
          <ac:chgData name="Dr Parag D. Pawar" userId="45f730c0-1703-4ce0-909b-efb17736071d" providerId="ADAL" clId="{629D698C-9F10-422F-9730-D8DB01D503EC}" dt="2026-01-13T11:28:12.821" v="1091" actId="20577"/>
          <ac:spMkLst>
            <pc:docMk/>
            <pc:sldMk cId="2487666784" sldId="454"/>
            <ac:spMk id="73" creationId="{07D9098E-7D6C-FA85-56B5-2351740C2C8A}"/>
          </ac:spMkLst>
        </pc:spChg>
        <pc:grpChg chg="del">
          <ac:chgData name="Dr Parag D. Pawar" userId="45f730c0-1703-4ce0-909b-efb17736071d" providerId="ADAL" clId="{629D698C-9F10-422F-9730-D8DB01D503EC}" dt="2026-01-13T09:31:24.908" v="1071" actId="165"/>
          <ac:grpSpMkLst>
            <pc:docMk/>
            <pc:sldMk cId="2487666784" sldId="454"/>
            <ac:grpSpMk id="18" creationId="{A38B9739-A8CD-8F64-42B9-D78BC4EADE6C}"/>
          </ac:grpSpMkLst>
        </pc:grpChg>
        <pc:graphicFrameChg chg="modGraphic">
          <ac:chgData name="Dr Parag D. Pawar" userId="45f730c0-1703-4ce0-909b-efb17736071d" providerId="ADAL" clId="{629D698C-9F10-422F-9730-D8DB01D503EC}" dt="2026-01-13T11:28:24.710" v="1095" actId="20577"/>
          <ac:graphicFrameMkLst>
            <pc:docMk/>
            <pc:sldMk cId="2487666784" sldId="454"/>
            <ac:graphicFrameMk id="38" creationId="{E452D6AB-7ADC-898B-B850-49A35EB1E21B}"/>
          </ac:graphicFrameMkLst>
        </pc:graphicFrameChg>
      </pc:sldChg>
      <pc:sldChg chg="addSp delSp modSp mod delAnim modAnim">
        <pc:chgData name="Dr Parag D. Pawar" userId="45f730c0-1703-4ce0-909b-efb17736071d" providerId="ADAL" clId="{629D698C-9F10-422F-9730-D8DB01D503EC}" dt="2026-01-13T04:37:43.761" v="328"/>
        <pc:sldMkLst>
          <pc:docMk/>
          <pc:sldMk cId="4059686310" sldId="457"/>
        </pc:sldMkLst>
        <pc:graphicFrameChg chg="add mod">
          <ac:chgData name="Dr Parag D. Pawar" userId="45f730c0-1703-4ce0-909b-efb17736071d" providerId="ADAL" clId="{629D698C-9F10-422F-9730-D8DB01D503EC}" dt="2026-01-13T04:36:55.771" v="315"/>
          <ac:graphicFrameMkLst>
            <pc:docMk/>
            <pc:sldMk cId="4059686310" sldId="457"/>
            <ac:graphicFrameMk id="5" creationId="{108C73FA-DF8F-82AC-07AC-CA1986F3AB06}"/>
          </ac:graphicFrameMkLst>
        </pc:graphicFrameChg>
        <pc:picChg chg="add del mod">
          <ac:chgData name="Dr Parag D. Pawar" userId="45f730c0-1703-4ce0-909b-efb17736071d" providerId="ADAL" clId="{629D698C-9F10-422F-9730-D8DB01D503EC}" dt="2026-01-13T04:36:50.020" v="311" actId="478"/>
          <ac:picMkLst>
            <pc:docMk/>
            <pc:sldMk cId="4059686310" sldId="457"/>
            <ac:picMk id="4" creationId="{322564EB-E169-34CB-B5EC-3741B78449F2}"/>
          </ac:picMkLst>
        </pc:picChg>
        <pc:picChg chg="add del mod">
          <ac:chgData name="Dr Parag D. Pawar" userId="45f730c0-1703-4ce0-909b-efb17736071d" providerId="ADAL" clId="{629D698C-9F10-422F-9730-D8DB01D503EC}" dt="2026-01-13T04:37:28.143" v="321" actId="478"/>
          <ac:picMkLst>
            <pc:docMk/>
            <pc:sldMk cId="4059686310" sldId="457"/>
            <ac:picMk id="6" creationId="{EBACD313-4D3E-FBCA-BE5A-2CE052EBC91E}"/>
          </ac:picMkLst>
        </pc:picChg>
        <pc:picChg chg="add mod">
          <ac:chgData name="Dr Parag D. Pawar" userId="45f730c0-1703-4ce0-909b-efb17736071d" providerId="ADAL" clId="{629D698C-9F10-422F-9730-D8DB01D503EC}" dt="2026-01-13T04:37:35.970" v="325" actId="1076"/>
          <ac:picMkLst>
            <pc:docMk/>
            <pc:sldMk cId="4059686310" sldId="457"/>
            <ac:picMk id="11" creationId="{317809D5-B496-A4B6-B5DC-3833E4333864}"/>
          </ac:picMkLst>
        </pc:picChg>
      </pc:sldChg>
      <pc:sldChg chg="addSp delSp modSp mod delAnim modAnim">
        <pc:chgData name="Dr Parag D. Pawar" userId="45f730c0-1703-4ce0-909b-efb17736071d" providerId="ADAL" clId="{629D698C-9F10-422F-9730-D8DB01D503EC}" dt="2026-01-12T19:00:07.126" v="173" actId="207"/>
        <pc:sldMkLst>
          <pc:docMk/>
          <pc:sldMk cId="1838967194" sldId="459"/>
        </pc:sldMkLst>
        <pc:spChg chg="add del mod">
          <ac:chgData name="Dr Parag D. Pawar" userId="45f730c0-1703-4ce0-909b-efb17736071d" providerId="ADAL" clId="{629D698C-9F10-422F-9730-D8DB01D503EC}" dt="2026-01-12T18:59:37.309" v="170" actId="478"/>
          <ac:spMkLst>
            <pc:docMk/>
            <pc:sldMk cId="1838967194" sldId="459"/>
            <ac:spMk id="3" creationId="{DED49529-B737-EB49-DECA-E205B5631E6F}"/>
          </ac:spMkLst>
        </pc:spChg>
        <pc:spChg chg="add mod">
          <ac:chgData name="Dr Parag D. Pawar" userId="45f730c0-1703-4ce0-909b-efb17736071d" providerId="ADAL" clId="{629D698C-9F10-422F-9730-D8DB01D503EC}" dt="2026-01-12T19:00:07.126" v="173" actId="207"/>
          <ac:spMkLst>
            <pc:docMk/>
            <pc:sldMk cId="1838967194" sldId="459"/>
            <ac:spMk id="4" creationId="{5A5D962C-DF8D-E000-442E-A360241C4E4C}"/>
          </ac:spMkLst>
        </pc:spChg>
        <pc:spChg chg="mod">
          <ac:chgData name="Dr Parag D. Pawar" userId="45f730c0-1703-4ce0-909b-efb17736071d" providerId="ADAL" clId="{629D698C-9F10-422F-9730-D8DB01D503EC}" dt="2026-01-12T18:52:29.908" v="92" actId="20577"/>
          <ac:spMkLst>
            <pc:docMk/>
            <pc:sldMk cId="1838967194" sldId="459"/>
            <ac:spMk id="35" creationId="{C775E9B9-E7B1-1EA9-B0F2-38A5B7997F88}"/>
          </ac:spMkLst>
        </pc:spChg>
      </pc:sldChg>
      <pc:sldChg chg="addSp delSp modSp add mod modAnim">
        <pc:chgData name="Dr Parag D. Pawar" userId="45f730c0-1703-4ce0-909b-efb17736071d" providerId="ADAL" clId="{629D698C-9F10-422F-9730-D8DB01D503EC}" dt="2026-01-13T09:18:26.251" v="1069"/>
        <pc:sldMkLst>
          <pc:docMk/>
          <pc:sldMk cId="877842963" sldId="461"/>
        </pc:sldMkLst>
        <pc:spChg chg="mod">
          <ac:chgData name="Dr Parag D. Pawar" userId="45f730c0-1703-4ce0-909b-efb17736071d" providerId="ADAL" clId="{629D698C-9F10-422F-9730-D8DB01D503EC}" dt="2026-01-13T06:53:03.165" v="383" actId="207"/>
          <ac:spMkLst>
            <pc:docMk/>
            <pc:sldMk cId="877842963" sldId="461"/>
            <ac:spMk id="2" creationId="{4457D726-AC1E-B3E9-EBDF-D84E16399040}"/>
          </ac:spMkLst>
        </pc:spChg>
        <pc:spChg chg="del">
          <ac:chgData name="Dr Parag D. Pawar" userId="45f730c0-1703-4ce0-909b-efb17736071d" providerId="ADAL" clId="{629D698C-9F10-422F-9730-D8DB01D503EC}" dt="2026-01-13T06:52:16.542" v="349" actId="478"/>
          <ac:spMkLst>
            <pc:docMk/>
            <pc:sldMk cId="877842963" sldId="461"/>
            <ac:spMk id="3" creationId="{ED2622F0-6CE2-BA04-89EF-0C8F1D164B78}"/>
          </ac:spMkLst>
        </pc:spChg>
        <pc:spChg chg="del">
          <ac:chgData name="Dr Parag D. Pawar" userId="45f730c0-1703-4ce0-909b-efb17736071d" providerId="ADAL" clId="{629D698C-9F10-422F-9730-D8DB01D503EC}" dt="2026-01-13T06:52:16.542" v="349" actId="478"/>
          <ac:spMkLst>
            <pc:docMk/>
            <pc:sldMk cId="877842963" sldId="461"/>
            <ac:spMk id="5" creationId="{4E5C3F93-5C07-179B-7A14-5BB4FEB64906}"/>
          </ac:spMkLst>
        </pc:spChg>
        <pc:spChg chg="del">
          <ac:chgData name="Dr Parag D. Pawar" userId="45f730c0-1703-4ce0-909b-efb17736071d" providerId="ADAL" clId="{629D698C-9F10-422F-9730-D8DB01D503EC}" dt="2026-01-13T06:52:37.268" v="358" actId="478"/>
          <ac:spMkLst>
            <pc:docMk/>
            <pc:sldMk cId="877842963" sldId="461"/>
            <ac:spMk id="6" creationId="{BD0CF6FD-0A18-0805-C0DC-F0FD095CAE22}"/>
          </ac:spMkLst>
        </pc:spChg>
        <pc:spChg chg="del">
          <ac:chgData name="Dr Parag D. Pawar" userId="45f730c0-1703-4ce0-909b-efb17736071d" providerId="ADAL" clId="{629D698C-9F10-422F-9730-D8DB01D503EC}" dt="2026-01-13T06:52:33.221" v="356" actId="478"/>
          <ac:spMkLst>
            <pc:docMk/>
            <pc:sldMk cId="877842963" sldId="461"/>
            <ac:spMk id="12" creationId="{C6BF78E6-4B31-E7DC-1337-3E50FC094847}"/>
          </ac:spMkLst>
        </pc:spChg>
        <pc:spChg chg="del">
          <ac:chgData name="Dr Parag D. Pawar" userId="45f730c0-1703-4ce0-909b-efb17736071d" providerId="ADAL" clId="{629D698C-9F10-422F-9730-D8DB01D503EC}" dt="2026-01-13T06:52:16.542" v="349" actId="478"/>
          <ac:spMkLst>
            <pc:docMk/>
            <pc:sldMk cId="877842963" sldId="461"/>
            <ac:spMk id="27" creationId="{11A1FC13-DCF3-2527-E687-34C31AD95BB7}"/>
          </ac:spMkLst>
        </pc:spChg>
        <pc:spChg chg="del">
          <ac:chgData name="Dr Parag D. Pawar" userId="45f730c0-1703-4ce0-909b-efb17736071d" providerId="ADAL" clId="{629D698C-9F10-422F-9730-D8DB01D503EC}" dt="2026-01-13T06:52:28.991" v="354" actId="478"/>
          <ac:spMkLst>
            <pc:docMk/>
            <pc:sldMk cId="877842963" sldId="461"/>
            <ac:spMk id="28" creationId="{142578BD-6419-4F24-E8A4-62845FF3F072}"/>
          </ac:spMkLst>
        </pc:spChg>
        <pc:spChg chg="mod topLvl">
          <ac:chgData name="Dr Parag D. Pawar" userId="45f730c0-1703-4ce0-909b-efb17736071d" providerId="ADAL" clId="{629D698C-9F10-422F-9730-D8DB01D503EC}" dt="2026-01-13T06:55:00.409" v="427" actId="165"/>
          <ac:spMkLst>
            <pc:docMk/>
            <pc:sldMk cId="877842963" sldId="461"/>
            <ac:spMk id="29" creationId="{0FDBDEAA-3531-F374-C650-9701B16F4595}"/>
          </ac:spMkLst>
        </pc:spChg>
        <pc:spChg chg="del">
          <ac:chgData name="Dr Parag D. Pawar" userId="45f730c0-1703-4ce0-909b-efb17736071d" providerId="ADAL" clId="{629D698C-9F10-422F-9730-D8DB01D503EC}" dt="2026-01-13T06:52:16.542" v="349" actId="478"/>
          <ac:spMkLst>
            <pc:docMk/>
            <pc:sldMk cId="877842963" sldId="461"/>
            <ac:spMk id="31" creationId="{5950CA92-5E10-0FB3-7737-0C3FFE93BA7F}"/>
          </ac:spMkLst>
        </pc:spChg>
        <pc:spChg chg="del">
          <ac:chgData name="Dr Parag D. Pawar" userId="45f730c0-1703-4ce0-909b-efb17736071d" providerId="ADAL" clId="{629D698C-9F10-422F-9730-D8DB01D503EC}" dt="2026-01-13T06:52:27.113" v="353" actId="478"/>
          <ac:spMkLst>
            <pc:docMk/>
            <pc:sldMk cId="877842963" sldId="461"/>
            <ac:spMk id="40" creationId="{CAAE9A07-3182-A064-B13A-3C8294CFE2EE}"/>
          </ac:spMkLst>
        </pc:spChg>
        <pc:spChg chg="del">
          <ac:chgData name="Dr Parag D. Pawar" userId="45f730c0-1703-4ce0-909b-efb17736071d" providerId="ADAL" clId="{629D698C-9F10-422F-9730-D8DB01D503EC}" dt="2026-01-13T06:52:23.359" v="352" actId="478"/>
          <ac:spMkLst>
            <pc:docMk/>
            <pc:sldMk cId="877842963" sldId="461"/>
            <ac:spMk id="44" creationId="{584DD1D2-C561-3939-C90E-E6F82688DBF3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45" creationId="{87088611-E9CD-EDC1-C90C-07F864760511}"/>
          </ac:spMkLst>
        </pc:spChg>
        <pc:spChg chg="del">
          <ac:chgData name="Dr Parag D. Pawar" userId="45f730c0-1703-4ce0-909b-efb17736071d" providerId="ADAL" clId="{629D698C-9F10-422F-9730-D8DB01D503EC}" dt="2026-01-13T06:52:35.544" v="357" actId="478"/>
          <ac:spMkLst>
            <pc:docMk/>
            <pc:sldMk cId="877842963" sldId="461"/>
            <ac:spMk id="46" creationId="{B338ECA7-A547-85D7-CD30-AD903D3527E7}"/>
          </ac:spMkLst>
        </pc:spChg>
        <pc:spChg chg="del">
          <ac:chgData name="Dr Parag D. Pawar" userId="45f730c0-1703-4ce0-909b-efb17736071d" providerId="ADAL" clId="{629D698C-9F10-422F-9730-D8DB01D503EC}" dt="2026-01-13T06:52:39.269" v="359" actId="478"/>
          <ac:spMkLst>
            <pc:docMk/>
            <pc:sldMk cId="877842963" sldId="461"/>
            <ac:spMk id="47" creationId="{2A251867-647C-175F-E4E9-CF9C5E2C801B}"/>
          </ac:spMkLst>
        </pc:spChg>
        <pc:spChg chg="del">
          <ac:chgData name="Dr Parag D. Pawar" userId="45f730c0-1703-4ce0-909b-efb17736071d" providerId="ADAL" clId="{629D698C-9F10-422F-9730-D8DB01D503EC}" dt="2026-01-13T06:52:30.907" v="355" actId="478"/>
          <ac:spMkLst>
            <pc:docMk/>
            <pc:sldMk cId="877842963" sldId="461"/>
            <ac:spMk id="48" creationId="{10EB638D-A0D8-FEA4-F2F6-EF6A33AD767A}"/>
          </ac:spMkLst>
        </pc:spChg>
        <pc:spChg chg="del">
          <ac:chgData name="Dr Parag D. Pawar" userId="45f730c0-1703-4ce0-909b-efb17736071d" providerId="ADAL" clId="{629D698C-9F10-422F-9730-D8DB01D503EC}" dt="2026-01-13T06:52:16.542" v="349" actId="478"/>
          <ac:spMkLst>
            <pc:docMk/>
            <pc:sldMk cId="877842963" sldId="461"/>
            <ac:spMk id="49" creationId="{CADD77D9-365F-FEBB-B344-FEBFEC7D58F8}"/>
          </ac:spMkLst>
        </pc:spChg>
        <pc:spChg chg="del">
          <ac:chgData name="Dr Parag D. Pawar" userId="45f730c0-1703-4ce0-909b-efb17736071d" providerId="ADAL" clId="{629D698C-9F10-422F-9730-D8DB01D503EC}" dt="2026-01-13T06:52:20.832" v="351" actId="478"/>
          <ac:spMkLst>
            <pc:docMk/>
            <pc:sldMk cId="877842963" sldId="461"/>
            <ac:spMk id="50" creationId="{C2797C3B-1165-032B-B041-3436BE937C52}"/>
          </ac:spMkLst>
        </pc:spChg>
        <pc:spChg chg="del">
          <ac:chgData name="Dr Parag D. Pawar" userId="45f730c0-1703-4ce0-909b-efb17736071d" providerId="ADAL" clId="{629D698C-9F10-422F-9730-D8DB01D503EC}" dt="2026-01-13T06:52:18.442" v="350" actId="478"/>
          <ac:spMkLst>
            <pc:docMk/>
            <pc:sldMk cId="877842963" sldId="461"/>
            <ac:spMk id="51" creationId="{3770B8E1-9565-4EAD-90CA-71A4D3196DCE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52" creationId="{DCD3130A-E8C0-D76E-01FB-049E6707F4F6}"/>
          </ac:spMkLst>
        </pc:spChg>
        <pc:spChg chg="mod topLvl">
          <ac:chgData name="Dr Parag D. Pawar" userId="45f730c0-1703-4ce0-909b-efb17736071d" providerId="ADAL" clId="{629D698C-9F10-422F-9730-D8DB01D503EC}" dt="2026-01-13T06:55:15.260" v="429" actId="165"/>
          <ac:spMkLst>
            <pc:docMk/>
            <pc:sldMk cId="877842963" sldId="461"/>
            <ac:spMk id="53" creationId="{C4F25FEF-AD46-6075-37DC-19B11359698C}"/>
          </ac:spMkLst>
        </pc:spChg>
        <pc:spChg chg="mod topLvl">
          <ac:chgData name="Dr Parag D. Pawar" userId="45f730c0-1703-4ce0-909b-efb17736071d" providerId="ADAL" clId="{629D698C-9F10-422F-9730-D8DB01D503EC}" dt="2026-01-13T06:55:15.260" v="429" actId="165"/>
          <ac:spMkLst>
            <pc:docMk/>
            <pc:sldMk cId="877842963" sldId="461"/>
            <ac:spMk id="54" creationId="{6DBD9324-47C4-F870-4643-508A4E99A739}"/>
          </ac:spMkLst>
        </pc:spChg>
        <pc:spChg chg="mod topLvl">
          <ac:chgData name="Dr Parag D. Pawar" userId="45f730c0-1703-4ce0-909b-efb17736071d" providerId="ADAL" clId="{629D698C-9F10-422F-9730-D8DB01D503EC}" dt="2026-01-13T06:55:15.260" v="429" actId="165"/>
          <ac:spMkLst>
            <pc:docMk/>
            <pc:sldMk cId="877842963" sldId="461"/>
            <ac:spMk id="55" creationId="{9F740C46-3F14-F166-FA70-1B8AFEF7B1EE}"/>
          </ac:spMkLst>
        </pc:spChg>
        <pc:spChg chg="mod topLvl">
          <ac:chgData name="Dr Parag D. Pawar" userId="45f730c0-1703-4ce0-909b-efb17736071d" providerId="ADAL" clId="{629D698C-9F10-422F-9730-D8DB01D503EC}" dt="2026-01-13T06:55:15.260" v="429" actId="165"/>
          <ac:spMkLst>
            <pc:docMk/>
            <pc:sldMk cId="877842963" sldId="461"/>
            <ac:spMk id="56" creationId="{4ADA92F3-9B50-8CB7-5DDD-238EBD45CCC8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57" creationId="{877F922E-4311-CCA0-314D-ED51ECCE6142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58" creationId="{C0ADC6B0-A248-45EA-443A-ED6B77F0FA5E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59" creationId="{5310621C-9521-D8A7-737A-F5360D56276E}"/>
          </ac:spMkLst>
        </pc:spChg>
        <pc:spChg chg="mod">
          <ac:chgData name="Dr Parag D. Pawar" userId="45f730c0-1703-4ce0-909b-efb17736071d" providerId="ADAL" clId="{629D698C-9F10-422F-9730-D8DB01D503EC}" dt="2026-01-13T06:55:05.838" v="428" actId="165"/>
          <ac:spMkLst>
            <pc:docMk/>
            <pc:sldMk cId="877842963" sldId="461"/>
            <ac:spMk id="60" creationId="{A262BDB8-1149-84AF-6385-AAA163B60F37}"/>
          </ac:spMkLst>
        </pc:spChg>
        <pc:spChg chg="add mod">
          <ac:chgData name="Dr Parag D. Pawar" userId="45f730c0-1703-4ce0-909b-efb17736071d" providerId="ADAL" clId="{629D698C-9F10-422F-9730-D8DB01D503EC}" dt="2026-01-13T07:08:00.247" v="931" actId="692"/>
          <ac:spMkLst>
            <pc:docMk/>
            <pc:sldMk cId="877842963" sldId="461"/>
            <ac:spMk id="63" creationId="{36451996-630D-5619-3FD3-2BECB5FD71D3}"/>
          </ac:spMkLst>
        </pc:spChg>
        <pc:spChg chg="add mod">
          <ac:chgData name="Dr Parag D. Pawar" userId="45f730c0-1703-4ce0-909b-efb17736071d" providerId="ADAL" clId="{629D698C-9F10-422F-9730-D8DB01D503EC}" dt="2026-01-13T07:11:23.534" v="1031" actId="1076"/>
          <ac:spMkLst>
            <pc:docMk/>
            <pc:sldMk cId="877842963" sldId="461"/>
            <ac:spMk id="64" creationId="{2EB4DE5D-81C1-E61E-02C2-799C6B43104A}"/>
          </ac:spMkLst>
        </pc:spChg>
        <pc:spChg chg="add mod">
          <ac:chgData name="Dr Parag D. Pawar" userId="45f730c0-1703-4ce0-909b-efb17736071d" providerId="ADAL" clId="{629D698C-9F10-422F-9730-D8DB01D503EC}" dt="2026-01-13T07:11:44.831" v="1058" actId="1076"/>
          <ac:spMkLst>
            <pc:docMk/>
            <pc:sldMk cId="877842963" sldId="461"/>
            <ac:spMk id="65" creationId="{E6B42431-1DD6-4189-C5AB-855CBE627493}"/>
          </ac:spMkLst>
        </pc:spChg>
        <pc:spChg chg="add mod">
          <ac:chgData name="Dr Parag D. Pawar" userId="45f730c0-1703-4ce0-909b-efb17736071d" providerId="ADAL" clId="{629D698C-9F10-422F-9730-D8DB01D503EC}" dt="2026-01-13T07:16:55.805" v="1064" actId="207"/>
          <ac:spMkLst>
            <pc:docMk/>
            <pc:sldMk cId="877842963" sldId="461"/>
            <ac:spMk id="66" creationId="{B8BCB309-99F7-1E0A-ABBE-74B5D03D6806}"/>
          </ac:spMkLst>
        </pc:spChg>
        <pc:grpChg chg="mod">
          <ac:chgData name="Dr Parag D. Pawar" userId="45f730c0-1703-4ce0-909b-efb17736071d" providerId="ADAL" clId="{629D698C-9F10-422F-9730-D8DB01D503EC}" dt="2026-01-13T06:53:35.248" v="390" actId="1076"/>
          <ac:grpSpMkLst>
            <pc:docMk/>
            <pc:sldMk cId="877842963" sldId="461"/>
            <ac:grpSpMk id="25" creationId="{55457893-59D3-13C9-58BF-6CC1D0C3F946}"/>
          </ac:grpSpMkLst>
        </pc:grpChg>
        <pc:grpChg chg="del">
          <ac:chgData name="Dr Parag D. Pawar" userId="45f730c0-1703-4ce0-909b-efb17736071d" providerId="ADAL" clId="{629D698C-9F10-422F-9730-D8DB01D503EC}" dt="2026-01-13T06:52:16.542" v="349" actId="478"/>
          <ac:grpSpMkLst>
            <pc:docMk/>
            <pc:sldMk cId="877842963" sldId="461"/>
            <ac:grpSpMk id="37" creationId="{3F56E170-C633-6156-8C85-45B67F4FC196}"/>
          </ac:grpSpMkLst>
        </pc:grpChg>
        <pc:grpChg chg="del">
          <ac:chgData name="Dr Parag D. Pawar" userId="45f730c0-1703-4ce0-909b-efb17736071d" providerId="ADAL" clId="{629D698C-9F10-422F-9730-D8DB01D503EC}" dt="2026-01-13T06:52:16.542" v="349" actId="478"/>
          <ac:grpSpMkLst>
            <pc:docMk/>
            <pc:sldMk cId="877842963" sldId="461"/>
            <ac:grpSpMk id="38" creationId="{326F69D2-BF30-5526-C852-F6846C10D2A4}"/>
          </ac:grpSpMkLst>
        </pc:grpChg>
        <pc:grpChg chg="del">
          <ac:chgData name="Dr Parag D. Pawar" userId="45f730c0-1703-4ce0-909b-efb17736071d" providerId="ADAL" clId="{629D698C-9F10-422F-9730-D8DB01D503EC}" dt="2026-01-13T06:55:15.260" v="429" actId="165"/>
          <ac:grpSpMkLst>
            <pc:docMk/>
            <pc:sldMk cId="877842963" sldId="461"/>
            <ac:grpSpMk id="42" creationId="{F9730612-BA8E-58FC-FD73-0B95EF5B0E32}"/>
          </ac:grpSpMkLst>
        </pc:grpChg>
        <pc:picChg chg="del">
          <ac:chgData name="Dr Parag D. Pawar" userId="45f730c0-1703-4ce0-909b-efb17736071d" providerId="ADAL" clId="{629D698C-9F10-422F-9730-D8DB01D503EC}" dt="2026-01-13T06:53:24.486" v="388" actId="478"/>
          <ac:picMkLst>
            <pc:docMk/>
            <pc:sldMk cId="877842963" sldId="461"/>
            <ac:picMk id="30" creationId="{9EAD312D-C95F-7574-7CB7-27DC9BAA6532}"/>
          </ac:picMkLst>
        </pc:picChg>
        <pc:picChg chg="mod">
          <ac:chgData name="Dr Parag D. Pawar" userId="45f730c0-1703-4ce0-909b-efb17736071d" providerId="ADAL" clId="{629D698C-9F10-422F-9730-D8DB01D503EC}" dt="2026-01-13T06:54:51.580" v="426" actId="14100"/>
          <ac:picMkLst>
            <pc:docMk/>
            <pc:sldMk cId="877842963" sldId="461"/>
            <ac:picMk id="41" creationId="{21482F65-F1ED-5FFD-4C91-ED046EA6E502}"/>
          </ac:picMkLst>
        </pc:picChg>
        <pc:picChg chg="add mod">
          <ac:chgData name="Dr Parag D. Pawar" userId="45f730c0-1703-4ce0-909b-efb17736071d" providerId="ADAL" clId="{629D698C-9F10-422F-9730-D8DB01D503EC}" dt="2026-01-13T06:56:45.531" v="440" actId="1076"/>
          <ac:picMkLst>
            <pc:docMk/>
            <pc:sldMk cId="877842963" sldId="461"/>
            <ac:picMk id="62" creationId="{2EDBBB74-1DFF-3649-B889-A0976BFF3866}"/>
          </ac:picMkLst>
        </pc:picChg>
        <pc:cxnChg chg="del">
          <ac:chgData name="Dr Parag D. Pawar" userId="45f730c0-1703-4ce0-909b-efb17736071d" providerId="ADAL" clId="{629D698C-9F10-422F-9730-D8DB01D503EC}" dt="2026-01-13T06:52:16.542" v="349" actId="478"/>
          <ac:cxnSpMkLst>
            <pc:docMk/>
            <pc:sldMk cId="877842963" sldId="461"/>
            <ac:cxnSpMk id="4" creationId="{38A2B6EC-25AB-F5EE-D9BD-5539CCA0DF0C}"/>
          </ac:cxnSpMkLst>
        </pc:cxnChg>
        <pc:cxnChg chg="add mod">
          <ac:chgData name="Dr Parag D. Pawar" userId="45f730c0-1703-4ce0-909b-efb17736071d" providerId="ADAL" clId="{629D698C-9F10-422F-9730-D8DB01D503EC}" dt="2026-01-13T06:54:44.366" v="424" actId="1076"/>
          <ac:cxnSpMkLst>
            <pc:docMk/>
            <pc:sldMk cId="877842963" sldId="461"/>
            <ac:cxnSpMk id="61" creationId="{4E967CC3-6BC8-CE70-2417-34ECA25010C2}"/>
          </ac:cxnSpMkLst>
        </pc:cxnChg>
      </pc:sldChg>
      <pc:sldChg chg="add del">
        <pc:chgData name="Dr Parag D. Pawar" userId="45f730c0-1703-4ce0-909b-efb17736071d" providerId="ADAL" clId="{629D698C-9F10-422F-9730-D8DB01D503EC}" dt="2026-01-12T19:24:03.663" v="185" actId="47"/>
        <pc:sldMkLst>
          <pc:docMk/>
          <pc:sldMk cId="3453474910" sldId="461"/>
        </pc:sldMkLst>
      </pc:sldChg>
      <pc:sldChg chg="add del">
        <pc:chgData name="Dr Parag D. Pawar" userId="45f730c0-1703-4ce0-909b-efb17736071d" providerId="ADAL" clId="{629D698C-9F10-422F-9730-D8DB01D503EC}" dt="2026-01-13T09:32:14.306" v="1077" actId="47"/>
        <pc:sldMkLst>
          <pc:docMk/>
          <pc:sldMk cId="652592569" sldId="462"/>
        </pc:sldMkLst>
      </pc:sldChg>
    </pc:docChg>
  </pc:docChgLst>
  <pc:docChgLst>
    <pc:chgData name="Dr Parag D. Pawar" userId="45f730c0-1703-4ce0-909b-efb17736071d" providerId="ADAL" clId="{CD4D9D87-25C2-47DB-AE56-A86177B2B98E}"/>
    <pc:docChg chg="undo custSel addSld delSld modSld sldOrd">
      <pc:chgData name="Dr Parag D. Pawar" userId="45f730c0-1703-4ce0-909b-efb17736071d" providerId="ADAL" clId="{CD4D9D87-25C2-47DB-AE56-A86177B2B98E}" dt="2026-01-12T12:29:58.009" v="2710"/>
      <pc:docMkLst>
        <pc:docMk/>
      </pc:docMkLst>
      <pc:sldChg chg="modSp mod">
        <pc:chgData name="Dr Parag D. Pawar" userId="45f730c0-1703-4ce0-909b-efb17736071d" providerId="ADAL" clId="{CD4D9D87-25C2-47DB-AE56-A86177B2B98E}" dt="2026-01-07T14:24:06.269" v="1874" actId="20577"/>
        <pc:sldMkLst>
          <pc:docMk/>
          <pc:sldMk cId="1229319585" sldId="256"/>
        </pc:sldMkLst>
        <pc:spChg chg="mod">
          <ac:chgData name="Dr Parag D. Pawar" userId="45f730c0-1703-4ce0-909b-efb17736071d" providerId="ADAL" clId="{CD4D9D87-25C2-47DB-AE56-A86177B2B98E}" dt="2026-01-07T14:24:06.269" v="1874" actId="20577"/>
          <ac:spMkLst>
            <pc:docMk/>
            <pc:sldMk cId="1229319585" sldId="256"/>
            <ac:spMk id="3" creationId="{EECD3C16-9008-FD38-F587-19AF1E3CF80C}"/>
          </ac:spMkLst>
        </pc:spChg>
      </pc:sldChg>
      <pc:sldChg chg="add">
        <pc:chgData name="Dr Parag D. Pawar" userId="45f730c0-1703-4ce0-909b-efb17736071d" providerId="ADAL" clId="{CD4D9D87-25C2-47DB-AE56-A86177B2B98E}" dt="2025-12-31T00:16:07.150" v="4"/>
        <pc:sldMkLst>
          <pc:docMk/>
          <pc:sldMk cId="1165951863" sldId="303"/>
        </pc:sldMkLst>
      </pc:sldChg>
      <pc:sldChg chg="add">
        <pc:chgData name="Dr Parag D. Pawar" userId="45f730c0-1703-4ce0-909b-efb17736071d" providerId="ADAL" clId="{CD4D9D87-25C2-47DB-AE56-A86177B2B98E}" dt="2025-12-31T00:16:07.150" v="4"/>
        <pc:sldMkLst>
          <pc:docMk/>
          <pc:sldMk cId="3165474787" sldId="395"/>
        </pc:sldMkLst>
      </pc:sldChg>
      <pc:sldChg chg="addSp delSp modSp mod addAnim delAnim modAnim">
        <pc:chgData name="Dr Parag D. Pawar" userId="45f730c0-1703-4ce0-909b-efb17736071d" providerId="ADAL" clId="{CD4D9D87-25C2-47DB-AE56-A86177B2B98E}" dt="2026-01-07T22:49:22.693" v="1918"/>
        <pc:sldMkLst>
          <pc:docMk/>
          <pc:sldMk cId="170939200" sldId="402"/>
        </pc:sldMkLst>
        <pc:spChg chg="add mod">
          <ac:chgData name="Dr Parag D. Pawar" userId="45f730c0-1703-4ce0-909b-efb17736071d" providerId="ADAL" clId="{CD4D9D87-25C2-47DB-AE56-A86177B2B98E}" dt="2026-01-07T14:26:12.019" v="1887"/>
          <ac:spMkLst>
            <pc:docMk/>
            <pc:sldMk cId="170939200" sldId="402"/>
            <ac:spMk id="19" creationId="{3F5A6253-4152-1BCD-54D0-DA6BC8E9F747}"/>
          </ac:spMkLst>
        </pc:spChg>
      </pc:sldChg>
      <pc:sldChg chg="add">
        <pc:chgData name="Dr Parag D. Pawar" userId="45f730c0-1703-4ce0-909b-efb17736071d" providerId="ADAL" clId="{CD4D9D87-25C2-47DB-AE56-A86177B2B98E}" dt="2025-12-31T00:16:07.150" v="4"/>
        <pc:sldMkLst>
          <pc:docMk/>
          <pc:sldMk cId="1781717371" sldId="419"/>
        </pc:sldMkLst>
      </pc:sldChg>
      <pc:sldChg chg="addSp delSp modSp mod ord addAnim delAnim modAnim">
        <pc:chgData name="Dr Parag D. Pawar" userId="45f730c0-1703-4ce0-909b-efb17736071d" providerId="ADAL" clId="{CD4D9D87-25C2-47DB-AE56-A86177B2B98E}" dt="2026-01-12T12:29:58.009" v="2710"/>
        <pc:sldMkLst>
          <pc:docMk/>
          <pc:sldMk cId="496366422" sldId="429"/>
        </pc:sldMkLst>
        <pc:spChg chg="add mod">
          <ac:chgData name="Dr Parag D. Pawar" userId="45f730c0-1703-4ce0-909b-efb17736071d" providerId="ADAL" clId="{CD4D9D87-25C2-47DB-AE56-A86177B2B98E}" dt="2026-01-07T23:54:29.440" v="1997" actId="1076"/>
          <ac:spMkLst>
            <pc:docMk/>
            <pc:sldMk cId="496366422" sldId="429"/>
            <ac:spMk id="4" creationId="{AC2ACE1A-6102-F2C3-AED1-D26FFCC3D1BF}"/>
          </ac:spMkLst>
        </pc:spChg>
        <pc:spChg chg="mod">
          <ac:chgData name="Dr Parag D. Pawar" userId="45f730c0-1703-4ce0-909b-efb17736071d" providerId="ADAL" clId="{CD4D9D87-25C2-47DB-AE56-A86177B2B98E}" dt="2026-01-07T23:53:42.274" v="1979" actId="1076"/>
          <ac:spMkLst>
            <pc:docMk/>
            <pc:sldMk cId="496366422" sldId="429"/>
            <ac:spMk id="5" creationId="{DB674630-F53B-4329-8871-96BBDE744ED8}"/>
          </ac:spMkLst>
        </pc:spChg>
        <pc:spChg chg="add mod">
          <ac:chgData name="Dr Parag D. Pawar" userId="45f730c0-1703-4ce0-909b-efb17736071d" providerId="ADAL" clId="{CD4D9D87-25C2-47DB-AE56-A86177B2B98E}" dt="2026-01-07T23:54:25.453" v="1996"/>
          <ac:spMkLst>
            <pc:docMk/>
            <pc:sldMk cId="496366422" sldId="429"/>
            <ac:spMk id="26" creationId="{46277A18-F3E5-A22D-46DC-2AD62C5EAC9A}"/>
          </ac:spMkLst>
        </pc:spChg>
      </pc:sldChg>
      <pc:sldChg chg="addSp delSp modSp add mod addAnim delAnim modAnim">
        <pc:chgData name="Dr Parag D. Pawar" userId="45f730c0-1703-4ce0-909b-efb17736071d" providerId="ADAL" clId="{CD4D9D87-25C2-47DB-AE56-A86177B2B98E}" dt="2026-01-08T01:06:03.482" v="2675"/>
        <pc:sldMkLst>
          <pc:docMk/>
          <pc:sldMk cId="4238932549" sldId="430"/>
        </pc:sldMkLst>
        <pc:spChg chg="mod">
          <ac:chgData name="Dr Parag D. Pawar" userId="45f730c0-1703-4ce0-909b-efb17736071d" providerId="ADAL" clId="{CD4D9D87-25C2-47DB-AE56-A86177B2B98E}" dt="2026-01-08T01:00:37" v="2630" actId="20577"/>
          <ac:spMkLst>
            <pc:docMk/>
            <pc:sldMk cId="4238932549" sldId="430"/>
            <ac:spMk id="4" creationId="{87797A40-9B5A-6D8F-504F-71B80CA259D6}"/>
          </ac:spMkLst>
        </pc:spChg>
        <pc:spChg chg="mod">
          <ac:chgData name="Dr Parag D. Pawar" userId="45f730c0-1703-4ce0-909b-efb17736071d" providerId="ADAL" clId="{CD4D9D87-25C2-47DB-AE56-A86177B2B98E}" dt="2026-01-08T01:00:39.420" v="2632" actId="20577"/>
          <ac:spMkLst>
            <pc:docMk/>
            <pc:sldMk cId="4238932549" sldId="430"/>
            <ac:spMk id="12" creationId="{7CE5FE24-8282-64EF-7CE5-28F28C7E93C7}"/>
          </ac:spMkLst>
        </pc:spChg>
        <pc:spChg chg="mod topLvl">
          <ac:chgData name="Dr Parag D. Pawar" userId="45f730c0-1703-4ce0-909b-efb17736071d" providerId="ADAL" clId="{CD4D9D87-25C2-47DB-AE56-A86177B2B98E}" dt="2026-01-08T01:04:04.917" v="2674" actId="115"/>
          <ac:spMkLst>
            <pc:docMk/>
            <pc:sldMk cId="4238932549" sldId="430"/>
            <ac:spMk id="17" creationId="{AF32E479-F255-34A1-34C8-495CBAE92C1D}"/>
          </ac:spMkLst>
        </pc:spChg>
        <pc:spChg chg="add mod">
          <ac:chgData name="Dr Parag D. Pawar" userId="45f730c0-1703-4ce0-909b-efb17736071d" providerId="ADAL" clId="{CD4D9D87-25C2-47DB-AE56-A86177B2B98E}" dt="2026-01-08T01:03:08.970" v="2666"/>
          <ac:spMkLst>
            <pc:docMk/>
            <pc:sldMk cId="4238932549" sldId="430"/>
            <ac:spMk id="29" creationId="{E521E30C-7FC7-7707-44B7-738F7F9D12E8}"/>
          </ac:spMkLst>
        </pc:spChg>
        <pc:spChg chg="add mod">
          <ac:chgData name="Dr Parag D. Pawar" userId="45f730c0-1703-4ce0-909b-efb17736071d" providerId="ADAL" clId="{CD4D9D87-25C2-47DB-AE56-A86177B2B98E}" dt="2026-01-08T01:03:08.970" v="2666"/>
          <ac:spMkLst>
            <pc:docMk/>
            <pc:sldMk cId="4238932549" sldId="430"/>
            <ac:spMk id="30" creationId="{590AFC82-87DB-F14D-8658-A7FA9B386CDB}"/>
          </ac:spMkLst>
        </pc:spChg>
        <pc:spChg chg="mod">
          <ac:chgData name="Dr Parag D. Pawar" userId="45f730c0-1703-4ce0-909b-efb17736071d" providerId="ADAL" clId="{CD4D9D87-25C2-47DB-AE56-A86177B2B98E}" dt="2026-01-08T01:02:40.615" v="2657" actId="1076"/>
          <ac:spMkLst>
            <pc:docMk/>
            <pc:sldMk cId="4238932549" sldId="430"/>
            <ac:spMk id="72" creationId="{15EAB8F0-9C49-9283-7A9A-2EB45C528517}"/>
          </ac:spMkLst>
        </pc:spChg>
        <pc:spChg chg="mod">
          <ac:chgData name="Dr Parag D. Pawar" userId="45f730c0-1703-4ce0-909b-efb17736071d" providerId="ADAL" clId="{CD4D9D87-25C2-47DB-AE56-A86177B2B98E}" dt="2026-01-08T01:02:40.615" v="2657" actId="1076"/>
          <ac:spMkLst>
            <pc:docMk/>
            <pc:sldMk cId="4238932549" sldId="430"/>
            <ac:spMk id="73" creationId="{07D9098E-7D6C-FA85-56B5-2351740C2C8A}"/>
          </ac:spMkLst>
        </pc:spChg>
        <pc:grpChg chg="mod">
          <ac:chgData name="Dr Parag D. Pawar" userId="45f730c0-1703-4ce0-909b-efb17736071d" providerId="ADAL" clId="{CD4D9D87-25C2-47DB-AE56-A86177B2B98E}" dt="2026-01-08T01:02:40.615" v="2657" actId="1076"/>
          <ac:grpSpMkLst>
            <pc:docMk/>
            <pc:sldMk cId="4238932549" sldId="430"/>
            <ac:grpSpMk id="26" creationId="{40B3540E-2CE7-4F1C-CFE3-302E0C93D748}"/>
          </ac:grpSpMkLst>
        </pc:grpChg>
        <pc:graphicFrameChg chg="add mod modGraphic">
          <ac:chgData name="Dr Parag D. Pawar" userId="45f730c0-1703-4ce0-909b-efb17736071d" providerId="ADAL" clId="{CD4D9D87-25C2-47DB-AE56-A86177B2B98E}" dt="2026-01-08T01:02:51.073" v="2659" actId="1076"/>
          <ac:graphicFrameMkLst>
            <pc:docMk/>
            <pc:sldMk cId="4238932549" sldId="430"/>
            <ac:graphicFrameMk id="25" creationId="{4163B95B-5FA7-E188-719A-AFBA22A1764B}"/>
          </ac:graphicFrameMkLst>
        </pc:graphicFrameChg>
      </pc:sldChg>
      <pc:sldChg chg="addSp delSp modSp mod ord addAnim delAnim modAnim">
        <pc:chgData name="Dr Parag D. Pawar" userId="45f730c0-1703-4ce0-909b-efb17736071d" providerId="ADAL" clId="{CD4D9D87-25C2-47DB-AE56-A86177B2B98E}" dt="2026-01-08T01:21:28.483" v="2686" actId="478"/>
        <pc:sldMkLst>
          <pc:docMk/>
          <pc:sldMk cId="3300697512" sldId="431"/>
        </pc:sldMkLst>
        <pc:spChg chg="mod">
          <ac:chgData name="Dr Parag D. Pawar" userId="45f730c0-1703-4ce0-909b-efb17736071d" providerId="ADAL" clId="{CD4D9D87-25C2-47DB-AE56-A86177B2B98E}" dt="2026-01-08T00:24:36.195" v="2024" actId="20577"/>
          <ac:spMkLst>
            <pc:docMk/>
            <pc:sldMk cId="3300697512" sldId="431"/>
            <ac:spMk id="2" creationId="{DC37ECDB-5858-A3CE-B70B-ACFEC45F173E}"/>
          </ac:spMkLst>
        </pc:spChg>
        <pc:spChg chg="mod">
          <ac:chgData name="Dr Parag D. Pawar" userId="45f730c0-1703-4ce0-909b-efb17736071d" providerId="ADAL" clId="{CD4D9D87-25C2-47DB-AE56-A86177B2B98E}" dt="2026-01-08T00:32:55.554" v="2100" actId="14100"/>
          <ac:spMkLst>
            <pc:docMk/>
            <pc:sldMk cId="3300697512" sldId="431"/>
            <ac:spMk id="5" creationId="{0C479468-F1D4-6348-C08E-3D95AAB565A4}"/>
          </ac:spMkLst>
        </pc:spChg>
        <pc:spChg chg="mod">
          <ac:chgData name="Dr Parag D. Pawar" userId="45f730c0-1703-4ce0-909b-efb17736071d" providerId="ADAL" clId="{CD4D9D87-25C2-47DB-AE56-A86177B2B98E}" dt="2026-01-08T00:35:28.593" v="2223" actId="207"/>
          <ac:spMkLst>
            <pc:docMk/>
            <pc:sldMk cId="3300697512" sldId="431"/>
            <ac:spMk id="32" creationId="{C5B40952-6A4A-3DC4-19FD-09E3E102EE4D}"/>
          </ac:spMkLst>
        </pc:spChg>
        <pc:spChg chg="add mod">
          <ac:chgData name="Dr Parag D. Pawar" userId="45f730c0-1703-4ce0-909b-efb17736071d" providerId="ADAL" clId="{CD4D9D87-25C2-47DB-AE56-A86177B2B98E}" dt="2026-01-08T00:48:35.475" v="2626" actId="1037"/>
          <ac:spMkLst>
            <pc:docMk/>
            <pc:sldMk cId="3300697512" sldId="431"/>
            <ac:spMk id="35" creationId="{EB29C8B4-6FA4-8030-A025-1A2F884F9A44}"/>
          </ac:spMkLst>
        </pc:spChg>
        <pc:spChg chg="mod">
          <ac:chgData name="Dr Parag D. Pawar" userId="45f730c0-1703-4ce0-909b-efb17736071d" providerId="ADAL" clId="{CD4D9D87-25C2-47DB-AE56-A86177B2B98E}" dt="2026-01-08T00:34:26.551" v="2212" actId="20577"/>
          <ac:spMkLst>
            <pc:docMk/>
            <pc:sldMk cId="3300697512" sldId="431"/>
            <ac:spMk id="64" creationId="{74B8D1CC-687A-E630-F9BC-1B31AAB56BBE}"/>
          </ac:spMkLst>
        </pc:spChg>
        <pc:spChg chg="mod">
          <ac:chgData name="Dr Parag D. Pawar" userId="45f730c0-1703-4ce0-909b-efb17736071d" providerId="ADAL" clId="{CD4D9D87-25C2-47DB-AE56-A86177B2B98E}" dt="2026-01-08T00:35:09.511" v="2219"/>
          <ac:spMkLst>
            <pc:docMk/>
            <pc:sldMk cId="3300697512" sldId="431"/>
            <ac:spMk id="68" creationId="{064D566F-B79F-ABBD-2B47-EA1088F60825}"/>
          </ac:spMkLst>
        </pc:spChg>
        <pc:cxnChg chg="add mod">
          <ac:chgData name="Dr Parag D. Pawar" userId="45f730c0-1703-4ce0-909b-efb17736071d" providerId="ADAL" clId="{CD4D9D87-25C2-47DB-AE56-A86177B2B98E}" dt="2026-01-08T00:48:35.475" v="2626" actId="1037"/>
          <ac:cxnSpMkLst>
            <pc:docMk/>
            <pc:sldMk cId="3300697512" sldId="431"/>
            <ac:cxnSpMk id="38" creationId="{F9C7EA12-5603-6BA1-4E92-2A311755320F}"/>
          </ac:cxnSpMkLst>
        </pc:cxnChg>
      </pc:sldChg>
      <pc:sldChg chg="add">
        <pc:chgData name="Dr Parag D. Pawar" userId="45f730c0-1703-4ce0-909b-efb17736071d" providerId="ADAL" clId="{CD4D9D87-25C2-47DB-AE56-A86177B2B98E}" dt="2025-12-31T00:16:07.150" v="4"/>
        <pc:sldMkLst>
          <pc:docMk/>
          <pc:sldMk cId="1938318966" sldId="432"/>
        </pc:sldMkLst>
      </pc:sldChg>
      <pc:sldChg chg="addSp delSp modSp add mod ord addAnim delAnim modAnim">
        <pc:chgData name="Dr Parag D. Pawar" userId="45f730c0-1703-4ce0-909b-efb17736071d" providerId="ADAL" clId="{CD4D9D87-25C2-47DB-AE56-A86177B2B98E}" dt="2026-01-07T23:35:05.901" v="1977"/>
        <pc:sldMkLst>
          <pc:docMk/>
          <pc:sldMk cId="1996385707" sldId="436"/>
        </pc:sldMkLst>
        <pc:spChg chg="mod">
          <ac:chgData name="Dr Parag D. Pawar" userId="45f730c0-1703-4ce0-909b-efb17736071d" providerId="ADAL" clId="{CD4D9D87-25C2-47DB-AE56-A86177B2B98E}" dt="2026-01-07T23:30:18.476" v="1961" actId="1076"/>
          <ac:spMkLst>
            <pc:docMk/>
            <pc:sldMk cId="1996385707" sldId="436"/>
            <ac:spMk id="27" creationId="{7F259E40-50AB-1BA0-C6AE-298F4FDE96C8}"/>
          </ac:spMkLst>
        </pc:spChg>
        <pc:spChg chg="mod">
          <ac:chgData name="Dr Parag D. Pawar" userId="45f730c0-1703-4ce0-909b-efb17736071d" providerId="ADAL" clId="{CD4D9D87-25C2-47DB-AE56-A86177B2B98E}" dt="2026-01-07T23:30:04.115" v="1957" actId="1076"/>
          <ac:spMkLst>
            <pc:docMk/>
            <pc:sldMk cId="1996385707" sldId="436"/>
            <ac:spMk id="28" creationId="{F00A1FAB-851C-9F63-91A4-2CB8E5893946}"/>
          </ac:spMkLst>
        </pc:spChg>
        <pc:spChg chg="mod">
          <ac:chgData name="Dr Parag D. Pawar" userId="45f730c0-1703-4ce0-909b-efb17736071d" providerId="ADAL" clId="{CD4D9D87-25C2-47DB-AE56-A86177B2B98E}" dt="2026-01-07T23:30:30.991" v="1963" actId="1076"/>
          <ac:spMkLst>
            <pc:docMk/>
            <pc:sldMk cId="1996385707" sldId="436"/>
            <ac:spMk id="31" creationId="{A6E4C793-712D-AF9A-99EF-2F4453052268}"/>
          </ac:spMkLst>
        </pc:spChg>
        <pc:spChg chg="mod">
          <ac:chgData name="Dr Parag D. Pawar" userId="45f730c0-1703-4ce0-909b-efb17736071d" providerId="ADAL" clId="{CD4D9D87-25C2-47DB-AE56-A86177B2B98E}" dt="2026-01-07T23:30:04.115" v="1957" actId="1076"/>
          <ac:spMkLst>
            <pc:docMk/>
            <pc:sldMk cId="1996385707" sldId="436"/>
            <ac:spMk id="40" creationId="{5783232E-45B5-5754-FAAC-759D05B1B346}"/>
          </ac:spMkLst>
        </pc:spChg>
        <pc:spChg chg="mod">
          <ac:chgData name="Dr Parag D. Pawar" userId="45f730c0-1703-4ce0-909b-efb17736071d" providerId="ADAL" clId="{CD4D9D87-25C2-47DB-AE56-A86177B2B98E}" dt="2026-01-07T23:30:04.115" v="1957" actId="1076"/>
          <ac:spMkLst>
            <pc:docMk/>
            <pc:sldMk cId="1996385707" sldId="436"/>
            <ac:spMk id="44" creationId="{418BF939-D898-60E7-3604-B353ED958A53}"/>
          </ac:spMkLst>
        </pc:spChg>
        <pc:spChg chg="add mod">
          <ac:chgData name="Dr Parag D. Pawar" userId="45f730c0-1703-4ce0-909b-efb17736071d" providerId="ADAL" clId="{CD4D9D87-25C2-47DB-AE56-A86177B2B98E}" dt="2026-01-07T23:31:23.481" v="1968" actId="1076"/>
          <ac:spMkLst>
            <pc:docMk/>
            <pc:sldMk cId="1996385707" sldId="436"/>
            <ac:spMk id="46" creationId="{6D624A22-0791-7DE3-F9D6-55807B079869}"/>
          </ac:spMkLst>
        </pc:spChg>
        <pc:spChg chg="add mod">
          <ac:chgData name="Dr Parag D. Pawar" userId="45f730c0-1703-4ce0-909b-efb17736071d" providerId="ADAL" clId="{CD4D9D87-25C2-47DB-AE56-A86177B2B98E}" dt="2026-01-07T23:31:23.481" v="1968" actId="1076"/>
          <ac:spMkLst>
            <pc:docMk/>
            <pc:sldMk cId="1996385707" sldId="436"/>
            <ac:spMk id="47" creationId="{3C1ECA57-439A-4560-6AD7-9BE87B57D206}"/>
          </ac:spMkLst>
        </pc:spChg>
        <pc:spChg chg="add mod">
          <ac:chgData name="Dr Parag D. Pawar" userId="45f730c0-1703-4ce0-909b-efb17736071d" providerId="ADAL" clId="{CD4D9D87-25C2-47DB-AE56-A86177B2B98E}" dt="2026-01-07T23:31:23.481" v="1968" actId="1076"/>
          <ac:spMkLst>
            <pc:docMk/>
            <pc:sldMk cId="1996385707" sldId="436"/>
            <ac:spMk id="48" creationId="{BE0AFB4E-E80C-EEB1-DAD5-C62B034CFC00}"/>
          </ac:spMkLst>
        </pc:spChg>
        <pc:spChg chg="mod">
          <ac:chgData name="Dr Parag D. Pawar" userId="45f730c0-1703-4ce0-909b-efb17736071d" providerId="ADAL" clId="{CD4D9D87-25C2-47DB-AE56-A86177B2B98E}" dt="2026-01-07T23:30:26.945" v="1962" actId="1076"/>
          <ac:spMkLst>
            <pc:docMk/>
            <pc:sldMk cId="1996385707" sldId="436"/>
            <ac:spMk id="49" creationId="{7A095C6B-90B9-6C37-C4BB-055D3477E121}"/>
          </ac:spMkLst>
        </pc:spChg>
        <pc:spChg chg="add mod">
          <ac:chgData name="Dr Parag D. Pawar" userId="45f730c0-1703-4ce0-909b-efb17736071d" providerId="ADAL" clId="{CD4D9D87-25C2-47DB-AE56-A86177B2B98E}" dt="2026-01-07T23:31:30.076" v="1970" actId="1076"/>
          <ac:spMkLst>
            <pc:docMk/>
            <pc:sldMk cId="1996385707" sldId="436"/>
            <ac:spMk id="50" creationId="{8446DC2D-51CF-2268-5A97-33FA490B7D34}"/>
          </ac:spMkLst>
        </pc:spChg>
        <pc:spChg chg="add mod">
          <ac:chgData name="Dr Parag D. Pawar" userId="45f730c0-1703-4ce0-909b-efb17736071d" providerId="ADAL" clId="{CD4D9D87-25C2-47DB-AE56-A86177B2B98E}" dt="2026-01-07T14:26:16.150" v="1889"/>
          <ac:spMkLst>
            <pc:docMk/>
            <pc:sldMk cId="1996385707" sldId="436"/>
            <ac:spMk id="51" creationId="{BD2CCA2A-7D8F-9C44-240A-39955CABDD1F}"/>
          </ac:spMkLst>
        </pc:spChg>
        <pc:grpChg chg="mod">
          <ac:chgData name="Dr Parag D. Pawar" userId="45f730c0-1703-4ce0-909b-efb17736071d" providerId="ADAL" clId="{CD4D9D87-25C2-47DB-AE56-A86177B2B98E}" dt="2026-01-07T23:30:26.945" v="1962" actId="1076"/>
          <ac:grpSpMkLst>
            <pc:docMk/>
            <pc:sldMk cId="1996385707" sldId="436"/>
            <ac:grpSpMk id="37" creationId="{CED5A010-599C-ABFA-7756-EA6E35B7A221}"/>
          </ac:grpSpMkLst>
        </pc:grpChg>
        <pc:grpChg chg="mod">
          <ac:chgData name="Dr Parag D. Pawar" userId="45f730c0-1703-4ce0-909b-efb17736071d" providerId="ADAL" clId="{CD4D9D87-25C2-47DB-AE56-A86177B2B98E}" dt="2026-01-07T23:30:26.945" v="1962" actId="1076"/>
          <ac:grpSpMkLst>
            <pc:docMk/>
            <pc:sldMk cId="1996385707" sldId="436"/>
            <ac:grpSpMk id="38" creationId="{C75E4F6A-809D-9F94-DBC6-0B2E17280888}"/>
          </ac:grpSpMkLst>
        </pc:grpChg>
      </pc:sldChg>
      <pc:sldChg chg="addSp delSp modSp add mod delAnim modAnim">
        <pc:chgData name="Dr Parag D. Pawar" userId="45f730c0-1703-4ce0-909b-efb17736071d" providerId="ADAL" clId="{CD4D9D87-25C2-47DB-AE56-A86177B2B98E}" dt="2026-01-08T01:29:37.750" v="2706"/>
        <pc:sldMkLst>
          <pc:docMk/>
          <pc:sldMk cId="2487666784" sldId="454"/>
        </pc:sldMkLst>
        <pc:spChg chg="mod">
          <ac:chgData name="Dr Parag D. Pawar" userId="45f730c0-1703-4ce0-909b-efb17736071d" providerId="ADAL" clId="{CD4D9D87-25C2-47DB-AE56-A86177B2B98E}" dt="2026-01-08T01:26:32.209" v="2692" actId="20577"/>
          <ac:spMkLst>
            <pc:docMk/>
            <pc:sldMk cId="2487666784" sldId="454"/>
            <ac:spMk id="4" creationId="{87797A40-9B5A-6D8F-504F-71B80CA259D6}"/>
          </ac:spMkLst>
        </pc:spChg>
        <pc:spChg chg="mod">
          <ac:chgData name="Dr Parag D. Pawar" userId="45f730c0-1703-4ce0-909b-efb17736071d" providerId="ADAL" clId="{CD4D9D87-25C2-47DB-AE56-A86177B2B98E}" dt="2026-01-08T01:26:34.640" v="2694" actId="20577"/>
          <ac:spMkLst>
            <pc:docMk/>
            <pc:sldMk cId="2487666784" sldId="454"/>
            <ac:spMk id="12" creationId="{7CE5FE24-8282-64EF-7CE5-28F28C7E93C7}"/>
          </ac:spMkLst>
        </pc:spChg>
        <pc:spChg chg="mod">
          <ac:chgData name="Dr Parag D. Pawar" userId="45f730c0-1703-4ce0-909b-efb17736071d" providerId="ADAL" clId="{CD4D9D87-25C2-47DB-AE56-A86177B2B98E}" dt="2026-01-08T01:26:37.342" v="2696" actId="20577"/>
          <ac:spMkLst>
            <pc:docMk/>
            <pc:sldMk cId="2487666784" sldId="454"/>
            <ac:spMk id="72" creationId="{15EAB8F0-9C49-9283-7A9A-2EB45C528517}"/>
          </ac:spMkLst>
        </pc:spChg>
        <pc:spChg chg="mod">
          <ac:chgData name="Dr Parag D. Pawar" userId="45f730c0-1703-4ce0-909b-efb17736071d" providerId="ADAL" clId="{CD4D9D87-25C2-47DB-AE56-A86177B2B98E}" dt="2026-01-08T01:26:40.672" v="2698" actId="20577"/>
          <ac:spMkLst>
            <pc:docMk/>
            <pc:sldMk cId="2487666784" sldId="454"/>
            <ac:spMk id="73" creationId="{07D9098E-7D6C-FA85-56B5-2351740C2C8A}"/>
          </ac:spMkLst>
        </pc:spChg>
        <pc:graphicFrameChg chg="add mod">
          <ac:chgData name="Dr Parag D. Pawar" userId="45f730c0-1703-4ce0-909b-efb17736071d" providerId="ADAL" clId="{CD4D9D87-25C2-47DB-AE56-A86177B2B98E}" dt="2026-01-08T01:29:30.212" v="2705" actId="1076"/>
          <ac:graphicFrameMkLst>
            <pc:docMk/>
            <pc:sldMk cId="2487666784" sldId="454"/>
            <ac:graphicFrameMk id="38" creationId="{E452D6AB-7ADC-898B-B850-49A35EB1E21B}"/>
          </ac:graphicFrameMkLst>
        </pc:graphicFrameChg>
      </pc:sldChg>
      <pc:sldChg chg="add">
        <pc:chgData name="Dr Parag D. Pawar" userId="45f730c0-1703-4ce0-909b-efb17736071d" providerId="ADAL" clId="{CD4D9D87-25C2-47DB-AE56-A86177B2B98E}" dt="2025-12-31T00:16:07.150" v="4"/>
        <pc:sldMkLst>
          <pc:docMk/>
          <pc:sldMk cId="3631012446" sldId="456"/>
        </pc:sldMkLst>
      </pc:sldChg>
      <pc:sldChg chg="modSp add mod modAnim">
        <pc:chgData name="Dr Parag D. Pawar" userId="45f730c0-1703-4ce0-909b-efb17736071d" providerId="ADAL" clId="{CD4D9D87-25C2-47DB-AE56-A86177B2B98E}" dt="2026-01-08T00:19:42.936" v="2023"/>
        <pc:sldMkLst>
          <pc:docMk/>
          <pc:sldMk cId="4059686310" sldId="457"/>
        </pc:sldMkLst>
        <pc:spChg chg="mod">
          <ac:chgData name="Dr Parag D. Pawar" userId="45f730c0-1703-4ce0-909b-efb17736071d" providerId="ADAL" clId="{CD4D9D87-25C2-47DB-AE56-A86177B2B98E}" dt="2026-01-08T00:15:46.870" v="2004" actId="20577"/>
          <ac:spMkLst>
            <pc:docMk/>
            <pc:sldMk cId="4059686310" sldId="457"/>
            <ac:spMk id="7" creationId="{0AFA57D7-0B03-6117-7780-657F8B5E5568}"/>
          </ac:spMkLst>
        </pc:spChg>
        <pc:spChg chg="mod">
          <ac:chgData name="Dr Parag D. Pawar" userId="45f730c0-1703-4ce0-909b-efb17736071d" providerId="ADAL" clId="{CD4D9D87-25C2-47DB-AE56-A86177B2B98E}" dt="2026-01-08T00:16:00.080" v="2010" actId="20577"/>
          <ac:spMkLst>
            <pc:docMk/>
            <pc:sldMk cId="4059686310" sldId="457"/>
            <ac:spMk id="8" creationId="{F9B7162D-D342-FF23-5443-878D12908296}"/>
          </ac:spMkLst>
        </pc:spChg>
        <pc:spChg chg="mod">
          <ac:chgData name="Dr Parag D. Pawar" userId="45f730c0-1703-4ce0-909b-efb17736071d" providerId="ADAL" clId="{CD4D9D87-25C2-47DB-AE56-A86177B2B98E}" dt="2026-01-08T00:16:03.432" v="2011" actId="20577"/>
          <ac:spMkLst>
            <pc:docMk/>
            <pc:sldMk cId="4059686310" sldId="457"/>
            <ac:spMk id="9" creationId="{F73A1F42-5D45-9134-A862-73B365155A39}"/>
          </ac:spMkLst>
        </pc:spChg>
        <pc:spChg chg="mod">
          <ac:chgData name="Dr Parag D. Pawar" userId="45f730c0-1703-4ce0-909b-efb17736071d" providerId="ADAL" clId="{CD4D9D87-25C2-47DB-AE56-A86177B2B98E}" dt="2026-01-08T00:15:52.019" v="2006" actId="20577"/>
          <ac:spMkLst>
            <pc:docMk/>
            <pc:sldMk cId="4059686310" sldId="457"/>
            <ac:spMk id="10" creationId="{78B0F137-33AF-FFBD-C674-F771660BD97F}"/>
          </ac:spMkLst>
        </pc:spChg>
        <pc:spChg chg="mod">
          <ac:chgData name="Dr Parag D. Pawar" userId="45f730c0-1703-4ce0-909b-efb17736071d" providerId="ADAL" clId="{CD4D9D87-25C2-47DB-AE56-A86177B2B98E}" dt="2026-01-08T00:15:30.058" v="1999" actId="20577"/>
          <ac:spMkLst>
            <pc:docMk/>
            <pc:sldMk cId="4059686310" sldId="457"/>
            <ac:spMk id="77" creationId="{52BFAB7F-87E7-2128-B01F-887620E0BD45}"/>
          </ac:spMkLst>
        </pc:spChg>
        <pc:spChg chg="mod">
          <ac:chgData name="Dr Parag D. Pawar" userId="45f730c0-1703-4ce0-909b-efb17736071d" providerId="ADAL" clId="{CD4D9D87-25C2-47DB-AE56-A86177B2B98E}" dt="2026-01-08T00:15:34.599" v="2002" actId="20577"/>
          <ac:spMkLst>
            <pc:docMk/>
            <pc:sldMk cId="4059686310" sldId="457"/>
            <ac:spMk id="79" creationId="{D93246E2-F48F-49A1-4D51-49A200A9AC48}"/>
          </ac:spMkLst>
        </pc:spChg>
        <pc:graphicFrameChg chg="modGraphic">
          <ac:chgData name="Dr Parag D. Pawar" userId="45f730c0-1703-4ce0-909b-efb17736071d" providerId="ADAL" clId="{CD4D9D87-25C2-47DB-AE56-A86177B2B98E}" dt="2026-01-08T00:16:27.574" v="2019" actId="20577"/>
          <ac:graphicFrameMkLst>
            <pc:docMk/>
            <pc:sldMk cId="4059686310" sldId="457"/>
            <ac:graphicFrameMk id="3" creationId="{2D2FE26D-F157-51C8-6C83-6360A65AE50E}"/>
          </ac:graphicFrameMkLst>
        </pc:graphicFrameChg>
      </pc:sldChg>
      <pc:sldChg chg="add ord modAnim">
        <pc:chgData name="Dr Parag D. Pawar" userId="45f730c0-1703-4ce0-909b-efb17736071d" providerId="ADAL" clId="{CD4D9D87-25C2-47DB-AE56-A86177B2B98E}" dt="2026-01-08T01:24:18.681" v="2689"/>
        <pc:sldMkLst>
          <pc:docMk/>
          <pc:sldMk cId="1838967194" sldId="459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4D3D95-D5BF-4B88-9B22-B761C218BE63}" type="doc">
      <dgm:prSet loTypeId="urn:microsoft.com/office/officeart/2005/8/layout/rings+Icon" loCatId="officeonline" qsTypeId="urn:microsoft.com/office/officeart/2005/8/quickstyle/simple1" qsCatId="simple" csTypeId="urn:microsoft.com/office/officeart/2005/8/colors/colorful1" csCatId="colorful" phldr="1"/>
      <dgm:spPr/>
    </dgm:pt>
    <dgm:pt modelId="{71E81951-34B7-4C4A-920E-147F55700D98}">
      <dgm:prSet phldrT="[Text]"/>
      <dgm:spPr/>
      <dgm:t>
        <a:bodyPr/>
        <a:lstStyle/>
        <a:p>
          <a:r>
            <a:rPr lang="en-IN"/>
            <a:t>A</a:t>
          </a:r>
        </a:p>
      </dgm:t>
    </dgm:pt>
    <dgm:pt modelId="{828A97F3-4A7A-4808-9558-07F3363F183E}" type="parTrans" cxnId="{131868BA-6A20-4A6A-A996-831D16E742F9}">
      <dgm:prSet/>
      <dgm:spPr/>
      <dgm:t>
        <a:bodyPr/>
        <a:lstStyle/>
        <a:p>
          <a:endParaRPr lang="en-IN"/>
        </a:p>
      </dgm:t>
    </dgm:pt>
    <dgm:pt modelId="{8E32A271-0637-4213-A2D8-FEA4B91F3BDB}" type="sibTrans" cxnId="{131868BA-6A20-4A6A-A996-831D16E742F9}">
      <dgm:prSet/>
      <dgm:spPr/>
      <dgm:t>
        <a:bodyPr/>
        <a:lstStyle/>
        <a:p>
          <a:endParaRPr lang="en-IN"/>
        </a:p>
      </dgm:t>
    </dgm:pt>
    <dgm:pt modelId="{51A2B431-9053-4BFA-8989-56EBE783C378}">
      <dgm:prSet phldrT="[Text]"/>
      <dgm:spPr/>
      <dgm:t>
        <a:bodyPr/>
        <a:lstStyle/>
        <a:p>
          <a:r>
            <a:rPr lang="en-IN"/>
            <a:t>M</a:t>
          </a:r>
        </a:p>
      </dgm:t>
    </dgm:pt>
    <dgm:pt modelId="{099719A5-2738-4A05-B580-EE5F62BFE0F3}" type="parTrans" cxnId="{D87441BA-C2BE-416D-9EC3-47E6B77AD1C0}">
      <dgm:prSet/>
      <dgm:spPr/>
      <dgm:t>
        <a:bodyPr/>
        <a:lstStyle/>
        <a:p>
          <a:endParaRPr lang="en-IN"/>
        </a:p>
      </dgm:t>
    </dgm:pt>
    <dgm:pt modelId="{87C55542-5BB5-4049-9881-FB3AAA9D3F52}" type="sibTrans" cxnId="{D87441BA-C2BE-416D-9EC3-47E6B77AD1C0}">
      <dgm:prSet/>
      <dgm:spPr/>
      <dgm:t>
        <a:bodyPr/>
        <a:lstStyle/>
        <a:p>
          <a:endParaRPr lang="en-IN"/>
        </a:p>
      </dgm:t>
    </dgm:pt>
    <dgm:pt modelId="{7FF17851-EC28-498E-A74E-C576EEAC6408}">
      <dgm:prSet phldrT="[Text]"/>
      <dgm:spPr/>
      <dgm:t>
        <a:bodyPr/>
        <a:lstStyle/>
        <a:p>
          <a:r>
            <a:rPr lang="en-IN"/>
            <a:t>G</a:t>
          </a:r>
        </a:p>
      </dgm:t>
    </dgm:pt>
    <dgm:pt modelId="{9422319D-AE95-452D-8BC8-5C4BE8FCC13B}" type="parTrans" cxnId="{8CC380EF-2B47-46B5-B0A1-591E1B0B3D0F}">
      <dgm:prSet/>
      <dgm:spPr/>
      <dgm:t>
        <a:bodyPr/>
        <a:lstStyle/>
        <a:p>
          <a:endParaRPr lang="en-IN"/>
        </a:p>
      </dgm:t>
    </dgm:pt>
    <dgm:pt modelId="{6E75E536-F3FD-407F-A045-45AE7A856752}" type="sibTrans" cxnId="{8CC380EF-2B47-46B5-B0A1-591E1B0B3D0F}">
      <dgm:prSet/>
      <dgm:spPr/>
      <dgm:t>
        <a:bodyPr/>
        <a:lstStyle/>
        <a:p>
          <a:endParaRPr lang="en-IN"/>
        </a:p>
      </dgm:t>
    </dgm:pt>
    <dgm:pt modelId="{DE8715AE-759A-470F-AC22-4824787357C9}" type="pres">
      <dgm:prSet presAssocID="{224D3D95-D5BF-4B88-9B22-B761C218BE63}" presName="Name0" presStyleCnt="0">
        <dgm:presLayoutVars>
          <dgm:chMax val="7"/>
          <dgm:dir/>
          <dgm:resizeHandles val="exact"/>
        </dgm:presLayoutVars>
      </dgm:prSet>
      <dgm:spPr/>
    </dgm:pt>
    <dgm:pt modelId="{4E1F1291-1CDD-4B60-BCC0-CD6658D52A4E}" type="pres">
      <dgm:prSet presAssocID="{224D3D95-D5BF-4B88-9B22-B761C218BE63}" presName="ellipse1" presStyleLbl="vennNode1" presStyleIdx="0" presStyleCnt="3">
        <dgm:presLayoutVars>
          <dgm:bulletEnabled val="1"/>
        </dgm:presLayoutVars>
      </dgm:prSet>
      <dgm:spPr/>
    </dgm:pt>
    <dgm:pt modelId="{E5D44BEB-C68F-459F-ACAB-23FC17D6A46B}" type="pres">
      <dgm:prSet presAssocID="{224D3D95-D5BF-4B88-9B22-B761C218BE63}" presName="ellipse2" presStyleLbl="vennNode1" presStyleIdx="1" presStyleCnt="3">
        <dgm:presLayoutVars>
          <dgm:bulletEnabled val="1"/>
        </dgm:presLayoutVars>
      </dgm:prSet>
      <dgm:spPr/>
    </dgm:pt>
    <dgm:pt modelId="{D6A44F2F-52A8-4FC3-91FA-D121E825335C}" type="pres">
      <dgm:prSet presAssocID="{224D3D95-D5BF-4B88-9B22-B761C218BE63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EF8190A7-EDAC-4D49-9161-9297B43B7E4F}" type="presOf" srcId="{224D3D95-D5BF-4B88-9B22-B761C218BE63}" destId="{DE8715AE-759A-470F-AC22-4824787357C9}" srcOrd="0" destOrd="0" presId="urn:microsoft.com/office/officeart/2005/8/layout/rings+Icon"/>
    <dgm:cxn modelId="{D87441BA-C2BE-416D-9EC3-47E6B77AD1C0}" srcId="{224D3D95-D5BF-4B88-9B22-B761C218BE63}" destId="{51A2B431-9053-4BFA-8989-56EBE783C378}" srcOrd="1" destOrd="0" parTransId="{099719A5-2738-4A05-B580-EE5F62BFE0F3}" sibTransId="{87C55542-5BB5-4049-9881-FB3AAA9D3F52}"/>
    <dgm:cxn modelId="{131868BA-6A20-4A6A-A996-831D16E742F9}" srcId="{224D3D95-D5BF-4B88-9B22-B761C218BE63}" destId="{71E81951-34B7-4C4A-920E-147F55700D98}" srcOrd="0" destOrd="0" parTransId="{828A97F3-4A7A-4808-9558-07F3363F183E}" sibTransId="{8E32A271-0637-4213-A2D8-FEA4B91F3BDB}"/>
    <dgm:cxn modelId="{721334EA-B11A-4262-9A2A-5BD7C288A5A2}" type="presOf" srcId="{51A2B431-9053-4BFA-8989-56EBE783C378}" destId="{E5D44BEB-C68F-459F-ACAB-23FC17D6A46B}" srcOrd="0" destOrd="0" presId="urn:microsoft.com/office/officeart/2005/8/layout/rings+Icon"/>
    <dgm:cxn modelId="{870849EC-785C-4A50-87DD-5C5340D87154}" type="presOf" srcId="{71E81951-34B7-4C4A-920E-147F55700D98}" destId="{4E1F1291-1CDD-4B60-BCC0-CD6658D52A4E}" srcOrd="0" destOrd="0" presId="urn:microsoft.com/office/officeart/2005/8/layout/rings+Icon"/>
    <dgm:cxn modelId="{8CC380EF-2B47-46B5-B0A1-591E1B0B3D0F}" srcId="{224D3D95-D5BF-4B88-9B22-B761C218BE63}" destId="{7FF17851-EC28-498E-A74E-C576EEAC6408}" srcOrd="2" destOrd="0" parTransId="{9422319D-AE95-452D-8BC8-5C4BE8FCC13B}" sibTransId="{6E75E536-F3FD-407F-A045-45AE7A856752}"/>
    <dgm:cxn modelId="{C1D695F5-8F06-4345-8399-CD9CF2FFA3B1}" type="presOf" srcId="{7FF17851-EC28-498E-A74E-C576EEAC6408}" destId="{D6A44F2F-52A8-4FC3-91FA-D121E825335C}" srcOrd="0" destOrd="0" presId="urn:microsoft.com/office/officeart/2005/8/layout/rings+Icon"/>
    <dgm:cxn modelId="{3BA6D7D5-0D8A-4E96-A291-A9CC3278ECFA}" type="presParOf" srcId="{DE8715AE-759A-470F-AC22-4824787357C9}" destId="{4E1F1291-1CDD-4B60-BCC0-CD6658D52A4E}" srcOrd="0" destOrd="0" presId="urn:microsoft.com/office/officeart/2005/8/layout/rings+Icon"/>
    <dgm:cxn modelId="{9E80CC36-5B77-4EEB-84C1-433B13DE8AA1}" type="presParOf" srcId="{DE8715AE-759A-470F-AC22-4824787357C9}" destId="{E5D44BEB-C68F-459F-ACAB-23FC17D6A46B}" srcOrd="1" destOrd="0" presId="urn:microsoft.com/office/officeart/2005/8/layout/rings+Icon"/>
    <dgm:cxn modelId="{41B9637B-B8FC-4725-9B74-76D14C071867}" type="presParOf" srcId="{DE8715AE-759A-470F-AC22-4824787357C9}" destId="{D6A44F2F-52A8-4FC3-91FA-D121E825335C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173B13-A39D-4496-B62F-654C33CCECA4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E1AC76-42CF-4C69-A58C-5643433A8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rgbClr val="00B050"/>
              </a:solidFill>
            </a:rPr>
            <a:t>Static </a:t>
          </a:r>
          <a:r>
            <a:rPr lang="en-US" b="1">
              <a:solidFill>
                <a:srgbClr val="0070C0"/>
              </a:solidFill>
            </a:rPr>
            <a:t>Complete</a:t>
          </a:r>
          <a:endParaRPr lang="en-US"/>
        </a:p>
      </dgm:t>
    </dgm:pt>
    <dgm:pt modelId="{58DDD44E-B314-402F-A58E-24813C260F0B}" type="parTrans" cxnId="{49A82B95-EFFB-4165-9342-1C92F02E3F6F}">
      <dgm:prSet/>
      <dgm:spPr/>
      <dgm:t>
        <a:bodyPr/>
        <a:lstStyle/>
        <a:p>
          <a:endParaRPr lang="en-US"/>
        </a:p>
      </dgm:t>
    </dgm:pt>
    <dgm:pt modelId="{917131A8-A02F-41D5-AC49-E76810299CDA}" type="sibTrans" cxnId="{49A82B95-EFFB-4165-9342-1C92F02E3F6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13102E-0EAB-4540-8A05-18EA99C1E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rgbClr val="C00000"/>
              </a:solidFill>
            </a:rPr>
            <a:t>Dynamic </a:t>
          </a:r>
          <a:r>
            <a:rPr lang="en-US" b="1">
              <a:solidFill>
                <a:srgbClr val="0070C0"/>
              </a:solidFill>
            </a:rPr>
            <a:t>Complete</a:t>
          </a:r>
          <a:endParaRPr lang="en-US"/>
        </a:p>
      </dgm:t>
    </dgm:pt>
    <dgm:pt modelId="{7FBE235A-5C84-4C48-AAB4-B30DCAE77BB4}" type="parTrans" cxnId="{8D2EDE99-7B5C-42B0-8DDE-B1640F155A9F}">
      <dgm:prSet/>
      <dgm:spPr/>
      <dgm:t>
        <a:bodyPr/>
        <a:lstStyle/>
        <a:p>
          <a:endParaRPr lang="en-US"/>
        </a:p>
      </dgm:t>
    </dgm:pt>
    <dgm:pt modelId="{0546A3BF-9840-43F4-8DEB-258FC8BDBCE7}" type="sibTrans" cxnId="{8D2EDE99-7B5C-42B0-8DDE-B1640F155A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87FCD3-ECB5-498E-BD10-88E1C3FE75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rgbClr val="C00000"/>
              </a:solidFill>
            </a:rPr>
            <a:t>Dynamic </a:t>
          </a:r>
          <a:r>
            <a:rPr lang="en-US" b="1">
              <a:solidFill>
                <a:srgbClr val="7030A0"/>
              </a:solidFill>
            </a:rPr>
            <a:t>Incomplete</a:t>
          </a:r>
          <a:endParaRPr lang="en-US"/>
        </a:p>
      </dgm:t>
    </dgm:pt>
    <dgm:pt modelId="{8C829AD0-11DE-4564-B729-4D8112633F7C}" type="parTrans" cxnId="{C42DB83D-4D94-448D-8E56-D8D627534DE3}">
      <dgm:prSet/>
      <dgm:spPr/>
      <dgm:t>
        <a:bodyPr/>
        <a:lstStyle/>
        <a:p>
          <a:endParaRPr lang="en-US"/>
        </a:p>
      </dgm:t>
    </dgm:pt>
    <dgm:pt modelId="{8CB3D84C-23FC-444D-8210-BE4ECD182F3D}" type="sibTrans" cxnId="{C42DB83D-4D94-448D-8E56-D8D627534DE3}">
      <dgm:prSet/>
      <dgm:spPr/>
      <dgm:t>
        <a:bodyPr/>
        <a:lstStyle/>
        <a:p>
          <a:endParaRPr lang="en-US"/>
        </a:p>
      </dgm:t>
    </dgm:pt>
    <dgm:pt modelId="{948080BB-2582-4C0F-A7D7-D3B18E05C7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rgbClr val="00B050"/>
              </a:solidFill>
            </a:rPr>
            <a:t>Static </a:t>
          </a:r>
          <a:r>
            <a:rPr lang="en-US" b="1">
              <a:solidFill>
                <a:srgbClr val="7030A0"/>
              </a:solidFill>
            </a:rPr>
            <a:t>Incomplete</a:t>
          </a:r>
          <a:endParaRPr lang="en-US"/>
        </a:p>
      </dgm:t>
    </dgm:pt>
    <dgm:pt modelId="{311CDB1B-E711-4504-9137-B97C1CB82559}" type="sibTrans" cxnId="{623296F1-968C-47B3-8E6E-99D6469EC0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0BBA42-9662-459D-A841-173B46825B58}" type="parTrans" cxnId="{623296F1-968C-47B3-8E6E-99D6469EC071}">
      <dgm:prSet/>
      <dgm:spPr/>
      <dgm:t>
        <a:bodyPr/>
        <a:lstStyle/>
        <a:p>
          <a:endParaRPr lang="en-US"/>
        </a:p>
      </dgm:t>
    </dgm:pt>
    <dgm:pt modelId="{BD439581-58AA-492E-90A3-BBF7994392F6}" type="pres">
      <dgm:prSet presAssocID="{D2173B13-A39D-4496-B62F-654C33CCECA4}" presName="root" presStyleCnt="0">
        <dgm:presLayoutVars>
          <dgm:dir/>
          <dgm:resizeHandles val="exact"/>
        </dgm:presLayoutVars>
      </dgm:prSet>
      <dgm:spPr/>
    </dgm:pt>
    <dgm:pt modelId="{A8F717F1-C8F7-4C49-AD7B-43E8EF731989}" type="pres">
      <dgm:prSet presAssocID="{D2173B13-A39D-4496-B62F-654C33CCECA4}" presName="container" presStyleCnt="0">
        <dgm:presLayoutVars>
          <dgm:dir/>
          <dgm:resizeHandles val="exact"/>
        </dgm:presLayoutVars>
      </dgm:prSet>
      <dgm:spPr/>
    </dgm:pt>
    <dgm:pt modelId="{7CDF420B-6D40-4D59-ABB9-E2FD95603034}" type="pres">
      <dgm:prSet presAssocID="{76E1AC76-42CF-4C69-A58C-5643433A8894}" presName="compNode" presStyleCnt="0"/>
      <dgm:spPr/>
    </dgm:pt>
    <dgm:pt modelId="{F4EED1D2-323E-4FE8-AD95-4AB7BC9FBC07}" type="pres">
      <dgm:prSet presAssocID="{76E1AC76-42CF-4C69-A58C-5643433A8894}" presName="iconBgRect" presStyleLbl="bgShp" presStyleIdx="0" presStyleCnt="4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6E1BF12F-021A-4768-87ED-57D5B7458CCF}" type="pres">
      <dgm:prSet presAssocID="{76E1AC76-42CF-4C69-A58C-5643433A88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865E1EE-31D7-4FD9-B1DF-E42028A54EC5}" type="pres">
      <dgm:prSet presAssocID="{76E1AC76-42CF-4C69-A58C-5643433A8894}" presName="spaceRect" presStyleCnt="0"/>
      <dgm:spPr/>
    </dgm:pt>
    <dgm:pt modelId="{CC0365BB-0EE8-48EF-9FF6-BBACC72AC53C}" type="pres">
      <dgm:prSet presAssocID="{76E1AC76-42CF-4C69-A58C-5643433A8894}" presName="textRect" presStyleLbl="revTx" presStyleIdx="0" presStyleCnt="4">
        <dgm:presLayoutVars>
          <dgm:chMax val="1"/>
          <dgm:chPref val="1"/>
        </dgm:presLayoutVars>
      </dgm:prSet>
      <dgm:spPr/>
    </dgm:pt>
    <dgm:pt modelId="{F981D862-70D8-464B-ACC6-732F6F7F129D}" type="pres">
      <dgm:prSet presAssocID="{917131A8-A02F-41D5-AC49-E76810299CDA}" presName="sibTrans" presStyleLbl="sibTrans2D1" presStyleIdx="0" presStyleCnt="0"/>
      <dgm:spPr/>
    </dgm:pt>
    <dgm:pt modelId="{2774B621-C3A2-4A28-B530-3C0E0C7DEC19}" type="pres">
      <dgm:prSet presAssocID="{7A13102E-0EAB-4540-8A05-18EA99C1EF29}" presName="compNode" presStyleCnt="0"/>
      <dgm:spPr/>
    </dgm:pt>
    <dgm:pt modelId="{15BBD154-C8E4-44EB-85E0-5A39EA27AFAA}" type="pres">
      <dgm:prSet presAssocID="{7A13102E-0EAB-4540-8A05-18EA99C1EF29}" presName="iconBgRect" presStyleLbl="bgShp" presStyleIdx="1" presStyleCnt="4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</dgm:pt>
    <dgm:pt modelId="{67616D5C-78E7-43A4-A23A-579A60F8F351}" type="pres">
      <dgm:prSet presAssocID="{7A13102E-0EAB-4540-8A05-18EA99C1EF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5C3DA9D-06AF-4938-A751-2601DBBFDC75}" type="pres">
      <dgm:prSet presAssocID="{7A13102E-0EAB-4540-8A05-18EA99C1EF29}" presName="spaceRect" presStyleCnt="0"/>
      <dgm:spPr/>
    </dgm:pt>
    <dgm:pt modelId="{A091AABD-79C8-4778-AD10-7343898391B6}" type="pres">
      <dgm:prSet presAssocID="{7A13102E-0EAB-4540-8A05-18EA99C1EF29}" presName="textRect" presStyleLbl="revTx" presStyleIdx="1" presStyleCnt="4">
        <dgm:presLayoutVars>
          <dgm:chMax val="1"/>
          <dgm:chPref val="1"/>
        </dgm:presLayoutVars>
      </dgm:prSet>
      <dgm:spPr/>
    </dgm:pt>
    <dgm:pt modelId="{C78A9A19-BFEB-442A-9936-F073C6B9DCB0}" type="pres">
      <dgm:prSet presAssocID="{0546A3BF-9840-43F4-8DEB-258FC8BDBCE7}" presName="sibTrans" presStyleLbl="sibTrans2D1" presStyleIdx="0" presStyleCnt="0"/>
      <dgm:spPr/>
    </dgm:pt>
    <dgm:pt modelId="{E6A41193-DFA5-46E3-AAFE-24DF17DBBD7B}" type="pres">
      <dgm:prSet presAssocID="{948080BB-2582-4C0F-A7D7-D3B18E05C7C6}" presName="compNode" presStyleCnt="0"/>
      <dgm:spPr/>
    </dgm:pt>
    <dgm:pt modelId="{D4877605-B875-413F-B05C-FC132C18647A}" type="pres">
      <dgm:prSet presAssocID="{948080BB-2582-4C0F-A7D7-D3B18E05C7C6}" presName="iconBgRect" presStyleLbl="bgShp" presStyleIdx="2" presStyleCnt="4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7EB24DCA-EB03-4917-8217-0A1FD659F204}" type="pres">
      <dgm:prSet presAssocID="{948080BB-2582-4C0F-A7D7-D3B18E05C7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DC95026-DCDB-49C2-A696-D9AECD6F33E0}" type="pres">
      <dgm:prSet presAssocID="{948080BB-2582-4C0F-A7D7-D3B18E05C7C6}" presName="spaceRect" presStyleCnt="0"/>
      <dgm:spPr/>
    </dgm:pt>
    <dgm:pt modelId="{B7268D23-ECE4-4D93-B383-F333A0B4FBA5}" type="pres">
      <dgm:prSet presAssocID="{948080BB-2582-4C0F-A7D7-D3B18E05C7C6}" presName="textRect" presStyleLbl="revTx" presStyleIdx="2" presStyleCnt="4">
        <dgm:presLayoutVars>
          <dgm:chMax val="1"/>
          <dgm:chPref val="1"/>
        </dgm:presLayoutVars>
      </dgm:prSet>
      <dgm:spPr/>
    </dgm:pt>
    <dgm:pt modelId="{9E29CF92-66B4-42AF-9FAA-AC50578111E0}" type="pres">
      <dgm:prSet presAssocID="{311CDB1B-E711-4504-9137-B97C1CB82559}" presName="sibTrans" presStyleLbl="sibTrans2D1" presStyleIdx="0" presStyleCnt="0"/>
      <dgm:spPr/>
    </dgm:pt>
    <dgm:pt modelId="{EA1310DE-EFF1-4CF8-876C-0184475FC51A}" type="pres">
      <dgm:prSet presAssocID="{5187FCD3-ECB5-498E-BD10-88E1C3FE758E}" presName="compNode" presStyleCnt="0"/>
      <dgm:spPr/>
    </dgm:pt>
    <dgm:pt modelId="{84BABF79-EA59-4E46-A9F1-28C4611F8933}" type="pres">
      <dgm:prSet presAssocID="{5187FCD3-ECB5-498E-BD10-88E1C3FE758E}" presName="iconBgRect" presStyleLbl="bgShp" presStyleIdx="3" presStyleCnt="4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</dgm:pt>
    <dgm:pt modelId="{F2E499F1-8A10-4477-898D-66A2189C7C4B}" type="pres">
      <dgm:prSet presAssocID="{5187FCD3-ECB5-498E-BD10-88E1C3FE758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rveyBalls10"/>
        </a:ext>
      </dgm:extLst>
    </dgm:pt>
    <dgm:pt modelId="{5FC5436E-EC6A-4696-BF26-46B39864830D}" type="pres">
      <dgm:prSet presAssocID="{5187FCD3-ECB5-498E-BD10-88E1C3FE758E}" presName="spaceRect" presStyleCnt="0"/>
      <dgm:spPr/>
    </dgm:pt>
    <dgm:pt modelId="{FA6D5E55-7E18-4F3C-825B-EF1068636725}" type="pres">
      <dgm:prSet presAssocID="{5187FCD3-ECB5-498E-BD10-88E1C3FE75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55B200-9DF3-4862-94D1-3DD1C17A5301}" type="presOf" srcId="{948080BB-2582-4C0F-A7D7-D3B18E05C7C6}" destId="{B7268D23-ECE4-4D93-B383-F333A0B4FBA5}" srcOrd="0" destOrd="0" presId="urn:microsoft.com/office/officeart/2018/2/layout/IconCircleList"/>
    <dgm:cxn modelId="{C0853204-5793-4E5D-B86A-957FC2FF3BDE}" type="presOf" srcId="{311CDB1B-E711-4504-9137-B97C1CB82559}" destId="{9E29CF92-66B4-42AF-9FAA-AC50578111E0}" srcOrd="0" destOrd="0" presId="urn:microsoft.com/office/officeart/2018/2/layout/IconCircleList"/>
    <dgm:cxn modelId="{F7E29C05-01B0-4621-B736-849DA7C0DFAF}" type="presOf" srcId="{5187FCD3-ECB5-498E-BD10-88E1C3FE758E}" destId="{FA6D5E55-7E18-4F3C-825B-EF1068636725}" srcOrd="0" destOrd="0" presId="urn:microsoft.com/office/officeart/2018/2/layout/IconCircleList"/>
    <dgm:cxn modelId="{0E218314-AE6F-45A6-8839-77EB7C383DA3}" type="presOf" srcId="{7A13102E-0EAB-4540-8A05-18EA99C1EF29}" destId="{A091AABD-79C8-4778-AD10-7343898391B6}" srcOrd="0" destOrd="0" presId="urn:microsoft.com/office/officeart/2018/2/layout/IconCircleList"/>
    <dgm:cxn modelId="{C42DB83D-4D94-448D-8E56-D8D627534DE3}" srcId="{D2173B13-A39D-4496-B62F-654C33CCECA4}" destId="{5187FCD3-ECB5-498E-BD10-88E1C3FE758E}" srcOrd="3" destOrd="0" parTransId="{8C829AD0-11DE-4564-B729-4D8112633F7C}" sibTransId="{8CB3D84C-23FC-444D-8210-BE4ECD182F3D}"/>
    <dgm:cxn modelId="{45BB3593-002D-4DA4-AC63-0199EE9F3552}" type="presOf" srcId="{76E1AC76-42CF-4C69-A58C-5643433A8894}" destId="{CC0365BB-0EE8-48EF-9FF6-BBACC72AC53C}" srcOrd="0" destOrd="0" presId="urn:microsoft.com/office/officeart/2018/2/layout/IconCircleList"/>
    <dgm:cxn modelId="{49A82B95-EFFB-4165-9342-1C92F02E3F6F}" srcId="{D2173B13-A39D-4496-B62F-654C33CCECA4}" destId="{76E1AC76-42CF-4C69-A58C-5643433A8894}" srcOrd="0" destOrd="0" parTransId="{58DDD44E-B314-402F-A58E-24813C260F0B}" sibTransId="{917131A8-A02F-41D5-AC49-E76810299CDA}"/>
    <dgm:cxn modelId="{8D2EDE99-7B5C-42B0-8DDE-B1640F155A9F}" srcId="{D2173B13-A39D-4496-B62F-654C33CCECA4}" destId="{7A13102E-0EAB-4540-8A05-18EA99C1EF29}" srcOrd="1" destOrd="0" parTransId="{7FBE235A-5C84-4C48-AAB4-B30DCAE77BB4}" sibTransId="{0546A3BF-9840-43F4-8DEB-258FC8BDBCE7}"/>
    <dgm:cxn modelId="{F9D0F7CD-6E6F-43A5-9F84-63CB46ABE948}" type="presOf" srcId="{917131A8-A02F-41D5-AC49-E76810299CDA}" destId="{F981D862-70D8-464B-ACC6-732F6F7F129D}" srcOrd="0" destOrd="0" presId="urn:microsoft.com/office/officeart/2018/2/layout/IconCircleList"/>
    <dgm:cxn modelId="{588A85E2-40EE-4069-86E1-7588A96F828C}" type="presOf" srcId="{0546A3BF-9840-43F4-8DEB-258FC8BDBCE7}" destId="{C78A9A19-BFEB-442A-9936-F073C6B9DCB0}" srcOrd="0" destOrd="0" presId="urn:microsoft.com/office/officeart/2018/2/layout/IconCircleList"/>
    <dgm:cxn modelId="{B79227F0-A347-48E7-8B6A-B1678CEC3D2E}" type="presOf" srcId="{D2173B13-A39D-4496-B62F-654C33CCECA4}" destId="{BD439581-58AA-492E-90A3-BBF7994392F6}" srcOrd="0" destOrd="0" presId="urn:microsoft.com/office/officeart/2018/2/layout/IconCircleList"/>
    <dgm:cxn modelId="{623296F1-968C-47B3-8E6E-99D6469EC071}" srcId="{D2173B13-A39D-4496-B62F-654C33CCECA4}" destId="{948080BB-2582-4C0F-A7D7-D3B18E05C7C6}" srcOrd="2" destOrd="0" parTransId="{CA0BBA42-9662-459D-A841-173B46825B58}" sibTransId="{311CDB1B-E711-4504-9137-B97C1CB82559}"/>
    <dgm:cxn modelId="{562681A0-77EE-4476-B656-DE45525423FB}" type="presParOf" srcId="{BD439581-58AA-492E-90A3-BBF7994392F6}" destId="{A8F717F1-C8F7-4C49-AD7B-43E8EF731989}" srcOrd="0" destOrd="0" presId="urn:microsoft.com/office/officeart/2018/2/layout/IconCircleList"/>
    <dgm:cxn modelId="{65E28E15-99EE-4C20-BC55-73E76ED169CB}" type="presParOf" srcId="{A8F717F1-C8F7-4C49-AD7B-43E8EF731989}" destId="{7CDF420B-6D40-4D59-ABB9-E2FD95603034}" srcOrd="0" destOrd="0" presId="urn:microsoft.com/office/officeart/2018/2/layout/IconCircleList"/>
    <dgm:cxn modelId="{23DA27B6-FC32-4238-AF1C-B3549F6D9F73}" type="presParOf" srcId="{7CDF420B-6D40-4D59-ABB9-E2FD95603034}" destId="{F4EED1D2-323E-4FE8-AD95-4AB7BC9FBC07}" srcOrd="0" destOrd="0" presId="urn:microsoft.com/office/officeart/2018/2/layout/IconCircleList"/>
    <dgm:cxn modelId="{C89DA93B-4611-473C-931E-0E28A8802898}" type="presParOf" srcId="{7CDF420B-6D40-4D59-ABB9-E2FD95603034}" destId="{6E1BF12F-021A-4768-87ED-57D5B7458CCF}" srcOrd="1" destOrd="0" presId="urn:microsoft.com/office/officeart/2018/2/layout/IconCircleList"/>
    <dgm:cxn modelId="{807D95F3-737E-4F8F-B5C1-B0E833D93FA3}" type="presParOf" srcId="{7CDF420B-6D40-4D59-ABB9-E2FD95603034}" destId="{A865E1EE-31D7-4FD9-B1DF-E42028A54EC5}" srcOrd="2" destOrd="0" presId="urn:microsoft.com/office/officeart/2018/2/layout/IconCircleList"/>
    <dgm:cxn modelId="{C067A098-1ED0-408F-9DD8-1676EAE8D92C}" type="presParOf" srcId="{7CDF420B-6D40-4D59-ABB9-E2FD95603034}" destId="{CC0365BB-0EE8-48EF-9FF6-BBACC72AC53C}" srcOrd="3" destOrd="0" presId="urn:microsoft.com/office/officeart/2018/2/layout/IconCircleList"/>
    <dgm:cxn modelId="{7E254527-FB3D-4E27-8CF0-73860746087B}" type="presParOf" srcId="{A8F717F1-C8F7-4C49-AD7B-43E8EF731989}" destId="{F981D862-70D8-464B-ACC6-732F6F7F129D}" srcOrd="1" destOrd="0" presId="urn:microsoft.com/office/officeart/2018/2/layout/IconCircleList"/>
    <dgm:cxn modelId="{A1E9F21F-FB92-4642-9FB5-B7A6E38BF200}" type="presParOf" srcId="{A8F717F1-C8F7-4C49-AD7B-43E8EF731989}" destId="{2774B621-C3A2-4A28-B530-3C0E0C7DEC19}" srcOrd="2" destOrd="0" presId="urn:microsoft.com/office/officeart/2018/2/layout/IconCircleList"/>
    <dgm:cxn modelId="{95DD8212-1DB3-470E-A3F2-4E96B872D135}" type="presParOf" srcId="{2774B621-C3A2-4A28-B530-3C0E0C7DEC19}" destId="{15BBD154-C8E4-44EB-85E0-5A39EA27AFAA}" srcOrd="0" destOrd="0" presId="urn:microsoft.com/office/officeart/2018/2/layout/IconCircleList"/>
    <dgm:cxn modelId="{F8DC19A9-6C31-467A-8BA8-C08963F9850B}" type="presParOf" srcId="{2774B621-C3A2-4A28-B530-3C0E0C7DEC19}" destId="{67616D5C-78E7-43A4-A23A-579A60F8F351}" srcOrd="1" destOrd="0" presId="urn:microsoft.com/office/officeart/2018/2/layout/IconCircleList"/>
    <dgm:cxn modelId="{012761AD-E76D-467B-A943-675E7BEFEBF9}" type="presParOf" srcId="{2774B621-C3A2-4A28-B530-3C0E0C7DEC19}" destId="{B5C3DA9D-06AF-4938-A751-2601DBBFDC75}" srcOrd="2" destOrd="0" presId="urn:microsoft.com/office/officeart/2018/2/layout/IconCircleList"/>
    <dgm:cxn modelId="{56CE181C-7A46-445F-92E1-6937FF1DE453}" type="presParOf" srcId="{2774B621-C3A2-4A28-B530-3C0E0C7DEC19}" destId="{A091AABD-79C8-4778-AD10-7343898391B6}" srcOrd="3" destOrd="0" presId="urn:microsoft.com/office/officeart/2018/2/layout/IconCircleList"/>
    <dgm:cxn modelId="{64546F57-6700-43E7-AB2F-47AAAB1D9485}" type="presParOf" srcId="{A8F717F1-C8F7-4C49-AD7B-43E8EF731989}" destId="{C78A9A19-BFEB-442A-9936-F073C6B9DCB0}" srcOrd="3" destOrd="0" presId="urn:microsoft.com/office/officeart/2018/2/layout/IconCircleList"/>
    <dgm:cxn modelId="{652335A1-1469-4EB1-9876-96D68AF26C01}" type="presParOf" srcId="{A8F717F1-C8F7-4C49-AD7B-43E8EF731989}" destId="{E6A41193-DFA5-46E3-AAFE-24DF17DBBD7B}" srcOrd="4" destOrd="0" presId="urn:microsoft.com/office/officeart/2018/2/layout/IconCircleList"/>
    <dgm:cxn modelId="{DAC254D6-1359-4941-B11F-A750AAB66CCB}" type="presParOf" srcId="{E6A41193-DFA5-46E3-AAFE-24DF17DBBD7B}" destId="{D4877605-B875-413F-B05C-FC132C18647A}" srcOrd="0" destOrd="0" presId="urn:microsoft.com/office/officeart/2018/2/layout/IconCircleList"/>
    <dgm:cxn modelId="{187ECE2A-CFAA-4A91-949C-803934FD298C}" type="presParOf" srcId="{E6A41193-DFA5-46E3-AAFE-24DF17DBBD7B}" destId="{7EB24DCA-EB03-4917-8217-0A1FD659F204}" srcOrd="1" destOrd="0" presId="urn:microsoft.com/office/officeart/2018/2/layout/IconCircleList"/>
    <dgm:cxn modelId="{D49446D4-B8CD-4118-A87D-28CFF6239C26}" type="presParOf" srcId="{E6A41193-DFA5-46E3-AAFE-24DF17DBBD7B}" destId="{8DC95026-DCDB-49C2-A696-D9AECD6F33E0}" srcOrd="2" destOrd="0" presId="urn:microsoft.com/office/officeart/2018/2/layout/IconCircleList"/>
    <dgm:cxn modelId="{88D1257A-DE5C-403D-8D89-0585112E60E5}" type="presParOf" srcId="{E6A41193-DFA5-46E3-AAFE-24DF17DBBD7B}" destId="{B7268D23-ECE4-4D93-B383-F333A0B4FBA5}" srcOrd="3" destOrd="0" presId="urn:microsoft.com/office/officeart/2018/2/layout/IconCircleList"/>
    <dgm:cxn modelId="{4CFB69C9-02F9-4953-9858-78B58E7E7A43}" type="presParOf" srcId="{A8F717F1-C8F7-4C49-AD7B-43E8EF731989}" destId="{9E29CF92-66B4-42AF-9FAA-AC50578111E0}" srcOrd="5" destOrd="0" presId="urn:microsoft.com/office/officeart/2018/2/layout/IconCircleList"/>
    <dgm:cxn modelId="{6E6357B5-A602-4D42-9AB2-66C052CA743C}" type="presParOf" srcId="{A8F717F1-C8F7-4C49-AD7B-43E8EF731989}" destId="{EA1310DE-EFF1-4CF8-876C-0184475FC51A}" srcOrd="6" destOrd="0" presId="urn:microsoft.com/office/officeart/2018/2/layout/IconCircleList"/>
    <dgm:cxn modelId="{A921A40C-10B6-44A5-84F2-5D5C4FD52DF5}" type="presParOf" srcId="{EA1310DE-EFF1-4CF8-876C-0184475FC51A}" destId="{84BABF79-EA59-4E46-A9F1-28C4611F8933}" srcOrd="0" destOrd="0" presId="urn:microsoft.com/office/officeart/2018/2/layout/IconCircleList"/>
    <dgm:cxn modelId="{06C35E1E-D6D4-436D-80B7-106E14B80DA7}" type="presParOf" srcId="{EA1310DE-EFF1-4CF8-876C-0184475FC51A}" destId="{F2E499F1-8A10-4477-898D-66A2189C7C4B}" srcOrd="1" destOrd="0" presId="urn:microsoft.com/office/officeart/2018/2/layout/IconCircleList"/>
    <dgm:cxn modelId="{4F9B2B12-A484-4522-8A02-899E2DF6CD75}" type="presParOf" srcId="{EA1310DE-EFF1-4CF8-876C-0184475FC51A}" destId="{5FC5436E-EC6A-4696-BF26-46B39864830D}" srcOrd="2" destOrd="0" presId="urn:microsoft.com/office/officeart/2018/2/layout/IconCircleList"/>
    <dgm:cxn modelId="{940F07B2-ABAA-4715-B212-AB1BB959000C}" type="presParOf" srcId="{EA1310DE-EFF1-4CF8-876C-0184475FC51A}" destId="{FA6D5E55-7E18-4F3C-825B-EF10686367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B823BE-AAFE-429B-A0BF-A701C62670B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F5413AA2-3E00-47C4-ACA8-D35B37B54D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Section 1</a:t>
          </a:r>
        </a:p>
        <a:p>
          <a:pPr>
            <a:lnSpc>
              <a:spcPct val="100000"/>
            </a:lnSpc>
          </a:pPr>
          <a:r>
            <a:rPr lang="en-US" b="1"/>
            <a:t>The Single-Person Decision Problem</a:t>
          </a:r>
        </a:p>
      </dgm:t>
    </dgm:pt>
    <dgm:pt modelId="{7573CE92-CD42-4452-8063-514A431EBA4A}" type="parTrans" cxnId="{CD66F490-6DC4-4F1A-8552-4EA5228C584F}">
      <dgm:prSet/>
      <dgm:spPr/>
      <dgm:t>
        <a:bodyPr/>
        <a:lstStyle/>
        <a:p>
          <a:endParaRPr lang="en-US"/>
        </a:p>
      </dgm:t>
    </dgm:pt>
    <dgm:pt modelId="{49061397-958E-4590-8B31-3CEE732B522F}" type="sibTrans" cxnId="{CD66F490-6DC4-4F1A-8552-4EA5228C58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ADE659-0A23-4A87-9095-5F13B3F379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Section 2</a:t>
          </a:r>
        </a:p>
        <a:p>
          <a:pPr>
            <a:lnSpc>
              <a:spcPct val="100000"/>
            </a:lnSpc>
          </a:pPr>
          <a:r>
            <a:rPr lang="en-US" b="1"/>
            <a:t>Static Games of Complete Information</a:t>
          </a:r>
        </a:p>
      </dgm:t>
    </dgm:pt>
    <dgm:pt modelId="{4A9CA648-13F7-41C6-871B-2AB886EB02D9}" type="parTrans" cxnId="{F9C2AF1F-3F81-4C57-B44D-925B3DAED1AE}">
      <dgm:prSet/>
      <dgm:spPr/>
      <dgm:t>
        <a:bodyPr/>
        <a:lstStyle/>
        <a:p>
          <a:endParaRPr lang="en-US"/>
        </a:p>
      </dgm:t>
    </dgm:pt>
    <dgm:pt modelId="{25A46360-D4B2-4E8B-9A97-2E71E4C2616E}" type="sibTrans" cxnId="{F9C2AF1F-3F81-4C57-B44D-925B3DAED1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09B57F-1838-47FE-831D-BD91DBACC7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Section 3</a:t>
          </a:r>
        </a:p>
        <a:p>
          <a:pPr>
            <a:lnSpc>
              <a:spcPct val="100000"/>
            </a:lnSpc>
          </a:pPr>
          <a:r>
            <a:rPr lang="en-US" b="1"/>
            <a:t>Dynamic Games of Complete Information</a:t>
          </a:r>
        </a:p>
      </dgm:t>
    </dgm:pt>
    <dgm:pt modelId="{8F75F3F7-8644-4E67-A71E-FFBC42075AB7}" type="parTrans" cxnId="{738F6D3C-D254-488D-BB81-D710A59A0D65}">
      <dgm:prSet/>
      <dgm:spPr/>
      <dgm:t>
        <a:bodyPr/>
        <a:lstStyle/>
        <a:p>
          <a:endParaRPr lang="en-US"/>
        </a:p>
      </dgm:t>
    </dgm:pt>
    <dgm:pt modelId="{03F33A8D-859E-4C38-8FB3-18F5C6B29CF8}" type="sibTrans" cxnId="{738F6D3C-D254-488D-BB81-D710A59A0D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4AEA89-94EB-4E68-823A-06FCE4468C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Section 4</a:t>
          </a:r>
        </a:p>
        <a:p>
          <a:pPr>
            <a:lnSpc>
              <a:spcPct val="100000"/>
            </a:lnSpc>
          </a:pPr>
          <a:r>
            <a:rPr lang="en-US" b="1"/>
            <a:t>Games of Incomplete Information</a:t>
          </a:r>
        </a:p>
      </dgm:t>
    </dgm:pt>
    <dgm:pt modelId="{5B771CA0-F947-4555-96A9-0629EF761ED0}" type="parTrans" cxnId="{59F58C9D-3D08-45B5-A2BC-9E5BC95EACF8}">
      <dgm:prSet/>
      <dgm:spPr/>
      <dgm:t>
        <a:bodyPr/>
        <a:lstStyle/>
        <a:p>
          <a:endParaRPr lang="en-US"/>
        </a:p>
      </dgm:t>
    </dgm:pt>
    <dgm:pt modelId="{A48A1EEF-2816-4C29-83F7-6EE32796EF42}" type="sibTrans" cxnId="{59F58C9D-3D08-45B5-A2BC-9E5BC95EACF8}">
      <dgm:prSet/>
      <dgm:spPr/>
      <dgm:t>
        <a:bodyPr/>
        <a:lstStyle/>
        <a:p>
          <a:endParaRPr lang="en-US"/>
        </a:p>
      </dgm:t>
    </dgm:pt>
    <dgm:pt modelId="{C4B17A39-3BC9-489C-B864-9D266DDFB1A0}" type="pres">
      <dgm:prSet presAssocID="{D9B823BE-AAFE-429B-A0BF-A701C62670BB}" presName="root" presStyleCnt="0">
        <dgm:presLayoutVars>
          <dgm:dir/>
          <dgm:resizeHandles val="exact"/>
        </dgm:presLayoutVars>
      </dgm:prSet>
      <dgm:spPr/>
    </dgm:pt>
    <dgm:pt modelId="{0A62C404-3FE4-4EBB-89FF-1B6D9DAD31BC}" type="pres">
      <dgm:prSet presAssocID="{D9B823BE-AAFE-429B-A0BF-A701C62670BB}" presName="container" presStyleCnt="0">
        <dgm:presLayoutVars>
          <dgm:dir/>
          <dgm:resizeHandles val="exact"/>
        </dgm:presLayoutVars>
      </dgm:prSet>
      <dgm:spPr/>
    </dgm:pt>
    <dgm:pt modelId="{01996596-2782-41F1-ABD3-95362A3C06A7}" type="pres">
      <dgm:prSet presAssocID="{F5413AA2-3E00-47C4-ACA8-D35B37B54DFB}" presName="compNode" presStyleCnt="0"/>
      <dgm:spPr/>
    </dgm:pt>
    <dgm:pt modelId="{48BC1FFA-FEBC-472C-9427-FD913A56C743}" type="pres">
      <dgm:prSet presAssocID="{F5413AA2-3E00-47C4-ACA8-D35B37B54DFB}" presName="iconBgRect" presStyleLbl="bgShp" presStyleIdx="0" presStyleCnt="4"/>
      <dgm:spPr/>
    </dgm:pt>
    <dgm:pt modelId="{C95C4EA0-8806-4978-9605-F667741E41F8}" type="pres">
      <dgm:prSet presAssocID="{F5413AA2-3E00-47C4-ACA8-D35B37B54D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In Road with solid fill"/>
        </a:ext>
      </dgm:extLst>
    </dgm:pt>
    <dgm:pt modelId="{56E5EDC1-A09F-4C1A-936A-80D090FBBF6B}" type="pres">
      <dgm:prSet presAssocID="{F5413AA2-3E00-47C4-ACA8-D35B37B54DFB}" presName="spaceRect" presStyleCnt="0"/>
      <dgm:spPr/>
    </dgm:pt>
    <dgm:pt modelId="{17925EC8-1D63-48B3-837D-536F3E0EC6FD}" type="pres">
      <dgm:prSet presAssocID="{F5413AA2-3E00-47C4-ACA8-D35B37B54DFB}" presName="textRect" presStyleLbl="revTx" presStyleIdx="0" presStyleCnt="4">
        <dgm:presLayoutVars>
          <dgm:chMax val="1"/>
          <dgm:chPref val="1"/>
        </dgm:presLayoutVars>
      </dgm:prSet>
      <dgm:spPr/>
    </dgm:pt>
    <dgm:pt modelId="{37252F61-4CD9-4BE1-B7D1-33FFA9535D29}" type="pres">
      <dgm:prSet presAssocID="{49061397-958E-4590-8B31-3CEE732B522F}" presName="sibTrans" presStyleLbl="sibTrans2D1" presStyleIdx="0" presStyleCnt="0"/>
      <dgm:spPr/>
    </dgm:pt>
    <dgm:pt modelId="{B856ECF1-C812-4E5E-8003-F9C76BF0228D}" type="pres">
      <dgm:prSet presAssocID="{EAADE659-0A23-4A87-9095-5F13B3F37953}" presName="compNode" presStyleCnt="0"/>
      <dgm:spPr/>
    </dgm:pt>
    <dgm:pt modelId="{E0DAD654-C3FA-4718-917B-E1D793C9E679}" type="pres">
      <dgm:prSet presAssocID="{EAADE659-0A23-4A87-9095-5F13B3F37953}" presName="iconBgRect" presStyleLbl="bgShp" presStyleIdx="1" presStyleCnt="4"/>
      <dgm:spPr/>
    </dgm:pt>
    <dgm:pt modelId="{2F806BDF-8E97-470A-BDB7-ED55113A5E9F}" type="pres">
      <dgm:prSet presAssocID="{EAADE659-0A23-4A87-9095-5F13B3F379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8100B02A-EFA0-49A9-A0A8-0CF952C28D91}" type="pres">
      <dgm:prSet presAssocID="{EAADE659-0A23-4A87-9095-5F13B3F37953}" presName="spaceRect" presStyleCnt="0"/>
      <dgm:spPr/>
    </dgm:pt>
    <dgm:pt modelId="{3CDBEB46-6230-4DA0-B9AD-6C108476DA20}" type="pres">
      <dgm:prSet presAssocID="{EAADE659-0A23-4A87-9095-5F13B3F37953}" presName="textRect" presStyleLbl="revTx" presStyleIdx="1" presStyleCnt="4">
        <dgm:presLayoutVars>
          <dgm:chMax val="1"/>
          <dgm:chPref val="1"/>
        </dgm:presLayoutVars>
      </dgm:prSet>
      <dgm:spPr/>
    </dgm:pt>
    <dgm:pt modelId="{A2716423-870B-49A5-B385-24437F6AAB9A}" type="pres">
      <dgm:prSet presAssocID="{25A46360-D4B2-4E8B-9A97-2E71E4C2616E}" presName="sibTrans" presStyleLbl="sibTrans2D1" presStyleIdx="0" presStyleCnt="0"/>
      <dgm:spPr/>
    </dgm:pt>
    <dgm:pt modelId="{7F5787A6-16FE-4551-A2CB-63997A7F62EF}" type="pres">
      <dgm:prSet presAssocID="{ED09B57F-1838-47FE-831D-BD91DBACC70E}" presName="compNode" presStyleCnt="0"/>
      <dgm:spPr/>
    </dgm:pt>
    <dgm:pt modelId="{7B67F78E-A2A8-42EA-9E10-2A97951EBEEC}" type="pres">
      <dgm:prSet presAssocID="{ED09B57F-1838-47FE-831D-BD91DBACC70E}" presName="iconBgRect" presStyleLbl="bgShp" presStyleIdx="2" presStyleCnt="4"/>
      <dgm:spPr/>
    </dgm:pt>
    <dgm:pt modelId="{6D18B1AF-BB95-4B6A-958B-0E7B6189B333}" type="pres">
      <dgm:prSet presAssocID="{ED09B57F-1838-47FE-831D-BD91DBACC7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23BBCF95-B7D8-4E47-BA48-210C1A8F2984}" type="pres">
      <dgm:prSet presAssocID="{ED09B57F-1838-47FE-831D-BD91DBACC70E}" presName="spaceRect" presStyleCnt="0"/>
      <dgm:spPr/>
    </dgm:pt>
    <dgm:pt modelId="{51D23A04-36EC-410B-9B45-F01ABB30B3C7}" type="pres">
      <dgm:prSet presAssocID="{ED09B57F-1838-47FE-831D-BD91DBACC70E}" presName="textRect" presStyleLbl="revTx" presStyleIdx="2" presStyleCnt="4">
        <dgm:presLayoutVars>
          <dgm:chMax val="1"/>
          <dgm:chPref val="1"/>
        </dgm:presLayoutVars>
      </dgm:prSet>
      <dgm:spPr/>
    </dgm:pt>
    <dgm:pt modelId="{5C622737-9FFA-4459-8649-72379A21F0CA}" type="pres">
      <dgm:prSet presAssocID="{03F33A8D-859E-4C38-8FB3-18F5C6B29CF8}" presName="sibTrans" presStyleLbl="sibTrans2D1" presStyleIdx="0" presStyleCnt="0"/>
      <dgm:spPr/>
    </dgm:pt>
    <dgm:pt modelId="{1BDA263B-35A0-400D-861C-CBA578E13F19}" type="pres">
      <dgm:prSet presAssocID="{4D4AEA89-94EB-4E68-823A-06FCE4468CB4}" presName="compNode" presStyleCnt="0"/>
      <dgm:spPr/>
    </dgm:pt>
    <dgm:pt modelId="{E54BFDD6-CD13-4025-9E74-A0711641CFC8}" type="pres">
      <dgm:prSet presAssocID="{4D4AEA89-94EB-4E68-823A-06FCE4468CB4}" presName="iconBgRect" presStyleLbl="bgShp" presStyleIdx="3" presStyleCnt="4"/>
      <dgm:spPr/>
    </dgm:pt>
    <dgm:pt modelId="{AFCADF51-49A6-4FCB-9FFA-F0C6AEDF0EBC}" type="pres">
      <dgm:prSet presAssocID="{4D4AEA89-94EB-4E68-823A-06FCE4468C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 with solid fill"/>
        </a:ext>
      </dgm:extLst>
    </dgm:pt>
    <dgm:pt modelId="{C9E0ED18-FC3D-4965-9AEB-982C8314AF2F}" type="pres">
      <dgm:prSet presAssocID="{4D4AEA89-94EB-4E68-823A-06FCE4468CB4}" presName="spaceRect" presStyleCnt="0"/>
      <dgm:spPr/>
    </dgm:pt>
    <dgm:pt modelId="{30C77D41-1E2D-4359-8372-9FBC2AF1D5D9}" type="pres">
      <dgm:prSet presAssocID="{4D4AEA89-94EB-4E68-823A-06FCE4468CB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645CA0B-F539-4CB1-9DAE-07A9DA617AA3}" type="presOf" srcId="{D9B823BE-AAFE-429B-A0BF-A701C62670BB}" destId="{C4B17A39-3BC9-489C-B864-9D266DDFB1A0}" srcOrd="0" destOrd="0" presId="urn:microsoft.com/office/officeart/2018/2/layout/IconCircleList"/>
    <dgm:cxn modelId="{F9C2AF1F-3F81-4C57-B44D-925B3DAED1AE}" srcId="{D9B823BE-AAFE-429B-A0BF-A701C62670BB}" destId="{EAADE659-0A23-4A87-9095-5F13B3F37953}" srcOrd="1" destOrd="0" parTransId="{4A9CA648-13F7-41C6-871B-2AB886EB02D9}" sibTransId="{25A46360-D4B2-4E8B-9A97-2E71E4C2616E}"/>
    <dgm:cxn modelId="{43367821-5C77-4F84-A0DC-D96E235BF62F}" type="presOf" srcId="{EAADE659-0A23-4A87-9095-5F13B3F37953}" destId="{3CDBEB46-6230-4DA0-B9AD-6C108476DA20}" srcOrd="0" destOrd="0" presId="urn:microsoft.com/office/officeart/2018/2/layout/IconCircleList"/>
    <dgm:cxn modelId="{79474D29-38DB-4DF7-9844-E5443EF13A3A}" type="presOf" srcId="{49061397-958E-4590-8B31-3CEE732B522F}" destId="{37252F61-4CD9-4BE1-B7D1-33FFA9535D29}" srcOrd="0" destOrd="0" presId="urn:microsoft.com/office/officeart/2018/2/layout/IconCircleList"/>
    <dgm:cxn modelId="{738F6D3C-D254-488D-BB81-D710A59A0D65}" srcId="{D9B823BE-AAFE-429B-A0BF-A701C62670BB}" destId="{ED09B57F-1838-47FE-831D-BD91DBACC70E}" srcOrd="2" destOrd="0" parTransId="{8F75F3F7-8644-4E67-A71E-FFBC42075AB7}" sibTransId="{03F33A8D-859E-4C38-8FB3-18F5C6B29CF8}"/>
    <dgm:cxn modelId="{A6EB2C75-4189-4619-9B98-ADC9B3EA3EBD}" type="presOf" srcId="{25A46360-D4B2-4E8B-9A97-2E71E4C2616E}" destId="{A2716423-870B-49A5-B385-24437F6AAB9A}" srcOrd="0" destOrd="0" presId="urn:microsoft.com/office/officeart/2018/2/layout/IconCircleList"/>
    <dgm:cxn modelId="{0FB2A257-2F70-46CC-9A62-9F1866792C96}" type="presOf" srcId="{F5413AA2-3E00-47C4-ACA8-D35B37B54DFB}" destId="{17925EC8-1D63-48B3-837D-536F3E0EC6FD}" srcOrd="0" destOrd="0" presId="urn:microsoft.com/office/officeart/2018/2/layout/IconCircleList"/>
    <dgm:cxn modelId="{CD66F490-6DC4-4F1A-8552-4EA5228C584F}" srcId="{D9B823BE-AAFE-429B-A0BF-A701C62670BB}" destId="{F5413AA2-3E00-47C4-ACA8-D35B37B54DFB}" srcOrd="0" destOrd="0" parTransId="{7573CE92-CD42-4452-8063-514A431EBA4A}" sibTransId="{49061397-958E-4590-8B31-3CEE732B522F}"/>
    <dgm:cxn modelId="{59F58C9D-3D08-45B5-A2BC-9E5BC95EACF8}" srcId="{D9B823BE-AAFE-429B-A0BF-A701C62670BB}" destId="{4D4AEA89-94EB-4E68-823A-06FCE4468CB4}" srcOrd="3" destOrd="0" parTransId="{5B771CA0-F947-4555-96A9-0629EF761ED0}" sibTransId="{A48A1EEF-2816-4C29-83F7-6EE32796EF42}"/>
    <dgm:cxn modelId="{ADCD57A3-69BB-4DA8-9B55-ADC7560C55F5}" type="presOf" srcId="{ED09B57F-1838-47FE-831D-BD91DBACC70E}" destId="{51D23A04-36EC-410B-9B45-F01ABB30B3C7}" srcOrd="0" destOrd="0" presId="urn:microsoft.com/office/officeart/2018/2/layout/IconCircleList"/>
    <dgm:cxn modelId="{170418BA-4A8F-478F-B3D3-F388C64B05A4}" type="presOf" srcId="{4D4AEA89-94EB-4E68-823A-06FCE4468CB4}" destId="{30C77D41-1E2D-4359-8372-9FBC2AF1D5D9}" srcOrd="0" destOrd="0" presId="urn:microsoft.com/office/officeart/2018/2/layout/IconCircleList"/>
    <dgm:cxn modelId="{191831CC-880A-448D-91F9-A655C502CB27}" type="presOf" srcId="{03F33A8D-859E-4C38-8FB3-18F5C6B29CF8}" destId="{5C622737-9FFA-4459-8649-72379A21F0CA}" srcOrd="0" destOrd="0" presId="urn:microsoft.com/office/officeart/2018/2/layout/IconCircleList"/>
    <dgm:cxn modelId="{FB190073-411B-44D4-89C5-4B8C39268111}" type="presParOf" srcId="{C4B17A39-3BC9-489C-B864-9D266DDFB1A0}" destId="{0A62C404-3FE4-4EBB-89FF-1B6D9DAD31BC}" srcOrd="0" destOrd="0" presId="urn:microsoft.com/office/officeart/2018/2/layout/IconCircleList"/>
    <dgm:cxn modelId="{61A665BF-2B74-479E-BC30-715EF66F48B4}" type="presParOf" srcId="{0A62C404-3FE4-4EBB-89FF-1B6D9DAD31BC}" destId="{01996596-2782-41F1-ABD3-95362A3C06A7}" srcOrd="0" destOrd="0" presId="urn:microsoft.com/office/officeart/2018/2/layout/IconCircleList"/>
    <dgm:cxn modelId="{B16E00F7-C700-4B16-A85F-B51B8737B653}" type="presParOf" srcId="{01996596-2782-41F1-ABD3-95362A3C06A7}" destId="{48BC1FFA-FEBC-472C-9427-FD913A56C743}" srcOrd="0" destOrd="0" presId="urn:microsoft.com/office/officeart/2018/2/layout/IconCircleList"/>
    <dgm:cxn modelId="{E7E6F764-F18F-412A-84A0-73F6229AFAF8}" type="presParOf" srcId="{01996596-2782-41F1-ABD3-95362A3C06A7}" destId="{C95C4EA0-8806-4978-9605-F667741E41F8}" srcOrd="1" destOrd="0" presId="urn:microsoft.com/office/officeart/2018/2/layout/IconCircleList"/>
    <dgm:cxn modelId="{A050AEC0-A3EA-46FB-9A05-5F83D81F9267}" type="presParOf" srcId="{01996596-2782-41F1-ABD3-95362A3C06A7}" destId="{56E5EDC1-A09F-4C1A-936A-80D090FBBF6B}" srcOrd="2" destOrd="0" presId="urn:microsoft.com/office/officeart/2018/2/layout/IconCircleList"/>
    <dgm:cxn modelId="{74FCE2AB-D746-4124-90BC-9EA2818E5DD9}" type="presParOf" srcId="{01996596-2782-41F1-ABD3-95362A3C06A7}" destId="{17925EC8-1D63-48B3-837D-536F3E0EC6FD}" srcOrd="3" destOrd="0" presId="urn:microsoft.com/office/officeart/2018/2/layout/IconCircleList"/>
    <dgm:cxn modelId="{C0F5085A-1387-4E32-B4B0-44E2EB874450}" type="presParOf" srcId="{0A62C404-3FE4-4EBB-89FF-1B6D9DAD31BC}" destId="{37252F61-4CD9-4BE1-B7D1-33FFA9535D29}" srcOrd="1" destOrd="0" presId="urn:microsoft.com/office/officeart/2018/2/layout/IconCircleList"/>
    <dgm:cxn modelId="{0C77D979-00A5-41D5-9840-FC3ABD71DB4E}" type="presParOf" srcId="{0A62C404-3FE4-4EBB-89FF-1B6D9DAD31BC}" destId="{B856ECF1-C812-4E5E-8003-F9C76BF0228D}" srcOrd="2" destOrd="0" presId="urn:microsoft.com/office/officeart/2018/2/layout/IconCircleList"/>
    <dgm:cxn modelId="{C3DB57EE-878D-4099-9F97-D7F499759740}" type="presParOf" srcId="{B856ECF1-C812-4E5E-8003-F9C76BF0228D}" destId="{E0DAD654-C3FA-4718-917B-E1D793C9E679}" srcOrd="0" destOrd="0" presId="urn:microsoft.com/office/officeart/2018/2/layout/IconCircleList"/>
    <dgm:cxn modelId="{377A87E4-5FDC-4162-8DA4-0EB55801488A}" type="presParOf" srcId="{B856ECF1-C812-4E5E-8003-F9C76BF0228D}" destId="{2F806BDF-8E97-470A-BDB7-ED55113A5E9F}" srcOrd="1" destOrd="0" presId="urn:microsoft.com/office/officeart/2018/2/layout/IconCircleList"/>
    <dgm:cxn modelId="{4952BBDB-7D5A-44EC-89A2-C53B429A164D}" type="presParOf" srcId="{B856ECF1-C812-4E5E-8003-F9C76BF0228D}" destId="{8100B02A-EFA0-49A9-A0A8-0CF952C28D91}" srcOrd="2" destOrd="0" presId="urn:microsoft.com/office/officeart/2018/2/layout/IconCircleList"/>
    <dgm:cxn modelId="{978C93F7-3994-407B-ABFC-E12339F5FF38}" type="presParOf" srcId="{B856ECF1-C812-4E5E-8003-F9C76BF0228D}" destId="{3CDBEB46-6230-4DA0-B9AD-6C108476DA20}" srcOrd="3" destOrd="0" presId="urn:microsoft.com/office/officeart/2018/2/layout/IconCircleList"/>
    <dgm:cxn modelId="{BE466B31-FD38-4C4E-9FDF-BD2BC7D04034}" type="presParOf" srcId="{0A62C404-3FE4-4EBB-89FF-1B6D9DAD31BC}" destId="{A2716423-870B-49A5-B385-24437F6AAB9A}" srcOrd="3" destOrd="0" presId="urn:microsoft.com/office/officeart/2018/2/layout/IconCircleList"/>
    <dgm:cxn modelId="{FA25F0A8-286C-4D59-B6F3-2092F7768A17}" type="presParOf" srcId="{0A62C404-3FE4-4EBB-89FF-1B6D9DAD31BC}" destId="{7F5787A6-16FE-4551-A2CB-63997A7F62EF}" srcOrd="4" destOrd="0" presId="urn:microsoft.com/office/officeart/2018/2/layout/IconCircleList"/>
    <dgm:cxn modelId="{053156F7-7496-4C8D-AF87-E4C1F5D13B6F}" type="presParOf" srcId="{7F5787A6-16FE-4551-A2CB-63997A7F62EF}" destId="{7B67F78E-A2A8-42EA-9E10-2A97951EBEEC}" srcOrd="0" destOrd="0" presId="urn:microsoft.com/office/officeart/2018/2/layout/IconCircleList"/>
    <dgm:cxn modelId="{FF60AFB7-BF78-4138-8E71-6A969269B578}" type="presParOf" srcId="{7F5787A6-16FE-4551-A2CB-63997A7F62EF}" destId="{6D18B1AF-BB95-4B6A-958B-0E7B6189B333}" srcOrd="1" destOrd="0" presId="urn:microsoft.com/office/officeart/2018/2/layout/IconCircleList"/>
    <dgm:cxn modelId="{822D7A26-C531-4AD5-A584-072EE1B20E41}" type="presParOf" srcId="{7F5787A6-16FE-4551-A2CB-63997A7F62EF}" destId="{23BBCF95-B7D8-4E47-BA48-210C1A8F2984}" srcOrd="2" destOrd="0" presId="urn:microsoft.com/office/officeart/2018/2/layout/IconCircleList"/>
    <dgm:cxn modelId="{1FC0C7FA-C8DA-43F1-B37B-79356B80C779}" type="presParOf" srcId="{7F5787A6-16FE-4551-A2CB-63997A7F62EF}" destId="{51D23A04-36EC-410B-9B45-F01ABB30B3C7}" srcOrd="3" destOrd="0" presId="urn:microsoft.com/office/officeart/2018/2/layout/IconCircleList"/>
    <dgm:cxn modelId="{A85D8179-19EA-4F96-A6C3-55E0C755EE78}" type="presParOf" srcId="{0A62C404-3FE4-4EBB-89FF-1B6D9DAD31BC}" destId="{5C622737-9FFA-4459-8649-72379A21F0CA}" srcOrd="5" destOrd="0" presId="urn:microsoft.com/office/officeart/2018/2/layout/IconCircleList"/>
    <dgm:cxn modelId="{964C84DE-7DEC-4C4A-A542-BB412E61DAEE}" type="presParOf" srcId="{0A62C404-3FE4-4EBB-89FF-1B6D9DAD31BC}" destId="{1BDA263B-35A0-400D-861C-CBA578E13F19}" srcOrd="6" destOrd="0" presId="urn:microsoft.com/office/officeart/2018/2/layout/IconCircleList"/>
    <dgm:cxn modelId="{718176C8-5F56-46BA-BA99-F41D6481AD4F}" type="presParOf" srcId="{1BDA263B-35A0-400D-861C-CBA578E13F19}" destId="{E54BFDD6-CD13-4025-9E74-A0711641CFC8}" srcOrd="0" destOrd="0" presId="urn:microsoft.com/office/officeart/2018/2/layout/IconCircleList"/>
    <dgm:cxn modelId="{1EF520A8-2E76-4FB5-982E-2A13F41AE73B}" type="presParOf" srcId="{1BDA263B-35A0-400D-861C-CBA578E13F19}" destId="{AFCADF51-49A6-4FCB-9FFA-F0C6AEDF0EBC}" srcOrd="1" destOrd="0" presId="urn:microsoft.com/office/officeart/2018/2/layout/IconCircleList"/>
    <dgm:cxn modelId="{7669624F-BB39-4D79-BE1F-DD861C892059}" type="presParOf" srcId="{1BDA263B-35A0-400D-861C-CBA578E13F19}" destId="{C9E0ED18-FC3D-4965-9AEB-982C8314AF2F}" srcOrd="2" destOrd="0" presId="urn:microsoft.com/office/officeart/2018/2/layout/IconCircleList"/>
    <dgm:cxn modelId="{5FF06832-8B7E-4309-ADC9-08A215E6D2DE}" type="presParOf" srcId="{1BDA263B-35A0-400D-861C-CBA578E13F19}" destId="{30C77D41-1E2D-4359-8372-9FBC2AF1D5D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F1291-1CDD-4B60-BCC0-CD6658D52A4E}">
      <dsp:nvSpPr>
        <dsp:cNvPr id="0" name=""/>
        <dsp:cNvSpPr/>
      </dsp:nvSpPr>
      <dsp:spPr>
        <a:xfrm>
          <a:off x="437326" y="0"/>
          <a:ext cx="1134577" cy="1134560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A</a:t>
          </a:r>
        </a:p>
      </dsp:txBody>
      <dsp:txXfrm>
        <a:off x="603481" y="166152"/>
        <a:ext cx="802267" cy="802256"/>
      </dsp:txXfrm>
    </dsp:sp>
    <dsp:sp modelId="{E5D44BEB-C68F-459F-ACAB-23FC17D6A46B}">
      <dsp:nvSpPr>
        <dsp:cNvPr id="0" name=""/>
        <dsp:cNvSpPr/>
      </dsp:nvSpPr>
      <dsp:spPr>
        <a:xfrm>
          <a:off x="1021303" y="756689"/>
          <a:ext cx="1134577" cy="1134560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M</a:t>
          </a:r>
        </a:p>
      </dsp:txBody>
      <dsp:txXfrm>
        <a:off x="1187458" y="922841"/>
        <a:ext cx="802267" cy="802256"/>
      </dsp:txXfrm>
    </dsp:sp>
    <dsp:sp modelId="{D6A44F2F-52A8-4FC3-91FA-D121E825335C}">
      <dsp:nvSpPr>
        <dsp:cNvPr id="0" name=""/>
        <dsp:cNvSpPr/>
      </dsp:nvSpPr>
      <dsp:spPr>
        <a:xfrm>
          <a:off x="1604589" y="0"/>
          <a:ext cx="1134577" cy="113456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G</a:t>
          </a:r>
        </a:p>
      </dsp:txBody>
      <dsp:txXfrm>
        <a:off x="1770744" y="166152"/>
        <a:ext cx="802267" cy="8022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ED1D2-323E-4FE8-AD95-4AB7BC9FBC07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6E1BF12F-021A-4768-87ED-57D5B7458CC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365BB-0EE8-48EF-9FF6-BBACC72AC53C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rgbClr val="00B050"/>
              </a:solidFill>
            </a:rPr>
            <a:t>Static </a:t>
          </a:r>
          <a:r>
            <a:rPr lang="en-US" sz="2400" b="1" kern="1200">
              <a:solidFill>
                <a:srgbClr val="0070C0"/>
              </a:solidFill>
            </a:rPr>
            <a:t>Complete</a:t>
          </a:r>
          <a:endParaRPr lang="en-US" sz="2400" kern="1200"/>
        </a:p>
      </dsp:txBody>
      <dsp:txXfrm>
        <a:off x="1834517" y="469890"/>
        <a:ext cx="3148942" cy="1335915"/>
      </dsp:txXfrm>
    </dsp:sp>
    <dsp:sp modelId="{15BBD154-C8E4-44EB-85E0-5A39EA27AFAA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67616D5C-78E7-43A4-A23A-579A60F8F351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1AABD-79C8-4778-AD10-7343898391B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rgbClr val="C00000"/>
              </a:solidFill>
            </a:rPr>
            <a:t>Dynamic </a:t>
          </a:r>
          <a:r>
            <a:rPr lang="en-US" sz="2400" b="1" kern="1200">
              <a:solidFill>
                <a:srgbClr val="0070C0"/>
              </a:solidFill>
            </a:rPr>
            <a:t>Complete</a:t>
          </a:r>
          <a:endParaRPr lang="en-US" sz="2400" kern="1200"/>
        </a:p>
      </dsp:txBody>
      <dsp:txXfrm>
        <a:off x="7154322" y="469890"/>
        <a:ext cx="3148942" cy="1335915"/>
      </dsp:txXfrm>
    </dsp:sp>
    <dsp:sp modelId="{D4877605-B875-413F-B05C-FC132C18647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7EB24DCA-EB03-4917-8217-0A1FD659F204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68D23-ECE4-4D93-B383-F333A0B4FBA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rgbClr val="00B050"/>
              </a:solidFill>
            </a:rPr>
            <a:t>Static </a:t>
          </a:r>
          <a:r>
            <a:rPr lang="en-US" sz="2400" b="1" kern="1200">
              <a:solidFill>
                <a:srgbClr val="7030A0"/>
              </a:solidFill>
            </a:rPr>
            <a:t>Incomplete</a:t>
          </a:r>
          <a:endParaRPr lang="en-US" sz="2400" kern="1200"/>
        </a:p>
      </dsp:txBody>
      <dsp:txXfrm>
        <a:off x="1834517" y="2545532"/>
        <a:ext cx="3148942" cy="1335915"/>
      </dsp:txXfrm>
    </dsp:sp>
    <dsp:sp modelId="{84BABF79-EA59-4E46-A9F1-28C4611F8933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F2E499F1-8A10-4477-898D-66A2189C7C4B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D5E55-7E18-4F3C-825B-EF1068636725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rgbClr val="C00000"/>
              </a:solidFill>
            </a:rPr>
            <a:t>Dynamic </a:t>
          </a:r>
          <a:r>
            <a:rPr lang="en-US" sz="2400" b="1" kern="1200">
              <a:solidFill>
                <a:srgbClr val="7030A0"/>
              </a:solidFill>
            </a:rPr>
            <a:t>Incomplete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C1FFA-FEBC-472C-9427-FD913A56C743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C4EA0-8806-4978-9605-F667741E41F8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25EC8-1D63-48B3-837D-536F3E0EC6FD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/>
            <a:t>Section 1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The Single-Person Decision Problem</a:t>
          </a:r>
        </a:p>
      </dsp:txBody>
      <dsp:txXfrm>
        <a:off x="1834517" y="469890"/>
        <a:ext cx="3148942" cy="1335915"/>
      </dsp:txXfrm>
    </dsp:sp>
    <dsp:sp modelId="{E0DAD654-C3FA-4718-917B-E1D793C9E679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806BDF-8E97-470A-BDB7-ED55113A5E9F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BEB46-6230-4DA0-B9AD-6C108476DA20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Section 2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Static Games of Complete Information</a:t>
          </a:r>
        </a:p>
      </dsp:txBody>
      <dsp:txXfrm>
        <a:off x="7154322" y="469890"/>
        <a:ext cx="3148942" cy="1335915"/>
      </dsp:txXfrm>
    </dsp:sp>
    <dsp:sp modelId="{7B67F78E-A2A8-42EA-9E10-2A97951EBEEC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8B1AF-BB95-4B6A-958B-0E7B6189B333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23A04-36EC-410B-9B45-F01ABB30B3C7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Section 3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Dynamic Games of Complete Information</a:t>
          </a:r>
        </a:p>
      </dsp:txBody>
      <dsp:txXfrm>
        <a:off x="1834517" y="2545532"/>
        <a:ext cx="3148942" cy="1335915"/>
      </dsp:txXfrm>
    </dsp:sp>
    <dsp:sp modelId="{E54BFDD6-CD13-4025-9E74-A0711641CFC8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ADF51-49A6-4FCB-9FFA-F0C6AEDF0EBC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77D41-1E2D-4359-8372-9FBC2AF1D5D9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Section 4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Games of Incomplete Information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55203-70E9-4081-A83F-8C50F255BA2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E83F6-3A65-482C-B878-5103AB53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3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E83F6-3A65-482C-B878-5103AB5386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2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E83F6-3A65-482C-B878-5103AB5386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7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8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0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4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8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0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2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8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2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65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EA7F-FCAF-412A-8BBC-893AA2B96CD8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6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E6DE-93F1-4C7C-8DD5-CA430625CA3B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87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AAEC-8FA7-4019-840F-D999959FDA3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51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983E-D6B4-425B-AB76-683AB642AC33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44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B77A-D05E-4D1E-AD93-E84ACCD681A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68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B9C7-A180-4425-AFCC-D38F3A6AA307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0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46F-B963-46EF-9146-5BF8C0FF40A5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67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7579-01B6-4B39-A858-86CAD06EA51B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41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C180-ECB7-4587-8ACC-2AB98C84E048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57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6E7B-7C2D-4614-BAE5-93A338E0EF40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14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B34-A18F-4622-9F4E-53B125BAC6A8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1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2900-C463-4543-8E73-C00602C8D17A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730D-6BFD-4EA0-A111-DCECED5B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16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24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945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905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662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55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523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008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891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13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504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6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96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3500-A71A-434E-AEFF-ED4F19179B8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7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7D293-5947-4819-958E-68B6CB43DE38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8730D-6BFD-4EA0-A111-DCECED5B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9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5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jpe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11" Type="http://schemas.openxmlformats.org/officeDocument/2006/relationships/image" Target="../media/image37.png"/><Relationship Id="rId5" Type="http://schemas.openxmlformats.org/officeDocument/2006/relationships/image" Target="../media/image8.png"/><Relationship Id="rId10" Type="http://schemas.openxmlformats.org/officeDocument/2006/relationships/image" Target="../media/image190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4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4452C-9D32-C798-82B0-D6A22C7CC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C00000"/>
                </a:solidFill>
              </a:rPr>
              <a:t>C H  5 4 3 0</a:t>
            </a:r>
            <a:br>
              <a:rPr lang="en-IN" sz="2000">
                <a:solidFill>
                  <a:srgbClr val="0070C0"/>
                </a:solidFill>
              </a:rPr>
            </a:br>
            <a:br>
              <a:rPr lang="en-US" sz="2000"/>
            </a:br>
            <a:r>
              <a:rPr lang="en-IN"/>
              <a:t>Principles of </a:t>
            </a:r>
            <a:r>
              <a:rPr lang="en-IN">
                <a:solidFill>
                  <a:srgbClr val="0070C0"/>
                </a:solidFill>
                <a:latin typeface="Segoe Script" panose="030B0504020000000003" pitchFamily="66" charset="0"/>
              </a:rPr>
              <a:t>Game</a:t>
            </a:r>
            <a:r>
              <a:rPr lang="en-IN"/>
              <a:t> Theory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D3C16-9008-FD38-F587-19AF1E3CF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21" name="Picture 20" descr="Colorful boardgame">
            <a:extLst>
              <a:ext uri="{FF2B5EF4-FFF2-40B4-BE49-F238E27FC236}">
                <a16:creationId xmlns:a16="http://schemas.microsoft.com/office/drawing/2014/main" id="{72B6D17C-403C-2679-E5E5-1B6344B4C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12" r="27141"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3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95D3C-AE47-4932-C40B-0ADD3E2A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Game Theory?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78B7-27BB-C708-E019-C66D7AD0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prstGeom prst="rect">
            <a:avLst/>
          </a:pr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8288"/>
                      <a:gd name="connsiteX1" fmla="*/ 568071 w 5410200"/>
                      <a:gd name="connsiteY1" fmla="*/ 0 h 18288"/>
                      <a:gd name="connsiteX2" fmla="*/ 1298448 w 5410200"/>
                      <a:gd name="connsiteY2" fmla="*/ 0 h 18288"/>
                      <a:gd name="connsiteX3" fmla="*/ 1920621 w 5410200"/>
                      <a:gd name="connsiteY3" fmla="*/ 0 h 18288"/>
                      <a:gd name="connsiteX4" fmla="*/ 2488692 w 5410200"/>
                      <a:gd name="connsiteY4" fmla="*/ 0 h 18288"/>
                      <a:gd name="connsiteX5" fmla="*/ 3219069 w 5410200"/>
                      <a:gd name="connsiteY5" fmla="*/ 0 h 18288"/>
                      <a:gd name="connsiteX6" fmla="*/ 3895344 w 5410200"/>
                      <a:gd name="connsiteY6" fmla="*/ 0 h 18288"/>
                      <a:gd name="connsiteX7" fmla="*/ 4571619 w 5410200"/>
                      <a:gd name="connsiteY7" fmla="*/ 0 h 18288"/>
                      <a:gd name="connsiteX8" fmla="*/ 5410200 w 5410200"/>
                      <a:gd name="connsiteY8" fmla="*/ 0 h 18288"/>
                      <a:gd name="connsiteX9" fmla="*/ 5410200 w 5410200"/>
                      <a:gd name="connsiteY9" fmla="*/ 18288 h 18288"/>
                      <a:gd name="connsiteX10" fmla="*/ 4842129 w 5410200"/>
                      <a:gd name="connsiteY10" fmla="*/ 18288 h 18288"/>
                      <a:gd name="connsiteX11" fmla="*/ 4328160 w 5410200"/>
                      <a:gd name="connsiteY11" fmla="*/ 18288 h 18288"/>
                      <a:gd name="connsiteX12" fmla="*/ 3597783 w 5410200"/>
                      <a:gd name="connsiteY12" fmla="*/ 18288 h 18288"/>
                      <a:gd name="connsiteX13" fmla="*/ 3029712 w 5410200"/>
                      <a:gd name="connsiteY13" fmla="*/ 18288 h 18288"/>
                      <a:gd name="connsiteX14" fmla="*/ 2299335 w 5410200"/>
                      <a:gd name="connsiteY14" fmla="*/ 18288 h 18288"/>
                      <a:gd name="connsiteX15" fmla="*/ 1514856 w 5410200"/>
                      <a:gd name="connsiteY15" fmla="*/ 18288 h 18288"/>
                      <a:gd name="connsiteX16" fmla="*/ 892683 w 5410200"/>
                      <a:gd name="connsiteY16" fmla="*/ 18288 h 18288"/>
                      <a:gd name="connsiteX17" fmla="*/ 0 w 5410200"/>
                      <a:gd name="connsiteY17" fmla="*/ 18288 h 18288"/>
                      <a:gd name="connsiteX18" fmla="*/ 0 w 5410200"/>
                      <a:gd name="connsiteY18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8288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10730" y="6954"/>
                          <a:pt x="5410934" y="12839"/>
                          <a:pt x="5410200" y="18288"/>
                        </a:cubicBezTo>
                        <a:cubicBezTo>
                          <a:pt x="5139060" y="6751"/>
                          <a:pt x="5121593" y="31035"/>
                          <a:pt x="4842129" y="18288"/>
                        </a:cubicBezTo>
                        <a:cubicBezTo>
                          <a:pt x="4562665" y="5541"/>
                          <a:pt x="4448273" y="9487"/>
                          <a:pt x="4328160" y="18288"/>
                        </a:cubicBezTo>
                        <a:cubicBezTo>
                          <a:pt x="4208047" y="27089"/>
                          <a:pt x="3760936" y="22567"/>
                          <a:pt x="3597783" y="18288"/>
                        </a:cubicBezTo>
                        <a:cubicBezTo>
                          <a:pt x="3434630" y="14009"/>
                          <a:pt x="3299718" y="33213"/>
                          <a:pt x="3029712" y="18288"/>
                        </a:cubicBezTo>
                        <a:cubicBezTo>
                          <a:pt x="2759706" y="3363"/>
                          <a:pt x="2640159" y="27394"/>
                          <a:pt x="2299335" y="18288"/>
                        </a:cubicBezTo>
                        <a:cubicBezTo>
                          <a:pt x="1958511" y="9182"/>
                          <a:pt x="1801186" y="28985"/>
                          <a:pt x="1514856" y="18288"/>
                        </a:cubicBezTo>
                        <a:cubicBezTo>
                          <a:pt x="1228526" y="7591"/>
                          <a:pt x="1063509" y="-5305"/>
                          <a:pt x="892683" y="18288"/>
                        </a:cubicBezTo>
                        <a:cubicBezTo>
                          <a:pt x="721857" y="41881"/>
                          <a:pt x="186945" y="-20897"/>
                          <a:pt x="0" y="18288"/>
                        </a:cubicBezTo>
                        <a:cubicBezTo>
                          <a:pt x="-570" y="9279"/>
                          <a:pt x="132" y="5100"/>
                          <a:pt x="0" y="0"/>
                        </a:cubicBezTo>
                        <a:close/>
                      </a:path>
                      <a:path w="5410200" h="18288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09517" y="5414"/>
                          <a:pt x="5409480" y="12510"/>
                          <a:pt x="5410200" y="18288"/>
                        </a:cubicBezTo>
                        <a:cubicBezTo>
                          <a:pt x="5163327" y="41494"/>
                          <a:pt x="5008749" y="10693"/>
                          <a:pt x="4842129" y="18288"/>
                        </a:cubicBezTo>
                        <a:cubicBezTo>
                          <a:pt x="4675509" y="25883"/>
                          <a:pt x="4433401" y="-615"/>
                          <a:pt x="4165854" y="18288"/>
                        </a:cubicBezTo>
                        <a:cubicBezTo>
                          <a:pt x="3898308" y="37191"/>
                          <a:pt x="3809032" y="-8710"/>
                          <a:pt x="3543681" y="18288"/>
                        </a:cubicBezTo>
                        <a:cubicBezTo>
                          <a:pt x="3278330" y="45286"/>
                          <a:pt x="3073876" y="-15917"/>
                          <a:pt x="2759202" y="18288"/>
                        </a:cubicBezTo>
                        <a:cubicBezTo>
                          <a:pt x="2444528" y="52493"/>
                          <a:pt x="2204144" y="3372"/>
                          <a:pt x="1974723" y="18288"/>
                        </a:cubicBezTo>
                        <a:cubicBezTo>
                          <a:pt x="1745302" y="33204"/>
                          <a:pt x="1602335" y="31490"/>
                          <a:pt x="1406652" y="18288"/>
                        </a:cubicBezTo>
                        <a:cubicBezTo>
                          <a:pt x="1210969" y="5086"/>
                          <a:pt x="923948" y="3161"/>
                          <a:pt x="730377" y="18288"/>
                        </a:cubicBezTo>
                        <a:cubicBezTo>
                          <a:pt x="536806" y="33415"/>
                          <a:pt x="336496" y="-141"/>
                          <a:pt x="0" y="18288"/>
                        </a:cubicBezTo>
                        <a:cubicBezTo>
                          <a:pt x="-306" y="11061"/>
                          <a:pt x="-655" y="77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E901B-6145-7E37-F21F-5D4EBAFA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8501A4-4036-4678-A465-596B7E1122B9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0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FD50B-39FA-1F09-A2AD-66F3F982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73B139-F924-3498-607B-B73FADA12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5390F-F088-D243-8525-D311F000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Jungle Treasure</a:t>
            </a:r>
          </a:p>
        </p:txBody>
      </p:sp>
      <p:pic>
        <p:nvPicPr>
          <p:cNvPr id="5" name="Picture 4" descr="Green, mossy forest with sunlight peeking in">
            <a:extLst>
              <a:ext uri="{FF2B5EF4-FFF2-40B4-BE49-F238E27FC236}">
                <a16:creationId xmlns:a16="http://schemas.microsoft.com/office/drawing/2014/main" id="{58BB8377-442D-6F6F-83D5-D85049C1F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98" r="3234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403BA765-FF6F-18A6-5FA2-BF2E7B8DB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prstGeom prst="rect">
            <a:avLst/>
          </a:pr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4243589"/>
                      <a:gd name="connsiteY0" fmla="*/ 0 h 18288"/>
                      <a:gd name="connsiteX1" fmla="*/ 478919 w 4243589"/>
                      <a:gd name="connsiteY1" fmla="*/ 0 h 18288"/>
                      <a:gd name="connsiteX2" fmla="*/ 957839 w 4243589"/>
                      <a:gd name="connsiteY2" fmla="*/ 0 h 18288"/>
                      <a:gd name="connsiteX3" fmla="*/ 1521630 w 4243589"/>
                      <a:gd name="connsiteY3" fmla="*/ 0 h 18288"/>
                      <a:gd name="connsiteX4" fmla="*/ 2212729 w 4243589"/>
                      <a:gd name="connsiteY4" fmla="*/ 0 h 18288"/>
                      <a:gd name="connsiteX5" fmla="*/ 2734084 w 4243589"/>
                      <a:gd name="connsiteY5" fmla="*/ 0 h 18288"/>
                      <a:gd name="connsiteX6" fmla="*/ 3255439 w 4243589"/>
                      <a:gd name="connsiteY6" fmla="*/ 0 h 18288"/>
                      <a:gd name="connsiteX7" fmla="*/ 4243589 w 4243589"/>
                      <a:gd name="connsiteY7" fmla="*/ 0 h 18288"/>
                      <a:gd name="connsiteX8" fmla="*/ 4243589 w 4243589"/>
                      <a:gd name="connsiteY8" fmla="*/ 18288 h 18288"/>
                      <a:gd name="connsiteX9" fmla="*/ 3594926 w 4243589"/>
                      <a:gd name="connsiteY9" fmla="*/ 18288 h 18288"/>
                      <a:gd name="connsiteX10" fmla="*/ 3073571 w 4243589"/>
                      <a:gd name="connsiteY10" fmla="*/ 18288 h 18288"/>
                      <a:gd name="connsiteX11" fmla="*/ 2552216 w 4243589"/>
                      <a:gd name="connsiteY11" fmla="*/ 18288 h 18288"/>
                      <a:gd name="connsiteX12" fmla="*/ 1903553 w 4243589"/>
                      <a:gd name="connsiteY12" fmla="*/ 18288 h 18288"/>
                      <a:gd name="connsiteX13" fmla="*/ 1212454 w 4243589"/>
                      <a:gd name="connsiteY13" fmla="*/ 18288 h 18288"/>
                      <a:gd name="connsiteX14" fmla="*/ 733535 w 4243589"/>
                      <a:gd name="connsiteY14" fmla="*/ 18288 h 18288"/>
                      <a:gd name="connsiteX15" fmla="*/ 0 w 4243589"/>
                      <a:gd name="connsiteY15" fmla="*/ 18288 h 18288"/>
                      <a:gd name="connsiteX16" fmla="*/ 0 w 4243589"/>
                      <a:gd name="connsiteY1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243589" h="18288" fill="none" extrusionOk="0">
                        <a:moveTo>
                          <a:pt x="0" y="0"/>
                        </a:moveTo>
                        <a:cubicBezTo>
                          <a:pt x="213395" y="-21006"/>
                          <a:pt x="307421" y="-18116"/>
                          <a:pt x="478919" y="0"/>
                        </a:cubicBezTo>
                        <a:cubicBezTo>
                          <a:pt x="650417" y="18116"/>
                          <a:pt x="831092" y="-21237"/>
                          <a:pt x="957839" y="0"/>
                        </a:cubicBezTo>
                        <a:cubicBezTo>
                          <a:pt x="1084586" y="21237"/>
                          <a:pt x="1301682" y="25124"/>
                          <a:pt x="1521630" y="0"/>
                        </a:cubicBezTo>
                        <a:cubicBezTo>
                          <a:pt x="1741578" y="-25124"/>
                          <a:pt x="1970269" y="-29139"/>
                          <a:pt x="2212729" y="0"/>
                        </a:cubicBezTo>
                        <a:cubicBezTo>
                          <a:pt x="2455189" y="29139"/>
                          <a:pt x="2558847" y="-4796"/>
                          <a:pt x="2734084" y="0"/>
                        </a:cubicBezTo>
                        <a:cubicBezTo>
                          <a:pt x="2909321" y="4796"/>
                          <a:pt x="3097217" y="-13409"/>
                          <a:pt x="3255439" y="0"/>
                        </a:cubicBezTo>
                        <a:cubicBezTo>
                          <a:pt x="3413662" y="13409"/>
                          <a:pt x="3979999" y="-10121"/>
                          <a:pt x="4243589" y="0"/>
                        </a:cubicBezTo>
                        <a:cubicBezTo>
                          <a:pt x="4244484" y="8974"/>
                          <a:pt x="4243043" y="9359"/>
                          <a:pt x="4243589" y="18288"/>
                        </a:cubicBezTo>
                        <a:cubicBezTo>
                          <a:pt x="4058777" y="31246"/>
                          <a:pt x="3910348" y="3158"/>
                          <a:pt x="3594926" y="18288"/>
                        </a:cubicBezTo>
                        <a:cubicBezTo>
                          <a:pt x="3279504" y="33418"/>
                          <a:pt x="3319955" y="-3977"/>
                          <a:pt x="3073571" y="18288"/>
                        </a:cubicBezTo>
                        <a:cubicBezTo>
                          <a:pt x="2827187" y="40553"/>
                          <a:pt x="2767387" y="1863"/>
                          <a:pt x="2552216" y="18288"/>
                        </a:cubicBezTo>
                        <a:cubicBezTo>
                          <a:pt x="2337046" y="34713"/>
                          <a:pt x="2181871" y="19527"/>
                          <a:pt x="1903553" y="18288"/>
                        </a:cubicBezTo>
                        <a:cubicBezTo>
                          <a:pt x="1625235" y="17049"/>
                          <a:pt x="1557672" y="24174"/>
                          <a:pt x="1212454" y="18288"/>
                        </a:cubicBezTo>
                        <a:cubicBezTo>
                          <a:pt x="867236" y="12402"/>
                          <a:pt x="874382" y="15627"/>
                          <a:pt x="733535" y="18288"/>
                        </a:cubicBezTo>
                        <a:cubicBezTo>
                          <a:pt x="592688" y="20949"/>
                          <a:pt x="183477" y="14753"/>
                          <a:pt x="0" y="18288"/>
                        </a:cubicBezTo>
                        <a:cubicBezTo>
                          <a:pt x="-229" y="14222"/>
                          <a:pt x="509" y="5816"/>
                          <a:pt x="0" y="0"/>
                        </a:cubicBezTo>
                        <a:close/>
                      </a:path>
                      <a:path w="4243589" h="18288" stroke="0" extrusionOk="0">
                        <a:moveTo>
                          <a:pt x="0" y="0"/>
                        </a:moveTo>
                        <a:cubicBezTo>
                          <a:pt x="143690" y="16630"/>
                          <a:pt x="266667" y="14847"/>
                          <a:pt x="521355" y="0"/>
                        </a:cubicBezTo>
                        <a:cubicBezTo>
                          <a:pt x="776043" y="-14847"/>
                          <a:pt x="814491" y="-17363"/>
                          <a:pt x="1000275" y="0"/>
                        </a:cubicBezTo>
                        <a:cubicBezTo>
                          <a:pt x="1186059" y="17363"/>
                          <a:pt x="1352504" y="-23507"/>
                          <a:pt x="1521630" y="0"/>
                        </a:cubicBezTo>
                        <a:cubicBezTo>
                          <a:pt x="1690756" y="23507"/>
                          <a:pt x="1889525" y="5871"/>
                          <a:pt x="2127857" y="0"/>
                        </a:cubicBezTo>
                        <a:cubicBezTo>
                          <a:pt x="2366189" y="-5871"/>
                          <a:pt x="2620628" y="-27997"/>
                          <a:pt x="2776520" y="0"/>
                        </a:cubicBezTo>
                        <a:cubicBezTo>
                          <a:pt x="2932412" y="27997"/>
                          <a:pt x="3131683" y="-25073"/>
                          <a:pt x="3467618" y="0"/>
                        </a:cubicBezTo>
                        <a:cubicBezTo>
                          <a:pt x="3803553" y="25073"/>
                          <a:pt x="4017371" y="3071"/>
                          <a:pt x="4243589" y="0"/>
                        </a:cubicBezTo>
                        <a:cubicBezTo>
                          <a:pt x="4243134" y="6162"/>
                          <a:pt x="4243492" y="11775"/>
                          <a:pt x="4243589" y="18288"/>
                        </a:cubicBezTo>
                        <a:cubicBezTo>
                          <a:pt x="4017834" y="-5779"/>
                          <a:pt x="3834586" y="13376"/>
                          <a:pt x="3594926" y="18288"/>
                        </a:cubicBezTo>
                        <a:cubicBezTo>
                          <a:pt x="3355266" y="23200"/>
                          <a:pt x="3204179" y="2869"/>
                          <a:pt x="2903827" y="18288"/>
                        </a:cubicBezTo>
                        <a:cubicBezTo>
                          <a:pt x="2603475" y="33707"/>
                          <a:pt x="2526187" y="46187"/>
                          <a:pt x="2212729" y="18288"/>
                        </a:cubicBezTo>
                        <a:cubicBezTo>
                          <a:pt x="1899271" y="-9611"/>
                          <a:pt x="1966289" y="29692"/>
                          <a:pt x="1733809" y="18288"/>
                        </a:cubicBezTo>
                        <a:cubicBezTo>
                          <a:pt x="1501329" y="6884"/>
                          <a:pt x="1343612" y="12492"/>
                          <a:pt x="1085146" y="18288"/>
                        </a:cubicBezTo>
                        <a:cubicBezTo>
                          <a:pt x="826680" y="24084"/>
                          <a:pt x="778184" y="35607"/>
                          <a:pt x="521355" y="18288"/>
                        </a:cubicBezTo>
                        <a:cubicBezTo>
                          <a:pt x="264526" y="969"/>
                          <a:pt x="120277" y="4268"/>
                          <a:pt x="0" y="18288"/>
                        </a:cubicBezTo>
                        <a:cubicBezTo>
                          <a:pt x="766" y="10800"/>
                          <a:pt x="-457" y="81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757F-051E-16E5-2ACA-937B8DF50272}"/>
              </a:ext>
            </a:extLst>
          </p:cNvPr>
          <p:cNvSpPr txBox="1"/>
          <p:nvPr/>
        </p:nvSpPr>
        <p:spPr>
          <a:xfrm>
            <a:off x="6066601" y="2534137"/>
            <a:ext cx="2592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/>
              <a:t>YOUR TURN</a:t>
            </a:r>
            <a:endParaRPr lang="en-US" sz="3600"/>
          </a:p>
        </p:txBody>
      </p:sp>
      <p:pic>
        <p:nvPicPr>
          <p:cNvPr id="12" name="Picture 11" descr="Cartoon of boys in a forest with a treasure chest&#10;&#10;Description automatically generated">
            <a:extLst>
              <a:ext uri="{FF2B5EF4-FFF2-40B4-BE49-F238E27FC236}">
                <a16:creationId xmlns:a16="http://schemas.microsoft.com/office/drawing/2014/main" id="{BB332241-7B51-7AAB-179D-DB5EA04D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91" y="3222826"/>
            <a:ext cx="3635164" cy="3635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A person with a white beard and colorful turban surrounded by birds&#10;&#10;Description automatically generated">
            <a:extLst>
              <a:ext uri="{FF2B5EF4-FFF2-40B4-BE49-F238E27FC236}">
                <a16:creationId xmlns:a16="http://schemas.microsoft.com/office/drawing/2014/main" id="{F034B4F1-9F82-380D-3A09-34E443A9C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8" y="94044"/>
            <a:ext cx="3082298" cy="308229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FEA453-4CF8-41D7-D06D-F144E1C03009}"/>
              </a:ext>
            </a:extLst>
          </p:cNvPr>
          <p:cNvGrpSpPr/>
          <p:nvPr/>
        </p:nvGrpSpPr>
        <p:grpSpPr>
          <a:xfrm>
            <a:off x="5297593" y="4503593"/>
            <a:ext cx="6251110" cy="2224293"/>
            <a:chOff x="5297593" y="4503593"/>
            <a:chExt cx="6251110" cy="222429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C24C85-8CF4-8737-1F44-1BBBE484C7EF}"/>
                </a:ext>
              </a:extLst>
            </p:cNvPr>
            <p:cNvSpPr txBox="1"/>
            <p:nvPr/>
          </p:nvSpPr>
          <p:spPr>
            <a:xfrm>
              <a:off x="5297593" y="4503593"/>
              <a:ext cx="6251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The Outcomes </a:t>
              </a:r>
              <a:r>
                <a:rPr lang="en-US"/>
                <a:t>(…after collecting the two cards)</a:t>
              </a:r>
              <a:endParaRPr lang="en-US" b="1"/>
            </a:p>
            <a:p>
              <a:pPr marL="342900" indent="-342900">
                <a:buAutoNum type="arabicPeriod"/>
              </a:pPr>
              <a:r>
                <a:rPr lang="en-US"/>
                <a:t>If both of you write </a:t>
              </a:r>
              <a:r>
                <a:rPr lang="en-US" b="1"/>
                <a:t>SHARE</a:t>
              </a:r>
              <a:r>
                <a:rPr lang="en-US"/>
                <a:t>, then the treasure is </a:t>
              </a:r>
              <a:r>
                <a:rPr lang="en-US">
                  <a:solidFill>
                    <a:srgbClr val="0070C0"/>
                  </a:solidFill>
                </a:rPr>
                <a:t>split equally</a:t>
              </a:r>
              <a:r>
                <a:rPr lang="en-US"/>
                <a:t>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7905DA-524F-BE0D-4D7F-258C5FDA593E}"/>
                </a:ext>
              </a:extLst>
            </p:cNvPr>
            <p:cNvSpPr txBox="1"/>
            <p:nvPr/>
          </p:nvSpPr>
          <p:spPr>
            <a:xfrm>
              <a:off x="5297593" y="6081555"/>
              <a:ext cx="6251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en-US"/>
                <a:t>If both of you write </a:t>
              </a:r>
              <a:r>
                <a:rPr lang="en-US" b="1"/>
                <a:t>TAKE</a:t>
              </a:r>
              <a:r>
                <a:rPr lang="en-US"/>
                <a:t>, you’ll each get only a </a:t>
              </a:r>
              <a:r>
                <a:rPr lang="en-US">
                  <a:solidFill>
                    <a:srgbClr val="0070C0"/>
                  </a:solidFill>
                </a:rPr>
                <a:t>quarter</a:t>
              </a:r>
              <a:r>
                <a:rPr lang="en-US"/>
                <a:t> of the treasure, and the wise old man keeps the remaining half.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96E582-F697-DDB1-B757-EDAA823B42E4}"/>
                </a:ext>
              </a:extLst>
            </p:cNvPr>
            <p:cNvSpPr txBox="1"/>
            <p:nvPr/>
          </p:nvSpPr>
          <p:spPr>
            <a:xfrm>
              <a:off x="5297593" y="5158225"/>
              <a:ext cx="62511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US"/>
                <a:t>If one writes </a:t>
              </a:r>
              <a:r>
                <a:rPr lang="en-US" b="1"/>
                <a:t>SHARE</a:t>
              </a:r>
              <a:r>
                <a:rPr lang="en-US"/>
                <a:t> and the other writes </a:t>
              </a:r>
              <a:r>
                <a:rPr lang="en-US" b="1"/>
                <a:t>TAKE</a:t>
              </a:r>
              <a:r>
                <a:rPr lang="en-US"/>
                <a:t>, the person who wrote </a:t>
              </a:r>
              <a:r>
                <a:rPr lang="en-US" b="1"/>
                <a:t>TAKE</a:t>
              </a:r>
              <a:r>
                <a:rPr lang="en-US"/>
                <a:t> gets the </a:t>
              </a:r>
              <a:r>
                <a:rPr lang="en-US">
                  <a:solidFill>
                    <a:srgbClr val="0070C0"/>
                  </a:solidFill>
                </a:rPr>
                <a:t>whole</a:t>
              </a:r>
              <a:r>
                <a:rPr lang="en-US"/>
                <a:t> treasure, while the one who wrote </a:t>
              </a:r>
              <a:r>
                <a:rPr lang="en-US" b="1"/>
                <a:t>SHARE</a:t>
              </a:r>
              <a:r>
                <a:rPr lang="en-US"/>
                <a:t> gets </a:t>
              </a:r>
              <a:r>
                <a:rPr lang="en-US">
                  <a:solidFill>
                    <a:srgbClr val="0070C0"/>
                  </a:solidFill>
                </a:rPr>
                <a:t>nothing</a:t>
              </a:r>
              <a:r>
                <a:rPr lang="en-US"/>
                <a:t>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67B0860-8077-EFE7-F685-0B085D4495E7}"/>
              </a:ext>
            </a:extLst>
          </p:cNvPr>
          <p:cNvSpPr txBox="1">
            <a:spLocks noChangeAspect="1"/>
          </p:cNvSpPr>
          <p:nvPr/>
        </p:nvSpPr>
        <p:spPr>
          <a:xfrm>
            <a:off x="4619722" y="130114"/>
            <a:ext cx="27432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743200"/>
                      <a:gd name="connsiteY0" fmla="*/ 0 h 1200329"/>
                      <a:gd name="connsiteX1" fmla="*/ 521208 w 2743200"/>
                      <a:gd name="connsiteY1" fmla="*/ 0 h 1200329"/>
                      <a:gd name="connsiteX2" fmla="*/ 987552 w 2743200"/>
                      <a:gd name="connsiteY2" fmla="*/ 0 h 1200329"/>
                      <a:gd name="connsiteX3" fmla="*/ 1481328 w 2743200"/>
                      <a:gd name="connsiteY3" fmla="*/ 0 h 1200329"/>
                      <a:gd name="connsiteX4" fmla="*/ 2057400 w 2743200"/>
                      <a:gd name="connsiteY4" fmla="*/ 0 h 1200329"/>
                      <a:gd name="connsiteX5" fmla="*/ 2743200 w 2743200"/>
                      <a:gd name="connsiteY5" fmla="*/ 0 h 1200329"/>
                      <a:gd name="connsiteX6" fmla="*/ 2743200 w 2743200"/>
                      <a:gd name="connsiteY6" fmla="*/ 376103 h 1200329"/>
                      <a:gd name="connsiteX7" fmla="*/ 2743200 w 2743200"/>
                      <a:gd name="connsiteY7" fmla="*/ 740203 h 1200329"/>
                      <a:gd name="connsiteX8" fmla="*/ 2743200 w 2743200"/>
                      <a:gd name="connsiteY8" fmla="*/ 1200329 h 1200329"/>
                      <a:gd name="connsiteX9" fmla="*/ 2194560 w 2743200"/>
                      <a:gd name="connsiteY9" fmla="*/ 1200329 h 1200329"/>
                      <a:gd name="connsiteX10" fmla="*/ 1700784 w 2743200"/>
                      <a:gd name="connsiteY10" fmla="*/ 1200329 h 1200329"/>
                      <a:gd name="connsiteX11" fmla="*/ 1097280 w 2743200"/>
                      <a:gd name="connsiteY11" fmla="*/ 1200329 h 1200329"/>
                      <a:gd name="connsiteX12" fmla="*/ 576072 w 2743200"/>
                      <a:gd name="connsiteY12" fmla="*/ 1200329 h 1200329"/>
                      <a:gd name="connsiteX13" fmla="*/ 0 w 2743200"/>
                      <a:gd name="connsiteY13" fmla="*/ 1200329 h 1200329"/>
                      <a:gd name="connsiteX14" fmla="*/ 0 w 2743200"/>
                      <a:gd name="connsiteY14" fmla="*/ 788216 h 1200329"/>
                      <a:gd name="connsiteX15" fmla="*/ 0 w 2743200"/>
                      <a:gd name="connsiteY15" fmla="*/ 400110 h 1200329"/>
                      <a:gd name="connsiteX16" fmla="*/ 0 w 2743200"/>
                      <a:gd name="connsiteY16" fmla="*/ 0 h 12003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743200" h="1200329" fill="none" extrusionOk="0">
                        <a:moveTo>
                          <a:pt x="0" y="0"/>
                        </a:moveTo>
                        <a:cubicBezTo>
                          <a:pt x="143356" y="-1679"/>
                          <a:pt x="403279" y="49694"/>
                          <a:pt x="521208" y="0"/>
                        </a:cubicBezTo>
                        <a:cubicBezTo>
                          <a:pt x="639137" y="-49694"/>
                          <a:pt x="828592" y="39297"/>
                          <a:pt x="987552" y="0"/>
                        </a:cubicBezTo>
                        <a:cubicBezTo>
                          <a:pt x="1146512" y="-39297"/>
                          <a:pt x="1262241" y="42672"/>
                          <a:pt x="1481328" y="0"/>
                        </a:cubicBezTo>
                        <a:cubicBezTo>
                          <a:pt x="1700415" y="-42672"/>
                          <a:pt x="1843029" y="57849"/>
                          <a:pt x="2057400" y="0"/>
                        </a:cubicBezTo>
                        <a:cubicBezTo>
                          <a:pt x="2271771" y="-57849"/>
                          <a:pt x="2410452" y="43477"/>
                          <a:pt x="2743200" y="0"/>
                        </a:cubicBezTo>
                        <a:cubicBezTo>
                          <a:pt x="2757367" y="169149"/>
                          <a:pt x="2700294" y="219373"/>
                          <a:pt x="2743200" y="376103"/>
                        </a:cubicBezTo>
                        <a:cubicBezTo>
                          <a:pt x="2786106" y="532833"/>
                          <a:pt x="2712564" y="599246"/>
                          <a:pt x="2743200" y="740203"/>
                        </a:cubicBezTo>
                        <a:cubicBezTo>
                          <a:pt x="2773836" y="881160"/>
                          <a:pt x="2699270" y="1059557"/>
                          <a:pt x="2743200" y="1200329"/>
                        </a:cubicBezTo>
                        <a:cubicBezTo>
                          <a:pt x="2623402" y="1258230"/>
                          <a:pt x="2449129" y="1179354"/>
                          <a:pt x="2194560" y="1200329"/>
                        </a:cubicBezTo>
                        <a:cubicBezTo>
                          <a:pt x="1939991" y="1221304"/>
                          <a:pt x="1851356" y="1156272"/>
                          <a:pt x="1700784" y="1200329"/>
                        </a:cubicBezTo>
                        <a:cubicBezTo>
                          <a:pt x="1550212" y="1244386"/>
                          <a:pt x="1246655" y="1186143"/>
                          <a:pt x="1097280" y="1200329"/>
                        </a:cubicBezTo>
                        <a:cubicBezTo>
                          <a:pt x="947905" y="1214515"/>
                          <a:pt x="696935" y="1194342"/>
                          <a:pt x="576072" y="1200329"/>
                        </a:cubicBezTo>
                        <a:cubicBezTo>
                          <a:pt x="455209" y="1206316"/>
                          <a:pt x="189603" y="1174524"/>
                          <a:pt x="0" y="1200329"/>
                        </a:cubicBezTo>
                        <a:cubicBezTo>
                          <a:pt x="-36570" y="1073116"/>
                          <a:pt x="11" y="923213"/>
                          <a:pt x="0" y="788216"/>
                        </a:cubicBezTo>
                        <a:cubicBezTo>
                          <a:pt x="-11" y="653219"/>
                          <a:pt x="24973" y="546784"/>
                          <a:pt x="0" y="400110"/>
                        </a:cubicBezTo>
                        <a:cubicBezTo>
                          <a:pt x="-24973" y="253436"/>
                          <a:pt x="17867" y="124798"/>
                          <a:pt x="0" y="0"/>
                        </a:cubicBezTo>
                        <a:close/>
                      </a:path>
                      <a:path w="2743200" h="1200329" stroke="0" extrusionOk="0">
                        <a:moveTo>
                          <a:pt x="0" y="0"/>
                        </a:moveTo>
                        <a:cubicBezTo>
                          <a:pt x="229318" y="-6392"/>
                          <a:pt x="401789" y="18958"/>
                          <a:pt x="521208" y="0"/>
                        </a:cubicBezTo>
                        <a:cubicBezTo>
                          <a:pt x="640627" y="-18958"/>
                          <a:pt x="889635" y="51740"/>
                          <a:pt x="987552" y="0"/>
                        </a:cubicBezTo>
                        <a:cubicBezTo>
                          <a:pt x="1085469" y="-51740"/>
                          <a:pt x="1389405" y="33160"/>
                          <a:pt x="1591056" y="0"/>
                        </a:cubicBezTo>
                        <a:cubicBezTo>
                          <a:pt x="1792707" y="-33160"/>
                          <a:pt x="1962286" y="57170"/>
                          <a:pt x="2112264" y="0"/>
                        </a:cubicBezTo>
                        <a:cubicBezTo>
                          <a:pt x="2262242" y="-57170"/>
                          <a:pt x="2440659" y="58656"/>
                          <a:pt x="2743200" y="0"/>
                        </a:cubicBezTo>
                        <a:cubicBezTo>
                          <a:pt x="2758969" y="122159"/>
                          <a:pt x="2714385" y="286271"/>
                          <a:pt x="2743200" y="424116"/>
                        </a:cubicBezTo>
                        <a:cubicBezTo>
                          <a:pt x="2772015" y="561961"/>
                          <a:pt x="2730867" y="650178"/>
                          <a:pt x="2743200" y="824226"/>
                        </a:cubicBezTo>
                        <a:cubicBezTo>
                          <a:pt x="2755533" y="998274"/>
                          <a:pt x="2715684" y="1018621"/>
                          <a:pt x="2743200" y="1200329"/>
                        </a:cubicBezTo>
                        <a:cubicBezTo>
                          <a:pt x="2628075" y="1235271"/>
                          <a:pt x="2354068" y="1199567"/>
                          <a:pt x="2249424" y="1200329"/>
                        </a:cubicBezTo>
                        <a:cubicBezTo>
                          <a:pt x="2144780" y="1201091"/>
                          <a:pt x="1821866" y="1183304"/>
                          <a:pt x="1700784" y="1200329"/>
                        </a:cubicBezTo>
                        <a:cubicBezTo>
                          <a:pt x="1579702" y="1217354"/>
                          <a:pt x="1311942" y="1179197"/>
                          <a:pt x="1152144" y="1200329"/>
                        </a:cubicBezTo>
                        <a:cubicBezTo>
                          <a:pt x="992346" y="1221461"/>
                          <a:pt x="762841" y="1181747"/>
                          <a:pt x="630936" y="1200329"/>
                        </a:cubicBezTo>
                        <a:cubicBezTo>
                          <a:pt x="499031" y="1218911"/>
                          <a:pt x="242962" y="1190931"/>
                          <a:pt x="0" y="1200329"/>
                        </a:cubicBezTo>
                        <a:cubicBezTo>
                          <a:pt x="-50310" y="1067409"/>
                          <a:pt x="23771" y="957076"/>
                          <a:pt x="0" y="776213"/>
                        </a:cubicBezTo>
                        <a:cubicBezTo>
                          <a:pt x="-23771" y="595350"/>
                          <a:pt x="24572" y="550718"/>
                          <a:pt x="0" y="352097"/>
                        </a:cubicBezTo>
                        <a:cubicBezTo>
                          <a:pt x="-24572" y="153476"/>
                          <a:pt x="2515" y="11012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endParaRPr lang="en-US" sz="2400" b="1"/>
          </a:p>
          <a:p>
            <a:pPr algn="ctr"/>
            <a:r>
              <a:rPr lang="en-US" sz="2400" b="1"/>
              <a:t>SHARE</a:t>
            </a:r>
          </a:p>
          <a:p>
            <a:pPr algn="ctr"/>
            <a:endParaRPr lang="en-US" sz="2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36A40-4664-765C-11A8-DA8891268764}"/>
              </a:ext>
            </a:extLst>
          </p:cNvPr>
          <p:cNvSpPr txBox="1">
            <a:spLocks noChangeAspect="1"/>
          </p:cNvSpPr>
          <p:nvPr/>
        </p:nvSpPr>
        <p:spPr>
          <a:xfrm>
            <a:off x="8394192" y="173929"/>
            <a:ext cx="27432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743200"/>
                      <a:gd name="connsiteY0" fmla="*/ 0 h 1200329"/>
                      <a:gd name="connsiteX1" fmla="*/ 521208 w 2743200"/>
                      <a:gd name="connsiteY1" fmla="*/ 0 h 1200329"/>
                      <a:gd name="connsiteX2" fmla="*/ 987552 w 2743200"/>
                      <a:gd name="connsiteY2" fmla="*/ 0 h 1200329"/>
                      <a:gd name="connsiteX3" fmla="*/ 1481328 w 2743200"/>
                      <a:gd name="connsiteY3" fmla="*/ 0 h 1200329"/>
                      <a:gd name="connsiteX4" fmla="*/ 2057400 w 2743200"/>
                      <a:gd name="connsiteY4" fmla="*/ 0 h 1200329"/>
                      <a:gd name="connsiteX5" fmla="*/ 2743200 w 2743200"/>
                      <a:gd name="connsiteY5" fmla="*/ 0 h 1200329"/>
                      <a:gd name="connsiteX6" fmla="*/ 2743200 w 2743200"/>
                      <a:gd name="connsiteY6" fmla="*/ 376103 h 1200329"/>
                      <a:gd name="connsiteX7" fmla="*/ 2743200 w 2743200"/>
                      <a:gd name="connsiteY7" fmla="*/ 740203 h 1200329"/>
                      <a:gd name="connsiteX8" fmla="*/ 2743200 w 2743200"/>
                      <a:gd name="connsiteY8" fmla="*/ 1200329 h 1200329"/>
                      <a:gd name="connsiteX9" fmla="*/ 2194560 w 2743200"/>
                      <a:gd name="connsiteY9" fmla="*/ 1200329 h 1200329"/>
                      <a:gd name="connsiteX10" fmla="*/ 1700784 w 2743200"/>
                      <a:gd name="connsiteY10" fmla="*/ 1200329 h 1200329"/>
                      <a:gd name="connsiteX11" fmla="*/ 1097280 w 2743200"/>
                      <a:gd name="connsiteY11" fmla="*/ 1200329 h 1200329"/>
                      <a:gd name="connsiteX12" fmla="*/ 576072 w 2743200"/>
                      <a:gd name="connsiteY12" fmla="*/ 1200329 h 1200329"/>
                      <a:gd name="connsiteX13" fmla="*/ 0 w 2743200"/>
                      <a:gd name="connsiteY13" fmla="*/ 1200329 h 1200329"/>
                      <a:gd name="connsiteX14" fmla="*/ 0 w 2743200"/>
                      <a:gd name="connsiteY14" fmla="*/ 788216 h 1200329"/>
                      <a:gd name="connsiteX15" fmla="*/ 0 w 2743200"/>
                      <a:gd name="connsiteY15" fmla="*/ 400110 h 1200329"/>
                      <a:gd name="connsiteX16" fmla="*/ 0 w 2743200"/>
                      <a:gd name="connsiteY16" fmla="*/ 0 h 12003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743200" h="1200329" fill="none" extrusionOk="0">
                        <a:moveTo>
                          <a:pt x="0" y="0"/>
                        </a:moveTo>
                        <a:cubicBezTo>
                          <a:pt x="143356" y="-1679"/>
                          <a:pt x="403279" y="49694"/>
                          <a:pt x="521208" y="0"/>
                        </a:cubicBezTo>
                        <a:cubicBezTo>
                          <a:pt x="639137" y="-49694"/>
                          <a:pt x="828592" y="39297"/>
                          <a:pt x="987552" y="0"/>
                        </a:cubicBezTo>
                        <a:cubicBezTo>
                          <a:pt x="1146512" y="-39297"/>
                          <a:pt x="1262241" y="42672"/>
                          <a:pt x="1481328" y="0"/>
                        </a:cubicBezTo>
                        <a:cubicBezTo>
                          <a:pt x="1700415" y="-42672"/>
                          <a:pt x="1843029" y="57849"/>
                          <a:pt x="2057400" y="0"/>
                        </a:cubicBezTo>
                        <a:cubicBezTo>
                          <a:pt x="2271771" y="-57849"/>
                          <a:pt x="2410452" y="43477"/>
                          <a:pt x="2743200" y="0"/>
                        </a:cubicBezTo>
                        <a:cubicBezTo>
                          <a:pt x="2757367" y="169149"/>
                          <a:pt x="2700294" y="219373"/>
                          <a:pt x="2743200" y="376103"/>
                        </a:cubicBezTo>
                        <a:cubicBezTo>
                          <a:pt x="2786106" y="532833"/>
                          <a:pt x="2712564" y="599246"/>
                          <a:pt x="2743200" y="740203"/>
                        </a:cubicBezTo>
                        <a:cubicBezTo>
                          <a:pt x="2773836" y="881160"/>
                          <a:pt x="2699270" y="1059557"/>
                          <a:pt x="2743200" y="1200329"/>
                        </a:cubicBezTo>
                        <a:cubicBezTo>
                          <a:pt x="2623402" y="1258230"/>
                          <a:pt x="2449129" y="1179354"/>
                          <a:pt x="2194560" y="1200329"/>
                        </a:cubicBezTo>
                        <a:cubicBezTo>
                          <a:pt x="1939991" y="1221304"/>
                          <a:pt x="1851356" y="1156272"/>
                          <a:pt x="1700784" y="1200329"/>
                        </a:cubicBezTo>
                        <a:cubicBezTo>
                          <a:pt x="1550212" y="1244386"/>
                          <a:pt x="1246655" y="1186143"/>
                          <a:pt x="1097280" y="1200329"/>
                        </a:cubicBezTo>
                        <a:cubicBezTo>
                          <a:pt x="947905" y="1214515"/>
                          <a:pt x="696935" y="1194342"/>
                          <a:pt x="576072" y="1200329"/>
                        </a:cubicBezTo>
                        <a:cubicBezTo>
                          <a:pt x="455209" y="1206316"/>
                          <a:pt x="189603" y="1174524"/>
                          <a:pt x="0" y="1200329"/>
                        </a:cubicBezTo>
                        <a:cubicBezTo>
                          <a:pt x="-36570" y="1073116"/>
                          <a:pt x="11" y="923213"/>
                          <a:pt x="0" y="788216"/>
                        </a:cubicBezTo>
                        <a:cubicBezTo>
                          <a:pt x="-11" y="653219"/>
                          <a:pt x="24973" y="546784"/>
                          <a:pt x="0" y="400110"/>
                        </a:cubicBezTo>
                        <a:cubicBezTo>
                          <a:pt x="-24973" y="253436"/>
                          <a:pt x="17867" y="124798"/>
                          <a:pt x="0" y="0"/>
                        </a:cubicBezTo>
                        <a:close/>
                      </a:path>
                      <a:path w="2743200" h="1200329" stroke="0" extrusionOk="0">
                        <a:moveTo>
                          <a:pt x="0" y="0"/>
                        </a:moveTo>
                        <a:cubicBezTo>
                          <a:pt x="229318" y="-6392"/>
                          <a:pt x="401789" y="18958"/>
                          <a:pt x="521208" y="0"/>
                        </a:cubicBezTo>
                        <a:cubicBezTo>
                          <a:pt x="640627" y="-18958"/>
                          <a:pt x="889635" y="51740"/>
                          <a:pt x="987552" y="0"/>
                        </a:cubicBezTo>
                        <a:cubicBezTo>
                          <a:pt x="1085469" y="-51740"/>
                          <a:pt x="1389405" y="33160"/>
                          <a:pt x="1591056" y="0"/>
                        </a:cubicBezTo>
                        <a:cubicBezTo>
                          <a:pt x="1792707" y="-33160"/>
                          <a:pt x="1962286" y="57170"/>
                          <a:pt x="2112264" y="0"/>
                        </a:cubicBezTo>
                        <a:cubicBezTo>
                          <a:pt x="2262242" y="-57170"/>
                          <a:pt x="2440659" y="58656"/>
                          <a:pt x="2743200" y="0"/>
                        </a:cubicBezTo>
                        <a:cubicBezTo>
                          <a:pt x="2758969" y="122159"/>
                          <a:pt x="2714385" y="286271"/>
                          <a:pt x="2743200" y="424116"/>
                        </a:cubicBezTo>
                        <a:cubicBezTo>
                          <a:pt x="2772015" y="561961"/>
                          <a:pt x="2730867" y="650178"/>
                          <a:pt x="2743200" y="824226"/>
                        </a:cubicBezTo>
                        <a:cubicBezTo>
                          <a:pt x="2755533" y="998274"/>
                          <a:pt x="2715684" y="1018621"/>
                          <a:pt x="2743200" y="1200329"/>
                        </a:cubicBezTo>
                        <a:cubicBezTo>
                          <a:pt x="2628075" y="1235271"/>
                          <a:pt x="2354068" y="1199567"/>
                          <a:pt x="2249424" y="1200329"/>
                        </a:cubicBezTo>
                        <a:cubicBezTo>
                          <a:pt x="2144780" y="1201091"/>
                          <a:pt x="1821866" y="1183304"/>
                          <a:pt x="1700784" y="1200329"/>
                        </a:cubicBezTo>
                        <a:cubicBezTo>
                          <a:pt x="1579702" y="1217354"/>
                          <a:pt x="1311942" y="1179197"/>
                          <a:pt x="1152144" y="1200329"/>
                        </a:cubicBezTo>
                        <a:cubicBezTo>
                          <a:pt x="992346" y="1221461"/>
                          <a:pt x="762841" y="1181747"/>
                          <a:pt x="630936" y="1200329"/>
                        </a:cubicBezTo>
                        <a:cubicBezTo>
                          <a:pt x="499031" y="1218911"/>
                          <a:pt x="242962" y="1190931"/>
                          <a:pt x="0" y="1200329"/>
                        </a:cubicBezTo>
                        <a:cubicBezTo>
                          <a:pt x="-50310" y="1067409"/>
                          <a:pt x="23771" y="957076"/>
                          <a:pt x="0" y="776213"/>
                        </a:cubicBezTo>
                        <a:cubicBezTo>
                          <a:pt x="-23771" y="595350"/>
                          <a:pt x="24572" y="550718"/>
                          <a:pt x="0" y="352097"/>
                        </a:cubicBezTo>
                        <a:cubicBezTo>
                          <a:pt x="-24572" y="153476"/>
                          <a:pt x="2515" y="11012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endParaRPr lang="en-US" sz="2400" b="1"/>
          </a:p>
          <a:p>
            <a:pPr algn="ctr"/>
            <a:r>
              <a:rPr lang="en-US" sz="2400" b="1"/>
              <a:t>TAKE</a:t>
            </a:r>
          </a:p>
          <a:p>
            <a:pPr algn="ctr"/>
            <a:endParaRPr lang="en-US" sz="24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B19D7-5083-C357-E41E-E89483037734}"/>
              </a:ext>
            </a:extLst>
          </p:cNvPr>
          <p:cNvSpPr txBox="1"/>
          <p:nvPr/>
        </p:nvSpPr>
        <p:spPr>
          <a:xfrm>
            <a:off x="5059612" y="3165422"/>
            <a:ext cx="6489091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In the </a:t>
            </a:r>
            <a:r>
              <a:rPr lang="en-US" b="1"/>
              <a:t>Google Form</a:t>
            </a:r>
            <a:r>
              <a:rPr lang="en-US"/>
              <a:t>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Question 1: Secretly choose </a:t>
            </a:r>
            <a:r>
              <a:rPr lang="en-US" b="1"/>
              <a:t>SHARE</a:t>
            </a:r>
            <a:r>
              <a:rPr lang="en-US"/>
              <a:t> or </a:t>
            </a:r>
            <a:r>
              <a:rPr lang="en-US" b="1"/>
              <a:t>TAKE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Question 2: Briefly explain why your choice is the better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Your choice will be randomly paired with a classmate’s response.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D63B8-AFAF-1ADC-2243-4B8D3ACE7217}"/>
              </a:ext>
            </a:extLst>
          </p:cNvPr>
          <p:cNvSpPr/>
          <p:nvPr/>
        </p:nvSpPr>
        <p:spPr>
          <a:xfrm>
            <a:off x="5059612" y="4503593"/>
            <a:ext cx="6489091" cy="2224293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489091"/>
                      <a:gd name="connsiteY0" fmla="*/ 0 h 2224293"/>
                      <a:gd name="connsiteX1" fmla="*/ 525026 w 6489091"/>
                      <a:gd name="connsiteY1" fmla="*/ 0 h 2224293"/>
                      <a:gd name="connsiteX2" fmla="*/ 920271 w 6489091"/>
                      <a:gd name="connsiteY2" fmla="*/ 0 h 2224293"/>
                      <a:gd name="connsiteX3" fmla="*/ 1639970 w 6489091"/>
                      <a:gd name="connsiteY3" fmla="*/ 0 h 2224293"/>
                      <a:gd name="connsiteX4" fmla="*/ 2164997 w 6489091"/>
                      <a:gd name="connsiteY4" fmla="*/ 0 h 2224293"/>
                      <a:gd name="connsiteX5" fmla="*/ 2690023 w 6489091"/>
                      <a:gd name="connsiteY5" fmla="*/ 0 h 2224293"/>
                      <a:gd name="connsiteX6" fmla="*/ 3409722 w 6489091"/>
                      <a:gd name="connsiteY6" fmla="*/ 0 h 2224293"/>
                      <a:gd name="connsiteX7" fmla="*/ 3869858 w 6489091"/>
                      <a:gd name="connsiteY7" fmla="*/ 0 h 2224293"/>
                      <a:gd name="connsiteX8" fmla="*/ 4589557 w 6489091"/>
                      <a:gd name="connsiteY8" fmla="*/ 0 h 2224293"/>
                      <a:gd name="connsiteX9" fmla="*/ 5309256 w 6489091"/>
                      <a:gd name="connsiteY9" fmla="*/ 0 h 2224293"/>
                      <a:gd name="connsiteX10" fmla="*/ 5899174 w 6489091"/>
                      <a:gd name="connsiteY10" fmla="*/ 0 h 2224293"/>
                      <a:gd name="connsiteX11" fmla="*/ 6489091 w 6489091"/>
                      <a:gd name="connsiteY11" fmla="*/ 0 h 2224293"/>
                      <a:gd name="connsiteX12" fmla="*/ 6489091 w 6489091"/>
                      <a:gd name="connsiteY12" fmla="*/ 533830 h 2224293"/>
                      <a:gd name="connsiteX13" fmla="*/ 6489091 w 6489091"/>
                      <a:gd name="connsiteY13" fmla="*/ 1023175 h 2224293"/>
                      <a:gd name="connsiteX14" fmla="*/ 6489091 w 6489091"/>
                      <a:gd name="connsiteY14" fmla="*/ 1579248 h 2224293"/>
                      <a:gd name="connsiteX15" fmla="*/ 6489091 w 6489091"/>
                      <a:gd name="connsiteY15" fmla="*/ 2224293 h 2224293"/>
                      <a:gd name="connsiteX16" fmla="*/ 5899174 w 6489091"/>
                      <a:gd name="connsiteY16" fmla="*/ 2224293 h 2224293"/>
                      <a:gd name="connsiteX17" fmla="*/ 5179474 w 6489091"/>
                      <a:gd name="connsiteY17" fmla="*/ 2224293 h 2224293"/>
                      <a:gd name="connsiteX18" fmla="*/ 4589557 w 6489091"/>
                      <a:gd name="connsiteY18" fmla="*/ 2224293 h 2224293"/>
                      <a:gd name="connsiteX19" fmla="*/ 4194312 w 6489091"/>
                      <a:gd name="connsiteY19" fmla="*/ 2224293 h 2224293"/>
                      <a:gd name="connsiteX20" fmla="*/ 3734177 w 6489091"/>
                      <a:gd name="connsiteY20" fmla="*/ 2224293 h 2224293"/>
                      <a:gd name="connsiteX21" fmla="*/ 3014478 w 6489091"/>
                      <a:gd name="connsiteY21" fmla="*/ 2224293 h 2224293"/>
                      <a:gd name="connsiteX22" fmla="*/ 2424560 w 6489091"/>
                      <a:gd name="connsiteY22" fmla="*/ 2224293 h 2224293"/>
                      <a:gd name="connsiteX23" fmla="*/ 1964425 w 6489091"/>
                      <a:gd name="connsiteY23" fmla="*/ 2224293 h 2224293"/>
                      <a:gd name="connsiteX24" fmla="*/ 1374507 w 6489091"/>
                      <a:gd name="connsiteY24" fmla="*/ 2224293 h 2224293"/>
                      <a:gd name="connsiteX25" fmla="*/ 979263 w 6489091"/>
                      <a:gd name="connsiteY25" fmla="*/ 2224293 h 2224293"/>
                      <a:gd name="connsiteX26" fmla="*/ 584018 w 6489091"/>
                      <a:gd name="connsiteY26" fmla="*/ 2224293 h 2224293"/>
                      <a:gd name="connsiteX27" fmla="*/ 0 w 6489091"/>
                      <a:gd name="connsiteY27" fmla="*/ 2224293 h 2224293"/>
                      <a:gd name="connsiteX28" fmla="*/ 0 w 6489091"/>
                      <a:gd name="connsiteY28" fmla="*/ 1712706 h 2224293"/>
                      <a:gd name="connsiteX29" fmla="*/ 0 w 6489091"/>
                      <a:gd name="connsiteY29" fmla="*/ 1112147 h 2224293"/>
                      <a:gd name="connsiteX30" fmla="*/ 0 w 6489091"/>
                      <a:gd name="connsiteY30" fmla="*/ 578316 h 2224293"/>
                      <a:gd name="connsiteX31" fmla="*/ 0 w 6489091"/>
                      <a:gd name="connsiteY31" fmla="*/ 0 h 2224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6489091" h="2224293" extrusionOk="0">
                        <a:moveTo>
                          <a:pt x="0" y="0"/>
                        </a:moveTo>
                        <a:cubicBezTo>
                          <a:pt x="226445" y="-3049"/>
                          <a:pt x="363114" y="14441"/>
                          <a:pt x="525026" y="0"/>
                        </a:cubicBezTo>
                        <a:cubicBezTo>
                          <a:pt x="686938" y="-14441"/>
                          <a:pt x="786139" y="18282"/>
                          <a:pt x="920271" y="0"/>
                        </a:cubicBezTo>
                        <a:cubicBezTo>
                          <a:pt x="1054404" y="-18282"/>
                          <a:pt x="1404568" y="82662"/>
                          <a:pt x="1639970" y="0"/>
                        </a:cubicBezTo>
                        <a:cubicBezTo>
                          <a:pt x="1875372" y="-82662"/>
                          <a:pt x="2047547" y="42265"/>
                          <a:pt x="2164997" y="0"/>
                        </a:cubicBezTo>
                        <a:cubicBezTo>
                          <a:pt x="2282447" y="-42265"/>
                          <a:pt x="2517971" y="53753"/>
                          <a:pt x="2690023" y="0"/>
                        </a:cubicBezTo>
                        <a:cubicBezTo>
                          <a:pt x="2862075" y="-53753"/>
                          <a:pt x="3115287" y="78751"/>
                          <a:pt x="3409722" y="0"/>
                        </a:cubicBezTo>
                        <a:cubicBezTo>
                          <a:pt x="3704157" y="-78751"/>
                          <a:pt x="3744949" y="52862"/>
                          <a:pt x="3869858" y="0"/>
                        </a:cubicBezTo>
                        <a:cubicBezTo>
                          <a:pt x="3994767" y="-52862"/>
                          <a:pt x="4345518" y="55399"/>
                          <a:pt x="4589557" y="0"/>
                        </a:cubicBezTo>
                        <a:cubicBezTo>
                          <a:pt x="4833596" y="-55399"/>
                          <a:pt x="4951056" y="11345"/>
                          <a:pt x="5309256" y="0"/>
                        </a:cubicBezTo>
                        <a:cubicBezTo>
                          <a:pt x="5667456" y="-11345"/>
                          <a:pt x="5755762" y="9366"/>
                          <a:pt x="5899174" y="0"/>
                        </a:cubicBezTo>
                        <a:cubicBezTo>
                          <a:pt x="6042586" y="-9366"/>
                          <a:pt x="6284772" y="63924"/>
                          <a:pt x="6489091" y="0"/>
                        </a:cubicBezTo>
                        <a:cubicBezTo>
                          <a:pt x="6532617" y="151247"/>
                          <a:pt x="6426245" y="411699"/>
                          <a:pt x="6489091" y="533830"/>
                        </a:cubicBezTo>
                        <a:cubicBezTo>
                          <a:pt x="6551937" y="655961"/>
                          <a:pt x="6442810" y="820324"/>
                          <a:pt x="6489091" y="1023175"/>
                        </a:cubicBezTo>
                        <a:cubicBezTo>
                          <a:pt x="6535372" y="1226026"/>
                          <a:pt x="6472168" y="1441337"/>
                          <a:pt x="6489091" y="1579248"/>
                        </a:cubicBezTo>
                        <a:cubicBezTo>
                          <a:pt x="6506014" y="1717159"/>
                          <a:pt x="6481971" y="1916450"/>
                          <a:pt x="6489091" y="2224293"/>
                        </a:cubicBezTo>
                        <a:cubicBezTo>
                          <a:pt x="6336546" y="2255928"/>
                          <a:pt x="6188626" y="2179071"/>
                          <a:pt x="5899174" y="2224293"/>
                        </a:cubicBezTo>
                        <a:cubicBezTo>
                          <a:pt x="5609722" y="2269515"/>
                          <a:pt x="5350938" y="2196661"/>
                          <a:pt x="5179474" y="2224293"/>
                        </a:cubicBezTo>
                        <a:cubicBezTo>
                          <a:pt x="5008010" y="2251925"/>
                          <a:pt x="4825771" y="2161930"/>
                          <a:pt x="4589557" y="2224293"/>
                        </a:cubicBezTo>
                        <a:cubicBezTo>
                          <a:pt x="4353343" y="2286656"/>
                          <a:pt x="4356884" y="2196732"/>
                          <a:pt x="4194312" y="2224293"/>
                        </a:cubicBezTo>
                        <a:cubicBezTo>
                          <a:pt x="4031740" y="2251854"/>
                          <a:pt x="3929943" y="2219783"/>
                          <a:pt x="3734177" y="2224293"/>
                        </a:cubicBezTo>
                        <a:cubicBezTo>
                          <a:pt x="3538412" y="2228803"/>
                          <a:pt x="3226367" y="2179993"/>
                          <a:pt x="3014478" y="2224293"/>
                        </a:cubicBezTo>
                        <a:cubicBezTo>
                          <a:pt x="2802589" y="2268593"/>
                          <a:pt x="2696235" y="2193203"/>
                          <a:pt x="2424560" y="2224293"/>
                        </a:cubicBezTo>
                        <a:cubicBezTo>
                          <a:pt x="2152885" y="2255383"/>
                          <a:pt x="2082858" y="2202803"/>
                          <a:pt x="1964425" y="2224293"/>
                        </a:cubicBezTo>
                        <a:cubicBezTo>
                          <a:pt x="1845992" y="2245783"/>
                          <a:pt x="1610270" y="2164589"/>
                          <a:pt x="1374507" y="2224293"/>
                        </a:cubicBezTo>
                        <a:cubicBezTo>
                          <a:pt x="1138744" y="2283997"/>
                          <a:pt x="1110726" y="2191189"/>
                          <a:pt x="979263" y="2224293"/>
                        </a:cubicBezTo>
                        <a:cubicBezTo>
                          <a:pt x="847800" y="2257397"/>
                          <a:pt x="704531" y="2191154"/>
                          <a:pt x="584018" y="2224293"/>
                        </a:cubicBezTo>
                        <a:cubicBezTo>
                          <a:pt x="463506" y="2257432"/>
                          <a:pt x="249013" y="2177569"/>
                          <a:pt x="0" y="2224293"/>
                        </a:cubicBezTo>
                        <a:cubicBezTo>
                          <a:pt x="-30369" y="2034065"/>
                          <a:pt x="24765" y="1816286"/>
                          <a:pt x="0" y="1712706"/>
                        </a:cubicBezTo>
                        <a:cubicBezTo>
                          <a:pt x="-24765" y="1609126"/>
                          <a:pt x="22678" y="1328717"/>
                          <a:pt x="0" y="1112147"/>
                        </a:cubicBezTo>
                        <a:cubicBezTo>
                          <a:pt x="-22678" y="895577"/>
                          <a:pt x="55782" y="700918"/>
                          <a:pt x="0" y="578316"/>
                        </a:cubicBezTo>
                        <a:cubicBezTo>
                          <a:pt x="-55782" y="455714"/>
                          <a:pt x="40700" y="1276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6EFC81-B5B6-53E7-BF19-282E519D2874}"/>
              </a:ext>
            </a:extLst>
          </p:cNvPr>
          <p:cNvSpPr txBox="1"/>
          <p:nvPr/>
        </p:nvSpPr>
        <p:spPr>
          <a:xfrm>
            <a:off x="10068499" y="2051781"/>
            <a:ext cx="190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Google Classroom</a:t>
            </a:r>
          </a:p>
          <a:p>
            <a:r>
              <a:rPr lang="en-US"/>
              <a:t>Code: </a:t>
            </a:r>
            <a:r>
              <a:rPr lang="en-US" b="1"/>
              <a:t>45g3mt55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5A6253-4152-1BCD-54D0-DA6BC8E9F747}"/>
              </a:ext>
            </a:extLst>
          </p:cNvPr>
          <p:cNvSpPr/>
          <p:nvPr/>
        </p:nvSpPr>
        <p:spPr>
          <a:xfrm>
            <a:off x="10834557" y="1510353"/>
            <a:ext cx="1115568" cy="3200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7093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E5D12-9F97-D3E8-11A1-02A7D6E8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1F2EABB-9132-59B7-C3BC-BD3A2ABFF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C4E30-E7D9-209A-0D22-C924AD88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Reflections: Why Select </a:t>
            </a:r>
            <a:r>
              <a:rPr lang="en-US" b="1">
                <a:solidFill>
                  <a:srgbClr val="00B050"/>
                </a:solidFill>
              </a:rPr>
              <a:t>TAKE</a:t>
            </a:r>
            <a:r>
              <a:rPr lang="en-US" b="1"/>
              <a:t>?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CE720A28-8586-ED0D-7CCF-10B7A2874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04736-93E1-13EE-E01D-9A7ACA99A500}"/>
              </a:ext>
            </a:extLst>
          </p:cNvPr>
          <p:cNvSpPr txBox="1"/>
          <p:nvPr/>
        </p:nvSpPr>
        <p:spPr>
          <a:xfrm>
            <a:off x="4392762" y="3004288"/>
            <a:ext cx="428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Hoping for the best outcome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TAKE gives me a chance to get the whole treasure.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4307B-CE73-7D4F-52D1-BEC23969D561}"/>
              </a:ext>
            </a:extLst>
          </p:cNvPr>
          <p:cNvSpPr txBox="1"/>
          <p:nvPr/>
        </p:nvSpPr>
        <p:spPr>
          <a:xfrm>
            <a:off x="4395361" y="3743662"/>
            <a:ext cx="421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Distrust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 expect</a:t>
            </a:r>
            <a:r>
              <a:rPr kumimoji="0" lang="en-US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my friend to choose TAKE, so choosing SHARE will leave me vulnerable.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FF425-5A5D-E04B-BAC0-C424565C51B7}"/>
              </a:ext>
            </a:extLst>
          </p:cNvPr>
          <p:cNvSpPr txBox="1"/>
          <p:nvPr/>
        </p:nvSpPr>
        <p:spPr>
          <a:xfrm>
            <a:off x="4386132" y="5983488"/>
            <a:ext cx="4698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Short-Term Gain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>
                <a:latin typeface="Calibri" panose="020F0502020204030204"/>
              </a:rPr>
              <a:t>Valuing immediate rewards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over future </a:t>
            </a:r>
            <a:r>
              <a:rPr kumimoji="0" lang="en-US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friendship, or moral considerations.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2D428-2684-3DFB-B239-154654F19D2E}"/>
              </a:ext>
            </a:extLst>
          </p:cNvPr>
          <p:cNvSpPr txBox="1"/>
          <p:nvPr/>
        </p:nvSpPr>
        <p:spPr>
          <a:xfrm>
            <a:off x="4386132" y="4714791"/>
            <a:ext cx="443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Lack of credibility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>
                <a:latin typeface="Calibri" panose="020F0502020204030204"/>
              </a:rPr>
              <a:t>Even if I plan to SHARE, I don’t believe my friend trusts me to do that and will therefore choose TAKE</a:t>
            </a:r>
            <a:r>
              <a:rPr kumimoji="0" lang="en-US" b="0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86975D-0D8D-4952-35D5-359BCAD8A038}"/>
              </a:ext>
            </a:extLst>
          </p:cNvPr>
          <p:cNvSpPr txBox="1"/>
          <p:nvPr/>
        </p:nvSpPr>
        <p:spPr>
          <a:xfrm>
            <a:off x="4392761" y="1752271"/>
            <a:ext cx="4280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Fear</a:t>
            </a:r>
            <a:r>
              <a:rPr kumimoji="0" lang="en-US" b="1" i="0" u="none" strike="noStrike" kern="1200" cap="none" spc="0" normalizeH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worst outcome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Picking SHARE may lead to me getting nothing.</a:t>
            </a:r>
            <a:r>
              <a:rPr lang="en-US">
                <a:latin typeface="Calibri" panose="020F0502020204030204"/>
              </a:rPr>
              <a:t> 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 </a:t>
            </a:r>
            <a:r>
              <a:rPr kumimoji="0" lang="en-US" b="0" i="0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I’ll get at least a quarter of the treasure.  TAKE is the </a:t>
            </a:r>
            <a:r>
              <a:rPr kumimoji="0" lang="en-US" b="0" i="0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option.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6B3C8-4746-90A0-6067-EE1642591EC4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46F083-5836-3CAF-7387-473C13DB98BF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4C03B3-DDC5-EED8-36AF-8CB31AAF7BB3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4FBFDFF6-917D-C62F-69C1-5514B89185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4FBFDFF6-917D-C62F-69C1-5514B89185E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836F7E96-6C0A-7F08-3FC6-36B9C7D9D4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836F7E96-6C0A-7F08-3FC6-36B9C7D9D4A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1F34BA7-3E85-949D-60A4-A68614179A01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64C897D0-2AC9-D7CF-0839-41CE67CA2E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64C897D0-2AC9-D7CF-0839-41CE67CA2E1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A4750509-4597-D02C-38FA-28D05FC0D2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A4750509-4597-D02C-38FA-28D05FC0D2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52FA824-8F65-8E26-DA86-5C7D67729CF0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B9244E52-70DC-9AF2-D1E3-F48B2B3CDA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B9244E52-70DC-9AF2-D1E3-F48B2B3CDA7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E18A99A2-0760-64C8-B727-67AA9F4CC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lvl="0" algn="ctr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oMath>
                        </m:oMathPara>
                      </a14:m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E18A99A2-0760-64C8-B727-67AA9F4CC04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633FE90-72C0-CF94-895F-BC37B34C53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633FE90-72C0-CF94-895F-BC37B34C539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D0458FDC-F39E-0AB1-E7F7-9DC14B20ED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D0458FDC-F39E-0AB1-E7F7-9DC14B20ED5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B99DE29-EA73-1EA9-5B17-7D3E9AF4A3EF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C795CA1-FF30-601F-1361-B542A4167F8B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832FE0-5FB5-1D66-8E51-32ADA6C2C5D4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486BFE-C766-1B7E-E623-BE2BB70A97F6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70C0"/>
                  </a:solidFill>
                  <a:latin typeface="Segoe Script" panose="030B0504020000000003" pitchFamily="66" charset="0"/>
                </a:rPr>
                <a:t>The Outcome Matrix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CF91323-2BAE-B29E-4710-B13BDB9423BA}"/>
              </a:ext>
            </a:extLst>
          </p:cNvPr>
          <p:cNvSpPr txBox="1"/>
          <p:nvPr/>
        </p:nvSpPr>
        <p:spPr>
          <a:xfrm>
            <a:off x="9297927" y="2246555"/>
            <a:ext cx="2417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7030A0"/>
                </a:solidFill>
                <a:latin typeface="Segoe Script" panose="030B0504020000000003" pitchFamily="66" charset="0"/>
              </a:rPr>
              <a:t>…but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my outcome depends on not only my own action but also that</a:t>
            </a:r>
            <a:r>
              <a:rPr kumimoji="0" lang="en-US" sz="1400" i="0" u="none" strike="noStrike" kern="1200" cap="none" spc="0" normalizeH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 of my friend.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FCC382-A609-8E55-1BA3-E5E6AAD5F9E0}"/>
              </a:ext>
            </a:extLst>
          </p:cNvPr>
          <p:cNvSpPr/>
          <p:nvPr/>
        </p:nvSpPr>
        <p:spPr>
          <a:xfrm>
            <a:off x="6044344" y="3722340"/>
            <a:ext cx="1034313" cy="418434"/>
          </a:xfrm>
          <a:prstGeom prst="ellipse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4313"/>
                      <a:gd name="connsiteY0" fmla="*/ 209217 h 418434"/>
                      <a:gd name="connsiteX1" fmla="*/ 517157 w 1034313"/>
                      <a:gd name="connsiteY1" fmla="*/ 0 h 418434"/>
                      <a:gd name="connsiteX2" fmla="*/ 1034314 w 1034313"/>
                      <a:gd name="connsiteY2" fmla="*/ 209217 h 418434"/>
                      <a:gd name="connsiteX3" fmla="*/ 517157 w 1034313"/>
                      <a:gd name="connsiteY3" fmla="*/ 418434 h 418434"/>
                      <a:gd name="connsiteX4" fmla="*/ 0 w 1034313"/>
                      <a:gd name="connsiteY4" fmla="*/ 209217 h 4184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4313" h="418434" extrusionOk="0">
                        <a:moveTo>
                          <a:pt x="0" y="209217"/>
                        </a:moveTo>
                        <a:cubicBezTo>
                          <a:pt x="-12079" y="86219"/>
                          <a:pt x="175642" y="20979"/>
                          <a:pt x="517157" y="0"/>
                        </a:cubicBezTo>
                        <a:cubicBezTo>
                          <a:pt x="809567" y="1430"/>
                          <a:pt x="1004340" y="94623"/>
                          <a:pt x="1034314" y="209217"/>
                        </a:cubicBezTo>
                        <a:cubicBezTo>
                          <a:pt x="996044" y="362137"/>
                          <a:pt x="793133" y="471727"/>
                          <a:pt x="517157" y="418434"/>
                        </a:cubicBezTo>
                        <a:cubicBezTo>
                          <a:pt x="225931" y="415366"/>
                          <a:pt x="18010" y="333369"/>
                          <a:pt x="0" y="209217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2B328578-C6ED-EF9F-11EA-3C43344FF802}"/>
              </a:ext>
            </a:extLst>
          </p:cNvPr>
          <p:cNvSpPr/>
          <p:nvPr/>
        </p:nvSpPr>
        <p:spPr>
          <a:xfrm>
            <a:off x="8825504" y="1815234"/>
            <a:ext cx="272358" cy="1741634"/>
          </a:xfrm>
          <a:prstGeom prst="rightBrace">
            <a:avLst/>
          </a:prstGeom>
          <a:ln w="127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72358"/>
                      <a:gd name="connsiteY0" fmla="*/ 0 h 1741634"/>
                      <a:gd name="connsiteX1" fmla="*/ 136179 w 272358"/>
                      <a:gd name="connsiteY1" fmla="*/ 22696 h 1741634"/>
                      <a:gd name="connsiteX2" fmla="*/ 136179 w 272358"/>
                      <a:gd name="connsiteY2" fmla="*/ 451917 h 1741634"/>
                      <a:gd name="connsiteX3" fmla="*/ 136179 w 272358"/>
                      <a:gd name="connsiteY3" fmla="*/ 848121 h 1741634"/>
                      <a:gd name="connsiteX4" fmla="*/ 272358 w 272358"/>
                      <a:gd name="connsiteY4" fmla="*/ 870817 h 1741634"/>
                      <a:gd name="connsiteX5" fmla="*/ 136179 w 272358"/>
                      <a:gd name="connsiteY5" fmla="*/ 893513 h 1741634"/>
                      <a:gd name="connsiteX6" fmla="*/ 136179 w 272358"/>
                      <a:gd name="connsiteY6" fmla="*/ 1289717 h 1741634"/>
                      <a:gd name="connsiteX7" fmla="*/ 136179 w 272358"/>
                      <a:gd name="connsiteY7" fmla="*/ 1718938 h 1741634"/>
                      <a:gd name="connsiteX8" fmla="*/ 0 w 272358"/>
                      <a:gd name="connsiteY8" fmla="*/ 1741634 h 1741634"/>
                      <a:gd name="connsiteX9" fmla="*/ 0 w 272358"/>
                      <a:gd name="connsiteY9" fmla="*/ 1126257 h 1741634"/>
                      <a:gd name="connsiteX10" fmla="*/ 0 w 272358"/>
                      <a:gd name="connsiteY10" fmla="*/ 528296 h 1741634"/>
                      <a:gd name="connsiteX11" fmla="*/ 0 w 272358"/>
                      <a:gd name="connsiteY11" fmla="*/ 0 h 1741634"/>
                      <a:gd name="connsiteX0" fmla="*/ 0 w 272358"/>
                      <a:gd name="connsiteY0" fmla="*/ 0 h 1741634"/>
                      <a:gd name="connsiteX1" fmla="*/ 136179 w 272358"/>
                      <a:gd name="connsiteY1" fmla="*/ 22696 h 1741634"/>
                      <a:gd name="connsiteX2" fmla="*/ 136179 w 272358"/>
                      <a:gd name="connsiteY2" fmla="*/ 435409 h 1741634"/>
                      <a:gd name="connsiteX3" fmla="*/ 136179 w 272358"/>
                      <a:gd name="connsiteY3" fmla="*/ 848121 h 1741634"/>
                      <a:gd name="connsiteX4" fmla="*/ 272358 w 272358"/>
                      <a:gd name="connsiteY4" fmla="*/ 870817 h 1741634"/>
                      <a:gd name="connsiteX5" fmla="*/ 136179 w 272358"/>
                      <a:gd name="connsiteY5" fmla="*/ 893513 h 1741634"/>
                      <a:gd name="connsiteX6" fmla="*/ 136179 w 272358"/>
                      <a:gd name="connsiteY6" fmla="*/ 1297971 h 1741634"/>
                      <a:gd name="connsiteX7" fmla="*/ 136179 w 272358"/>
                      <a:gd name="connsiteY7" fmla="*/ 1718938 h 1741634"/>
                      <a:gd name="connsiteX8" fmla="*/ 0 w 272358"/>
                      <a:gd name="connsiteY8" fmla="*/ 1741634 h 1741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2358" h="1741634" stroke="0" extrusionOk="0">
                        <a:moveTo>
                          <a:pt x="0" y="0"/>
                        </a:moveTo>
                        <a:cubicBezTo>
                          <a:pt x="74480" y="-450"/>
                          <a:pt x="135694" y="10343"/>
                          <a:pt x="136179" y="22696"/>
                        </a:cubicBezTo>
                        <a:cubicBezTo>
                          <a:pt x="145321" y="200755"/>
                          <a:pt x="112363" y="281929"/>
                          <a:pt x="136179" y="451917"/>
                        </a:cubicBezTo>
                        <a:cubicBezTo>
                          <a:pt x="159995" y="621905"/>
                          <a:pt x="113669" y="668284"/>
                          <a:pt x="136179" y="848121"/>
                        </a:cubicBezTo>
                        <a:cubicBezTo>
                          <a:pt x="122753" y="853310"/>
                          <a:pt x="203701" y="873948"/>
                          <a:pt x="272358" y="870817"/>
                        </a:cubicBezTo>
                        <a:cubicBezTo>
                          <a:pt x="199348" y="871078"/>
                          <a:pt x="136913" y="879468"/>
                          <a:pt x="136179" y="893513"/>
                        </a:cubicBezTo>
                        <a:cubicBezTo>
                          <a:pt x="176242" y="1027501"/>
                          <a:pt x="124785" y="1188624"/>
                          <a:pt x="136179" y="1289717"/>
                        </a:cubicBezTo>
                        <a:cubicBezTo>
                          <a:pt x="147573" y="1390810"/>
                          <a:pt x="118661" y="1597448"/>
                          <a:pt x="136179" y="1718938"/>
                        </a:cubicBezTo>
                        <a:cubicBezTo>
                          <a:pt x="151663" y="1740141"/>
                          <a:pt x="88139" y="1744743"/>
                          <a:pt x="0" y="1741634"/>
                        </a:cubicBezTo>
                        <a:cubicBezTo>
                          <a:pt x="-45921" y="1602115"/>
                          <a:pt x="61176" y="1310902"/>
                          <a:pt x="0" y="1126257"/>
                        </a:cubicBezTo>
                        <a:cubicBezTo>
                          <a:pt x="-61176" y="941612"/>
                          <a:pt x="6993" y="701571"/>
                          <a:pt x="0" y="528296"/>
                        </a:cubicBezTo>
                        <a:cubicBezTo>
                          <a:pt x="-6993" y="355021"/>
                          <a:pt x="25762" y="169119"/>
                          <a:pt x="0" y="0"/>
                        </a:cubicBezTo>
                        <a:close/>
                      </a:path>
                      <a:path w="272358" h="1741634" fill="none" extrusionOk="0">
                        <a:moveTo>
                          <a:pt x="0" y="0"/>
                        </a:moveTo>
                        <a:cubicBezTo>
                          <a:pt x="75096" y="-3077"/>
                          <a:pt x="137055" y="10344"/>
                          <a:pt x="136179" y="22696"/>
                        </a:cubicBezTo>
                        <a:cubicBezTo>
                          <a:pt x="141228" y="191980"/>
                          <a:pt x="127596" y="255123"/>
                          <a:pt x="136179" y="435409"/>
                        </a:cubicBezTo>
                        <a:cubicBezTo>
                          <a:pt x="144762" y="615695"/>
                          <a:pt x="96554" y="730248"/>
                          <a:pt x="136179" y="848121"/>
                        </a:cubicBezTo>
                        <a:cubicBezTo>
                          <a:pt x="148333" y="864910"/>
                          <a:pt x="198699" y="876040"/>
                          <a:pt x="272358" y="870817"/>
                        </a:cubicBezTo>
                        <a:cubicBezTo>
                          <a:pt x="197470" y="870722"/>
                          <a:pt x="136967" y="880805"/>
                          <a:pt x="136179" y="893513"/>
                        </a:cubicBezTo>
                        <a:cubicBezTo>
                          <a:pt x="137186" y="980512"/>
                          <a:pt x="130670" y="1099240"/>
                          <a:pt x="136179" y="1297971"/>
                        </a:cubicBezTo>
                        <a:cubicBezTo>
                          <a:pt x="141688" y="1496702"/>
                          <a:pt x="119768" y="1626853"/>
                          <a:pt x="136179" y="1718938"/>
                        </a:cubicBezTo>
                        <a:cubicBezTo>
                          <a:pt x="148068" y="1717274"/>
                          <a:pt x="85497" y="1751173"/>
                          <a:pt x="0" y="1741634"/>
                        </a:cubicBezTo>
                      </a:path>
                      <a:path w="272358" h="1741634" fill="none" stroke="0" extrusionOk="0">
                        <a:moveTo>
                          <a:pt x="0" y="0"/>
                        </a:moveTo>
                        <a:cubicBezTo>
                          <a:pt x="74344" y="-222"/>
                          <a:pt x="137562" y="8444"/>
                          <a:pt x="136179" y="22696"/>
                        </a:cubicBezTo>
                        <a:cubicBezTo>
                          <a:pt x="168855" y="143404"/>
                          <a:pt x="89459" y="238411"/>
                          <a:pt x="136179" y="451917"/>
                        </a:cubicBezTo>
                        <a:cubicBezTo>
                          <a:pt x="182899" y="665423"/>
                          <a:pt x="98075" y="709390"/>
                          <a:pt x="136179" y="848121"/>
                        </a:cubicBezTo>
                        <a:cubicBezTo>
                          <a:pt x="133191" y="871904"/>
                          <a:pt x="196355" y="868432"/>
                          <a:pt x="272358" y="870817"/>
                        </a:cubicBezTo>
                        <a:cubicBezTo>
                          <a:pt x="199731" y="870292"/>
                          <a:pt x="138815" y="881406"/>
                          <a:pt x="136179" y="893513"/>
                        </a:cubicBezTo>
                        <a:cubicBezTo>
                          <a:pt x="136774" y="991158"/>
                          <a:pt x="98304" y="1164644"/>
                          <a:pt x="136179" y="1289717"/>
                        </a:cubicBezTo>
                        <a:cubicBezTo>
                          <a:pt x="174054" y="1414790"/>
                          <a:pt x="96623" y="1529358"/>
                          <a:pt x="136179" y="1718938"/>
                        </a:cubicBezTo>
                        <a:cubicBezTo>
                          <a:pt x="136755" y="1736946"/>
                          <a:pt x="79719" y="1740117"/>
                          <a:pt x="0" y="1741634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16F4309-997B-A9B6-C3B0-206CFC9E8710}"/>
              </a:ext>
            </a:extLst>
          </p:cNvPr>
          <p:cNvSpPr/>
          <p:nvPr/>
        </p:nvSpPr>
        <p:spPr>
          <a:xfrm>
            <a:off x="5659614" y="4974621"/>
            <a:ext cx="1034313" cy="381581"/>
          </a:xfrm>
          <a:prstGeom prst="ellipse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4313"/>
                      <a:gd name="connsiteY0" fmla="*/ 190791 h 381581"/>
                      <a:gd name="connsiteX1" fmla="*/ 517157 w 1034313"/>
                      <a:gd name="connsiteY1" fmla="*/ 0 h 381581"/>
                      <a:gd name="connsiteX2" fmla="*/ 1034314 w 1034313"/>
                      <a:gd name="connsiteY2" fmla="*/ 190791 h 381581"/>
                      <a:gd name="connsiteX3" fmla="*/ 517157 w 1034313"/>
                      <a:gd name="connsiteY3" fmla="*/ 381582 h 381581"/>
                      <a:gd name="connsiteX4" fmla="*/ 0 w 1034313"/>
                      <a:gd name="connsiteY4" fmla="*/ 190791 h 3815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4313" h="381581" extrusionOk="0">
                        <a:moveTo>
                          <a:pt x="0" y="190791"/>
                        </a:moveTo>
                        <a:cubicBezTo>
                          <a:pt x="-23058" y="71197"/>
                          <a:pt x="185625" y="17232"/>
                          <a:pt x="517157" y="0"/>
                        </a:cubicBezTo>
                        <a:cubicBezTo>
                          <a:pt x="825486" y="4781"/>
                          <a:pt x="1003096" y="86413"/>
                          <a:pt x="1034314" y="190791"/>
                        </a:cubicBezTo>
                        <a:cubicBezTo>
                          <a:pt x="986974" y="342392"/>
                          <a:pt x="801171" y="390446"/>
                          <a:pt x="517157" y="381582"/>
                        </a:cubicBezTo>
                        <a:cubicBezTo>
                          <a:pt x="211880" y="370826"/>
                          <a:pt x="9524" y="300713"/>
                          <a:pt x="0" y="190791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514073-80F2-B24C-F1BE-3DF6FD5FD57F}"/>
              </a:ext>
            </a:extLst>
          </p:cNvPr>
          <p:cNvSpPr txBox="1"/>
          <p:nvPr/>
        </p:nvSpPr>
        <p:spPr>
          <a:xfrm>
            <a:off x="9377712" y="1870834"/>
            <a:ext cx="20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Russo One"/>
              </a:rPr>
              <a:t>Unilateral thinking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94AF3-3E4C-5DAB-C821-2647F51A71E2}"/>
              </a:ext>
            </a:extLst>
          </p:cNvPr>
          <p:cNvSpPr txBox="1"/>
          <p:nvPr/>
        </p:nvSpPr>
        <p:spPr>
          <a:xfrm>
            <a:off x="9215083" y="4628101"/>
            <a:ext cx="2606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7030A0"/>
                </a:solidFill>
                <a:latin typeface="Segoe Script" panose="030B0504020000000003" pitchFamily="66" charset="0"/>
              </a:rPr>
              <a:t>…based on expectations: what I believe my friend will do.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C9F312F1-1451-504C-A56D-9A1C2C01913E}"/>
              </a:ext>
            </a:extLst>
          </p:cNvPr>
          <p:cNvSpPr/>
          <p:nvPr/>
        </p:nvSpPr>
        <p:spPr>
          <a:xfrm>
            <a:off x="8863008" y="3918740"/>
            <a:ext cx="234854" cy="1660978"/>
          </a:xfrm>
          <a:prstGeom prst="rightBrace">
            <a:avLst/>
          </a:prstGeom>
          <a:ln w="127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34854"/>
                      <a:gd name="connsiteY0" fmla="*/ 0 h 1660978"/>
                      <a:gd name="connsiteX1" fmla="*/ 117427 w 234854"/>
                      <a:gd name="connsiteY1" fmla="*/ 19570 h 1660978"/>
                      <a:gd name="connsiteX2" fmla="*/ 117427 w 234854"/>
                      <a:gd name="connsiteY2" fmla="*/ 431071 h 1660978"/>
                      <a:gd name="connsiteX3" fmla="*/ 117427 w 234854"/>
                      <a:gd name="connsiteY3" fmla="*/ 810919 h 1660978"/>
                      <a:gd name="connsiteX4" fmla="*/ 234854 w 234854"/>
                      <a:gd name="connsiteY4" fmla="*/ 830489 h 1660978"/>
                      <a:gd name="connsiteX5" fmla="*/ 117427 w 234854"/>
                      <a:gd name="connsiteY5" fmla="*/ 850059 h 1660978"/>
                      <a:gd name="connsiteX6" fmla="*/ 117427 w 234854"/>
                      <a:gd name="connsiteY6" fmla="*/ 1229907 h 1660978"/>
                      <a:gd name="connsiteX7" fmla="*/ 117427 w 234854"/>
                      <a:gd name="connsiteY7" fmla="*/ 1641408 h 1660978"/>
                      <a:gd name="connsiteX8" fmla="*/ 0 w 234854"/>
                      <a:gd name="connsiteY8" fmla="*/ 1660978 h 1660978"/>
                      <a:gd name="connsiteX9" fmla="*/ 0 w 234854"/>
                      <a:gd name="connsiteY9" fmla="*/ 1074099 h 1660978"/>
                      <a:gd name="connsiteX10" fmla="*/ 0 w 234854"/>
                      <a:gd name="connsiteY10" fmla="*/ 503830 h 1660978"/>
                      <a:gd name="connsiteX11" fmla="*/ 0 w 234854"/>
                      <a:gd name="connsiteY11" fmla="*/ 0 h 1660978"/>
                      <a:gd name="connsiteX0" fmla="*/ 0 w 234854"/>
                      <a:gd name="connsiteY0" fmla="*/ 0 h 1660978"/>
                      <a:gd name="connsiteX1" fmla="*/ 117427 w 234854"/>
                      <a:gd name="connsiteY1" fmla="*/ 19570 h 1660978"/>
                      <a:gd name="connsiteX2" fmla="*/ 117427 w 234854"/>
                      <a:gd name="connsiteY2" fmla="*/ 415245 h 1660978"/>
                      <a:gd name="connsiteX3" fmla="*/ 117427 w 234854"/>
                      <a:gd name="connsiteY3" fmla="*/ 810919 h 1660978"/>
                      <a:gd name="connsiteX4" fmla="*/ 234854 w 234854"/>
                      <a:gd name="connsiteY4" fmla="*/ 830489 h 1660978"/>
                      <a:gd name="connsiteX5" fmla="*/ 117427 w 234854"/>
                      <a:gd name="connsiteY5" fmla="*/ 850059 h 1660978"/>
                      <a:gd name="connsiteX6" fmla="*/ 117427 w 234854"/>
                      <a:gd name="connsiteY6" fmla="*/ 1237820 h 1660978"/>
                      <a:gd name="connsiteX7" fmla="*/ 117427 w 234854"/>
                      <a:gd name="connsiteY7" fmla="*/ 1641408 h 1660978"/>
                      <a:gd name="connsiteX8" fmla="*/ 0 w 234854"/>
                      <a:gd name="connsiteY8" fmla="*/ 1660978 h 1660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34854" h="1660978" stroke="0" extrusionOk="0">
                        <a:moveTo>
                          <a:pt x="0" y="0"/>
                        </a:moveTo>
                        <a:cubicBezTo>
                          <a:pt x="64073" y="-481"/>
                          <a:pt x="116098" y="9261"/>
                          <a:pt x="117427" y="19570"/>
                        </a:cubicBezTo>
                        <a:cubicBezTo>
                          <a:pt x="122643" y="133910"/>
                          <a:pt x="114142" y="246768"/>
                          <a:pt x="117427" y="431071"/>
                        </a:cubicBezTo>
                        <a:cubicBezTo>
                          <a:pt x="120712" y="615374"/>
                          <a:pt x="114439" y="622139"/>
                          <a:pt x="117427" y="810919"/>
                        </a:cubicBezTo>
                        <a:cubicBezTo>
                          <a:pt x="104227" y="814505"/>
                          <a:pt x="183720" y="837044"/>
                          <a:pt x="234854" y="830489"/>
                        </a:cubicBezTo>
                        <a:cubicBezTo>
                          <a:pt x="172339" y="830766"/>
                          <a:pt x="118720" y="836590"/>
                          <a:pt x="117427" y="850059"/>
                        </a:cubicBezTo>
                        <a:cubicBezTo>
                          <a:pt x="141791" y="946381"/>
                          <a:pt x="106858" y="1138694"/>
                          <a:pt x="117427" y="1229907"/>
                        </a:cubicBezTo>
                        <a:cubicBezTo>
                          <a:pt x="127996" y="1321120"/>
                          <a:pt x="107659" y="1554103"/>
                          <a:pt x="117427" y="1641408"/>
                        </a:cubicBezTo>
                        <a:cubicBezTo>
                          <a:pt x="125686" y="1656840"/>
                          <a:pt x="72132" y="1662728"/>
                          <a:pt x="0" y="1660978"/>
                        </a:cubicBezTo>
                        <a:cubicBezTo>
                          <a:pt x="-68353" y="1431578"/>
                          <a:pt x="50235" y="1193049"/>
                          <a:pt x="0" y="1074099"/>
                        </a:cubicBezTo>
                        <a:cubicBezTo>
                          <a:pt x="-50235" y="955149"/>
                          <a:pt x="35653" y="695722"/>
                          <a:pt x="0" y="503830"/>
                        </a:cubicBezTo>
                        <a:cubicBezTo>
                          <a:pt x="-35653" y="311938"/>
                          <a:pt x="14091" y="222347"/>
                          <a:pt x="0" y="0"/>
                        </a:cubicBezTo>
                        <a:close/>
                      </a:path>
                      <a:path w="234854" h="1660978" fill="none" extrusionOk="0">
                        <a:moveTo>
                          <a:pt x="0" y="0"/>
                        </a:moveTo>
                        <a:cubicBezTo>
                          <a:pt x="64826" y="-717"/>
                          <a:pt x="119836" y="9264"/>
                          <a:pt x="117427" y="19570"/>
                        </a:cubicBezTo>
                        <a:cubicBezTo>
                          <a:pt x="131773" y="147582"/>
                          <a:pt x="89692" y="266256"/>
                          <a:pt x="117427" y="415245"/>
                        </a:cubicBezTo>
                        <a:cubicBezTo>
                          <a:pt x="145162" y="564235"/>
                          <a:pt x="108586" y="648010"/>
                          <a:pt x="117427" y="810919"/>
                        </a:cubicBezTo>
                        <a:cubicBezTo>
                          <a:pt x="130232" y="826209"/>
                          <a:pt x="172658" y="839437"/>
                          <a:pt x="234854" y="830489"/>
                        </a:cubicBezTo>
                        <a:cubicBezTo>
                          <a:pt x="171471" y="830057"/>
                          <a:pt x="118742" y="838962"/>
                          <a:pt x="117427" y="850059"/>
                        </a:cubicBezTo>
                        <a:cubicBezTo>
                          <a:pt x="155196" y="1010535"/>
                          <a:pt x="115352" y="1098254"/>
                          <a:pt x="117427" y="1237820"/>
                        </a:cubicBezTo>
                        <a:cubicBezTo>
                          <a:pt x="119502" y="1377386"/>
                          <a:pt x="85756" y="1460435"/>
                          <a:pt x="117427" y="1641408"/>
                        </a:cubicBezTo>
                        <a:cubicBezTo>
                          <a:pt x="124680" y="1643554"/>
                          <a:pt x="75337" y="1670699"/>
                          <a:pt x="0" y="1660978"/>
                        </a:cubicBezTo>
                      </a:path>
                      <a:path w="234854" h="1660978" fill="none" stroke="0" extrusionOk="0">
                        <a:moveTo>
                          <a:pt x="0" y="0"/>
                        </a:moveTo>
                        <a:cubicBezTo>
                          <a:pt x="62196" y="-680"/>
                          <a:pt x="118489" y="7444"/>
                          <a:pt x="117427" y="19570"/>
                        </a:cubicBezTo>
                        <a:cubicBezTo>
                          <a:pt x="156135" y="191392"/>
                          <a:pt x="78454" y="313582"/>
                          <a:pt x="117427" y="431071"/>
                        </a:cubicBezTo>
                        <a:cubicBezTo>
                          <a:pt x="156400" y="548560"/>
                          <a:pt x="84382" y="680226"/>
                          <a:pt x="117427" y="810919"/>
                        </a:cubicBezTo>
                        <a:cubicBezTo>
                          <a:pt x="113952" y="834808"/>
                          <a:pt x="167737" y="823679"/>
                          <a:pt x="234854" y="830489"/>
                        </a:cubicBezTo>
                        <a:cubicBezTo>
                          <a:pt x="170865" y="830313"/>
                          <a:pt x="120318" y="839721"/>
                          <a:pt x="117427" y="850059"/>
                        </a:cubicBezTo>
                        <a:cubicBezTo>
                          <a:pt x="126549" y="938504"/>
                          <a:pt x="85949" y="1152282"/>
                          <a:pt x="117427" y="1229907"/>
                        </a:cubicBezTo>
                        <a:cubicBezTo>
                          <a:pt x="148905" y="1307532"/>
                          <a:pt x="81727" y="1498812"/>
                          <a:pt x="117427" y="1641408"/>
                        </a:cubicBezTo>
                        <a:cubicBezTo>
                          <a:pt x="118439" y="1661823"/>
                          <a:pt x="75298" y="1657465"/>
                          <a:pt x="0" y="1660978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4618DD-7B4D-7FDE-BAE7-4A3F6335832E}"/>
              </a:ext>
            </a:extLst>
          </p:cNvPr>
          <p:cNvSpPr txBox="1"/>
          <p:nvPr/>
        </p:nvSpPr>
        <p:spPr>
          <a:xfrm>
            <a:off x="9259215" y="4258549"/>
            <a:ext cx="20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Russo One"/>
              </a:rPr>
              <a:t>Strategic thinking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11963A-4789-D9FD-484A-370A218E662A}"/>
              </a:ext>
            </a:extLst>
          </p:cNvPr>
          <p:cNvSpPr txBox="1"/>
          <p:nvPr/>
        </p:nvSpPr>
        <p:spPr>
          <a:xfrm>
            <a:off x="9291301" y="5905211"/>
            <a:ext cx="2175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Russo One"/>
              </a:rPr>
              <a:t>Time-based thinking</a:t>
            </a:r>
            <a:endParaRPr kumimoji="0" lang="en-US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9B63F4-B8C2-85F9-BBCC-05F11B5C8D31}"/>
              </a:ext>
            </a:extLst>
          </p:cNvPr>
          <p:cNvSpPr txBox="1"/>
          <p:nvPr/>
        </p:nvSpPr>
        <p:spPr>
          <a:xfrm>
            <a:off x="9291300" y="6202805"/>
            <a:ext cx="2711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7030A0"/>
                </a:solidFill>
                <a:latin typeface="Segoe Script" panose="030B0504020000000003" pitchFamily="66" charset="0"/>
              </a:rPr>
              <a:t>What if the same scenario repeats in the future?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56629D-734A-6AA0-7CB4-7F4DEC0C786B}"/>
              </a:ext>
            </a:extLst>
          </p:cNvPr>
          <p:cNvCxnSpPr/>
          <p:nvPr/>
        </p:nvCxnSpPr>
        <p:spPr>
          <a:xfrm flipV="1">
            <a:off x="4472030" y="3650491"/>
            <a:ext cx="6942432" cy="6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9C0FF7-3F37-44C6-4F41-C639B71F7DC9}"/>
              </a:ext>
            </a:extLst>
          </p:cNvPr>
          <p:cNvCxnSpPr/>
          <p:nvPr/>
        </p:nvCxnSpPr>
        <p:spPr>
          <a:xfrm flipV="1">
            <a:off x="4392761" y="5810649"/>
            <a:ext cx="6942432" cy="6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B157C05F-0364-A44B-E459-201BAA8007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636150" y="292206"/>
            <a:ext cx="1767982" cy="1015395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4DE43940-DC5C-7FF9-EEDC-FB93E4EE9918}"/>
              </a:ext>
            </a:extLst>
          </p:cNvPr>
          <p:cNvSpPr/>
          <p:nvPr/>
        </p:nvSpPr>
        <p:spPr>
          <a:xfrm>
            <a:off x="5419189" y="3743534"/>
            <a:ext cx="676811" cy="381580"/>
          </a:xfrm>
          <a:prstGeom prst="ellipse">
            <a:avLst/>
          </a:pr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6811"/>
                      <a:gd name="connsiteY0" fmla="*/ 190790 h 381580"/>
                      <a:gd name="connsiteX1" fmla="*/ 338406 w 676811"/>
                      <a:gd name="connsiteY1" fmla="*/ 0 h 381580"/>
                      <a:gd name="connsiteX2" fmla="*/ 676812 w 676811"/>
                      <a:gd name="connsiteY2" fmla="*/ 190790 h 381580"/>
                      <a:gd name="connsiteX3" fmla="*/ 338406 w 676811"/>
                      <a:gd name="connsiteY3" fmla="*/ 381580 h 381580"/>
                      <a:gd name="connsiteX4" fmla="*/ 0 w 676811"/>
                      <a:gd name="connsiteY4" fmla="*/ 190790 h 3815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6811" h="381580" extrusionOk="0">
                        <a:moveTo>
                          <a:pt x="0" y="190790"/>
                        </a:moveTo>
                        <a:cubicBezTo>
                          <a:pt x="-31900" y="65744"/>
                          <a:pt x="110615" y="15348"/>
                          <a:pt x="338406" y="0"/>
                        </a:cubicBezTo>
                        <a:cubicBezTo>
                          <a:pt x="544010" y="3938"/>
                          <a:pt x="674002" y="85509"/>
                          <a:pt x="676812" y="190790"/>
                        </a:cubicBezTo>
                        <a:cubicBezTo>
                          <a:pt x="670092" y="302723"/>
                          <a:pt x="521061" y="405023"/>
                          <a:pt x="338406" y="381580"/>
                        </a:cubicBezTo>
                        <a:cubicBezTo>
                          <a:pt x="145690" y="378396"/>
                          <a:pt x="27610" y="309352"/>
                          <a:pt x="0" y="19079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332B4C-781D-6534-14DE-478693B1A997}"/>
              </a:ext>
            </a:extLst>
          </p:cNvPr>
          <p:cNvSpPr/>
          <p:nvPr/>
        </p:nvSpPr>
        <p:spPr>
          <a:xfrm>
            <a:off x="5007872" y="4976396"/>
            <a:ext cx="676811" cy="381580"/>
          </a:xfrm>
          <a:prstGeom prst="ellipse">
            <a:avLst/>
          </a:pr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6811"/>
                      <a:gd name="connsiteY0" fmla="*/ 190790 h 381580"/>
                      <a:gd name="connsiteX1" fmla="*/ 338406 w 676811"/>
                      <a:gd name="connsiteY1" fmla="*/ 0 h 381580"/>
                      <a:gd name="connsiteX2" fmla="*/ 676812 w 676811"/>
                      <a:gd name="connsiteY2" fmla="*/ 190790 h 381580"/>
                      <a:gd name="connsiteX3" fmla="*/ 338406 w 676811"/>
                      <a:gd name="connsiteY3" fmla="*/ 381580 h 381580"/>
                      <a:gd name="connsiteX4" fmla="*/ 0 w 676811"/>
                      <a:gd name="connsiteY4" fmla="*/ 190790 h 3815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6811" h="381580" extrusionOk="0">
                        <a:moveTo>
                          <a:pt x="0" y="190790"/>
                        </a:moveTo>
                        <a:cubicBezTo>
                          <a:pt x="-31900" y="65744"/>
                          <a:pt x="110615" y="15348"/>
                          <a:pt x="338406" y="0"/>
                        </a:cubicBezTo>
                        <a:cubicBezTo>
                          <a:pt x="544010" y="3938"/>
                          <a:pt x="674002" y="85509"/>
                          <a:pt x="676812" y="190790"/>
                        </a:cubicBezTo>
                        <a:cubicBezTo>
                          <a:pt x="670092" y="302723"/>
                          <a:pt x="521061" y="405023"/>
                          <a:pt x="338406" y="381580"/>
                        </a:cubicBezTo>
                        <a:cubicBezTo>
                          <a:pt x="145690" y="378396"/>
                          <a:pt x="27610" y="309352"/>
                          <a:pt x="0" y="19079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0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0" grpId="0"/>
      <p:bldP spid="25" grpId="0"/>
      <p:bldP spid="26" grpId="0"/>
      <p:bldP spid="27" grpId="0"/>
      <p:bldP spid="31" grpId="0" animBg="1"/>
      <p:bldP spid="32" grpId="0" animBg="1"/>
      <p:bldP spid="33" grpId="0" animBg="1"/>
      <p:bldP spid="34" grpId="0"/>
      <p:bldP spid="35" grpId="0"/>
      <p:bldP spid="36" grpId="0" animBg="1"/>
      <p:bldP spid="39" grpId="0"/>
      <p:bldP spid="40" grpId="0"/>
      <p:bldP spid="42" grpId="0"/>
      <p:bldP spid="41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9373C-BAB3-17A0-F308-33F8AFD6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0AB3FC3-9DEF-C721-6EC0-0E0FB5E19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A97B0-BA92-0998-0AF5-77BCDE29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Reflections: Why Select </a:t>
            </a:r>
            <a:r>
              <a:rPr lang="en-US" b="1">
                <a:solidFill>
                  <a:srgbClr val="00B050"/>
                </a:solidFill>
              </a:rPr>
              <a:t>TAKE</a:t>
            </a:r>
            <a:r>
              <a:rPr lang="en-US" b="1"/>
              <a:t>?</a:t>
            </a: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149AEB1E-63FE-107A-A972-C3A6EC32E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74630-F53B-4329-8871-96BBDE744ED8}"/>
              </a:ext>
            </a:extLst>
          </p:cNvPr>
          <p:cNvSpPr txBox="1"/>
          <p:nvPr/>
        </p:nvSpPr>
        <p:spPr>
          <a:xfrm>
            <a:off x="4672195" y="2753522"/>
            <a:ext cx="687309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73098"/>
                      <a:gd name="connsiteY0" fmla="*/ 0 h 646331"/>
                      <a:gd name="connsiteX1" fmla="*/ 641489 w 6873098"/>
                      <a:gd name="connsiteY1" fmla="*/ 0 h 646331"/>
                      <a:gd name="connsiteX2" fmla="*/ 1214247 w 6873098"/>
                      <a:gd name="connsiteY2" fmla="*/ 0 h 646331"/>
                      <a:gd name="connsiteX3" fmla="*/ 1787005 w 6873098"/>
                      <a:gd name="connsiteY3" fmla="*/ 0 h 646331"/>
                      <a:gd name="connsiteX4" fmla="*/ 2428495 w 6873098"/>
                      <a:gd name="connsiteY4" fmla="*/ 0 h 646331"/>
                      <a:gd name="connsiteX5" fmla="*/ 2795060 w 6873098"/>
                      <a:gd name="connsiteY5" fmla="*/ 0 h 646331"/>
                      <a:gd name="connsiteX6" fmla="*/ 3161625 w 6873098"/>
                      <a:gd name="connsiteY6" fmla="*/ 0 h 646331"/>
                      <a:gd name="connsiteX7" fmla="*/ 3528190 w 6873098"/>
                      <a:gd name="connsiteY7" fmla="*/ 0 h 646331"/>
                      <a:gd name="connsiteX8" fmla="*/ 4238410 w 6873098"/>
                      <a:gd name="connsiteY8" fmla="*/ 0 h 646331"/>
                      <a:gd name="connsiteX9" fmla="*/ 4742438 w 6873098"/>
                      <a:gd name="connsiteY9" fmla="*/ 0 h 646331"/>
                      <a:gd name="connsiteX10" fmla="*/ 5109003 w 6873098"/>
                      <a:gd name="connsiteY10" fmla="*/ 0 h 646331"/>
                      <a:gd name="connsiteX11" fmla="*/ 5750492 w 6873098"/>
                      <a:gd name="connsiteY11" fmla="*/ 0 h 646331"/>
                      <a:gd name="connsiteX12" fmla="*/ 6117057 w 6873098"/>
                      <a:gd name="connsiteY12" fmla="*/ 0 h 646331"/>
                      <a:gd name="connsiteX13" fmla="*/ 6873098 w 6873098"/>
                      <a:gd name="connsiteY13" fmla="*/ 0 h 646331"/>
                      <a:gd name="connsiteX14" fmla="*/ 6873098 w 6873098"/>
                      <a:gd name="connsiteY14" fmla="*/ 316702 h 646331"/>
                      <a:gd name="connsiteX15" fmla="*/ 6873098 w 6873098"/>
                      <a:gd name="connsiteY15" fmla="*/ 646331 h 646331"/>
                      <a:gd name="connsiteX16" fmla="*/ 6437802 w 6873098"/>
                      <a:gd name="connsiteY16" fmla="*/ 646331 h 646331"/>
                      <a:gd name="connsiteX17" fmla="*/ 5796313 w 6873098"/>
                      <a:gd name="connsiteY17" fmla="*/ 646331 h 646331"/>
                      <a:gd name="connsiteX18" fmla="*/ 5292285 w 6873098"/>
                      <a:gd name="connsiteY18" fmla="*/ 646331 h 646331"/>
                      <a:gd name="connsiteX19" fmla="*/ 4925720 w 6873098"/>
                      <a:gd name="connsiteY19" fmla="*/ 646331 h 646331"/>
                      <a:gd name="connsiteX20" fmla="*/ 4490424 w 6873098"/>
                      <a:gd name="connsiteY20" fmla="*/ 646331 h 646331"/>
                      <a:gd name="connsiteX21" fmla="*/ 3848935 w 6873098"/>
                      <a:gd name="connsiteY21" fmla="*/ 646331 h 646331"/>
                      <a:gd name="connsiteX22" fmla="*/ 3344908 w 6873098"/>
                      <a:gd name="connsiteY22" fmla="*/ 646331 h 646331"/>
                      <a:gd name="connsiteX23" fmla="*/ 2772150 w 6873098"/>
                      <a:gd name="connsiteY23" fmla="*/ 646331 h 646331"/>
                      <a:gd name="connsiteX24" fmla="*/ 2130660 w 6873098"/>
                      <a:gd name="connsiteY24" fmla="*/ 646331 h 646331"/>
                      <a:gd name="connsiteX25" fmla="*/ 1695364 w 6873098"/>
                      <a:gd name="connsiteY25" fmla="*/ 646331 h 646331"/>
                      <a:gd name="connsiteX26" fmla="*/ 1122606 w 6873098"/>
                      <a:gd name="connsiteY26" fmla="*/ 646331 h 646331"/>
                      <a:gd name="connsiteX27" fmla="*/ 0 w 6873098"/>
                      <a:gd name="connsiteY27" fmla="*/ 646331 h 646331"/>
                      <a:gd name="connsiteX28" fmla="*/ 0 w 6873098"/>
                      <a:gd name="connsiteY28" fmla="*/ 316702 h 646331"/>
                      <a:gd name="connsiteX29" fmla="*/ 0 w 6873098"/>
                      <a:gd name="connsiteY29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6873098" h="646331" fill="none" extrusionOk="0">
                        <a:moveTo>
                          <a:pt x="0" y="0"/>
                        </a:moveTo>
                        <a:cubicBezTo>
                          <a:pt x="244174" y="-60542"/>
                          <a:pt x="400811" y="63104"/>
                          <a:pt x="641489" y="0"/>
                        </a:cubicBezTo>
                        <a:cubicBezTo>
                          <a:pt x="882167" y="-63104"/>
                          <a:pt x="966050" y="38313"/>
                          <a:pt x="1214247" y="0"/>
                        </a:cubicBezTo>
                        <a:cubicBezTo>
                          <a:pt x="1462444" y="-38313"/>
                          <a:pt x="1580001" y="9785"/>
                          <a:pt x="1787005" y="0"/>
                        </a:cubicBezTo>
                        <a:cubicBezTo>
                          <a:pt x="1994009" y="-9785"/>
                          <a:pt x="2258694" y="40743"/>
                          <a:pt x="2428495" y="0"/>
                        </a:cubicBezTo>
                        <a:cubicBezTo>
                          <a:pt x="2598296" y="-40743"/>
                          <a:pt x="2638868" y="15113"/>
                          <a:pt x="2795060" y="0"/>
                        </a:cubicBezTo>
                        <a:cubicBezTo>
                          <a:pt x="2951252" y="-15113"/>
                          <a:pt x="3060951" y="4023"/>
                          <a:pt x="3161625" y="0"/>
                        </a:cubicBezTo>
                        <a:cubicBezTo>
                          <a:pt x="3262299" y="-4023"/>
                          <a:pt x="3417280" y="4930"/>
                          <a:pt x="3528190" y="0"/>
                        </a:cubicBezTo>
                        <a:cubicBezTo>
                          <a:pt x="3639101" y="-4930"/>
                          <a:pt x="4078189" y="48495"/>
                          <a:pt x="4238410" y="0"/>
                        </a:cubicBezTo>
                        <a:cubicBezTo>
                          <a:pt x="4398631" y="-48495"/>
                          <a:pt x="4561936" y="54094"/>
                          <a:pt x="4742438" y="0"/>
                        </a:cubicBezTo>
                        <a:cubicBezTo>
                          <a:pt x="4922940" y="-54094"/>
                          <a:pt x="4952973" y="13495"/>
                          <a:pt x="5109003" y="0"/>
                        </a:cubicBezTo>
                        <a:cubicBezTo>
                          <a:pt x="5265033" y="-13495"/>
                          <a:pt x="5598238" y="26289"/>
                          <a:pt x="5750492" y="0"/>
                        </a:cubicBezTo>
                        <a:cubicBezTo>
                          <a:pt x="5902746" y="-26289"/>
                          <a:pt x="5956846" y="14619"/>
                          <a:pt x="6117057" y="0"/>
                        </a:cubicBezTo>
                        <a:cubicBezTo>
                          <a:pt x="6277268" y="-14619"/>
                          <a:pt x="6567082" y="649"/>
                          <a:pt x="6873098" y="0"/>
                        </a:cubicBezTo>
                        <a:cubicBezTo>
                          <a:pt x="6874555" y="79006"/>
                          <a:pt x="6863745" y="248800"/>
                          <a:pt x="6873098" y="316702"/>
                        </a:cubicBezTo>
                        <a:cubicBezTo>
                          <a:pt x="6882451" y="384604"/>
                          <a:pt x="6869744" y="527006"/>
                          <a:pt x="6873098" y="646331"/>
                        </a:cubicBezTo>
                        <a:cubicBezTo>
                          <a:pt x="6660380" y="669654"/>
                          <a:pt x="6563194" y="637223"/>
                          <a:pt x="6437802" y="646331"/>
                        </a:cubicBezTo>
                        <a:cubicBezTo>
                          <a:pt x="6312410" y="655439"/>
                          <a:pt x="5948780" y="577776"/>
                          <a:pt x="5796313" y="646331"/>
                        </a:cubicBezTo>
                        <a:cubicBezTo>
                          <a:pt x="5643846" y="714886"/>
                          <a:pt x="5492529" y="588274"/>
                          <a:pt x="5292285" y="646331"/>
                        </a:cubicBezTo>
                        <a:cubicBezTo>
                          <a:pt x="5092041" y="704388"/>
                          <a:pt x="5003638" y="645225"/>
                          <a:pt x="4925720" y="646331"/>
                        </a:cubicBezTo>
                        <a:cubicBezTo>
                          <a:pt x="4847803" y="647437"/>
                          <a:pt x="4663193" y="603564"/>
                          <a:pt x="4490424" y="646331"/>
                        </a:cubicBezTo>
                        <a:cubicBezTo>
                          <a:pt x="4317655" y="689098"/>
                          <a:pt x="4136958" y="590561"/>
                          <a:pt x="3848935" y="646331"/>
                        </a:cubicBezTo>
                        <a:cubicBezTo>
                          <a:pt x="3560912" y="702101"/>
                          <a:pt x="3595426" y="619737"/>
                          <a:pt x="3344908" y="646331"/>
                        </a:cubicBezTo>
                        <a:cubicBezTo>
                          <a:pt x="3094390" y="672925"/>
                          <a:pt x="2978085" y="640945"/>
                          <a:pt x="2772150" y="646331"/>
                        </a:cubicBezTo>
                        <a:cubicBezTo>
                          <a:pt x="2566215" y="651717"/>
                          <a:pt x="2393125" y="593038"/>
                          <a:pt x="2130660" y="646331"/>
                        </a:cubicBezTo>
                        <a:cubicBezTo>
                          <a:pt x="1868195" y="699624"/>
                          <a:pt x="1875965" y="622169"/>
                          <a:pt x="1695364" y="646331"/>
                        </a:cubicBezTo>
                        <a:cubicBezTo>
                          <a:pt x="1514763" y="670493"/>
                          <a:pt x="1369855" y="608987"/>
                          <a:pt x="1122606" y="646331"/>
                        </a:cubicBezTo>
                        <a:cubicBezTo>
                          <a:pt x="875357" y="683675"/>
                          <a:pt x="359043" y="578818"/>
                          <a:pt x="0" y="646331"/>
                        </a:cubicBezTo>
                        <a:cubicBezTo>
                          <a:pt x="-2430" y="491165"/>
                          <a:pt x="2571" y="437511"/>
                          <a:pt x="0" y="316702"/>
                        </a:cubicBezTo>
                        <a:cubicBezTo>
                          <a:pt x="-2571" y="195893"/>
                          <a:pt x="23090" y="94747"/>
                          <a:pt x="0" y="0"/>
                        </a:cubicBezTo>
                        <a:close/>
                      </a:path>
                      <a:path w="6873098" h="646331" stroke="0" extrusionOk="0">
                        <a:moveTo>
                          <a:pt x="0" y="0"/>
                        </a:moveTo>
                        <a:cubicBezTo>
                          <a:pt x="129340" y="-60197"/>
                          <a:pt x="479117" y="58485"/>
                          <a:pt x="641489" y="0"/>
                        </a:cubicBezTo>
                        <a:cubicBezTo>
                          <a:pt x="803861" y="-58485"/>
                          <a:pt x="958115" y="50111"/>
                          <a:pt x="1145516" y="0"/>
                        </a:cubicBezTo>
                        <a:cubicBezTo>
                          <a:pt x="1332917" y="-50111"/>
                          <a:pt x="1531997" y="29215"/>
                          <a:pt x="1718275" y="0"/>
                        </a:cubicBezTo>
                        <a:cubicBezTo>
                          <a:pt x="1904553" y="-29215"/>
                          <a:pt x="2003181" y="1400"/>
                          <a:pt x="2153571" y="0"/>
                        </a:cubicBezTo>
                        <a:cubicBezTo>
                          <a:pt x="2303961" y="-1400"/>
                          <a:pt x="2459876" y="11234"/>
                          <a:pt x="2726329" y="0"/>
                        </a:cubicBezTo>
                        <a:cubicBezTo>
                          <a:pt x="2992782" y="-11234"/>
                          <a:pt x="3037336" y="10850"/>
                          <a:pt x="3161625" y="0"/>
                        </a:cubicBezTo>
                        <a:cubicBezTo>
                          <a:pt x="3285914" y="-10850"/>
                          <a:pt x="3518093" y="66623"/>
                          <a:pt x="3734383" y="0"/>
                        </a:cubicBezTo>
                        <a:cubicBezTo>
                          <a:pt x="3950673" y="-66623"/>
                          <a:pt x="4061064" y="29225"/>
                          <a:pt x="4238410" y="0"/>
                        </a:cubicBezTo>
                        <a:cubicBezTo>
                          <a:pt x="4415756" y="-29225"/>
                          <a:pt x="4568850" y="33066"/>
                          <a:pt x="4673707" y="0"/>
                        </a:cubicBezTo>
                        <a:cubicBezTo>
                          <a:pt x="4778564" y="-33066"/>
                          <a:pt x="5035555" y="27077"/>
                          <a:pt x="5315196" y="0"/>
                        </a:cubicBezTo>
                        <a:cubicBezTo>
                          <a:pt x="5594837" y="-27077"/>
                          <a:pt x="5829365" y="12299"/>
                          <a:pt x="6025416" y="0"/>
                        </a:cubicBezTo>
                        <a:cubicBezTo>
                          <a:pt x="6221467" y="-12299"/>
                          <a:pt x="6570199" y="40878"/>
                          <a:pt x="6873098" y="0"/>
                        </a:cubicBezTo>
                        <a:cubicBezTo>
                          <a:pt x="6902448" y="79782"/>
                          <a:pt x="6872917" y="193786"/>
                          <a:pt x="6873098" y="316702"/>
                        </a:cubicBezTo>
                        <a:cubicBezTo>
                          <a:pt x="6873279" y="439618"/>
                          <a:pt x="6872780" y="498744"/>
                          <a:pt x="6873098" y="646331"/>
                        </a:cubicBezTo>
                        <a:cubicBezTo>
                          <a:pt x="6690559" y="671433"/>
                          <a:pt x="6532239" y="594033"/>
                          <a:pt x="6231609" y="646331"/>
                        </a:cubicBezTo>
                        <a:cubicBezTo>
                          <a:pt x="5930979" y="698629"/>
                          <a:pt x="5743322" y="574701"/>
                          <a:pt x="5590120" y="646331"/>
                        </a:cubicBezTo>
                        <a:cubicBezTo>
                          <a:pt x="5436918" y="717961"/>
                          <a:pt x="5041573" y="590475"/>
                          <a:pt x="4879900" y="646331"/>
                        </a:cubicBezTo>
                        <a:cubicBezTo>
                          <a:pt x="4718227" y="702187"/>
                          <a:pt x="4658816" y="618309"/>
                          <a:pt x="4513334" y="646331"/>
                        </a:cubicBezTo>
                        <a:cubicBezTo>
                          <a:pt x="4367852" y="674353"/>
                          <a:pt x="4323330" y="626696"/>
                          <a:pt x="4146769" y="646331"/>
                        </a:cubicBezTo>
                        <a:cubicBezTo>
                          <a:pt x="3970208" y="665966"/>
                          <a:pt x="3865603" y="610315"/>
                          <a:pt x="3642742" y="646331"/>
                        </a:cubicBezTo>
                        <a:cubicBezTo>
                          <a:pt x="3419881" y="682347"/>
                          <a:pt x="3148790" y="610892"/>
                          <a:pt x="2932522" y="646331"/>
                        </a:cubicBezTo>
                        <a:cubicBezTo>
                          <a:pt x="2716254" y="681770"/>
                          <a:pt x="2646696" y="637606"/>
                          <a:pt x="2497226" y="646331"/>
                        </a:cubicBezTo>
                        <a:cubicBezTo>
                          <a:pt x="2347756" y="655056"/>
                          <a:pt x="2183948" y="625720"/>
                          <a:pt x="2061929" y="646331"/>
                        </a:cubicBezTo>
                        <a:cubicBezTo>
                          <a:pt x="1939910" y="666942"/>
                          <a:pt x="1679095" y="605484"/>
                          <a:pt x="1489171" y="646331"/>
                        </a:cubicBezTo>
                        <a:cubicBezTo>
                          <a:pt x="1299247" y="687178"/>
                          <a:pt x="1129902" y="611699"/>
                          <a:pt x="985144" y="646331"/>
                        </a:cubicBezTo>
                        <a:cubicBezTo>
                          <a:pt x="840386" y="680963"/>
                          <a:pt x="244343" y="547002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Strategic Thinking</a:t>
            </a:r>
            <a:r>
              <a:rPr lang="en-US" dirty="0">
                <a:solidFill>
                  <a:srgbClr val="0070C0"/>
                </a:solidFill>
              </a:rPr>
              <a:t>: No matter what my friend selects, I get a better outcome for selecting </a:t>
            </a:r>
            <a:r>
              <a:rPr lang="en-US" dirty="0">
                <a:solidFill>
                  <a:srgbClr val="00B050"/>
                </a:solidFill>
              </a:rPr>
              <a:t>TAKE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D9BED2-0E6F-E70A-29FF-36F78F5236A7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03E987-EDE9-7126-FCD8-B40397006B0F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C8AFB39-1B3C-120C-B3AE-FC9BE3BDC8A2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5A9D276-05A8-9BCD-1FDE-F349CF3A6D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5A9D276-05A8-9BCD-1FDE-F349CF3A6D8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141D967-1BC6-DA74-0DAE-3CB94E6135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141D967-1BC6-DA74-0DAE-3CB94E6135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9BD532E-E3E7-479D-BA2F-882319B120EC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37708CF-A66F-4D48-A281-CC71F199C9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37708CF-A66F-4D48-A281-CC71F199C9F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582FD8E8-3C1B-62FF-5BAD-9A8E94D352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582FD8E8-3C1B-62FF-5BAD-9A8E94D352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08722D5-8996-EF6D-FEB4-55E29FB7FF8D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A557338-F729-C1E4-4B6B-E233BC7723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A557338-F729-C1E4-4B6B-E233BC7723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618266A2-C16B-7A40-AC0E-D676F4BDB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lvl="0" algn="ctr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oMath>
                        </m:oMathPara>
                      </a14:m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618266A2-C16B-7A40-AC0E-D676F4BDBB5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B7EAF33-768F-6439-11B3-1EAC8FCB3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B7EAF33-768F-6439-11B3-1EAC8FCB33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DD456A0-4A37-4714-0CCA-3C1A3D513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DD456A0-4A37-4714-0CCA-3C1A3D51350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9EA4F65-0F00-A1B7-17ED-2AA375CCF11B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9462764-9AF2-CF64-6EED-2E23A2F412CD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9457877-97BF-0094-C31E-5A086B3D8D04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68B1A5-9361-402E-6616-FC94DE4ADF30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70C0"/>
                  </a:solidFill>
                  <a:latin typeface="Segoe Script" panose="030B0504020000000003" pitchFamily="66" charset="0"/>
                </a:rPr>
                <a:t>The Outcome Matrix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EA7CCC70-9C50-0192-0FF1-CDD55F744D77}"/>
              </a:ext>
            </a:extLst>
          </p:cNvPr>
          <p:cNvSpPr/>
          <p:nvPr/>
        </p:nvSpPr>
        <p:spPr>
          <a:xfrm>
            <a:off x="3256348" y="4875466"/>
            <a:ext cx="365760" cy="365760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5760"/>
                      <a:gd name="connsiteY0" fmla="*/ 182880 h 365760"/>
                      <a:gd name="connsiteX1" fmla="*/ 182880 w 365760"/>
                      <a:gd name="connsiteY1" fmla="*/ 0 h 365760"/>
                      <a:gd name="connsiteX2" fmla="*/ 365760 w 365760"/>
                      <a:gd name="connsiteY2" fmla="*/ 182880 h 365760"/>
                      <a:gd name="connsiteX3" fmla="*/ 182880 w 365760"/>
                      <a:gd name="connsiteY3" fmla="*/ 365760 h 365760"/>
                      <a:gd name="connsiteX4" fmla="*/ 0 w 365760"/>
                      <a:gd name="connsiteY4" fmla="*/ 182880 h 365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" h="365760" extrusionOk="0">
                        <a:moveTo>
                          <a:pt x="0" y="182880"/>
                        </a:moveTo>
                        <a:cubicBezTo>
                          <a:pt x="-2930" y="80071"/>
                          <a:pt x="67218" y="5502"/>
                          <a:pt x="182880" y="0"/>
                        </a:cubicBezTo>
                        <a:cubicBezTo>
                          <a:pt x="298703" y="3120"/>
                          <a:pt x="352652" y="82295"/>
                          <a:pt x="365760" y="182880"/>
                        </a:cubicBezTo>
                        <a:cubicBezTo>
                          <a:pt x="346731" y="302464"/>
                          <a:pt x="283385" y="368507"/>
                          <a:pt x="182880" y="365760"/>
                        </a:cubicBezTo>
                        <a:cubicBezTo>
                          <a:pt x="55418" y="351283"/>
                          <a:pt x="21968" y="294378"/>
                          <a:pt x="0" y="1828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46CC13-CA4C-C9A7-1356-7259016DBD49}"/>
              </a:ext>
            </a:extLst>
          </p:cNvPr>
          <p:cNvSpPr/>
          <p:nvPr/>
        </p:nvSpPr>
        <p:spPr>
          <a:xfrm>
            <a:off x="2330165" y="4849353"/>
            <a:ext cx="365760" cy="365760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5760"/>
                      <a:gd name="connsiteY0" fmla="*/ 182880 h 365760"/>
                      <a:gd name="connsiteX1" fmla="*/ 182880 w 365760"/>
                      <a:gd name="connsiteY1" fmla="*/ 0 h 365760"/>
                      <a:gd name="connsiteX2" fmla="*/ 365760 w 365760"/>
                      <a:gd name="connsiteY2" fmla="*/ 182880 h 365760"/>
                      <a:gd name="connsiteX3" fmla="*/ 182880 w 365760"/>
                      <a:gd name="connsiteY3" fmla="*/ 365760 h 365760"/>
                      <a:gd name="connsiteX4" fmla="*/ 0 w 365760"/>
                      <a:gd name="connsiteY4" fmla="*/ 182880 h 365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" h="365760" extrusionOk="0">
                        <a:moveTo>
                          <a:pt x="0" y="182880"/>
                        </a:moveTo>
                        <a:cubicBezTo>
                          <a:pt x="-2930" y="80071"/>
                          <a:pt x="67218" y="5502"/>
                          <a:pt x="182880" y="0"/>
                        </a:cubicBezTo>
                        <a:cubicBezTo>
                          <a:pt x="298703" y="3120"/>
                          <a:pt x="352652" y="82295"/>
                          <a:pt x="365760" y="182880"/>
                        </a:cubicBezTo>
                        <a:cubicBezTo>
                          <a:pt x="346731" y="302464"/>
                          <a:pt x="283385" y="368507"/>
                          <a:pt x="182880" y="365760"/>
                        </a:cubicBezTo>
                        <a:cubicBezTo>
                          <a:pt x="55418" y="351283"/>
                          <a:pt x="21968" y="294378"/>
                          <a:pt x="0" y="1828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07B713C-EEF2-53BF-675D-A382C29E5ED9}"/>
              </a:ext>
            </a:extLst>
          </p:cNvPr>
          <p:cNvSpPr/>
          <p:nvPr/>
        </p:nvSpPr>
        <p:spPr>
          <a:xfrm>
            <a:off x="3374928" y="3006667"/>
            <a:ext cx="365760" cy="365760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5760"/>
                      <a:gd name="connsiteY0" fmla="*/ 182880 h 365760"/>
                      <a:gd name="connsiteX1" fmla="*/ 182880 w 365760"/>
                      <a:gd name="connsiteY1" fmla="*/ 0 h 365760"/>
                      <a:gd name="connsiteX2" fmla="*/ 365760 w 365760"/>
                      <a:gd name="connsiteY2" fmla="*/ 182880 h 365760"/>
                      <a:gd name="connsiteX3" fmla="*/ 182880 w 365760"/>
                      <a:gd name="connsiteY3" fmla="*/ 365760 h 365760"/>
                      <a:gd name="connsiteX4" fmla="*/ 0 w 365760"/>
                      <a:gd name="connsiteY4" fmla="*/ 182880 h 365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" h="365760" extrusionOk="0">
                        <a:moveTo>
                          <a:pt x="0" y="182880"/>
                        </a:moveTo>
                        <a:cubicBezTo>
                          <a:pt x="-2930" y="80071"/>
                          <a:pt x="67218" y="5502"/>
                          <a:pt x="182880" y="0"/>
                        </a:cubicBezTo>
                        <a:cubicBezTo>
                          <a:pt x="298703" y="3120"/>
                          <a:pt x="352652" y="82295"/>
                          <a:pt x="365760" y="182880"/>
                        </a:cubicBezTo>
                        <a:cubicBezTo>
                          <a:pt x="346731" y="302464"/>
                          <a:pt x="283385" y="368507"/>
                          <a:pt x="182880" y="365760"/>
                        </a:cubicBezTo>
                        <a:cubicBezTo>
                          <a:pt x="55418" y="351283"/>
                          <a:pt x="21968" y="294378"/>
                          <a:pt x="0" y="1828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38EA6F-0F27-B7D4-08FB-89A09F99E55A}"/>
              </a:ext>
            </a:extLst>
          </p:cNvPr>
          <p:cNvSpPr/>
          <p:nvPr/>
        </p:nvSpPr>
        <p:spPr>
          <a:xfrm>
            <a:off x="2465971" y="3011141"/>
            <a:ext cx="365760" cy="365760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5760"/>
                      <a:gd name="connsiteY0" fmla="*/ 182880 h 365760"/>
                      <a:gd name="connsiteX1" fmla="*/ 182880 w 365760"/>
                      <a:gd name="connsiteY1" fmla="*/ 0 h 365760"/>
                      <a:gd name="connsiteX2" fmla="*/ 365760 w 365760"/>
                      <a:gd name="connsiteY2" fmla="*/ 182880 h 365760"/>
                      <a:gd name="connsiteX3" fmla="*/ 182880 w 365760"/>
                      <a:gd name="connsiteY3" fmla="*/ 365760 h 365760"/>
                      <a:gd name="connsiteX4" fmla="*/ 0 w 365760"/>
                      <a:gd name="connsiteY4" fmla="*/ 182880 h 365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760" h="365760" extrusionOk="0">
                        <a:moveTo>
                          <a:pt x="0" y="182880"/>
                        </a:moveTo>
                        <a:cubicBezTo>
                          <a:pt x="-2930" y="80071"/>
                          <a:pt x="67218" y="5502"/>
                          <a:pt x="182880" y="0"/>
                        </a:cubicBezTo>
                        <a:cubicBezTo>
                          <a:pt x="298703" y="3120"/>
                          <a:pt x="352652" y="82295"/>
                          <a:pt x="365760" y="182880"/>
                        </a:cubicBezTo>
                        <a:cubicBezTo>
                          <a:pt x="346731" y="302464"/>
                          <a:pt x="283385" y="368507"/>
                          <a:pt x="182880" y="365760"/>
                        </a:cubicBezTo>
                        <a:cubicBezTo>
                          <a:pt x="55418" y="351283"/>
                          <a:pt x="21968" y="294378"/>
                          <a:pt x="0" y="18288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Badge Tick1 outline">
            <a:extLst>
              <a:ext uri="{FF2B5EF4-FFF2-40B4-BE49-F238E27FC236}">
                <a16:creationId xmlns:a16="http://schemas.microsoft.com/office/drawing/2014/main" id="{3DBD1E3A-044F-4F0E-4D95-4F7D3567F2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8094" y="4733078"/>
            <a:ext cx="576073" cy="57607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2ACE1A-6102-F2C3-AED1-D26FFCC3D1BF}"/>
              </a:ext>
            </a:extLst>
          </p:cNvPr>
          <p:cNvSpPr/>
          <p:nvPr/>
        </p:nvSpPr>
        <p:spPr>
          <a:xfrm>
            <a:off x="10814570" y="260955"/>
            <a:ext cx="1115568" cy="3200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77A18-F3E5-A22D-46DC-2AD62C5EAC9A}"/>
              </a:ext>
            </a:extLst>
          </p:cNvPr>
          <p:cNvSpPr txBox="1"/>
          <p:nvPr/>
        </p:nvSpPr>
        <p:spPr>
          <a:xfrm>
            <a:off x="7371761" y="1451815"/>
            <a:ext cx="4306356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306356"/>
                      <a:gd name="connsiteY0" fmla="*/ 0 h 430887"/>
                      <a:gd name="connsiteX1" fmla="*/ 452167 w 4306356"/>
                      <a:gd name="connsiteY1" fmla="*/ 0 h 430887"/>
                      <a:gd name="connsiteX2" fmla="*/ 1033525 w 4306356"/>
                      <a:gd name="connsiteY2" fmla="*/ 0 h 430887"/>
                      <a:gd name="connsiteX3" fmla="*/ 1528756 w 4306356"/>
                      <a:gd name="connsiteY3" fmla="*/ 0 h 430887"/>
                      <a:gd name="connsiteX4" fmla="*/ 1980924 w 4306356"/>
                      <a:gd name="connsiteY4" fmla="*/ 0 h 430887"/>
                      <a:gd name="connsiteX5" fmla="*/ 2562282 w 4306356"/>
                      <a:gd name="connsiteY5" fmla="*/ 0 h 430887"/>
                      <a:gd name="connsiteX6" fmla="*/ 3100576 w 4306356"/>
                      <a:gd name="connsiteY6" fmla="*/ 0 h 430887"/>
                      <a:gd name="connsiteX7" fmla="*/ 3638871 w 4306356"/>
                      <a:gd name="connsiteY7" fmla="*/ 0 h 430887"/>
                      <a:gd name="connsiteX8" fmla="*/ 4306356 w 4306356"/>
                      <a:gd name="connsiteY8" fmla="*/ 0 h 430887"/>
                      <a:gd name="connsiteX9" fmla="*/ 4306356 w 4306356"/>
                      <a:gd name="connsiteY9" fmla="*/ 430887 h 430887"/>
                      <a:gd name="connsiteX10" fmla="*/ 3854189 w 4306356"/>
                      <a:gd name="connsiteY10" fmla="*/ 430887 h 430887"/>
                      <a:gd name="connsiteX11" fmla="*/ 3445085 w 4306356"/>
                      <a:gd name="connsiteY11" fmla="*/ 430887 h 430887"/>
                      <a:gd name="connsiteX12" fmla="*/ 2863727 w 4306356"/>
                      <a:gd name="connsiteY12" fmla="*/ 430887 h 430887"/>
                      <a:gd name="connsiteX13" fmla="*/ 2411559 w 4306356"/>
                      <a:gd name="connsiteY13" fmla="*/ 430887 h 430887"/>
                      <a:gd name="connsiteX14" fmla="*/ 1830201 w 4306356"/>
                      <a:gd name="connsiteY14" fmla="*/ 430887 h 430887"/>
                      <a:gd name="connsiteX15" fmla="*/ 1205780 w 4306356"/>
                      <a:gd name="connsiteY15" fmla="*/ 430887 h 430887"/>
                      <a:gd name="connsiteX16" fmla="*/ 710549 w 4306356"/>
                      <a:gd name="connsiteY16" fmla="*/ 430887 h 430887"/>
                      <a:gd name="connsiteX17" fmla="*/ 0 w 4306356"/>
                      <a:gd name="connsiteY17" fmla="*/ 430887 h 430887"/>
                      <a:gd name="connsiteX18" fmla="*/ 0 w 4306356"/>
                      <a:gd name="connsiteY18" fmla="*/ 0 h 430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306356" h="430887" fill="none" extrusionOk="0">
                        <a:moveTo>
                          <a:pt x="0" y="0"/>
                        </a:moveTo>
                        <a:cubicBezTo>
                          <a:pt x="130671" y="-4620"/>
                          <a:pt x="317064" y="10358"/>
                          <a:pt x="452167" y="0"/>
                        </a:cubicBezTo>
                        <a:cubicBezTo>
                          <a:pt x="587270" y="-10358"/>
                          <a:pt x="909896" y="31747"/>
                          <a:pt x="1033525" y="0"/>
                        </a:cubicBezTo>
                        <a:cubicBezTo>
                          <a:pt x="1157154" y="-31747"/>
                          <a:pt x="1348271" y="5532"/>
                          <a:pt x="1528756" y="0"/>
                        </a:cubicBezTo>
                        <a:cubicBezTo>
                          <a:pt x="1709241" y="-5532"/>
                          <a:pt x="1862418" y="54093"/>
                          <a:pt x="1980924" y="0"/>
                        </a:cubicBezTo>
                        <a:cubicBezTo>
                          <a:pt x="2099430" y="-54093"/>
                          <a:pt x="2272568" y="39015"/>
                          <a:pt x="2562282" y="0"/>
                        </a:cubicBezTo>
                        <a:cubicBezTo>
                          <a:pt x="2851996" y="-39015"/>
                          <a:pt x="2914257" y="7433"/>
                          <a:pt x="3100576" y="0"/>
                        </a:cubicBezTo>
                        <a:cubicBezTo>
                          <a:pt x="3286895" y="-7433"/>
                          <a:pt x="3391734" y="31511"/>
                          <a:pt x="3638871" y="0"/>
                        </a:cubicBezTo>
                        <a:cubicBezTo>
                          <a:pt x="3886009" y="-31511"/>
                          <a:pt x="4011977" y="25042"/>
                          <a:pt x="4306356" y="0"/>
                        </a:cubicBezTo>
                        <a:cubicBezTo>
                          <a:pt x="4343473" y="203984"/>
                          <a:pt x="4283568" y="274544"/>
                          <a:pt x="4306356" y="430887"/>
                        </a:cubicBezTo>
                        <a:cubicBezTo>
                          <a:pt x="4102934" y="483757"/>
                          <a:pt x="4073190" y="421930"/>
                          <a:pt x="3854189" y="430887"/>
                        </a:cubicBezTo>
                        <a:cubicBezTo>
                          <a:pt x="3635188" y="439844"/>
                          <a:pt x="3638860" y="412651"/>
                          <a:pt x="3445085" y="430887"/>
                        </a:cubicBezTo>
                        <a:cubicBezTo>
                          <a:pt x="3251310" y="449123"/>
                          <a:pt x="3148923" y="392999"/>
                          <a:pt x="2863727" y="430887"/>
                        </a:cubicBezTo>
                        <a:cubicBezTo>
                          <a:pt x="2578531" y="468775"/>
                          <a:pt x="2607370" y="403917"/>
                          <a:pt x="2411559" y="430887"/>
                        </a:cubicBezTo>
                        <a:cubicBezTo>
                          <a:pt x="2215748" y="457857"/>
                          <a:pt x="2023984" y="422628"/>
                          <a:pt x="1830201" y="430887"/>
                        </a:cubicBezTo>
                        <a:cubicBezTo>
                          <a:pt x="1636418" y="439146"/>
                          <a:pt x="1488332" y="381634"/>
                          <a:pt x="1205780" y="430887"/>
                        </a:cubicBezTo>
                        <a:cubicBezTo>
                          <a:pt x="923228" y="480140"/>
                          <a:pt x="848749" y="377176"/>
                          <a:pt x="710549" y="430887"/>
                        </a:cubicBezTo>
                        <a:cubicBezTo>
                          <a:pt x="572349" y="484598"/>
                          <a:pt x="203112" y="413081"/>
                          <a:pt x="0" y="430887"/>
                        </a:cubicBezTo>
                        <a:cubicBezTo>
                          <a:pt x="-33889" y="251514"/>
                          <a:pt x="7456" y="146506"/>
                          <a:pt x="0" y="0"/>
                        </a:cubicBezTo>
                        <a:close/>
                      </a:path>
                      <a:path w="4306356" h="430887" stroke="0" extrusionOk="0">
                        <a:moveTo>
                          <a:pt x="0" y="0"/>
                        </a:moveTo>
                        <a:cubicBezTo>
                          <a:pt x="154312" y="-49053"/>
                          <a:pt x="365920" y="54572"/>
                          <a:pt x="495231" y="0"/>
                        </a:cubicBezTo>
                        <a:cubicBezTo>
                          <a:pt x="624542" y="-54572"/>
                          <a:pt x="707550" y="35695"/>
                          <a:pt x="904335" y="0"/>
                        </a:cubicBezTo>
                        <a:cubicBezTo>
                          <a:pt x="1101120" y="-35695"/>
                          <a:pt x="1280577" y="8421"/>
                          <a:pt x="1528756" y="0"/>
                        </a:cubicBezTo>
                        <a:cubicBezTo>
                          <a:pt x="1776935" y="-8421"/>
                          <a:pt x="1824564" y="52251"/>
                          <a:pt x="2023987" y="0"/>
                        </a:cubicBezTo>
                        <a:cubicBezTo>
                          <a:pt x="2223410" y="-52251"/>
                          <a:pt x="2376880" y="37820"/>
                          <a:pt x="2519218" y="0"/>
                        </a:cubicBezTo>
                        <a:cubicBezTo>
                          <a:pt x="2661556" y="-37820"/>
                          <a:pt x="2843515" y="15086"/>
                          <a:pt x="3143640" y="0"/>
                        </a:cubicBezTo>
                        <a:cubicBezTo>
                          <a:pt x="3443765" y="-15086"/>
                          <a:pt x="3459448" y="34230"/>
                          <a:pt x="3595807" y="0"/>
                        </a:cubicBezTo>
                        <a:cubicBezTo>
                          <a:pt x="3732166" y="-34230"/>
                          <a:pt x="4075503" y="17041"/>
                          <a:pt x="4306356" y="0"/>
                        </a:cubicBezTo>
                        <a:cubicBezTo>
                          <a:pt x="4309787" y="209713"/>
                          <a:pt x="4262854" y="273451"/>
                          <a:pt x="4306356" y="430887"/>
                        </a:cubicBezTo>
                        <a:cubicBezTo>
                          <a:pt x="4157226" y="462077"/>
                          <a:pt x="3988834" y="384330"/>
                          <a:pt x="3854189" y="430887"/>
                        </a:cubicBezTo>
                        <a:cubicBezTo>
                          <a:pt x="3719544" y="477444"/>
                          <a:pt x="3502443" y="400069"/>
                          <a:pt x="3315894" y="430887"/>
                        </a:cubicBezTo>
                        <a:cubicBezTo>
                          <a:pt x="3129346" y="461705"/>
                          <a:pt x="3041623" y="399368"/>
                          <a:pt x="2820663" y="430887"/>
                        </a:cubicBezTo>
                        <a:cubicBezTo>
                          <a:pt x="2599703" y="462406"/>
                          <a:pt x="2446573" y="428309"/>
                          <a:pt x="2196242" y="430887"/>
                        </a:cubicBezTo>
                        <a:cubicBezTo>
                          <a:pt x="1945911" y="433465"/>
                          <a:pt x="1852342" y="385128"/>
                          <a:pt x="1571820" y="430887"/>
                        </a:cubicBezTo>
                        <a:cubicBezTo>
                          <a:pt x="1291298" y="476646"/>
                          <a:pt x="1270344" y="395291"/>
                          <a:pt x="1119653" y="430887"/>
                        </a:cubicBezTo>
                        <a:cubicBezTo>
                          <a:pt x="968962" y="466483"/>
                          <a:pt x="742455" y="414109"/>
                          <a:pt x="581358" y="430887"/>
                        </a:cubicBezTo>
                        <a:cubicBezTo>
                          <a:pt x="420262" y="447665"/>
                          <a:pt x="129216" y="408835"/>
                          <a:pt x="0" y="430887"/>
                        </a:cubicBezTo>
                        <a:cubicBezTo>
                          <a:pt x="-14204" y="290969"/>
                          <a:pt x="3800" y="17602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/>
              <a:t>The game theoretic perspective…</a:t>
            </a:r>
            <a:endParaRPr lang="en-US" sz="2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F9727-376B-6474-BCEC-F2ECA2C17EA8}"/>
              </a:ext>
            </a:extLst>
          </p:cNvPr>
          <p:cNvSpPr txBox="1"/>
          <p:nvPr/>
        </p:nvSpPr>
        <p:spPr>
          <a:xfrm>
            <a:off x="8692438" y="4033878"/>
            <a:ext cx="1342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Beliefs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If…then…</a:t>
            </a:r>
          </a:p>
        </p:txBody>
      </p:sp>
      <p:pic>
        <p:nvPicPr>
          <p:cNvPr id="6" name="Picture 5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6DB9D265-351E-F644-5EE1-7E2698797E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10098421" y="3713512"/>
            <a:ext cx="1767982" cy="10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6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BFF8B-6090-0FF6-513F-1243F63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68077316-E78D-1C0C-F084-BB6F3D89A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5B6C7-4843-5590-7159-639618DF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Reflections: Why Select </a:t>
            </a:r>
            <a:r>
              <a:rPr lang="en-US" b="1" dirty="0">
                <a:solidFill>
                  <a:srgbClr val="7030A0"/>
                </a:solidFill>
              </a:rPr>
              <a:t>SHARE</a:t>
            </a:r>
            <a:r>
              <a:rPr lang="en-US" b="1" dirty="0"/>
              <a:t>?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5876ABFE-E7F8-5CF7-F36A-F8C8FACE6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6B5822-BB81-5621-AA16-D4D3458E4F82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BF91B2D-3C0E-079A-8C3A-75100170A7C8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517DAF8-747D-6374-DBC9-CA1151500B4D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DBD85B9F-0999-39B4-AA18-90D6A7333A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DBD85B9F-0999-39B4-AA18-90D6A7333A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77E067E7-8115-9930-31CC-22BB66343E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77E067E7-8115-9930-31CC-22BB66343E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8B8B7F7-72F4-A2A8-0C26-7A11F3428AE9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A62CC6B-242C-C72C-BC30-4CD3497B0F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A62CC6B-242C-C72C-BC30-4CD3497B0F2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36A033FC-9B8D-145D-9D89-3206331CB9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36A033FC-9B8D-145D-9D89-3206331CB9C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C858B78-261E-B40C-DA47-53F4CB5F75C0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8372C91-378F-EC53-2A17-9B1A907153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8372C91-378F-EC53-2A17-9B1A907153D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AEC2F3A-2753-E02A-6CCE-5B3B99429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AEC2F3A-2753-E02A-6CCE-5B3B9942978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B28B8B0B-0A88-ABD3-A4AA-712CADF3C1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B28B8B0B-0A88-ABD3-A4AA-712CADF3C1C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00D21115-4F5D-317F-4DA4-7B5741FBB1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00D21115-4F5D-317F-4DA4-7B5741FBB1E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5DFE2D0-44AC-AB75-BC39-D5D448C0844E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DFDDB5-9D83-5F3E-92AC-3A86C190B924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83C902B-EF2B-DA60-6F51-4822F70D84EE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DEA5DC-BF28-8697-D732-7B134959F77C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The Outcome Matrix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A095C6B-90B9-6C37-C4BB-055D3477E121}"/>
              </a:ext>
            </a:extLst>
          </p:cNvPr>
          <p:cNvSpPr txBox="1"/>
          <p:nvPr/>
        </p:nvSpPr>
        <p:spPr>
          <a:xfrm>
            <a:off x="6421217" y="2469097"/>
            <a:ext cx="392399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3923993"/>
                      <a:gd name="connsiteY0" fmla="*/ 0 h 369332"/>
                      <a:gd name="connsiteX1" fmla="*/ 442851 w 3923993"/>
                      <a:gd name="connsiteY1" fmla="*/ 0 h 369332"/>
                      <a:gd name="connsiteX2" fmla="*/ 885701 w 3923993"/>
                      <a:gd name="connsiteY2" fmla="*/ 0 h 369332"/>
                      <a:gd name="connsiteX3" fmla="*/ 1524752 w 3923993"/>
                      <a:gd name="connsiteY3" fmla="*/ 0 h 369332"/>
                      <a:gd name="connsiteX4" fmla="*/ 2046082 w 3923993"/>
                      <a:gd name="connsiteY4" fmla="*/ 0 h 369332"/>
                      <a:gd name="connsiteX5" fmla="*/ 2606652 w 3923993"/>
                      <a:gd name="connsiteY5" fmla="*/ 0 h 369332"/>
                      <a:gd name="connsiteX6" fmla="*/ 3206463 w 3923993"/>
                      <a:gd name="connsiteY6" fmla="*/ 0 h 369332"/>
                      <a:gd name="connsiteX7" fmla="*/ 3923993 w 3923993"/>
                      <a:gd name="connsiteY7" fmla="*/ 0 h 369332"/>
                      <a:gd name="connsiteX8" fmla="*/ 3923993 w 3923993"/>
                      <a:gd name="connsiteY8" fmla="*/ 369332 h 369332"/>
                      <a:gd name="connsiteX9" fmla="*/ 3324183 w 3923993"/>
                      <a:gd name="connsiteY9" fmla="*/ 369332 h 369332"/>
                      <a:gd name="connsiteX10" fmla="*/ 2685132 w 3923993"/>
                      <a:gd name="connsiteY10" fmla="*/ 369332 h 369332"/>
                      <a:gd name="connsiteX11" fmla="*/ 2085322 w 3923993"/>
                      <a:gd name="connsiteY11" fmla="*/ 369332 h 369332"/>
                      <a:gd name="connsiteX12" fmla="*/ 1485512 w 3923993"/>
                      <a:gd name="connsiteY12" fmla="*/ 369332 h 369332"/>
                      <a:gd name="connsiteX13" fmla="*/ 1042661 w 3923993"/>
                      <a:gd name="connsiteY13" fmla="*/ 369332 h 369332"/>
                      <a:gd name="connsiteX14" fmla="*/ 599810 w 3923993"/>
                      <a:gd name="connsiteY14" fmla="*/ 369332 h 369332"/>
                      <a:gd name="connsiteX15" fmla="*/ 0 w 3923993"/>
                      <a:gd name="connsiteY15" fmla="*/ 369332 h 369332"/>
                      <a:gd name="connsiteX16" fmla="*/ 0 w 3923993"/>
                      <a:gd name="connsiteY1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923993" h="369332" fill="none" extrusionOk="0">
                        <a:moveTo>
                          <a:pt x="0" y="0"/>
                        </a:moveTo>
                        <a:cubicBezTo>
                          <a:pt x="201669" y="-17499"/>
                          <a:pt x="243271" y="11821"/>
                          <a:pt x="442851" y="0"/>
                        </a:cubicBezTo>
                        <a:cubicBezTo>
                          <a:pt x="642431" y="-11821"/>
                          <a:pt x="681051" y="41756"/>
                          <a:pt x="885701" y="0"/>
                        </a:cubicBezTo>
                        <a:cubicBezTo>
                          <a:pt x="1090351" y="-41756"/>
                          <a:pt x="1374663" y="2857"/>
                          <a:pt x="1524752" y="0"/>
                        </a:cubicBezTo>
                        <a:cubicBezTo>
                          <a:pt x="1674841" y="-2857"/>
                          <a:pt x="1885538" y="8856"/>
                          <a:pt x="2046082" y="0"/>
                        </a:cubicBezTo>
                        <a:cubicBezTo>
                          <a:pt x="2206626" y="-8856"/>
                          <a:pt x="2482167" y="55735"/>
                          <a:pt x="2606652" y="0"/>
                        </a:cubicBezTo>
                        <a:cubicBezTo>
                          <a:pt x="2731137" y="-55735"/>
                          <a:pt x="3045482" y="17376"/>
                          <a:pt x="3206463" y="0"/>
                        </a:cubicBezTo>
                        <a:cubicBezTo>
                          <a:pt x="3367444" y="-17376"/>
                          <a:pt x="3577751" y="22017"/>
                          <a:pt x="3923993" y="0"/>
                        </a:cubicBezTo>
                        <a:cubicBezTo>
                          <a:pt x="3935296" y="116838"/>
                          <a:pt x="3890801" y="230020"/>
                          <a:pt x="3923993" y="369332"/>
                        </a:cubicBezTo>
                        <a:cubicBezTo>
                          <a:pt x="3694048" y="406099"/>
                          <a:pt x="3620955" y="351379"/>
                          <a:pt x="3324183" y="369332"/>
                        </a:cubicBezTo>
                        <a:cubicBezTo>
                          <a:pt x="3027411" y="387285"/>
                          <a:pt x="2985769" y="352699"/>
                          <a:pt x="2685132" y="369332"/>
                        </a:cubicBezTo>
                        <a:cubicBezTo>
                          <a:pt x="2384495" y="385965"/>
                          <a:pt x="2251472" y="357307"/>
                          <a:pt x="2085322" y="369332"/>
                        </a:cubicBezTo>
                        <a:cubicBezTo>
                          <a:pt x="1919172" y="381357"/>
                          <a:pt x="1722224" y="365873"/>
                          <a:pt x="1485512" y="369332"/>
                        </a:cubicBezTo>
                        <a:cubicBezTo>
                          <a:pt x="1248800" y="372791"/>
                          <a:pt x="1211679" y="358458"/>
                          <a:pt x="1042661" y="369332"/>
                        </a:cubicBezTo>
                        <a:cubicBezTo>
                          <a:pt x="873643" y="380206"/>
                          <a:pt x="807127" y="341127"/>
                          <a:pt x="599810" y="369332"/>
                        </a:cubicBezTo>
                        <a:cubicBezTo>
                          <a:pt x="392493" y="397537"/>
                          <a:pt x="199482" y="333087"/>
                          <a:pt x="0" y="369332"/>
                        </a:cubicBezTo>
                        <a:cubicBezTo>
                          <a:pt x="-35342" y="190925"/>
                          <a:pt x="29075" y="128118"/>
                          <a:pt x="0" y="0"/>
                        </a:cubicBezTo>
                        <a:close/>
                      </a:path>
                      <a:path w="3923993" h="369332" stroke="0" extrusionOk="0">
                        <a:moveTo>
                          <a:pt x="0" y="0"/>
                        </a:moveTo>
                        <a:cubicBezTo>
                          <a:pt x="229230" y="-43469"/>
                          <a:pt x="347472" y="56256"/>
                          <a:pt x="599810" y="0"/>
                        </a:cubicBezTo>
                        <a:cubicBezTo>
                          <a:pt x="852148" y="-56256"/>
                          <a:pt x="925798" y="5338"/>
                          <a:pt x="1121141" y="0"/>
                        </a:cubicBezTo>
                        <a:cubicBezTo>
                          <a:pt x="1316484" y="-5338"/>
                          <a:pt x="1528862" y="55394"/>
                          <a:pt x="1681711" y="0"/>
                        </a:cubicBezTo>
                        <a:cubicBezTo>
                          <a:pt x="1834560" y="-55394"/>
                          <a:pt x="1954498" y="17041"/>
                          <a:pt x="2163802" y="0"/>
                        </a:cubicBezTo>
                        <a:cubicBezTo>
                          <a:pt x="2373106" y="-17041"/>
                          <a:pt x="2487990" y="5088"/>
                          <a:pt x="2724372" y="0"/>
                        </a:cubicBezTo>
                        <a:cubicBezTo>
                          <a:pt x="2960754" y="-5088"/>
                          <a:pt x="2969761" y="16836"/>
                          <a:pt x="3206463" y="0"/>
                        </a:cubicBezTo>
                        <a:cubicBezTo>
                          <a:pt x="3443165" y="-16836"/>
                          <a:pt x="3643725" y="20576"/>
                          <a:pt x="3923993" y="0"/>
                        </a:cubicBezTo>
                        <a:cubicBezTo>
                          <a:pt x="3951378" y="112926"/>
                          <a:pt x="3897826" y="240288"/>
                          <a:pt x="3923993" y="369332"/>
                        </a:cubicBezTo>
                        <a:cubicBezTo>
                          <a:pt x="3786019" y="389430"/>
                          <a:pt x="3655666" y="367778"/>
                          <a:pt x="3402663" y="369332"/>
                        </a:cubicBezTo>
                        <a:cubicBezTo>
                          <a:pt x="3149660" y="370886"/>
                          <a:pt x="3143393" y="332008"/>
                          <a:pt x="2920572" y="369332"/>
                        </a:cubicBezTo>
                        <a:cubicBezTo>
                          <a:pt x="2697751" y="406656"/>
                          <a:pt x="2619637" y="318264"/>
                          <a:pt x="2438481" y="369332"/>
                        </a:cubicBezTo>
                        <a:cubicBezTo>
                          <a:pt x="2257325" y="420400"/>
                          <a:pt x="2113157" y="340518"/>
                          <a:pt x="1917151" y="369332"/>
                        </a:cubicBezTo>
                        <a:cubicBezTo>
                          <a:pt x="1721145" y="398146"/>
                          <a:pt x="1556328" y="321489"/>
                          <a:pt x="1278101" y="369332"/>
                        </a:cubicBezTo>
                        <a:cubicBezTo>
                          <a:pt x="999874" y="417175"/>
                          <a:pt x="924840" y="309616"/>
                          <a:pt x="717530" y="369332"/>
                        </a:cubicBezTo>
                        <a:cubicBezTo>
                          <a:pt x="510220" y="429048"/>
                          <a:pt x="231959" y="350783"/>
                          <a:pt x="0" y="369332"/>
                        </a:cubicBezTo>
                        <a:cubicBezTo>
                          <a:pt x="-10830" y="216770"/>
                          <a:pt x="38900" y="16195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different from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E4C793-712D-AF9A-99EF-2F4453052268}"/>
              </a:ext>
            </a:extLst>
          </p:cNvPr>
          <p:cNvSpPr txBox="1"/>
          <p:nvPr/>
        </p:nvSpPr>
        <p:spPr>
          <a:xfrm>
            <a:off x="5165705" y="3959944"/>
            <a:ext cx="643501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435015"/>
                      <a:gd name="connsiteY0" fmla="*/ 0 h 369332"/>
                      <a:gd name="connsiteX1" fmla="*/ 713702 w 6435015"/>
                      <a:gd name="connsiteY1" fmla="*/ 0 h 369332"/>
                      <a:gd name="connsiteX2" fmla="*/ 1170003 w 6435015"/>
                      <a:gd name="connsiteY2" fmla="*/ 0 h 369332"/>
                      <a:gd name="connsiteX3" fmla="*/ 1690654 w 6435015"/>
                      <a:gd name="connsiteY3" fmla="*/ 0 h 369332"/>
                      <a:gd name="connsiteX4" fmla="*/ 2275655 w 6435015"/>
                      <a:gd name="connsiteY4" fmla="*/ 0 h 369332"/>
                      <a:gd name="connsiteX5" fmla="*/ 2989357 w 6435015"/>
                      <a:gd name="connsiteY5" fmla="*/ 0 h 369332"/>
                      <a:gd name="connsiteX6" fmla="*/ 3574358 w 6435015"/>
                      <a:gd name="connsiteY6" fmla="*/ 0 h 369332"/>
                      <a:gd name="connsiteX7" fmla="*/ 4159360 w 6435015"/>
                      <a:gd name="connsiteY7" fmla="*/ 0 h 369332"/>
                      <a:gd name="connsiteX8" fmla="*/ 4808711 w 6435015"/>
                      <a:gd name="connsiteY8" fmla="*/ 0 h 369332"/>
                      <a:gd name="connsiteX9" fmla="*/ 5200662 w 6435015"/>
                      <a:gd name="connsiteY9" fmla="*/ 0 h 369332"/>
                      <a:gd name="connsiteX10" fmla="*/ 5592613 w 6435015"/>
                      <a:gd name="connsiteY10" fmla="*/ 0 h 369332"/>
                      <a:gd name="connsiteX11" fmla="*/ 6435015 w 6435015"/>
                      <a:gd name="connsiteY11" fmla="*/ 0 h 369332"/>
                      <a:gd name="connsiteX12" fmla="*/ 6435015 w 6435015"/>
                      <a:gd name="connsiteY12" fmla="*/ 369332 h 369332"/>
                      <a:gd name="connsiteX13" fmla="*/ 5850014 w 6435015"/>
                      <a:gd name="connsiteY13" fmla="*/ 369332 h 369332"/>
                      <a:gd name="connsiteX14" fmla="*/ 5200662 w 6435015"/>
                      <a:gd name="connsiteY14" fmla="*/ 369332 h 369332"/>
                      <a:gd name="connsiteX15" fmla="*/ 4551311 w 6435015"/>
                      <a:gd name="connsiteY15" fmla="*/ 369332 h 369332"/>
                      <a:gd name="connsiteX16" fmla="*/ 4095010 w 6435015"/>
                      <a:gd name="connsiteY16" fmla="*/ 369332 h 369332"/>
                      <a:gd name="connsiteX17" fmla="*/ 3574358 w 6435015"/>
                      <a:gd name="connsiteY17" fmla="*/ 369332 h 369332"/>
                      <a:gd name="connsiteX18" fmla="*/ 2860657 w 6435015"/>
                      <a:gd name="connsiteY18" fmla="*/ 369332 h 369332"/>
                      <a:gd name="connsiteX19" fmla="*/ 2468706 w 6435015"/>
                      <a:gd name="connsiteY19" fmla="*/ 369332 h 369332"/>
                      <a:gd name="connsiteX20" fmla="*/ 1819354 w 6435015"/>
                      <a:gd name="connsiteY20" fmla="*/ 369332 h 369332"/>
                      <a:gd name="connsiteX21" fmla="*/ 1170003 w 6435015"/>
                      <a:gd name="connsiteY21" fmla="*/ 369332 h 369332"/>
                      <a:gd name="connsiteX22" fmla="*/ 649352 w 6435015"/>
                      <a:gd name="connsiteY22" fmla="*/ 369332 h 369332"/>
                      <a:gd name="connsiteX23" fmla="*/ 0 w 6435015"/>
                      <a:gd name="connsiteY23" fmla="*/ 369332 h 369332"/>
                      <a:gd name="connsiteX24" fmla="*/ 0 w 6435015"/>
                      <a:gd name="connsiteY2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6435015" h="369332" fill="none" extrusionOk="0">
                        <a:moveTo>
                          <a:pt x="0" y="0"/>
                        </a:moveTo>
                        <a:cubicBezTo>
                          <a:pt x="344980" y="-54732"/>
                          <a:pt x="364451" y="41992"/>
                          <a:pt x="713702" y="0"/>
                        </a:cubicBezTo>
                        <a:cubicBezTo>
                          <a:pt x="1062953" y="-41992"/>
                          <a:pt x="965207" y="18681"/>
                          <a:pt x="1170003" y="0"/>
                        </a:cubicBezTo>
                        <a:cubicBezTo>
                          <a:pt x="1374799" y="-18681"/>
                          <a:pt x="1540584" y="38437"/>
                          <a:pt x="1690654" y="0"/>
                        </a:cubicBezTo>
                        <a:cubicBezTo>
                          <a:pt x="1840724" y="-38437"/>
                          <a:pt x="2128881" y="37693"/>
                          <a:pt x="2275655" y="0"/>
                        </a:cubicBezTo>
                        <a:cubicBezTo>
                          <a:pt x="2422429" y="-37693"/>
                          <a:pt x="2653027" y="10599"/>
                          <a:pt x="2989357" y="0"/>
                        </a:cubicBezTo>
                        <a:cubicBezTo>
                          <a:pt x="3325687" y="-10599"/>
                          <a:pt x="3291381" y="50622"/>
                          <a:pt x="3574358" y="0"/>
                        </a:cubicBezTo>
                        <a:cubicBezTo>
                          <a:pt x="3857335" y="-50622"/>
                          <a:pt x="4019001" y="64626"/>
                          <a:pt x="4159360" y="0"/>
                        </a:cubicBezTo>
                        <a:cubicBezTo>
                          <a:pt x="4299719" y="-64626"/>
                          <a:pt x="4535277" y="54475"/>
                          <a:pt x="4808711" y="0"/>
                        </a:cubicBezTo>
                        <a:cubicBezTo>
                          <a:pt x="5082145" y="-54475"/>
                          <a:pt x="5006634" y="1488"/>
                          <a:pt x="5200662" y="0"/>
                        </a:cubicBezTo>
                        <a:cubicBezTo>
                          <a:pt x="5394690" y="-1488"/>
                          <a:pt x="5445657" y="41538"/>
                          <a:pt x="5592613" y="0"/>
                        </a:cubicBezTo>
                        <a:cubicBezTo>
                          <a:pt x="5739569" y="-41538"/>
                          <a:pt x="6102713" y="18395"/>
                          <a:pt x="6435015" y="0"/>
                        </a:cubicBezTo>
                        <a:cubicBezTo>
                          <a:pt x="6450416" y="160373"/>
                          <a:pt x="6429164" y="203915"/>
                          <a:pt x="6435015" y="369332"/>
                        </a:cubicBezTo>
                        <a:cubicBezTo>
                          <a:pt x="6243711" y="431670"/>
                          <a:pt x="6079234" y="344236"/>
                          <a:pt x="5850014" y="369332"/>
                        </a:cubicBezTo>
                        <a:cubicBezTo>
                          <a:pt x="5620794" y="394428"/>
                          <a:pt x="5428963" y="327587"/>
                          <a:pt x="5200662" y="369332"/>
                        </a:cubicBezTo>
                        <a:cubicBezTo>
                          <a:pt x="4972361" y="411077"/>
                          <a:pt x="4750455" y="336966"/>
                          <a:pt x="4551311" y="369332"/>
                        </a:cubicBezTo>
                        <a:cubicBezTo>
                          <a:pt x="4352167" y="401698"/>
                          <a:pt x="4285495" y="365160"/>
                          <a:pt x="4095010" y="369332"/>
                        </a:cubicBezTo>
                        <a:cubicBezTo>
                          <a:pt x="3904525" y="373504"/>
                          <a:pt x="3715045" y="341094"/>
                          <a:pt x="3574358" y="369332"/>
                        </a:cubicBezTo>
                        <a:cubicBezTo>
                          <a:pt x="3433671" y="397570"/>
                          <a:pt x="3113005" y="338209"/>
                          <a:pt x="2860657" y="369332"/>
                        </a:cubicBezTo>
                        <a:cubicBezTo>
                          <a:pt x="2608309" y="400455"/>
                          <a:pt x="2643724" y="344099"/>
                          <a:pt x="2468706" y="369332"/>
                        </a:cubicBezTo>
                        <a:cubicBezTo>
                          <a:pt x="2293688" y="394565"/>
                          <a:pt x="2098362" y="295349"/>
                          <a:pt x="1819354" y="369332"/>
                        </a:cubicBezTo>
                        <a:cubicBezTo>
                          <a:pt x="1540346" y="443315"/>
                          <a:pt x="1331632" y="327740"/>
                          <a:pt x="1170003" y="369332"/>
                        </a:cubicBezTo>
                        <a:cubicBezTo>
                          <a:pt x="1008374" y="410924"/>
                          <a:pt x="865244" y="331553"/>
                          <a:pt x="649352" y="369332"/>
                        </a:cubicBezTo>
                        <a:cubicBezTo>
                          <a:pt x="433460" y="407111"/>
                          <a:pt x="165448" y="301106"/>
                          <a:pt x="0" y="369332"/>
                        </a:cubicBezTo>
                        <a:cubicBezTo>
                          <a:pt x="-3095" y="284744"/>
                          <a:pt x="32676" y="128935"/>
                          <a:pt x="0" y="0"/>
                        </a:cubicBezTo>
                        <a:close/>
                      </a:path>
                      <a:path w="6435015" h="369332" stroke="0" extrusionOk="0">
                        <a:moveTo>
                          <a:pt x="0" y="0"/>
                        </a:moveTo>
                        <a:cubicBezTo>
                          <a:pt x="291722" y="-20735"/>
                          <a:pt x="373383" y="75202"/>
                          <a:pt x="649352" y="0"/>
                        </a:cubicBezTo>
                        <a:cubicBezTo>
                          <a:pt x="925321" y="-75202"/>
                          <a:pt x="1040202" y="61333"/>
                          <a:pt x="1170003" y="0"/>
                        </a:cubicBezTo>
                        <a:cubicBezTo>
                          <a:pt x="1299804" y="-61333"/>
                          <a:pt x="1500856" y="43683"/>
                          <a:pt x="1755004" y="0"/>
                        </a:cubicBezTo>
                        <a:cubicBezTo>
                          <a:pt x="2009152" y="-43683"/>
                          <a:pt x="1999184" y="36046"/>
                          <a:pt x="2211305" y="0"/>
                        </a:cubicBezTo>
                        <a:cubicBezTo>
                          <a:pt x="2423426" y="-36046"/>
                          <a:pt x="2569819" y="6822"/>
                          <a:pt x="2796307" y="0"/>
                        </a:cubicBezTo>
                        <a:cubicBezTo>
                          <a:pt x="3022795" y="-6822"/>
                          <a:pt x="3075140" y="21947"/>
                          <a:pt x="3252608" y="0"/>
                        </a:cubicBezTo>
                        <a:cubicBezTo>
                          <a:pt x="3430076" y="-21947"/>
                          <a:pt x="3596884" y="64172"/>
                          <a:pt x="3837609" y="0"/>
                        </a:cubicBezTo>
                        <a:cubicBezTo>
                          <a:pt x="4078334" y="-64172"/>
                          <a:pt x="4111285" y="31319"/>
                          <a:pt x="4358260" y="0"/>
                        </a:cubicBezTo>
                        <a:cubicBezTo>
                          <a:pt x="4605235" y="-31319"/>
                          <a:pt x="4613554" y="12933"/>
                          <a:pt x="4814561" y="0"/>
                        </a:cubicBezTo>
                        <a:cubicBezTo>
                          <a:pt x="5015568" y="-12933"/>
                          <a:pt x="5324565" y="37199"/>
                          <a:pt x="5463913" y="0"/>
                        </a:cubicBezTo>
                        <a:cubicBezTo>
                          <a:pt x="5603261" y="-37199"/>
                          <a:pt x="6170709" y="61565"/>
                          <a:pt x="6435015" y="0"/>
                        </a:cubicBezTo>
                        <a:cubicBezTo>
                          <a:pt x="6436655" y="129294"/>
                          <a:pt x="6431902" y="235375"/>
                          <a:pt x="6435015" y="369332"/>
                        </a:cubicBezTo>
                        <a:cubicBezTo>
                          <a:pt x="6220276" y="382644"/>
                          <a:pt x="6085265" y="353540"/>
                          <a:pt x="5850014" y="369332"/>
                        </a:cubicBezTo>
                        <a:cubicBezTo>
                          <a:pt x="5614763" y="385124"/>
                          <a:pt x="5554613" y="323397"/>
                          <a:pt x="5265012" y="369332"/>
                        </a:cubicBezTo>
                        <a:cubicBezTo>
                          <a:pt x="4975411" y="415267"/>
                          <a:pt x="4884873" y="331918"/>
                          <a:pt x="4744361" y="369332"/>
                        </a:cubicBezTo>
                        <a:cubicBezTo>
                          <a:pt x="4603849" y="406746"/>
                          <a:pt x="4231012" y="322918"/>
                          <a:pt x="4095010" y="369332"/>
                        </a:cubicBezTo>
                        <a:cubicBezTo>
                          <a:pt x="3959008" y="415746"/>
                          <a:pt x="3649111" y="301611"/>
                          <a:pt x="3381308" y="369332"/>
                        </a:cubicBezTo>
                        <a:cubicBezTo>
                          <a:pt x="3113505" y="437053"/>
                          <a:pt x="3085252" y="345379"/>
                          <a:pt x="2989357" y="369332"/>
                        </a:cubicBezTo>
                        <a:cubicBezTo>
                          <a:pt x="2893462" y="393285"/>
                          <a:pt x="2729394" y="326987"/>
                          <a:pt x="2597406" y="369332"/>
                        </a:cubicBezTo>
                        <a:cubicBezTo>
                          <a:pt x="2465418" y="411677"/>
                          <a:pt x="2332195" y="346356"/>
                          <a:pt x="2076755" y="369332"/>
                        </a:cubicBezTo>
                        <a:cubicBezTo>
                          <a:pt x="1821315" y="392308"/>
                          <a:pt x="1534338" y="338046"/>
                          <a:pt x="1363053" y="369332"/>
                        </a:cubicBezTo>
                        <a:cubicBezTo>
                          <a:pt x="1191768" y="400618"/>
                          <a:pt x="1043514" y="331295"/>
                          <a:pt x="906752" y="369332"/>
                        </a:cubicBezTo>
                        <a:cubicBezTo>
                          <a:pt x="769990" y="407369"/>
                          <a:pt x="347345" y="320764"/>
                          <a:pt x="0" y="369332"/>
                        </a:cubicBezTo>
                        <a:cubicBezTo>
                          <a:pt x="-35780" y="187154"/>
                          <a:pt x="1081" y="16996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 be more complex, beyond just the treasure-portion.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ED5A010-599C-ABFA-7756-EA6E35B7A221}"/>
              </a:ext>
            </a:extLst>
          </p:cNvPr>
          <p:cNvGrpSpPr/>
          <p:nvPr/>
        </p:nvGrpSpPr>
        <p:grpSpPr>
          <a:xfrm>
            <a:off x="8881747" y="2763855"/>
            <a:ext cx="2926925" cy="1041504"/>
            <a:chOff x="8429013" y="2168165"/>
            <a:chExt cx="2926925" cy="104150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3489FF-7547-14BB-10E2-FA5DC5E30C28}"/>
                </a:ext>
              </a:extLst>
            </p:cNvPr>
            <p:cNvSpPr txBox="1"/>
            <p:nvPr/>
          </p:nvSpPr>
          <p:spPr>
            <a:xfrm>
              <a:off x="8429013" y="2624894"/>
              <a:ext cx="2926925" cy="584775"/>
            </a:xfrm>
            <a:prstGeom prst="rect">
              <a:avLst/>
            </a:pr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2926925"/>
                        <a:gd name="connsiteY0" fmla="*/ 0 h 584775"/>
                        <a:gd name="connsiteX1" fmla="*/ 614654 w 2926925"/>
                        <a:gd name="connsiteY1" fmla="*/ 0 h 584775"/>
                        <a:gd name="connsiteX2" fmla="*/ 1170770 w 2926925"/>
                        <a:gd name="connsiteY2" fmla="*/ 0 h 584775"/>
                        <a:gd name="connsiteX3" fmla="*/ 1756155 w 2926925"/>
                        <a:gd name="connsiteY3" fmla="*/ 0 h 584775"/>
                        <a:gd name="connsiteX4" fmla="*/ 2283002 w 2926925"/>
                        <a:gd name="connsiteY4" fmla="*/ 0 h 584775"/>
                        <a:gd name="connsiteX5" fmla="*/ 2926925 w 2926925"/>
                        <a:gd name="connsiteY5" fmla="*/ 0 h 584775"/>
                        <a:gd name="connsiteX6" fmla="*/ 2926925 w 2926925"/>
                        <a:gd name="connsiteY6" fmla="*/ 584775 h 584775"/>
                        <a:gd name="connsiteX7" fmla="*/ 2341540 w 2926925"/>
                        <a:gd name="connsiteY7" fmla="*/ 584775 h 584775"/>
                        <a:gd name="connsiteX8" fmla="*/ 1697616 w 2926925"/>
                        <a:gd name="connsiteY8" fmla="*/ 584775 h 584775"/>
                        <a:gd name="connsiteX9" fmla="*/ 1200039 w 2926925"/>
                        <a:gd name="connsiteY9" fmla="*/ 584775 h 584775"/>
                        <a:gd name="connsiteX10" fmla="*/ 673193 w 2926925"/>
                        <a:gd name="connsiteY10" fmla="*/ 584775 h 584775"/>
                        <a:gd name="connsiteX11" fmla="*/ 0 w 2926925"/>
                        <a:gd name="connsiteY11" fmla="*/ 584775 h 584775"/>
                        <a:gd name="connsiteX12" fmla="*/ 0 w 2926925"/>
                        <a:gd name="connsiteY12" fmla="*/ 0 h 5847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926925" h="584775" extrusionOk="0">
                          <a:moveTo>
                            <a:pt x="0" y="0"/>
                          </a:moveTo>
                          <a:cubicBezTo>
                            <a:pt x="216249" y="-14433"/>
                            <a:pt x="317072" y="39982"/>
                            <a:pt x="614654" y="0"/>
                          </a:cubicBezTo>
                          <a:cubicBezTo>
                            <a:pt x="912236" y="-39982"/>
                            <a:pt x="921662" y="41934"/>
                            <a:pt x="1170770" y="0"/>
                          </a:cubicBezTo>
                          <a:cubicBezTo>
                            <a:pt x="1419878" y="-41934"/>
                            <a:pt x="1603179" y="61182"/>
                            <a:pt x="1756155" y="0"/>
                          </a:cubicBezTo>
                          <a:cubicBezTo>
                            <a:pt x="1909131" y="-61182"/>
                            <a:pt x="2072928" y="43452"/>
                            <a:pt x="2283002" y="0"/>
                          </a:cubicBezTo>
                          <a:cubicBezTo>
                            <a:pt x="2493076" y="-43452"/>
                            <a:pt x="2762331" y="23777"/>
                            <a:pt x="2926925" y="0"/>
                          </a:cubicBezTo>
                          <a:cubicBezTo>
                            <a:pt x="2956071" y="155725"/>
                            <a:pt x="2894469" y="466148"/>
                            <a:pt x="2926925" y="584775"/>
                          </a:cubicBezTo>
                          <a:cubicBezTo>
                            <a:pt x="2701828" y="626730"/>
                            <a:pt x="2471683" y="556053"/>
                            <a:pt x="2341540" y="584775"/>
                          </a:cubicBezTo>
                          <a:cubicBezTo>
                            <a:pt x="2211397" y="613497"/>
                            <a:pt x="1980999" y="515519"/>
                            <a:pt x="1697616" y="584775"/>
                          </a:cubicBezTo>
                          <a:cubicBezTo>
                            <a:pt x="1414233" y="654031"/>
                            <a:pt x="1402382" y="582100"/>
                            <a:pt x="1200039" y="584775"/>
                          </a:cubicBezTo>
                          <a:cubicBezTo>
                            <a:pt x="997696" y="587450"/>
                            <a:pt x="929570" y="556795"/>
                            <a:pt x="673193" y="584775"/>
                          </a:cubicBezTo>
                          <a:cubicBezTo>
                            <a:pt x="416816" y="612755"/>
                            <a:pt x="155247" y="548010"/>
                            <a:pt x="0" y="584775"/>
                          </a:cubicBezTo>
                          <a:cubicBezTo>
                            <a:pt x="-60667" y="425627"/>
                            <a:pt x="47797" y="2311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Consequences of actions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(same for all players)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C7E5234-9FFA-B2DA-A01E-F87D5F9E805C}"/>
                </a:ext>
              </a:extLst>
            </p:cNvPr>
            <p:cNvSpPr/>
            <p:nvPr/>
          </p:nvSpPr>
          <p:spPr>
            <a:xfrm>
              <a:off x="8691513" y="2168165"/>
              <a:ext cx="970961" cy="443060"/>
            </a:xfrm>
            <a:custGeom>
              <a:avLst/>
              <a:gdLst>
                <a:gd name="connsiteX0" fmla="*/ 970961 w 970961"/>
                <a:gd name="connsiteY0" fmla="*/ 443060 h 443060"/>
                <a:gd name="connsiteX1" fmla="*/ 622169 w 970961"/>
                <a:gd name="connsiteY1" fmla="*/ 377072 h 443060"/>
                <a:gd name="connsiteX2" fmla="*/ 527901 w 970961"/>
                <a:gd name="connsiteY2" fmla="*/ 348792 h 443060"/>
                <a:gd name="connsiteX3" fmla="*/ 386499 w 970961"/>
                <a:gd name="connsiteY3" fmla="*/ 311084 h 443060"/>
                <a:gd name="connsiteX4" fmla="*/ 301658 w 970961"/>
                <a:gd name="connsiteY4" fmla="*/ 263950 h 443060"/>
                <a:gd name="connsiteX5" fmla="*/ 207390 w 970961"/>
                <a:gd name="connsiteY5" fmla="*/ 216816 h 443060"/>
                <a:gd name="connsiteX6" fmla="*/ 179110 w 970961"/>
                <a:gd name="connsiteY6" fmla="*/ 179109 h 443060"/>
                <a:gd name="connsiteX7" fmla="*/ 141402 w 970961"/>
                <a:gd name="connsiteY7" fmla="*/ 160256 h 443060"/>
                <a:gd name="connsiteX8" fmla="*/ 94268 w 970961"/>
                <a:gd name="connsiteY8" fmla="*/ 122548 h 443060"/>
                <a:gd name="connsiteX9" fmla="*/ 65988 w 970961"/>
                <a:gd name="connsiteY9" fmla="*/ 94268 h 443060"/>
                <a:gd name="connsiteX10" fmla="*/ 47134 w 970961"/>
                <a:gd name="connsiteY10" fmla="*/ 65988 h 443060"/>
                <a:gd name="connsiteX11" fmla="*/ 18854 w 970961"/>
                <a:gd name="connsiteY11" fmla="*/ 47134 h 443060"/>
                <a:gd name="connsiteX12" fmla="*/ 0 w 970961"/>
                <a:gd name="connsiteY12" fmla="*/ 0 h 443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0961" h="443060">
                  <a:moveTo>
                    <a:pt x="970961" y="443060"/>
                  </a:moveTo>
                  <a:cubicBezTo>
                    <a:pt x="865706" y="424755"/>
                    <a:pt x="730267" y="404096"/>
                    <a:pt x="622169" y="377072"/>
                  </a:cubicBezTo>
                  <a:cubicBezTo>
                    <a:pt x="590342" y="369115"/>
                    <a:pt x="559627" y="357141"/>
                    <a:pt x="527901" y="348792"/>
                  </a:cubicBezTo>
                  <a:lnTo>
                    <a:pt x="386499" y="311084"/>
                  </a:lnTo>
                  <a:cubicBezTo>
                    <a:pt x="321771" y="262539"/>
                    <a:pt x="377901" y="299530"/>
                    <a:pt x="301658" y="263950"/>
                  </a:cubicBezTo>
                  <a:cubicBezTo>
                    <a:pt x="269822" y="249093"/>
                    <a:pt x="207390" y="216816"/>
                    <a:pt x="207390" y="216816"/>
                  </a:cubicBezTo>
                  <a:cubicBezTo>
                    <a:pt x="197963" y="204247"/>
                    <a:pt x="191039" y="189334"/>
                    <a:pt x="179110" y="179109"/>
                  </a:cubicBezTo>
                  <a:cubicBezTo>
                    <a:pt x="168440" y="169964"/>
                    <a:pt x="153095" y="168051"/>
                    <a:pt x="141402" y="160256"/>
                  </a:cubicBezTo>
                  <a:cubicBezTo>
                    <a:pt x="124661" y="149095"/>
                    <a:pt x="109410" y="135798"/>
                    <a:pt x="94268" y="122548"/>
                  </a:cubicBezTo>
                  <a:cubicBezTo>
                    <a:pt x="84235" y="113769"/>
                    <a:pt x="74523" y="104509"/>
                    <a:pt x="65988" y="94268"/>
                  </a:cubicBezTo>
                  <a:cubicBezTo>
                    <a:pt x="58735" y="85564"/>
                    <a:pt x="55145" y="73999"/>
                    <a:pt x="47134" y="65988"/>
                  </a:cubicBezTo>
                  <a:cubicBezTo>
                    <a:pt x="39123" y="57977"/>
                    <a:pt x="28281" y="53419"/>
                    <a:pt x="18854" y="47134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70C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70961 w 970961"/>
                        <a:gd name="connsiteY0" fmla="*/ 443060 h 443060"/>
                        <a:gd name="connsiteX1" fmla="*/ 622169 w 970961"/>
                        <a:gd name="connsiteY1" fmla="*/ 377072 h 443060"/>
                        <a:gd name="connsiteX2" fmla="*/ 527901 w 970961"/>
                        <a:gd name="connsiteY2" fmla="*/ 348792 h 443060"/>
                        <a:gd name="connsiteX3" fmla="*/ 386499 w 970961"/>
                        <a:gd name="connsiteY3" fmla="*/ 311084 h 443060"/>
                        <a:gd name="connsiteX4" fmla="*/ 301658 w 970961"/>
                        <a:gd name="connsiteY4" fmla="*/ 263950 h 443060"/>
                        <a:gd name="connsiteX5" fmla="*/ 207390 w 970961"/>
                        <a:gd name="connsiteY5" fmla="*/ 216816 h 443060"/>
                        <a:gd name="connsiteX6" fmla="*/ 179110 w 970961"/>
                        <a:gd name="connsiteY6" fmla="*/ 179109 h 443060"/>
                        <a:gd name="connsiteX7" fmla="*/ 141402 w 970961"/>
                        <a:gd name="connsiteY7" fmla="*/ 160256 h 443060"/>
                        <a:gd name="connsiteX8" fmla="*/ 94268 w 970961"/>
                        <a:gd name="connsiteY8" fmla="*/ 122548 h 443060"/>
                        <a:gd name="connsiteX9" fmla="*/ 65988 w 970961"/>
                        <a:gd name="connsiteY9" fmla="*/ 94268 h 443060"/>
                        <a:gd name="connsiteX10" fmla="*/ 47134 w 970961"/>
                        <a:gd name="connsiteY10" fmla="*/ 65988 h 443060"/>
                        <a:gd name="connsiteX11" fmla="*/ 18854 w 970961"/>
                        <a:gd name="connsiteY11" fmla="*/ 47134 h 443060"/>
                        <a:gd name="connsiteX12" fmla="*/ 0 w 970961"/>
                        <a:gd name="connsiteY12" fmla="*/ 0 h 4430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970961" h="443060" extrusionOk="0">
                          <a:moveTo>
                            <a:pt x="970961" y="443060"/>
                          </a:moveTo>
                          <a:cubicBezTo>
                            <a:pt x="863566" y="423435"/>
                            <a:pt x="706118" y="413160"/>
                            <a:pt x="622169" y="377072"/>
                          </a:cubicBezTo>
                          <a:cubicBezTo>
                            <a:pt x="599462" y="371035"/>
                            <a:pt x="550220" y="357440"/>
                            <a:pt x="527901" y="348792"/>
                          </a:cubicBezTo>
                          <a:cubicBezTo>
                            <a:pt x="496419" y="350397"/>
                            <a:pt x="417646" y="318748"/>
                            <a:pt x="386499" y="311084"/>
                          </a:cubicBezTo>
                          <a:cubicBezTo>
                            <a:pt x="322014" y="281539"/>
                            <a:pt x="373367" y="284926"/>
                            <a:pt x="301658" y="263950"/>
                          </a:cubicBezTo>
                          <a:cubicBezTo>
                            <a:pt x="269822" y="249093"/>
                            <a:pt x="207390" y="216816"/>
                            <a:pt x="207390" y="216816"/>
                          </a:cubicBezTo>
                          <a:cubicBezTo>
                            <a:pt x="198339" y="203635"/>
                            <a:pt x="189330" y="190836"/>
                            <a:pt x="179110" y="179109"/>
                          </a:cubicBezTo>
                          <a:cubicBezTo>
                            <a:pt x="170870" y="170397"/>
                            <a:pt x="152581" y="168902"/>
                            <a:pt x="141402" y="160256"/>
                          </a:cubicBezTo>
                          <a:cubicBezTo>
                            <a:pt x="121397" y="145309"/>
                            <a:pt x="110072" y="140380"/>
                            <a:pt x="94268" y="122548"/>
                          </a:cubicBezTo>
                          <a:cubicBezTo>
                            <a:pt x="81379" y="113606"/>
                            <a:pt x="75339" y="102272"/>
                            <a:pt x="65988" y="94268"/>
                          </a:cubicBezTo>
                          <a:cubicBezTo>
                            <a:pt x="59569" y="88155"/>
                            <a:pt x="56738" y="72425"/>
                            <a:pt x="47134" y="65988"/>
                          </a:cubicBezTo>
                          <a:cubicBezTo>
                            <a:pt x="39520" y="57721"/>
                            <a:pt x="25458" y="52697"/>
                            <a:pt x="18854" y="47134"/>
                          </a:cubicBezTo>
                          <a:cubicBezTo>
                            <a:pt x="9927" y="33363"/>
                            <a:pt x="9984" y="14643"/>
                            <a:pt x="0" y="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5E4F6A-809D-9F94-DBC6-0B2E17280888}"/>
              </a:ext>
            </a:extLst>
          </p:cNvPr>
          <p:cNvGrpSpPr/>
          <p:nvPr/>
        </p:nvGrpSpPr>
        <p:grpSpPr>
          <a:xfrm>
            <a:off x="5132073" y="2772088"/>
            <a:ext cx="3648173" cy="1014293"/>
            <a:chOff x="4572000" y="2259558"/>
            <a:chExt cx="3648173" cy="101429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C5CC21-D804-4ABA-CBAC-16BB44EE9B05}"/>
                </a:ext>
              </a:extLst>
            </p:cNvPr>
            <p:cNvSpPr txBox="1"/>
            <p:nvPr/>
          </p:nvSpPr>
          <p:spPr>
            <a:xfrm>
              <a:off x="4572000" y="2689076"/>
              <a:ext cx="3648173" cy="584775"/>
            </a:xfrm>
            <a:prstGeom prst="rect">
              <a:avLst/>
            </a:pr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3648173"/>
                        <a:gd name="connsiteY0" fmla="*/ 0 h 584775"/>
                        <a:gd name="connsiteX1" fmla="*/ 557649 w 3648173"/>
                        <a:gd name="connsiteY1" fmla="*/ 0 h 584775"/>
                        <a:gd name="connsiteX2" fmla="*/ 1042335 w 3648173"/>
                        <a:gd name="connsiteY2" fmla="*/ 0 h 584775"/>
                        <a:gd name="connsiteX3" fmla="*/ 1563503 w 3648173"/>
                        <a:gd name="connsiteY3" fmla="*/ 0 h 584775"/>
                        <a:gd name="connsiteX4" fmla="*/ 2011707 w 3648173"/>
                        <a:gd name="connsiteY4" fmla="*/ 0 h 584775"/>
                        <a:gd name="connsiteX5" fmla="*/ 2532874 w 3648173"/>
                        <a:gd name="connsiteY5" fmla="*/ 0 h 584775"/>
                        <a:gd name="connsiteX6" fmla="*/ 2981079 w 3648173"/>
                        <a:gd name="connsiteY6" fmla="*/ 0 h 584775"/>
                        <a:gd name="connsiteX7" fmla="*/ 3648173 w 3648173"/>
                        <a:gd name="connsiteY7" fmla="*/ 0 h 584775"/>
                        <a:gd name="connsiteX8" fmla="*/ 3648173 w 3648173"/>
                        <a:gd name="connsiteY8" fmla="*/ 584775 h 584775"/>
                        <a:gd name="connsiteX9" fmla="*/ 3163487 w 3648173"/>
                        <a:gd name="connsiteY9" fmla="*/ 584775 h 584775"/>
                        <a:gd name="connsiteX10" fmla="*/ 2715283 w 3648173"/>
                        <a:gd name="connsiteY10" fmla="*/ 584775 h 584775"/>
                        <a:gd name="connsiteX11" fmla="*/ 2267079 w 3648173"/>
                        <a:gd name="connsiteY11" fmla="*/ 584775 h 584775"/>
                        <a:gd name="connsiteX12" fmla="*/ 1782393 w 3648173"/>
                        <a:gd name="connsiteY12" fmla="*/ 584775 h 584775"/>
                        <a:gd name="connsiteX13" fmla="*/ 1188262 w 3648173"/>
                        <a:gd name="connsiteY13" fmla="*/ 584775 h 584775"/>
                        <a:gd name="connsiteX14" fmla="*/ 667094 w 3648173"/>
                        <a:gd name="connsiteY14" fmla="*/ 584775 h 584775"/>
                        <a:gd name="connsiteX15" fmla="*/ 0 w 3648173"/>
                        <a:gd name="connsiteY15" fmla="*/ 584775 h 584775"/>
                        <a:gd name="connsiteX16" fmla="*/ 0 w 3648173"/>
                        <a:gd name="connsiteY16" fmla="*/ 0 h 5847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3648173" h="584775" extrusionOk="0">
                          <a:moveTo>
                            <a:pt x="0" y="0"/>
                          </a:moveTo>
                          <a:cubicBezTo>
                            <a:pt x="208749" y="-6524"/>
                            <a:pt x="348479" y="15515"/>
                            <a:pt x="557649" y="0"/>
                          </a:cubicBezTo>
                          <a:cubicBezTo>
                            <a:pt x="766819" y="-15515"/>
                            <a:pt x="903108" y="16333"/>
                            <a:pt x="1042335" y="0"/>
                          </a:cubicBezTo>
                          <a:cubicBezTo>
                            <a:pt x="1181562" y="-16333"/>
                            <a:pt x="1444283" y="56490"/>
                            <a:pt x="1563503" y="0"/>
                          </a:cubicBezTo>
                          <a:cubicBezTo>
                            <a:pt x="1682723" y="-56490"/>
                            <a:pt x="1864860" y="28778"/>
                            <a:pt x="2011707" y="0"/>
                          </a:cubicBezTo>
                          <a:cubicBezTo>
                            <a:pt x="2158554" y="-28778"/>
                            <a:pt x="2287352" y="46981"/>
                            <a:pt x="2532874" y="0"/>
                          </a:cubicBezTo>
                          <a:cubicBezTo>
                            <a:pt x="2778396" y="-46981"/>
                            <a:pt x="2781666" y="29965"/>
                            <a:pt x="2981079" y="0"/>
                          </a:cubicBezTo>
                          <a:cubicBezTo>
                            <a:pt x="3180493" y="-29965"/>
                            <a:pt x="3513385" y="67305"/>
                            <a:pt x="3648173" y="0"/>
                          </a:cubicBezTo>
                          <a:cubicBezTo>
                            <a:pt x="3656962" y="230236"/>
                            <a:pt x="3589608" y="293094"/>
                            <a:pt x="3648173" y="584775"/>
                          </a:cubicBezTo>
                          <a:cubicBezTo>
                            <a:pt x="3476509" y="602175"/>
                            <a:pt x="3346770" y="531138"/>
                            <a:pt x="3163487" y="584775"/>
                          </a:cubicBezTo>
                          <a:cubicBezTo>
                            <a:pt x="2980204" y="638412"/>
                            <a:pt x="2810043" y="572570"/>
                            <a:pt x="2715283" y="584775"/>
                          </a:cubicBezTo>
                          <a:cubicBezTo>
                            <a:pt x="2620523" y="596980"/>
                            <a:pt x="2366929" y="583850"/>
                            <a:pt x="2267079" y="584775"/>
                          </a:cubicBezTo>
                          <a:cubicBezTo>
                            <a:pt x="2167229" y="585700"/>
                            <a:pt x="2011411" y="546226"/>
                            <a:pt x="1782393" y="584775"/>
                          </a:cubicBezTo>
                          <a:cubicBezTo>
                            <a:pt x="1553375" y="623324"/>
                            <a:pt x="1484871" y="514321"/>
                            <a:pt x="1188262" y="584775"/>
                          </a:cubicBezTo>
                          <a:cubicBezTo>
                            <a:pt x="891653" y="655229"/>
                            <a:pt x="810760" y="567080"/>
                            <a:pt x="667094" y="584775"/>
                          </a:cubicBezTo>
                          <a:cubicBezTo>
                            <a:pt x="523428" y="602470"/>
                            <a:pt x="166684" y="518249"/>
                            <a:pt x="0" y="584775"/>
                          </a:cubicBezTo>
                          <a:cubicBezTo>
                            <a:pt x="-19719" y="319247"/>
                            <a:pt x="7228" y="16724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How each outcome is valued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(different for different players)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F324D82-EF63-5A8C-8D95-843F858EB52F}"/>
                </a:ext>
              </a:extLst>
            </p:cNvPr>
            <p:cNvSpPr/>
            <p:nvPr/>
          </p:nvSpPr>
          <p:spPr>
            <a:xfrm>
              <a:off x="6165035" y="2259558"/>
              <a:ext cx="82989" cy="472904"/>
            </a:xfrm>
            <a:custGeom>
              <a:avLst/>
              <a:gdLst>
                <a:gd name="connsiteX0" fmla="*/ 970961 w 970961"/>
                <a:gd name="connsiteY0" fmla="*/ 443060 h 443060"/>
                <a:gd name="connsiteX1" fmla="*/ 622169 w 970961"/>
                <a:gd name="connsiteY1" fmla="*/ 377072 h 443060"/>
                <a:gd name="connsiteX2" fmla="*/ 527901 w 970961"/>
                <a:gd name="connsiteY2" fmla="*/ 348792 h 443060"/>
                <a:gd name="connsiteX3" fmla="*/ 386499 w 970961"/>
                <a:gd name="connsiteY3" fmla="*/ 311084 h 443060"/>
                <a:gd name="connsiteX4" fmla="*/ 301658 w 970961"/>
                <a:gd name="connsiteY4" fmla="*/ 263950 h 443060"/>
                <a:gd name="connsiteX5" fmla="*/ 207390 w 970961"/>
                <a:gd name="connsiteY5" fmla="*/ 216816 h 443060"/>
                <a:gd name="connsiteX6" fmla="*/ 179110 w 970961"/>
                <a:gd name="connsiteY6" fmla="*/ 179109 h 443060"/>
                <a:gd name="connsiteX7" fmla="*/ 141402 w 970961"/>
                <a:gd name="connsiteY7" fmla="*/ 160256 h 443060"/>
                <a:gd name="connsiteX8" fmla="*/ 94268 w 970961"/>
                <a:gd name="connsiteY8" fmla="*/ 122548 h 443060"/>
                <a:gd name="connsiteX9" fmla="*/ 65988 w 970961"/>
                <a:gd name="connsiteY9" fmla="*/ 94268 h 443060"/>
                <a:gd name="connsiteX10" fmla="*/ 47134 w 970961"/>
                <a:gd name="connsiteY10" fmla="*/ 65988 h 443060"/>
                <a:gd name="connsiteX11" fmla="*/ 18854 w 970961"/>
                <a:gd name="connsiteY11" fmla="*/ 47134 h 443060"/>
                <a:gd name="connsiteX12" fmla="*/ 0 w 970961"/>
                <a:gd name="connsiteY12" fmla="*/ 0 h 443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0961" h="443060">
                  <a:moveTo>
                    <a:pt x="970961" y="443060"/>
                  </a:moveTo>
                  <a:cubicBezTo>
                    <a:pt x="865706" y="424755"/>
                    <a:pt x="730267" y="404096"/>
                    <a:pt x="622169" y="377072"/>
                  </a:cubicBezTo>
                  <a:cubicBezTo>
                    <a:pt x="590342" y="369115"/>
                    <a:pt x="559627" y="357141"/>
                    <a:pt x="527901" y="348792"/>
                  </a:cubicBezTo>
                  <a:lnTo>
                    <a:pt x="386499" y="311084"/>
                  </a:lnTo>
                  <a:cubicBezTo>
                    <a:pt x="321771" y="262539"/>
                    <a:pt x="377901" y="299530"/>
                    <a:pt x="301658" y="263950"/>
                  </a:cubicBezTo>
                  <a:cubicBezTo>
                    <a:pt x="269822" y="249093"/>
                    <a:pt x="207390" y="216816"/>
                    <a:pt x="207390" y="216816"/>
                  </a:cubicBezTo>
                  <a:cubicBezTo>
                    <a:pt x="197963" y="204247"/>
                    <a:pt x="191039" y="189334"/>
                    <a:pt x="179110" y="179109"/>
                  </a:cubicBezTo>
                  <a:cubicBezTo>
                    <a:pt x="168440" y="169964"/>
                    <a:pt x="153095" y="168051"/>
                    <a:pt x="141402" y="160256"/>
                  </a:cubicBezTo>
                  <a:cubicBezTo>
                    <a:pt x="124661" y="149095"/>
                    <a:pt x="109410" y="135798"/>
                    <a:pt x="94268" y="122548"/>
                  </a:cubicBezTo>
                  <a:cubicBezTo>
                    <a:pt x="84235" y="113769"/>
                    <a:pt x="74523" y="104509"/>
                    <a:pt x="65988" y="94268"/>
                  </a:cubicBezTo>
                  <a:cubicBezTo>
                    <a:pt x="58735" y="85564"/>
                    <a:pt x="55145" y="73999"/>
                    <a:pt x="47134" y="65988"/>
                  </a:cubicBezTo>
                  <a:cubicBezTo>
                    <a:pt x="39123" y="57977"/>
                    <a:pt x="28281" y="53419"/>
                    <a:pt x="18854" y="47134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82989 w 82989"/>
                        <a:gd name="connsiteY0" fmla="*/ 472904 h 472904"/>
                        <a:gd name="connsiteX1" fmla="*/ 53177 w 82989"/>
                        <a:gd name="connsiteY1" fmla="*/ 402471 h 472904"/>
                        <a:gd name="connsiteX2" fmla="*/ 45120 w 82989"/>
                        <a:gd name="connsiteY2" fmla="*/ 372286 h 472904"/>
                        <a:gd name="connsiteX3" fmla="*/ 33034 w 82989"/>
                        <a:gd name="connsiteY3" fmla="*/ 332038 h 472904"/>
                        <a:gd name="connsiteX4" fmla="*/ 25783 w 82989"/>
                        <a:gd name="connsiteY4" fmla="*/ 281729 h 472904"/>
                        <a:gd name="connsiteX5" fmla="*/ 17725 w 82989"/>
                        <a:gd name="connsiteY5" fmla="*/ 231420 h 472904"/>
                        <a:gd name="connsiteX6" fmla="*/ 15308 w 82989"/>
                        <a:gd name="connsiteY6" fmla="*/ 191173 h 472904"/>
                        <a:gd name="connsiteX7" fmla="*/ 12085 w 82989"/>
                        <a:gd name="connsiteY7" fmla="*/ 171050 h 472904"/>
                        <a:gd name="connsiteX8" fmla="*/ 8057 w 82989"/>
                        <a:gd name="connsiteY8" fmla="*/ 130802 h 472904"/>
                        <a:gd name="connsiteX9" fmla="*/ 5640 w 82989"/>
                        <a:gd name="connsiteY9" fmla="*/ 100617 h 472904"/>
                        <a:gd name="connsiteX10" fmla="*/ 4028 w 82989"/>
                        <a:gd name="connsiteY10" fmla="*/ 70432 h 472904"/>
                        <a:gd name="connsiteX11" fmla="*/ 1611 w 82989"/>
                        <a:gd name="connsiteY11" fmla="*/ 50308 h 472904"/>
                        <a:gd name="connsiteX12" fmla="*/ 0 w 82989"/>
                        <a:gd name="connsiteY12" fmla="*/ 0 h 4729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82989" h="472904" extrusionOk="0">
                          <a:moveTo>
                            <a:pt x="82989" y="472904"/>
                          </a:moveTo>
                          <a:cubicBezTo>
                            <a:pt x="67658" y="449458"/>
                            <a:pt x="58103" y="432934"/>
                            <a:pt x="53177" y="402471"/>
                          </a:cubicBezTo>
                          <a:cubicBezTo>
                            <a:pt x="50703" y="394030"/>
                            <a:pt x="45743" y="381263"/>
                            <a:pt x="45120" y="372286"/>
                          </a:cubicBezTo>
                          <a:cubicBezTo>
                            <a:pt x="39110" y="354258"/>
                            <a:pt x="39939" y="344935"/>
                            <a:pt x="33034" y="332038"/>
                          </a:cubicBezTo>
                          <a:cubicBezTo>
                            <a:pt x="27554" y="284284"/>
                            <a:pt x="30698" y="314549"/>
                            <a:pt x="25783" y="281729"/>
                          </a:cubicBezTo>
                          <a:cubicBezTo>
                            <a:pt x="23061" y="265871"/>
                            <a:pt x="17725" y="231420"/>
                            <a:pt x="17725" y="231420"/>
                          </a:cubicBezTo>
                          <a:cubicBezTo>
                            <a:pt x="17326" y="217343"/>
                            <a:pt x="15433" y="202873"/>
                            <a:pt x="15308" y="191173"/>
                          </a:cubicBezTo>
                          <a:cubicBezTo>
                            <a:pt x="14532" y="181436"/>
                            <a:pt x="12804" y="179834"/>
                            <a:pt x="12085" y="171050"/>
                          </a:cubicBezTo>
                          <a:cubicBezTo>
                            <a:pt x="8909" y="157113"/>
                            <a:pt x="9838" y="148318"/>
                            <a:pt x="8057" y="130802"/>
                          </a:cubicBezTo>
                          <a:cubicBezTo>
                            <a:pt x="5835" y="121354"/>
                            <a:pt x="6891" y="110117"/>
                            <a:pt x="5640" y="100617"/>
                          </a:cubicBezTo>
                          <a:cubicBezTo>
                            <a:pt x="5105" y="91590"/>
                            <a:pt x="5519" y="78187"/>
                            <a:pt x="4028" y="70432"/>
                          </a:cubicBezTo>
                          <a:cubicBezTo>
                            <a:pt x="3979" y="61472"/>
                            <a:pt x="1505" y="56784"/>
                            <a:pt x="1611" y="50308"/>
                          </a:cubicBezTo>
                          <a:cubicBezTo>
                            <a:pt x="290" y="31317"/>
                            <a:pt x="609" y="10475"/>
                            <a:pt x="0" y="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1" name="Picture 40" descr="A cartoon of a monk&#10;&#10;Description automatically generated">
            <a:extLst>
              <a:ext uri="{FF2B5EF4-FFF2-40B4-BE49-F238E27FC236}">
                <a16:creationId xmlns:a16="http://schemas.microsoft.com/office/drawing/2014/main" id="{53102914-77FF-DD35-93FA-B4A34C637F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95" y="2751411"/>
            <a:ext cx="2756875" cy="27568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259E40-50AB-1BA0-C6AE-298F4FDE96C8}"/>
              </a:ext>
            </a:extLst>
          </p:cNvPr>
          <p:cNvSpPr txBox="1"/>
          <p:nvPr/>
        </p:nvSpPr>
        <p:spPr>
          <a:xfrm>
            <a:off x="5389639" y="1867872"/>
            <a:ext cx="4812887" cy="369332"/>
          </a:xfrm>
          <a:custGeom>
            <a:avLst/>
            <a:gdLst>
              <a:gd name="connsiteX0" fmla="*/ 0 w 4812887"/>
              <a:gd name="connsiteY0" fmla="*/ 0 h 369332"/>
              <a:gd name="connsiteX1" fmla="*/ 505353 w 4812887"/>
              <a:gd name="connsiteY1" fmla="*/ 0 h 369332"/>
              <a:gd name="connsiteX2" fmla="*/ 1058835 w 4812887"/>
              <a:gd name="connsiteY2" fmla="*/ 0 h 369332"/>
              <a:gd name="connsiteX3" fmla="*/ 1660445 w 4812887"/>
              <a:gd name="connsiteY3" fmla="*/ 0 h 369332"/>
              <a:gd name="connsiteX4" fmla="*/ 2310185 w 4812887"/>
              <a:gd name="connsiteY4" fmla="*/ 0 h 369332"/>
              <a:gd name="connsiteX5" fmla="*/ 2815539 w 4812887"/>
              <a:gd name="connsiteY5" fmla="*/ 0 h 369332"/>
              <a:gd name="connsiteX6" fmla="*/ 3513407 w 4812887"/>
              <a:gd name="connsiteY6" fmla="*/ 0 h 369332"/>
              <a:gd name="connsiteX7" fmla="*/ 4066889 w 4812887"/>
              <a:gd name="connsiteY7" fmla="*/ 0 h 369332"/>
              <a:gd name="connsiteX8" fmla="*/ 4812887 w 4812887"/>
              <a:gd name="connsiteY8" fmla="*/ 0 h 369332"/>
              <a:gd name="connsiteX9" fmla="*/ 4812887 w 4812887"/>
              <a:gd name="connsiteY9" fmla="*/ 369332 h 369332"/>
              <a:gd name="connsiteX10" fmla="*/ 4307533 w 4812887"/>
              <a:gd name="connsiteY10" fmla="*/ 369332 h 369332"/>
              <a:gd name="connsiteX11" fmla="*/ 3850310 w 4812887"/>
              <a:gd name="connsiteY11" fmla="*/ 369332 h 369332"/>
              <a:gd name="connsiteX12" fmla="*/ 3393085 w 4812887"/>
              <a:gd name="connsiteY12" fmla="*/ 369332 h 369332"/>
              <a:gd name="connsiteX13" fmla="*/ 2743345 w 4812887"/>
              <a:gd name="connsiteY13" fmla="*/ 369332 h 369332"/>
              <a:gd name="connsiteX14" fmla="*/ 2045476 w 4812887"/>
              <a:gd name="connsiteY14" fmla="*/ 369332 h 369332"/>
              <a:gd name="connsiteX15" fmla="*/ 1540124 w 4812887"/>
              <a:gd name="connsiteY15" fmla="*/ 369332 h 369332"/>
              <a:gd name="connsiteX16" fmla="*/ 842255 w 4812887"/>
              <a:gd name="connsiteY16" fmla="*/ 369332 h 369332"/>
              <a:gd name="connsiteX17" fmla="*/ 0 w 4812887"/>
              <a:gd name="connsiteY17" fmla="*/ 369332 h 369332"/>
              <a:gd name="connsiteX18" fmla="*/ 0 w 4812887"/>
              <a:gd name="connsiteY18" fmla="*/ 0 h 369332"/>
              <a:gd name="connsiteX0" fmla="*/ 0 w 4812887"/>
              <a:gd name="connsiteY0" fmla="*/ 0 h 369332"/>
              <a:gd name="connsiteX1" fmla="*/ 649739 w 4812887"/>
              <a:gd name="connsiteY1" fmla="*/ 0 h 369332"/>
              <a:gd name="connsiteX2" fmla="*/ 1203221 w 4812887"/>
              <a:gd name="connsiteY2" fmla="*/ 0 h 369332"/>
              <a:gd name="connsiteX3" fmla="*/ 1804832 w 4812887"/>
              <a:gd name="connsiteY3" fmla="*/ 0 h 369332"/>
              <a:gd name="connsiteX4" fmla="*/ 2310185 w 4812887"/>
              <a:gd name="connsiteY4" fmla="*/ 0 h 369332"/>
              <a:gd name="connsiteX5" fmla="*/ 2911796 w 4812887"/>
              <a:gd name="connsiteY5" fmla="*/ 0 h 369332"/>
              <a:gd name="connsiteX6" fmla="*/ 3417150 w 4812887"/>
              <a:gd name="connsiteY6" fmla="*/ 0 h 369332"/>
              <a:gd name="connsiteX7" fmla="*/ 4018760 w 4812887"/>
              <a:gd name="connsiteY7" fmla="*/ 0 h 369332"/>
              <a:gd name="connsiteX8" fmla="*/ 4812887 w 4812887"/>
              <a:gd name="connsiteY8" fmla="*/ 0 h 369332"/>
              <a:gd name="connsiteX9" fmla="*/ 4812887 w 4812887"/>
              <a:gd name="connsiteY9" fmla="*/ 369332 h 369332"/>
              <a:gd name="connsiteX10" fmla="*/ 4259405 w 4812887"/>
              <a:gd name="connsiteY10" fmla="*/ 369332 h 369332"/>
              <a:gd name="connsiteX11" fmla="*/ 3754051 w 4812887"/>
              <a:gd name="connsiteY11" fmla="*/ 369332 h 369332"/>
              <a:gd name="connsiteX12" fmla="*/ 3200570 w 4812887"/>
              <a:gd name="connsiteY12" fmla="*/ 369332 h 369332"/>
              <a:gd name="connsiteX13" fmla="*/ 2502701 w 4812887"/>
              <a:gd name="connsiteY13" fmla="*/ 369332 h 369332"/>
              <a:gd name="connsiteX14" fmla="*/ 1901090 w 4812887"/>
              <a:gd name="connsiteY14" fmla="*/ 369332 h 369332"/>
              <a:gd name="connsiteX15" fmla="*/ 1347608 w 4812887"/>
              <a:gd name="connsiteY15" fmla="*/ 369332 h 369332"/>
              <a:gd name="connsiteX16" fmla="*/ 697868 w 4812887"/>
              <a:gd name="connsiteY16" fmla="*/ 369332 h 369332"/>
              <a:gd name="connsiteX17" fmla="*/ 0 w 4812887"/>
              <a:gd name="connsiteY17" fmla="*/ 369332 h 369332"/>
              <a:gd name="connsiteX18" fmla="*/ 0 w 4812887"/>
              <a:gd name="connsiteY1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12887" h="369332" fill="none" extrusionOk="0">
                <a:moveTo>
                  <a:pt x="0" y="0"/>
                </a:moveTo>
                <a:cubicBezTo>
                  <a:pt x="220731" y="6670"/>
                  <a:pt x="260088" y="33752"/>
                  <a:pt x="505353" y="0"/>
                </a:cubicBezTo>
                <a:cubicBezTo>
                  <a:pt x="741769" y="-38644"/>
                  <a:pt x="880821" y="-12441"/>
                  <a:pt x="1058835" y="0"/>
                </a:cubicBezTo>
                <a:cubicBezTo>
                  <a:pt x="1228865" y="-14747"/>
                  <a:pt x="1422892" y="28831"/>
                  <a:pt x="1660445" y="0"/>
                </a:cubicBezTo>
                <a:cubicBezTo>
                  <a:pt x="1911097" y="-40589"/>
                  <a:pt x="2173102" y="-1363"/>
                  <a:pt x="2310185" y="0"/>
                </a:cubicBezTo>
                <a:cubicBezTo>
                  <a:pt x="2487254" y="-34151"/>
                  <a:pt x="2671517" y="33292"/>
                  <a:pt x="2815539" y="0"/>
                </a:cubicBezTo>
                <a:cubicBezTo>
                  <a:pt x="2981115" y="-72035"/>
                  <a:pt x="3260277" y="8334"/>
                  <a:pt x="3513407" y="0"/>
                </a:cubicBezTo>
                <a:cubicBezTo>
                  <a:pt x="3830352" y="-7673"/>
                  <a:pt x="3909537" y="9742"/>
                  <a:pt x="4066889" y="0"/>
                </a:cubicBezTo>
                <a:cubicBezTo>
                  <a:pt x="4288990" y="-5299"/>
                  <a:pt x="4466750" y="13181"/>
                  <a:pt x="4812887" y="0"/>
                </a:cubicBezTo>
                <a:cubicBezTo>
                  <a:pt x="4814090" y="106193"/>
                  <a:pt x="4798828" y="197201"/>
                  <a:pt x="4812887" y="369332"/>
                </a:cubicBezTo>
                <a:cubicBezTo>
                  <a:pt x="4644512" y="444623"/>
                  <a:pt x="4506398" y="295411"/>
                  <a:pt x="4307533" y="369332"/>
                </a:cubicBezTo>
                <a:cubicBezTo>
                  <a:pt x="4105348" y="404720"/>
                  <a:pt x="3964215" y="341892"/>
                  <a:pt x="3850310" y="369332"/>
                </a:cubicBezTo>
                <a:cubicBezTo>
                  <a:pt x="3707869" y="421390"/>
                  <a:pt x="3532053" y="333956"/>
                  <a:pt x="3393085" y="369332"/>
                </a:cubicBezTo>
                <a:cubicBezTo>
                  <a:pt x="3216912" y="413365"/>
                  <a:pt x="3057545" y="356384"/>
                  <a:pt x="2743345" y="369332"/>
                </a:cubicBezTo>
                <a:cubicBezTo>
                  <a:pt x="2433422" y="366264"/>
                  <a:pt x="2188151" y="289683"/>
                  <a:pt x="2045476" y="369332"/>
                </a:cubicBezTo>
                <a:cubicBezTo>
                  <a:pt x="1901092" y="415290"/>
                  <a:pt x="1645274" y="348048"/>
                  <a:pt x="1540124" y="369332"/>
                </a:cubicBezTo>
                <a:cubicBezTo>
                  <a:pt x="1419171" y="428101"/>
                  <a:pt x="1052841" y="401931"/>
                  <a:pt x="842255" y="369332"/>
                </a:cubicBezTo>
                <a:cubicBezTo>
                  <a:pt x="535961" y="366763"/>
                  <a:pt x="346993" y="294961"/>
                  <a:pt x="0" y="369332"/>
                </a:cubicBezTo>
                <a:cubicBezTo>
                  <a:pt x="-16658" y="287574"/>
                  <a:pt x="45560" y="114201"/>
                  <a:pt x="0" y="0"/>
                </a:cubicBezTo>
                <a:close/>
              </a:path>
              <a:path w="4812887" h="369332" stroke="0" extrusionOk="0">
                <a:moveTo>
                  <a:pt x="0" y="0"/>
                </a:moveTo>
                <a:cubicBezTo>
                  <a:pt x="230387" y="-91027"/>
                  <a:pt x="399222" y="31259"/>
                  <a:pt x="649739" y="0"/>
                </a:cubicBezTo>
                <a:cubicBezTo>
                  <a:pt x="919192" y="-11536"/>
                  <a:pt x="1064379" y="2358"/>
                  <a:pt x="1203221" y="0"/>
                </a:cubicBezTo>
                <a:cubicBezTo>
                  <a:pt x="1377770" y="151"/>
                  <a:pt x="1599075" y="23921"/>
                  <a:pt x="1804832" y="0"/>
                </a:cubicBezTo>
                <a:cubicBezTo>
                  <a:pt x="2003450" y="-28507"/>
                  <a:pt x="2172227" y="40978"/>
                  <a:pt x="2310185" y="0"/>
                </a:cubicBezTo>
                <a:cubicBezTo>
                  <a:pt x="2454874" y="-81408"/>
                  <a:pt x="2728338" y="24031"/>
                  <a:pt x="2911796" y="0"/>
                </a:cubicBezTo>
                <a:cubicBezTo>
                  <a:pt x="3142405" y="-36993"/>
                  <a:pt x="3181900" y="6415"/>
                  <a:pt x="3417150" y="0"/>
                </a:cubicBezTo>
                <a:cubicBezTo>
                  <a:pt x="3653643" y="8694"/>
                  <a:pt x="3823219" y="11180"/>
                  <a:pt x="4018760" y="0"/>
                </a:cubicBezTo>
                <a:cubicBezTo>
                  <a:pt x="4184881" y="41236"/>
                  <a:pt x="4500276" y="74123"/>
                  <a:pt x="4812887" y="0"/>
                </a:cubicBezTo>
                <a:cubicBezTo>
                  <a:pt x="4851901" y="169545"/>
                  <a:pt x="4808061" y="275933"/>
                  <a:pt x="4812887" y="369332"/>
                </a:cubicBezTo>
                <a:cubicBezTo>
                  <a:pt x="4682988" y="386634"/>
                  <a:pt x="4421913" y="338509"/>
                  <a:pt x="4259405" y="369332"/>
                </a:cubicBezTo>
                <a:cubicBezTo>
                  <a:pt x="4071120" y="418126"/>
                  <a:pt x="3895673" y="358482"/>
                  <a:pt x="3754051" y="369332"/>
                </a:cubicBezTo>
                <a:cubicBezTo>
                  <a:pt x="3613459" y="412622"/>
                  <a:pt x="3463798" y="391722"/>
                  <a:pt x="3200570" y="369332"/>
                </a:cubicBezTo>
                <a:cubicBezTo>
                  <a:pt x="2983400" y="343889"/>
                  <a:pt x="2780616" y="290539"/>
                  <a:pt x="2502701" y="369332"/>
                </a:cubicBezTo>
                <a:cubicBezTo>
                  <a:pt x="2229194" y="399056"/>
                  <a:pt x="2031662" y="283443"/>
                  <a:pt x="1901090" y="369332"/>
                </a:cubicBezTo>
                <a:cubicBezTo>
                  <a:pt x="1769304" y="478659"/>
                  <a:pt x="1626140" y="331318"/>
                  <a:pt x="1347608" y="369332"/>
                </a:cubicBezTo>
                <a:cubicBezTo>
                  <a:pt x="1079012" y="378897"/>
                  <a:pt x="904514" y="311849"/>
                  <a:pt x="697868" y="369332"/>
                </a:cubicBezTo>
                <a:cubicBezTo>
                  <a:pt x="533038" y="405740"/>
                  <a:pt x="325947" y="326763"/>
                  <a:pt x="0" y="369332"/>
                </a:cubicBezTo>
                <a:cubicBezTo>
                  <a:pt x="-8162" y="274358"/>
                  <a:pt x="11198" y="159465"/>
                  <a:pt x="0" y="0"/>
                </a:cubicBezTo>
                <a:close/>
              </a:path>
              <a:path w="4812887" h="369332" fill="none" stroke="0" extrusionOk="0">
                <a:moveTo>
                  <a:pt x="0" y="0"/>
                </a:moveTo>
                <a:cubicBezTo>
                  <a:pt x="228142" y="-3085"/>
                  <a:pt x="259474" y="39559"/>
                  <a:pt x="505353" y="0"/>
                </a:cubicBezTo>
                <a:cubicBezTo>
                  <a:pt x="752812" y="-41727"/>
                  <a:pt x="884236" y="-2762"/>
                  <a:pt x="1058835" y="0"/>
                </a:cubicBezTo>
                <a:cubicBezTo>
                  <a:pt x="1239772" y="-10608"/>
                  <a:pt x="1441187" y="94673"/>
                  <a:pt x="1660445" y="0"/>
                </a:cubicBezTo>
                <a:cubicBezTo>
                  <a:pt x="1894841" y="-73364"/>
                  <a:pt x="2124942" y="50018"/>
                  <a:pt x="2310185" y="0"/>
                </a:cubicBezTo>
                <a:cubicBezTo>
                  <a:pt x="2507822" y="-22518"/>
                  <a:pt x="2628122" y="22044"/>
                  <a:pt x="2815539" y="0"/>
                </a:cubicBezTo>
                <a:cubicBezTo>
                  <a:pt x="2988424" y="-37027"/>
                  <a:pt x="3236817" y="49853"/>
                  <a:pt x="3513407" y="0"/>
                </a:cubicBezTo>
                <a:cubicBezTo>
                  <a:pt x="3844374" y="952"/>
                  <a:pt x="3909289" y="4625"/>
                  <a:pt x="4066889" y="0"/>
                </a:cubicBezTo>
                <a:cubicBezTo>
                  <a:pt x="4251527" y="-23763"/>
                  <a:pt x="4501464" y="-38645"/>
                  <a:pt x="4812887" y="0"/>
                </a:cubicBezTo>
                <a:cubicBezTo>
                  <a:pt x="4821823" y="107371"/>
                  <a:pt x="4805967" y="205489"/>
                  <a:pt x="4812887" y="369332"/>
                </a:cubicBezTo>
                <a:cubicBezTo>
                  <a:pt x="4654330" y="416422"/>
                  <a:pt x="4536727" y="288921"/>
                  <a:pt x="4307533" y="369332"/>
                </a:cubicBezTo>
                <a:cubicBezTo>
                  <a:pt x="4110021" y="451166"/>
                  <a:pt x="4002340" y="333731"/>
                  <a:pt x="3850310" y="369332"/>
                </a:cubicBezTo>
                <a:cubicBezTo>
                  <a:pt x="3713933" y="378804"/>
                  <a:pt x="3582470" y="312883"/>
                  <a:pt x="3393085" y="369332"/>
                </a:cubicBezTo>
                <a:cubicBezTo>
                  <a:pt x="3247155" y="396304"/>
                  <a:pt x="3041147" y="386644"/>
                  <a:pt x="2743345" y="369332"/>
                </a:cubicBezTo>
                <a:cubicBezTo>
                  <a:pt x="2432592" y="388372"/>
                  <a:pt x="2188270" y="324272"/>
                  <a:pt x="2045476" y="369332"/>
                </a:cubicBezTo>
                <a:cubicBezTo>
                  <a:pt x="1906069" y="439365"/>
                  <a:pt x="1648674" y="353649"/>
                  <a:pt x="1540124" y="369332"/>
                </a:cubicBezTo>
                <a:cubicBezTo>
                  <a:pt x="1416702" y="429541"/>
                  <a:pt x="1091365" y="400928"/>
                  <a:pt x="842255" y="369332"/>
                </a:cubicBezTo>
                <a:cubicBezTo>
                  <a:pt x="568455" y="377893"/>
                  <a:pt x="347784" y="278201"/>
                  <a:pt x="0" y="369332"/>
                </a:cubicBezTo>
                <a:cubicBezTo>
                  <a:pt x="-3711" y="283780"/>
                  <a:pt x="46987" y="112383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4812887"/>
                      <a:gd name="connsiteY0" fmla="*/ 0 h 369332"/>
                      <a:gd name="connsiteX1" fmla="*/ 505353 w 4812887"/>
                      <a:gd name="connsiteY1" fmla="*/ 0 h 369332"/>
                      <a:gd name="connsiteX2" fmla="*/ 1058835 w 4812887"/>
                      <a:gd name="connsiteY2" fmla="*/ 0 h 369332"/>
                      <a:gd name="connsiteX3" fmla="*/ 1660445 w 4812887"/>
                      <a:gd name="connsiteY3" fmla="*/ 0 h 369332"/>
                      <a:gd name="connsiteX4" fmla="*/ 2310185 w 4812887"/>
                      <a:gd name="connsiteY4" fmla="*/ 0 h 369332"/>
                      <a:gd name="connsiteX5" fmla="*/ 2815539 w 4812887"/>
                      <a:gd name="connsiteY5" fmla="*/ 0 h 369332"/>
                      <a:gd name="connsiteX6" fmla="*/ 3513407 w 4812887"/>
                      <a:gd name="connsiteY6" fmla="*/ 0 h 369332"/>
                      <a:gd name="connsiteX7" fmla="*/ 4066889 w 4812887"/>
                      <a:gd name="connsiteY7" fmla="*/ 0 h 369332"/>
                      <a:gd name="connsiteX8" fmla="*/ 4812887 w 4812887"/>
                      <a:gd name="connsiteY8" fmla="*/ 0 h 369332"/>
                      <a:gd name="connsiteX9" fmla="*/ 4812887 w 4812887"/>
                      <a:gd name="connsiteY9" fmla="*/ 369332 h 369332"/>
                      <a:gd name="connsiteX10" fmla="*/ 4307533 w 4812887"/>
                      <a:gd name="connsiteY10" fmla="*/ 369332 h 369332"/>
                      <a:gd name="connsiteX11" fmla="*/ 3850310 w 4812887"/>
                      <a:gd name="connsiteY11" fmla="*/ 369332 h 369332"/>
                      <a:gd name="connsiteX12" fmla="*/ 3393085 w 4812887"/>
                      <a:gd name="connsiteY12" fmla="*/ 369332 h 369332"/>
                      <a:gd name="connsiteX13" fmla="*/ 2743345 w 4812887"/>
                      <a:gd name="connsiteY13" fmla="*/ 369332 h 369332"/>
                      <a:gd name="connsiteX14" fmla="*/ 2045476 w 4812887"/>
                      <a:gd name="connsiteY14" fmla="*/ 369332 h 369332"/>
                      <a:gd name="connsiteX15" fmla="*/ 1540124 w 4812887"/>
                      <a:gd name="connsiteY15" fmla="*/ 369332 h 369332"/>
                      <a:gd name="connsiteX16" fmla="*/ 842255 w 4812887"/>
                      <a:gd name="connsiteY16" fmla="*/ 369332 h 369332"/>
                      <a:gd name="connsiteX17" fmla="*/ 0 w 4812887"/>
                      <a:gd name="connsiteY17" fmla="*/ 369332 h 369332"/>
                      <a:gd name="connsiteX18" fmla="*/ 0 w 4812887"/>
                      <a:gd name="connsiteY18" fmla="*/ 0 h 369332"/>
                      <a:gd name="connsiteX0" fmla="*/ 0 w 4812887"/>
                      <a:gd name="connsiteY0" fmla="*/ 0 h 369332"/>
                      <a:gd name="connsiteX1" fmla="*/ 649739 w 4812887"/>
                      <a:gd name="connsiteY1" fmla="*/ 0 h 369332"/>
                      <a:gd name="connsiteX2" fmla="*/ 1203221 w 4812887"/>
                      <a:gd name="connsiteY2" fmla="*/ 0 h 369332"/>
                      <a:gd name="connsiteX3" fmla="*/ 1804832 w 4812887"/>
                      <a:gd name="connsiteY3" fmla="*/ 0 h 369332"/>
                      <a:gd name="connsiteX4" fmla="*/ 2310185 w 4812887"/>
                      <a:gd name="connsiteY4" fmla="*/ 0 h 369332"/>
                      <a:gd name="connsiteX5" fmla="*/ 2911796 w 4812887"/>
                      <a:gd name="connsiteY5" fmla="*/ 0 h 369332"/>
                      <a:gd name="connsiteX6" fmla="*/ 3417150 w 4812887"/>
                      <a:gd name="connsiteY6" fmla="*/ 0 h 369332"/>
                      <a:gd name="connsiteX7" fmla="*/ 4018760 w 4812887"/>
                      <a:gd name="connsiteY7" fmla="*/ 0 h 369332"/>
                      <a:gd name="connsiteX8" fmla="*/ 4812887 w 4812887"/>
                      <a:gd name="connsiteY8" fmla="*/ 0 h 369332"/>
                      <a:gd name="connsiteX9" fmla="*/ 4812887 w 4812887"/>
                      <a:gd name="connsiteY9" fmla="*/ 369332 h 369332"/>
                      <a:gd name="connsiteX10" fmla="*/ 4259405 w 4812887"/>
                      <a:gd name="connsiteY10" fmla="*/ 369332 h 369332"/>
                      <a:gd name="connsiteX11" fmla="*/ 3754051 w 4812887"/>
                      <a:gd name="connsiteY11" fmla="*/ 369332 h 369332"/>
                      <a:gd name="connsiteX12" fmla="*/ 3200570 w 4812887"/>
                      <a:gd name="connsiteY12" fmla="*/ 369332 h 369332"/>
                      <a:gd name="connsiteX13" fmla="*/ 2502701 w 4812887"/>
                      <a:gd name="connsiteY13" fmla="*/ 369332 h 369332"/>
                      <a:gd name="connsiteX14" fmla="*/ 1901090 w 4812887"/>
                      <a:gd name="connsiteY14" fmla="*/ 369332 h 369332"/>
                      <a:gd name="connsiteX15" fmla="*/ 1347608 w 4812887"/>
                      <a:gd name="connsiteY15" fmla="*/ 369332 h 369332"/>
                      <a:gd name="connsiteX16" fmla="*/ 697868 w 4812887"/>
                      <a:gd name="connsiteY16" fmla="*/ 369332 h 369332"/>
                      <a:gd name="connsiteX17" fmla="*/ 0 w 4812887"/>
                      <a:gd name="connsiteY17" fmla="*/ 369332 h 369332"/>
                      <a:gd name="connsiteX18" fmla="*/ 0 w 4812887"/>
                      <a:gd name="connsiteY18" fmla="*/ 0 h 369332"/>
                      <a:gd name="connsiteX0" fmla="*/ 0 w 4812887"/>
                      <a:gd name="connsiteY0" fmla="*/ 0 h 369332"/>
                      <a:gd name="connsiteX1" fmla="*/ 505353 w 4812887"/>
                      <a:gd name="connsiteY1" fmla="*/ 0 h 369332"/>
                      <a:gd name="connsiteX2" fmla="*/ 1058835 w 4812887"/>
                      <a:gd name="connsiteY2" fmla="*/ 0 h 369332"/>
                      <a:gd name="connsiteX3" fmla="*/ 1660445 w 4812887"/>
                      <a:gd name="connsiteY3" fmla="*/ 0 h 369332"/>
                      <a:gd name="connsiteX4" fmla="*/ 2310185 w 4812887"/>
                      <a:gd name="connsiteY4" fmla="*/ 0 h 369332"/>
                      <a:gd name="connsiteX5" fmla="*/ 2815539 w 4812887"/>
                      <a:gd name="connsiteY5" fmla="*/ 0 h 369332"/>
                      <a:gd name="connsiteX6" fmla="*/ 3513407 w 4812887"/>
                      <a:gd name="connsiteY6" fmla="*/ 0 h 369332"/>
                      <a:gd name="connsiteX7" fmla="*/ 4066889 w 4812887"/>
                      <a:gd name="connsiteY7" fmla="*/ 0 h 369332"/>
                      <a:gd name="connsiteX8" fmla="*/ 4812887 w 4812887"/>
                      <a:gd name="connsiteY8" fmla="*/ 0 h 369332"/>
                      <a:gd name="connsiteX9" fmla="*/ 4812887 w 4812887"/>
                      <a:gd name="connsiteY9" fmla="*/ 369332 h 369332"/>
                      <a:gd name="connsiteX10" fmla="*/ 4307533 w 4812887"/>
                      <a:gd name="connsiteY10" fmla="*/ 369332 h 369332"/>
                      <a:gd name="connsiteX11" fmla="*/ 3850310 w 4812887"/>
                      <a:gd name="connsiteY11" fmla="*/ 369332 h 369332"/>
                      <a:gd name="connsiteX12" fmla="*/ 3393085 w 4812887"/>
                      <a:gd name="connsiteY12" fmla="*/ 369332 h 369332"/>
                      <a:gd name="connsiteX13" fmla="*/ 2743345 w 4812887"/>
                      <a:gd name="connsiteY13" fmla="*/ 369332 h 369332"/>
                      <a:gd name="connsiteX14" fmla="*/ 2045476 w 4812887"/>
                      <a:gd name="connsiteY14" fmla="*/ 369332 h 369332"/>
                      <a:gd name="connsiteX15" fmla="*/ 1540124 w 4812887"/>
                      <a:gd name="connsiteY15" fmla="*/ 369332 h 369332"/>
                      <a:gd name="connsiteX16" fmla="*/ 842255 w 4812887"/>
                      <a:gd name="connsiteY16" fmla="*/ 369332 h 369332"/>
                      <a:gd name="connsiteX17" fmla="*/ 0 w 4812887"/>
                      <a:gd name="connsiteY17" fmla="*/ 369332 h 369332"/>
                      <a:gd name="connsiteX18" fmla="*/ 0 w 4812887"/>
                      <a:gd name="connsiteY18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812887" h="369332" fill="none" extrusionOk="0">
                        <a:moveTo>
                          <a:pt x="0" y="0"/>
                        </a:moveTo>
                        <a:cubicBezTo>
                          <a:pt x="223078" y="4628"/>
                          <a:pt x="253665" y="26141"/>
                          <a:pt x="505353" y="0"/>
                        </a:cubicBezTo>
                        <a:cubicBezTo>
                          <a:pt x="766831" y="-17854"/>
                          <a:pt x="901248" y="-43938"/>
                          <a:pt x="1058835" y="0"/>
                        </a:cubicBezTo>
                        <a:cubicBezTo>
                          <a:pt x="1241077" y="-66030"/>
                          <a:pt x="1441568" y="61735"/>
                          <a:pt x="1660445" y="0"/>
                        </a:cubicBezTo>
                        <a:cubicBezTo>
                          <a:pt x="1902159" y="-61069"/>
                          <a:pt x="2155210" y="15772"/>
                          <a:pt x="2310185" y="0"/>
                        </a:cubicBezTo>
                        <a:cubicBezTo>
                          <a:pt x="2519562" y="-25111"/>
                          <a:pt x="2649105" y="31817"/>
                          <a:pt x="2815539" y="0"/>
                        </a:cubicBezTo>
                        <a:cubicBezTo>
                          <a:pt x="2985882" y="-77106"/>
                          <a:pt x="3281872" y="32000"/>
                          <a:pt x="3513407" y="0"/>
                        </a:cubicBezTo>
                        <a:cubicBezTo>
                          <a:pt x="3839775" y="-3759"/>
                          <a:pt x="3907297" y="27554"/>
                          <a:pt x="4066889" y="0"/>
                        </a:cubicBezTo>
                        <a:cubicBezTo>
                          <a:pt x="4315900" y="-27956"/>
                          <a:pt x="4468388" y="8555"/>
                          <a:pt x="4812887" y="0"/>
                        </a:cubicBezTo>
                        <a:cubicBezTo>
                          <a:pt x="4823478" y="80524"/>
                          <a:pt x="4790116" y="180747"/>
                          <a:pt x="4812887" y="369332"/>
                        </a:cubicBezTo>
                        <a:cubicBezTo>
                          <a:pt x="4590727" y="440565"/>
                          <a:pt x="4530018" y="256159"/>
                          <a:pt x="4307533" y="369332"/>
                        </a:cubicBezTo>
                        <a:cubicBezTo>
                          <a:pt x="4110083" y="423170"/>
                          <a:pt x="3983847" y="346742"/>
                          <a:pt x="3850310" y="369332"/>
                        </a:cubicBezTo>
                        <a:cubicBezTo>
                          <a:pt x="3713364" y="379310"/>
                          <a:pt x="3560830" y="319074"/>
                          <a:pt x="3393085" y="369332"/>
                        </a:cubicBezTo>
                        <a:cubicBezTo>
                          <a:pt x="3235811" y="387280"/>
                          <a:pt x="3051200" y="369957"/>
                          <a:pt x="2743345" y="369332"/>
                        </a:cubicBezTo>
                        <a:cubicBezTo>
                          <a:pt x="2439777" y="369574"/>
                          <a:pt x="2168483" y="290273"/>
                          <a:pt x="2045476" y="369332"/>
                        </a:cubicBezTo>
                        <a:cubicBezTo>
                          <a:pt x="1906551" y="430829"/>
                          <a:pt x="1636028" y="372605"/>
                          <a:pt x="1540124" y="369332"/>
                        </a:cubicBezTo>
                        <a:cubicBezTo>
                          <a:pt x="1408657" y="463114"/>
                          <a:pt x="1048208" y="442546"/>
                          <a:pt x="842255" y="369332"/>
                        </a:cubicBezTo>
                        <a:cubicBezTo>
                          <a:pt x="496402" y="336213"/>
                          <a:pt x="342232" y="287646"/>
                          <a:pt x="0" y="369332"/>
                        </a:cubicBezTo>
                        <a:cubicBezTo>
                          <a:pt x="2887" y="273898"/>
                          <a:pt x="48405" y="101044"/>
                          <a:pt x="0" y="0"/>
                        </a:cubicBezTo>
                        <a:close/>
                      </a:path>
                      <a:path w="4812887" h="369332" stroke="0" extrusionOk="0">
                        <a:moveTo>
                          <a:pt x="0" y="0"/>
                        </a:moveTo>
                        <a:cubicBezTo>
                          <a:pt x="220685" y="-77419"/>
                          <a:pt x="376045" y="-12714"/>
                          <a:pt x="649739" y="0"/>
                        </a:cubicBezTo>
                        <a:cubicBezTo>
                          <a:pt x="919480" y="-409"/>
                          <a:pt x="1067899" y="-36593"/>
                          <a:pt x="1203221" y="0"/>
                        </a:cubicBezTo>
                        <a:cubicBezTo>
                          <a:pt x="1359053" y="-19098"/>
                          <a:pt x="1612791" y="-18101"/>
                          <a:pt x="1804832" y="0"/>
                        </a:cubicBezTo>
                        <a:cubicBezTo>
                          <a:pt x="2013804" y="-12332"/>
                          <a:pt x="2189344" y="21454"/>
                          <a:pt x="2310185" y="0"/>
                        </a:cubicBezTo>
                        <a:cubicBezTo>
                          <a:pt x="2493015" y="-90672"/>
                          <a:pt x="2732312" y="26320"/>
                          <a:pt x="2911796" y="0"/>
                        </a:cubicBezTo>
                        <a:cubicBezTo>
                          <a:pt x="3143217" y="-44658"/>
                          <a:pt x="3195235" y="7220"/>
                          <a:pt x="3417150" y="0"/>
                        </a:cubicBezTo>
                        <a:cubicBezTo>
                          <a:pt x="3640103" y="-31226"/>
                          <a:pt x="3822845" y="24292"/>
                          <a:pt x="4018760" y="0"/>
                        </a:cubicBezTo>
                        <a:cubicBezTo>
                          <a:pt x="4231962" y="37812"/>
                          <a:pt x="4443638" y="77480"/>
                          <a:pt x="4812887" y="0"/>
                        </a:cubicBezTo>
                        <a:cubicBezTo>
                          <a:pt x="4833807" y="151525"/>
                          <a:pt x="4792747" y="254859"/>
                          <a:pt x="4812887" y="369332"/>
                        </a:cubicBezTo>
                        <a:cubicBezTo>
                          <a:pt x="4650784" y="406882"/>
                          <a:pt x="4412578" y="305079"/>
                          <a:pt x="4259405" y="369332"/>
                        </a:cubicBezTo>
                        <a:cubicBezTo>
                          <a:pt x="4090055" y="386143"/>
                          <a:pt x="3872945" y="368079"/>
                          <a:pt x="3754051" y="369332"/>
                        </a:cubicBezTo>
                        <a:cubicBezTo>
                          <a:pt x="3608612" y="441516"/>
                          <a:pt x="3458793" y="392650"/>
                          <a:pt x="3200570" y="369332"/>
                        </a:cubicBezTo>
                        <a:cubicBezTo>
                          <a:pt x="2959498" y="350220"/>
                          <a:pt x="2782707" y="337777"/>
                          <a:pt x="2502701" y="369332"/>
                        </a:cubicBezTo>
                        <a:cubicBezTo>
                          <a:pt x="2233236" y="378836"/>
                          <a:pt x="2030217" y="274316"/>
                          <a:pt x="1901090" y="369332"/>
                        </a:cubicBezTo>
                        <a:cubicBezTo>
                          <a:pt x="1817502" y="488173"/>
                          <a:pt x="1612646" y="348901"/>
                          <a:pt x="1347608" y="369332"/>
                        </a:cubicBezTo>
                        <a:cubicBezTo>
                          <a:pt x="1074000" y="402406"/>
                          <a:pt x="875268" y="348090"/>
                          <a:pt x="697868" y="369332"/>
                        </a:cubicBezTo>
                        <a:cubicBezTo>
                          <a:pt x="484332" y="381469"/>
                          <a:pt x="321494" y="322478"/>
                          <a:pt x="0" y="369332"/>
                        </a:cubicBezTo>
                        <a:cubicBezTo>
                          <a:pt x="-19890" y="275367"/>
                          <a:pt x="11663" y="156700"/>
                          <a:pt x="0" y="0"/>
                        </a:cubicBezTo>
                        <a:close/>
                      </a:path>
                      <a:path w="4812887" h="369332" fill="none" stroke="0" extrusionOk="0">
                        <a:moveTo>
                          <a:pt x="0" y="0"/>
                        </a:moveTo>
                        <a:cubicBezTo>
                          <a:pt x="235285" y="-16743"/>
                          <a:pt x="264854" y="38211"/>
                          <a:pt x="505353" y="0"/>
                        </a:cubicBezTo>
                        <a:cubicBezTo>
                          <a:pt x="747354" y="-22186"/>
                          <a:pt x="891896" y="-17568"/>
                          <a:pt x="1058835" y="0"/>
                        </a:cubicBezTo>
                        <a:cubicBezTo>
                          <a:pt x="1270932" y="24112"/>
                          <a:pt x="1425581" y="108589"/>
                          <a:pt x="1660445" y="0"/>
                        </a:cubicBezTo>
                        <a:cubicBezTo>
                          <a:pt x="1907304" y="-113609"/>
                          <a:pt x="2129135" y="56142"/>
                          <a:pt x="2310185" y="0"/>
                        </a:cubicBezTo>
                        <a:cubicBezTo>
                          <a:pt x="2508547" y="-47013"/>
                          <a:pt x="2660667" y="12972"/>
                          <a:pt x="2815539" y="0"/>
                        </a:cubicBezTo>
                        <a:cubicBezTo>
                          <a:pt x="3059391" y="-55883"/>
                          <a:pt x="3262194" y="87652"/>
                          <a:pt x="3513407" y="0"/>
                        </a:cubicBezTo>
                        <a:cubicBezTo>
                          <a:pt x="3842108" y="15805"/>
                          <a:pt x="3927759" y="10011"/>
                          <a:pt x="4066889" y="0"/>
                        </a:cubicBezTo>
                        <a:cubicBezTo>
                          <a:pt x="4223128" y="2131"/>
                          <a:pt x="4447762" y="1206"/>
                          <a:pt x="4812887" y="0"/>
                        </a:cubicBezTo>
                        <a:cubicBezTo>
                          <a:pt x="4835413" y="110566"/>
                          <a:pt x="4814406" y="180237"/>
                          <a:pt x="4812887" y="369332"/>
                        </a:cubicBezTo>
                        <a:cubicBezTo>
                          <a:pt x="4661147" y="412494"/>
                          <a:pt x="4535535" y="337340"/>
                          <a:pt x="4307533" y="369332"/>
                        </a:cubicBezTo>
                        <a:cubicBezTo>
                          <a:pt x="4077277" y="460754"/>
                          <a:pt x="4014037" y="357861"/>
                          <a:pt x="3850310" y="369332"/>
                        </a:cubicBezTo>
                        <a:cubicBezTo>
                          <a:pt x="3690846" y="415190"/>
                          <a:pt x="3607257" y="329672"/>
                          <a:pt x="3393085" y="369332"/>
                        </a:cubicBezTo>
                        <a:cubicBezTo>
                          <a:pt x="3243253" y="351926"/>
                          <a:pt x="3040516" y="337072"/>
                          <a:pt x="2743345" y="369332"/>
                        </a:cubicBezTo>
                        <a:cubicBezTo>
                          <a:pt x="2436459" y="383384"/>
                          <a:pt x="2185978" y="320572"/>
                          <a:pt x="2045476" y="369332"/>
                        </a:cubicBezTo>
                        <a:cubicBezTo>
                          <a:pt x="1910196" y="453486"/>
                          <a:pt x="1667395" y="357761"/>
                          <a:pt x="1540124" y="369332"/>
                        </a:cubicBezTo>
                        <a:cubicBezTo>
                          <a:pt x="1403608" y="375090"/>
                          <a:pt x="1154278" y="387919"/>
                          <a:pt x="842255" y="369332"/>
                        </a:cubicBezTo>
                        <a:cubicBezTo>
                          <a:pt x="578338" y="345724"/>
                          <a:pt x="360121" y="252789"/>
                          <a:pt x="0" y="369332"/>
                        </a:cubicBezTo>
                        <a:cubicBezTo>
                          <a:pt x="8090" y="290059"/>
                          <a:pt x="53752" y="9032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 different way of valuing the four outcomes.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0A1FAB-851C-9F63-91A4-2CB8E5893946}"/>
              </a:ext>
            </a:extLst>
          </p:cNvPr>
          <p:cNvSpPr txBox="1"/>
          <p:nvPr/>
        </p:nvSpPr>
        <p:spPr>
          <a:xfrm>
            <a:off x="6725108" y="521549"/>
            <a:ext cx="177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…a human trait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83232E-45B5-5754-FAAC-759D05B1B346}"/>
              </a:ext>
            </a:extLst>
          </p:cNvPr>
          <p:cNvSpPr txBox="1"/>
          <p:nvPr/>
        </p:nvSpPr>
        <p:spPr>
          <a:xfrm>
            <a:off x="7790455" y="1058489"/>
            <a:ext cx="1413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Behavioral game theory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18BF939-D898-60E7-3604-B353ED958A53}"/>
              </a:ext>
            </a:extLst>
          </p:cNvPr>
          <p:cNvSpPr/>
          <p:nvPr/>
        </p:nvSpPr>
        <p:spPr>
          <a:xfrm>
            <a:off x="8287670" y="734230"/>
            <a:ext cx="95542" cy="320511"/>
          </a:xfrm>
          <a:custGeom>
            <a:avLst/>
            <a:gdLst>
              <a:gd name="csX0" fmla="*/ 84842 w 95542"/>
              <a:gd name="csY0" fmla="*/ 320511 h 320511"/>
              <a:gd name="csX1" fmla="*/ 65988 w 95542"/>
              <a:gd name="csY1" fmla="*/ 131975 h 320511"/>
              <a:gd name="csX2" fmla="*/ 37708 w 95542"/>
              <a:gd name="csY2" fmla="*/ 47134 h 320511"/>
              <a:gd name="csX3" fmla="*/ 0 w 95542"/>
              <a:gd name="csY3" fmla="*/ 0 h 320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5542" h="320511">
                <a:moveTo>
                  <a:pt x="84842" y="320511"/>
                </a:moveTo>
                <a:cubicBezTo>
                  <a:pt x="103425" y="227586"/>
                  <a:pt x="98216" y="285059"/>
                  <a:pt x="65988" y="131975"/>
                </a:cubicBezTo>
                <a:cubicBezTo>
                  <a:pt x="60197" y="104469"/>
                  <a:pt x="51263" y="71533"/>
                  <a:pt x="37708" y="47134"/>
                </a:cubicBezTo>
                <a:cubicBezTo>
                  <a:pt x="24815" y="23926"/>
                  <a:pt x="15430" y="1543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624A22-0791-7DE3-F9D6-55807B079869}"/>
              </a:ext>
            </a:extLst>
          </p:cNvPr>
          <p:cNvSpPr txBox="1"/>
          <p:nvPr/>
        </p:nvSpPr>
        <p:spPr>
          <a:xfrm>
            <a:off x="2772244" y="554169"/>
            <a:ext cx="17141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Flawed analysis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1ECA57-439A-4560-6AD7-9BE87B57D206}"/>
              </a:ext>
            </a:extLst>
          </p:cNvPr>
          <p:cNvSpPr txBox="1"/>
          <p:nvPr/>
        </p:nvSpPr>
        <p:spPr>
          <a:xfrm>
            <a:off x="268236" y="554169"/>
            <a:ext cx="242761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Unclear about the rules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0AFB4E-E80C-EEB1-DAD5-C62B034CFC00}"/>
              </a:ext>
            </a:extLst>
          </p:cNvPr>
          <p:cNvSpPr txBox="1"/>
          <p:nvPr/>
        </p:nvSpPr>
        <p:spPr>
          <a:xfrm>
            <a:off x="5637395" y="545754"/>
            <a:ext cx="11129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Irrational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46DC2D-51CF-2268-5A97-33FA490B7D34}"/>
              </a:ext>
            </a:extLst>
          </p:cNvPr>
          <p:cNvSpPr txBox="1"/>
          <p:nvPr/>
        </p:nvSpPr>
        <p:spPr>
          <a:xfrm>
            <a:off x="10296689" y="285616"/>
            <a:ext cx="145075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…what else?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D2CCA2A-7D8F-9C44-240A-39955CABDD1F}"/>
              </a:ext>
            </a:extLst>
          </p:cNvPr>
          <p:cNvSpPr/>
          <p:nvPr/>
        </p:nvSpPr>
        <p:spPr>
          <a:xfrm>
            <a:off x="10834557" y="1510353"/>
            <a:ext cx="1115568" cy="3200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EA9AF-8183-6FF8-7A7E-A6FC9C0E3DDE}"/>
              </a:ext>
            </a:extLst>
          </p:cNvPr>
          <p:cNvSpPr txBox="1"/>
          <p:nvPr/>
        </p:nvSpPr>
        <p:spPr>
          <a:xfrm>
            <a:off x="5185565" y="4935566"/>
            <a:ext cx="2174571" cy="348199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174571"/>
                      <a:gd name="connsiteY0" fmla="*/ 0 h 348199"/>
                      <a:gd name="connsiteX1" fmla="*/ 565388 w 2174571"/>
                      <a:gd name="connsiteY1" fmla="*/ 0 h 348199"/>
                      <a:gd name="connsiteX2" fmla="*/ 1087286 w 2174571"/>
                      <a:gd name="connsiteY2" fmla="*/ 0 h 348199"/>
                      <a:gd name="connsiteX3" fmla="*/ 1630928 w 2174571"/>
                      <a:gd name="connsiteY3" fmla="*/ 0 h 348199"/>
                      <a:gd name="connsiteX4" fmla="*/ 2174571 w 2174571"/>
                      <a:gd name="connsiteY4" fmla="*/ 0 h 348199"/>
                      <a:gd name="connsiteX5" fmla="*/ 2174571 w 2174571"/>
                      <a:gd name="connsiteY5" fmla="*/ 348199 h 348199"/>
                      <a:gd name="connsiteX6" fmla="*/ 1587437 w 2174571"/>
                      <a:gd name="connsiteY6" fmla="*/ 348199 h 348199"/>
                      <a:gd name="connsiteX7" fmla="*/ 1087286 w 2174571"/>
                      <a:gd name="connsiteY7" fmla="*/ 348199 h 348199"/>
                      <a:gd name="connsiteX8" fmla="*/ 500151 w 2174571"/>
                      <a:gd name="connsiteY8" fmla="*/ 348199 h 348199"/>
                      <a:gd name="connsiteX9" fmla="*/ 0 w 2174571"/>
                      <a:gd name="connsiteY9" fmla="*/ 348199 h 348199"/>
                      <a:gd name="connsiteX10" fmla="*/ 0 w 2174571"/>
                      <a:gd name="connsiteY10" fmla="*/ 0 h 3481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174571" h="348199" extrusionOk="0">
                        <a:moveTo>
                          <a:pt x="0" y="0"/>
                        </a:moveTo>
                        <a:cubicBezTo>
                          <a:pt x="189346" y="-58844"/>
                          <a:pt x="394827" y="5285"/>
                          <a:pt x="565388" y="0"/>
                        </a:cubicBezTo>
                        <a:cubicBezTo>
                          <a:pt x="735949" y="-5285"/>
                          <a:pt x="976000" y="26921"/>
                          <a:pt x="1087286" y="0"/>
                        </a:cubicBezTo>
                        <a:cubicBezTo>
                          <a:pt x="1198572" y="-26921"/>
                          <a:pt x="1399317" y="4987"/>
                          <a:pt x="1630928" y="0"/>
                        </a:cubicBezTo>
                        <a:cubicBezTo>
                          <a:pt x="1862539" y="-4987"/>
                          <a:pt x="1955398" y="32718"/>
                          <a:pt x="2174571" y="0"/>
                        </a:cubicBezTo>
                        <a:cubicBezTo>
                          <a:pt x="2202725" y="137692"/>
                          <a:pt x="2164739" y="267037"/>
                          <a:pt x="2174571" y="348199"/>
                        </a:cubicBezTo>
                        <a:cubicBezTo>
                          <a:pt x="2052128" y="407341"/>
                          <a:pt x="1835529" y="322674"/>
                          <a:pt x="1587437" y="348199"/>
                        </a:cubicBezTo>
                        <a:cubicBezTo>
                          <a:pt x="1339345" y="373724"/>
                          <a:pt x="1264784" y="322315"/>
                          <a:pt x="1087286" y="348199"/>
                        </a:cubicBezTo>
                        <a:cubicBezTo>
                          <a:pt x="909788" y="374083"/>
                          <a:pt x="703970" y="299560"/>
                          <a:pt x="500151" y="348199"/>
                        </a:cubicBezTo>
                        <a:cubicBezTo>
                          <a:pt x="296333" y="396838"/>
                          <a:pt x="238040" y="292923"/>
                          <a:pt x="0" y="348199"/>
                        </a:cubicBezTo>
                        <a:cubicBezTo>
                          <a:pt x="-130" y="266696"/>
                          <a:pt x="5322" y="11104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0070C0"/>
                </a:solidFill>
                <a:latin typeface="Segoe Script"/>
              </a:rPr>
              <a:t>Outcome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97E4A-02EB-4672-65B7-A629CCECFE72}"/>
              </a:ext>
            </a:extLst>
          </p:cNvPr>
          <p:cNvSpPr txBox="1"/>
          <p:nvPr/>
        </p:nvSpPr>
        <p:spPr>
          <a:xfrm>
            <a:off x="8573117" y="4924522"/>
            <a:ext cx="2174571" cy="348199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2174571"/>
                      <a:gd name="connsiteY0" fmla="*/ 0 h 348199"/>
                      <a:gd name="connsiteX1" fmla="*/ 565388 w 2174571"/>
                      <a:gd name="connsiteY1" fmla="*/ 0 h 348199"/>
                      <a:gd name="connsiteX2" fmla="*/ 1087286 w 2174571"/>
                      <a:gd name="connsiteY2" fmla="*/ 0 h 348199"/>
                      <a:gd name="connsiteX3" fmla="*/ 1630928 w 2174571"/>
                      <a:gd name="connsiteY3" fmla="*/ 0 h 348199"/>
                      <a:gd name="connsiteX4" fmla="*/ 2174571 w 2174571"/>
                      <a:gd name="connsiteY4" fmla="*/ 0 h 348199"/>
                      <a:gd name="connsiteX5" fmla="*/ 2174571 w 2174571"/>
                      <a:gd name="connsiteY5" fmla="*/ 348199 h 348199"/>
                      <a:gd name="connsiteX6" fmla="*/ 1587437 w 2174571"/>
                      <a:gd name="connsiteY6" fmla="*/ 348199 h 348199"/>
                      <a:gd name="connsiteX7" fmla="*/ 1087286 w 2174571"/>
                      <a:gd name="connsiteY7" fmla="*/ 348199 h 348199"/>
                      <a:gd name="connsiteX8" fmla="*/ 500151 w 2174571"/>
                      <a:gd name="connsiteY8" fmla="*/ 348199 h 348199"/>
                      <a:gd name="connsiteX9" fmla="*/ 0 w 2174571"/>
                      <a:gd name="connsiteY9" fmla="*/ 348199 h 348199"/>
                      <a:gd name="connsiteX10" fmla="*/ 0 w 2174571"/>
                      <a:gd name="connsiteY10" fmla="*/ 0 h 3481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174571" h="348199" extrusionOk="0">
                        <a:moveTo>
                          <a:pt x="0" y="0"/>
                        </a:moveTo>
                        <a:cubicBezTo>
                          <a:pt x="189346" y="-58844"/>
                          <a:pt x="394827" y="5285"/>
                          <a:pt x="565388" y="0"/>
                        </a:cubicBezTo>
                        <a:cubicBezTo>
                          <a:pt x="735949" y="-5285"/>
                          <a:pt x="976000" y="26921"/>
                          <a:pt x="1087286" y="0"/>
                        </a:cubicBezTo>
                        <a:cubicBezTo>
                          <a:pt x="1198572" y="-26921"/>
                          <a:pt x="1399317" y="4987"/>
                          <a:pt x="1630928" y="0"/>
                        </a:cubicBezTo>
                        <a:cubicBezTo>
                          <a:pt x="1862539" y="-4987"/>
                          <a:pt x="1955398" y="32718"/>
                          <a:pt x="2174571" y="0"/>
                        </a:cubicBezTo>
                        <a:cubicBezTo>
                          <a:pt x="2202725" y="137692"/>
                          <a:pt x="2164739" y="267037"/>
                          <a:pt x="2174571" y="348199"/>
                        </a:cubicBezTo>
                        <a:cubicBezTo>
                          <a:pt x="2052128" y="407341"/>
                          <a:pt x="1835529" y="322674"/>
                          <a:pt x="1587437" y="348199"/>
                        </a:cubicBezTo>
                        <a:cubicBezTo>
                          <a:pt x="1339345" y="373724"/>
                          <a:pt x="1264784" y="322315"/>
                          <a:pt x="1087286" y="348199"/>
                        </a:cubicBezTo>
                        <a:cubicBezTo>
                          <a:pt x="909788" y="374083"/>
                          <a:pt x="703970" y="299560"/>
                          <a:pt x="500151" y="348199"/>
                        </a:cubicBezTo>
                        <a:cubicBezTo>
                          <a:pt x="296333" y="396838"/>
                          <a:pt x="238040" y="292923"/>
                          <a:pt x="0" y="348199"/>
                        </a:cubicBezTo>
                        <a:cubicBezTo>
                          <a:pt x="-130" y="266696"/>
                          <a:pt x="5322" y="11104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C00000"/>
                </a:solidFill>
                <a:latin typeface="Segoe Script"/>
              </a:rPr>
              <a:t>Payoff Matrix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0AC337-DD52-2990-5DA4-67FAFF6E9086}"/>
              </a:ext>
            </a:extLst>
          </p:cNvPr>
          <p:cNvCxnSpPr/>
          <p:nvPr/>
        </p:nvCxnSpPr>
        <p:spPr>
          <a:xfrm flipV="1">
            <a:off x="7344023" y="5102507"/>
            <a:ext cx="1376777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A8D554-8D5A-BA10-0B0F-3ED1040D2D32}"/>
              </a:ext>
            </a:extLst>
          </p:cNvPr>
          <p:cNvSpPr txBox="1"/>
          <p:nvPr/>
        </p:nvSpPr>
        <p:spPr>
          <a:xfrm>
            <a:off x="2039091" y="88565"/>
            <a:ext cx="1539342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Cognitive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5865C-BC76-7EF7-5FFC-230113C9E02A}"/>
              </a:ext>
            </a:extLst>
          </p:cNvPr>
          <p:cNvSpPr txBox="1"/>
          <p:nvPr/>
        </p:nvSpPr>
        <p:spPr>
          <a:xfrm>
            <a:off x="5302433" y="88565"/>
            <a:ext cx="1940833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Emotional/Ethical</a:t>
            </a:r>
          </a:p>
        </p:txBody>
      </p:sp>
    </p:spTree>
    <p:extLst>
      <p:ext uri="{BB962C8B-B14F-4D97-AF65-F5344CB8AC3E}">
        <p14:creationId xmlns:p14="http://schemas.microsoft.com/office/powerpoint/2010/main" val="199638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1" grpId="0" animBg="1"/>
      <p:bldP spid="27" grpId="0" animBg="1"/>
      <p:bldP spid="28" grpId="0"/>
      <p:bldP spid="40" grpId="0"/>
      <p:bldP spid="44" grpId="0" animBg="1"/>
      <p:bldP spid="46" grpId="0" animBg="1"/>
      <p:bldP spid="47" grpId="0" animBg="1"/>
      <p:bldP spid="48" grpId="0" animBg="1"/>
      <p:bldP spid="50" grpId="0" animBg="1"/>
      <p:bldP spid="5" grpId="0"/>
      <p:bldP spid="3" grpId="0"/>
      <p:bldP spid="6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525B8-4125-A293-96AC-EBFB561C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B78E491-1CD3-2FB8-0293-5C51FFF7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7D726-AC1E-B3E9-EBDF-D84E1639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Outcomes</a:t>
            </a:r>
            <a:r>
              <a:rPr lang="en-US" b="1" dirty="0"/>
              <a:t> vs. </a:t>
            </a:r>
            <a:r>
              <a:rPr lang="en-US" b="1" dirty="0">
                <a:solidFill>
                  <a:srgbClr val="C00000"/>
                </a:solidFill>
              </a:rPr>
              <a:t>Payoffs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14E2547C-F30C-C7E8-E8CE-495845B48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8DD9BD-6E50-EF70-39AD-098DE2235AA7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5BD0BA-3AB8-C9C8-0123-3D81617C315D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65AA040-DB5E-EEA7-2E2B-D911B72BD156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EA8FF291-8C74-7839-E384-7985B6F0D7C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EA8FF291-8C74-7839-E384-7985B6F0D7C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89A606FA-74CB-1936-96F5-88CA327DC5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89A606FA-74CB-1936-96F5-88CA327DC50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910A5F9-DC2E-E4D3-2A19-D2B2E0C8296B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B1F8C80-013B-C51E-36BF-70C7125F8E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B1F8C80-013B-C51E-36BF-70C7125F8E8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1280E38A-6E86-EE93-AF3D-7AE0920A3F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1280E38A-6E86-EE93-AF3D-7AE0920A3FA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B877494-A914-A2E0-D1F4-FAE6FBB9DE01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F2B7E97F-661E-62CC-8A6A-76B42F5801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F2B7E97F-661E-62CC-8A6A-76B42F58013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670E7B0-28B1-AF95-16E7-BFAE2DB063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670E7B0-28B1-AF95-16E7-BFAE2DB0630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079E163D-DCC0-5F95-8FF7-3DD6168ACE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079E163D-DCC0-5F95-8FF7-3DD6168ACE6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01355DB-FC3D-A878-4F7D-8EA8D56D75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01355DB-FC3D-A878-4F7D-8EA8D56D751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6BF7978-60A7-F376-2B2A-A8B5F77BC22A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B949A79-AD57-AC21-01AF-E8F168C20522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73F11B1-5F64-C097-6EE1-EC7F2CB6BC98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B39996-BCED-1B6D-0398-F1762D37DCC2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The Outcome Matrix</a:t>
              </a:r>
            </a:p>
          </p:txBody>
        </p:sp>
      </p:grpSp>
      <p:pic>
        <p:nvPicPr>
          <p:cNvPr id="41" name="Picture 40" descr="A cartoon of a monk&#10;&#10;Description automatically generated">
            <a:extLst>
              <a:ext uri="{FF2B5EF4-FFF2-40B4-BE49-F238E27FC236}">
                <a16:creationId xmlns:a16="http://schemas.microsoft.com/office/drawing/2014/main" id="{21482F65-F1ED-5FFD-4C91-ED046EA6E5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36" y="1793667"/>
            <a:ext cx="1882417" cy="188241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D7553CF-45D9-DEEB-B551-6CAA4228C3B3}"/>
              </a:ext>
            </a:extLst>
          </p:cNvPr>
          <p:cNvGrpSpPr/>
          <p:nvPr/>
        </p:nvGrpSpPr>
        <p:grpSpPr>
          <a:xfrm>
            <a:off x="8041540" y="2602525"/>
            <a:ext cx="1828800" cy="914400"/>
            <a:chOff x="3443910" y="2526652"/>
            <a:chExt cx="1828800" cy="914400"/>
          </a:xfrm>
          <a:solidFill>
            <a:schemeClr val="accent6">
              <a:lumMod val="20000"/>
              <a:lumOff val="8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310621C-9521-D8A7-737A-F5360D5627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310621C-9521-D8A7-737A-F5360D5627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262BDB8-1149-84AF-6385-AAA163B60F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262BDB8-1149-84AF-6385-AAA163B60F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39FFA0-2476-82E6-CB0D-AC7BBBD8B350}"/>
              </a:ext>
            </a:extLst>
          </p:cNvPr>
          <p:cNvGrpSpPr/>
          <p:nvPr/>
        </p:nvGrpSpPr>
        <p:grpSpPr>
          <a:xfrm>
            <a:off x="7132583" y="3509636"/>
            <a:ext cx="914400" cy="1828800"/>
            <a:chOff x="2751667" y="2929467"/>
            <a:chExt cx="914400" cy="1828800"/>
          </a:xfrm>
          <a:solidFill>
            <a:schemeClr val="tx2">
              <a:lumMod val="10000"/>
              <a:lumOff val="9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77F922E-4311-CCA0-314D-ED51ECCE61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77F922E-4311-CCA0-314D-ED51ECCE61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0ADC6B0-A248-45EA-443A-ED6B77F0FA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0ADC6B0-A248-45EA-443A-ED6B77F0FA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4F25FEF-AD46-6075-37DC-19B1135969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41540" y="3509636"/>
                <a:ext cx="914400" cy="9345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0.5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4F25FEF-AD46-6075-37DC-19B113596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540" y="3509636"/>
                <a:ext cx="914400" cy="9345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DBD9324-47C4-F870-4643-508A4E99A739}"/>
                  </a:ext>
                </a:extLst>
              </p:cNvPr>
              <p:cNvSpPr/>
              <p:nvPr/>
            </p:nvSpPr>
            <p:spPr>
              <a:xfrm>
                <a:off x="8955940" y="4444208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0.25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I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0.75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DBD9324-47C4-F870-4643-508A4E99A7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940" y="4444208"/>
                <a:ext cx="914400" cy="914400"/>
              </a:xfrm>
              <a:prstGeom prst="rect">
                <a:avLst/>
              </a:prstGeom>
              <a:blipFill>
                <a:blip r:embed="rId16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F740C46-3F14-F166-FA70-1B8AFEF7B1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5940" y="3522519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F740C46-3F14-F166-FA70-1B8AFEF7B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940" y="3522519"/>
                <a:ext cx="914400" cy="914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ADA92F3-9B50-8CB7-5DDD-238EBD45CC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41540" y="4436919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ADA92F3-9B50-8CB7-5DDD-238EBD45CC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540" y="4436919"/>
                <a:ext cx="914400" cy="9144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9D11164-B04E-7BA2-5F16-243BFF06605C}"/>
              </a:ext>
            </a:extLst>
          </p:cNvPr>
          <p:cNvGrpSpPr/>
          <p:nvPr/>
        </p:nvGrpSpPr>
        <p:grpSpPr>
          <a:xfrm>
            <a:off x="6080991" y="2089169"/>
            <a:ext cx="3546357" cy="2446009"/>
            <a:chOff x="1476918" y="2017573"/>
            <a:chExt cx="3546357" cy="24460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088611-E9CD-EDC1-C90C-07F864760511}"/>
                </a:ext>
              </a:extLst>
            </p:cNvPr>
            <p:cNvSpPr txBox="1"/>
            <p:nvPr/>
          </p:nvSpPr>
          <p:spPr>
            <a:xfrm>
              <a:off x="1476918" y="4094250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CD3130A-E8C0-D76E-01FB-049E6707F4F6}"/>
                </a:ext>
              </a:extLst>
            </p:cNvPr>
            <p:cNvSpPr txBox="1"/>
            <p:nvPr/>
          </p:nvSpPr>
          <p:spPr>
            <a:xfrm>
              <a:off x="3680458" y="2017573"/>
              <a:ext cx="13428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My Friend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FDBDEAA-3531-F374-C650-9701B16F4595}"/>
              </a:ext>
            </a:extLst>
          </p:cNvPr>
          <p:cNvSpPr txBox="1"/>
          <p:nvPr/>
        </p:nvSpPr>
        <p:spPr>
          <a:xfrm>
            <a:off x="7271840" y="5520338"/>
            <a:ext cx="245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The Payoff Matrix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E967CC3-6BC8-CE70-2417-34ECA25010C2}"/>
              </a:ext>
            </a:extLst>
          </p:cNvPr>
          <p:cNvCxnSpPr/>
          <p:nvPr/>
        </p:nvCxnSpPr>
        <p:spPr>
          <a:xfrm flipV="1">
            <a:off x="4664877" y="4350512"/>
            <a:ext cx="1376777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2" name="Graphic 61" descr="No sign">
            <a:extLst>
              <a:ext uri="{FF2B5EF4-FFF2-40B4-BE49-F238E27FC236}">
                <a16:creationId xmlns:a16="http://schemas.microsoft.com/office/drawing/2014/main" id="{2EDBBB74-1DFF-3649-B889-A0976BFF386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98075" y="1202044"/>
            <a:ext cx="1400481" cy="14004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6451996-630D-5619-3FD3-2BECB5FD71D3}"/>
              </a:ext>
            </a:extLst>
          </p:cNvPr>
          <p:cNvSpPr txBox="1"/>
          <p:nvPr/>
        </p:nvSpPr>
        <p:spPr>
          <a:xfrm>
            <a:off x="7207754" y="151844"/>
            <a:ext cx="4572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outcomes of strategic situations depend on who is making the decisions. </a:t>
            </a:r>
          </a:p>
          <a:p>
            <a:endParaRPr lang="en-US" dirty="0"/>
          </a:p>
          <a:p>
            <a:r>
              <a:rPr lang="en-US" dirty="0"/>
              <a:t>The same situation can play out differently with different decision-makers.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EB4DE5D-81C1-E61E-02C2-799C6B43104A}"/>
                  </a:ext>
                </a:extLst>
              </p:cNvPr>
              <p:cNvSpPr txBox="1"/>
              <p:nvPr/>
            </p:nvSpPr>
            <p:spPr>
              <a:xfrm>
                <a:off x="223093" y="2810623"/>
                <a:ext cx="201880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My payoffs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𝑀𝑒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𝑇𝑟𝑒𝑎𝑠𝑢𝑟𝑒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EB4DE5D-81C1-E61E-02C2-799C6B431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93" y="2810623"/>
                <a:ext cx="2018803" cy="646331"/>
              </a:xfrm>
              <a:prstGeom prst="rect">
                <a:avLst/>
              </a:prstGeom>
              <a:blipFill>
                <a:blip r:embed="rId21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B42431-1DD6-4189-C5AB-855CBE627493}"/>
                  </a:ext>
                </a:extLst>
              </p:cNvPr>
              <p:cNvSpPr txBox="1"/>
              <p:nvPr/>
            </p:nvSpPr>
            <p:spPr>
              <a:xfrm>
                <a:off x="4262176" y="4686175"/>
                <a:ext cx="26545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My friend’s payoffs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𝐹𝑟𝑖𝑒𝑛𝑑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=1 −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𝑇𝑟𝑒𝑎𝑠𝑢𝑟𝑒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B42431-1DD6-4189-C5AB-855CBE627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176" y="4686175"/>
                <a:ext cx="2654568" cy="646331"/>
              </a:xfrm>
              <a:prstGeom prst="rect">
                <a:avLst/>
              </a:prstGeom>
              <a:blipFill>
                <a:blip r:embed="rId22"/>
                <a:stretch>
                  <a:fillRect l="-1376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B8BCB309-99F7-1E0A-ABBE-74B5D03D6806}"/>
              </a:ext>
            </a:extLst>
          </p:cNvPr>
          <p:cNvSpPr/>
          <p:nvPr/>
        </p:nvSpPr>
        <p:spPr>
          <a:xfrm>
            <a:off x="8154186" y="4595205"/>
            <a:ext cx="688156" cy="581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4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29" grpId="0"/>
      <p:bldP spid="63" grpId="0" animBg="1"/>
      <p:bldP spid="64" grpId="0"/>
      <p:bldP spid="65" grpId="0"/>
      <p:bldP spid="6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33F61-FD83-3407-AFC2-B0939165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5FDC274-DF3D-6E4F-1346-587489995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C38E8-8661-F4C0-B490-8B7AE6BA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Game Outcomes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E2452045-5FC9-BC6F-9EDD-E3CCC151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B5255E0-E424-6B75-25FA-5F9F9577D75F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CC5FEC7-2C61-58C7-D594-DF7B161B38B1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38532AD-990B-D421-1D15-CA1C2154D20D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C8777C60-7A96-C2C1-B168-68BEB0AA59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C8777C60-7A96-C2C1-B168-68BEB0AA59A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5FB475BF-D144-3E92-1649-DAE1D3B2BF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5FB475BF-D144-3E92-1649-DAE1D3B2BF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1197B3A-9E4A-5E50-AD12-B163818DC871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56A73654-123F-C5C9-1F92-76F7076E79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56A73654-123F-C5C9-1F92-76F7076E79E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0B03CDFE-41BC-A52C-9320-FFD6EB5270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0B03CDFE-41BC-A52C-9320-FFD6EB5270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25CD6E0-39B8-8D79-D4C0-B821D4627636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9698C0A3-2C52-8AB3-2CD7-B19A523C3D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9698C0A3-2C52-8AB3-2CD7-B19A523C3D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56F028D2-5F26-8FE4-5C97-58E95241AD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lvl="0" algn="ctr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oMath>
                        </m:oMathPara>
                      </a14:m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56F028D2-5F26-8FE4-5C97-58E95241AD7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A30B8CBA-D585-29A8-8456-A1385F2D07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A30B8CBA-D585-29A8-8456-A1385F2D070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F8EE1D70-9117-1581-7B47-3B97A97117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F8EE1D70-9117-1581-7B47-3B97A97117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96AC313-9C77-B31D-5324-12220FC75253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6D9B434-BFEF-9D6E-FFEB-3577DFB7123D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6F14C28-833B-51E7-38F5-ED7033BCFE72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E497E7-E297-4E14-DF7C-1959C4A12A29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70C0"/>
                  </a:solidFill>
                  <a:latin typeface="Segoe Script" panose="030B0504020000000003" pitchFamily="66" charset="0"/>
                </a:rPr>
                <a:t>The Outcome Matrix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C0DD4C6-CF4E-13E8-9336-3CE9150E753C}"/>
              </a:ext>
            </a:extLst>
          </p:cNvPr>
          <p:cNvGrpSpPr/>
          <p:nvPr/>
        </p:nvGrpSpPr>
        <p:grpSpPr>
          <a:xfrm>
            <a:off x="6789681" y="2377057"/>
            <a:ext cx="1930872" cy="882688"/>
            <a:chOff x="1551774" y="2188723"/>
            <a:chExt cx="1930872" cy="88268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3114A4-3CCF-9F17-7B6D-4AB6E2351852}"/>
                </a:ext>
              </a:extLst>
            </p:cNvPr>
            <p:cNvSpPr txBox="1"/>
            <p:nvPr/>
          </p:nvSpPr>
          <p:spPr>
            <a:xfrm>
              <a:off x="1551774" y="2188723"/>
              <a:ext cx="69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TAKE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2BFAB7F-87E7-2128-B01F-887620E0BD45}"/>
                </a:ext>
              </a:extLst>
            </p:cNvPr>
            <p:cNvSpPr txBox="1"/>
            <p:nvPr/>
          </p:nvSpPr>
          <p:spPr>
            <a:xfrm>
              <a:off x="2791982" y="2188723"/>
              <a:ext cx="690664" cy="369332"/>
            </a:xfrm>
            <a:prstGeom prst="rect">
              <a:avLst/>
            </a:prstGeom>
            <a:ln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46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D3CEE57-C42F-287C-03B2-EFDAFB3AB34F}"/>
                </a:ext>
              </a:extLst>
            </p:cNvPr>
            <p:cNvSpPr txBox="1"/>
            <p:nvPr/>
          </p:nvSpPr>
          <p:spPr>
            <a:xfrm>
              <a:off x="1551774" y="2702079"/>
              <a:ext cx="813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SHARE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93246E2-F48F-49A1-4D51-49A200A9AC48}"/>
                </a:ext>
              </a:extLst>
            </p:cNvPr>
            <p:cNvSpPr txBox="1"/>
            <p:nvPr/>
          </p:nvSpPr>
          <p:spPr>
            <a:xfrm>
              <a:off x="2791982" y="2702079"/>
              <a:ext cx="690664" cy="369332"/>
            </a:xfrm>
            <a:prstGeom prst="rect">
              <a:avLst/>
            </a:prstGeom>
            <a:ln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16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2FE26D-F157-51C8-6C83-6360A65AE5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009708"/>
                  </p:ext>
                </p:extLst>
              </p:nvPr>
            </p:nvGraphicFramePr>
            <p:xfrm>
              <a:off x="6789681" y="3759075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1216978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𝑊h𝑜𝑙𝑒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𝐻𝑎𝑙𝑓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𝑄𝑢𝑎𝑟𝑡𝑒𝑟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𝑁𝑜𝑡h𝑖𝑛𝑔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2FE26D-F157-51C8-6C83-6360A65AE5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009708"/>
                  </p:ext>
                </p:extLst>
              </p:nvPr>
            </p:nvGraphicFramePr>
            <p:xfrm>
              <a:off x="6789681" y="3759075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1216978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108197" r="-6296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208197" r="-6296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308197" r="-629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408197" r="-6296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AFA57D7-0B03-6117-7780-657F8B5E5568}"/>
              </a:ext>
            </a:extLst>
          </p:cNvPr>
          <p:cNvSpPr txBox="1"/>
          <p:nvPr/>
        </p:nvSpPr>
        <p:spPr>
          <a:xfrm>
            <a:off x="2708319" y="3644986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7162D-D342-FF23-5443-878D12908296}"/>
              </a:ext>
            </a:extLst>
          </p:cNvPr>
          <p:cNvSpPr txBox="1"/>
          <p:nvPr/>
        </p:nvSpPr>
        <p:spPr>
          <a:xfrm>
            <a:off x="3610970" y="3665158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A1F42-5D45-9134-A862-73B365155A39}"/>
              </a:ext>
            </a:extLst>
          </p:cNvPr>
          <p:cNvSpPr txBox="1"/>
          <p:nvPr/>
        </p:nvSpPr>
        <p:spPr>
          <a:xfrm>
            <a:off x="2679845" y="4587916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0F137-33AF-FFBD-C674-F771660BD97F}"/>
              </a:ext>
            </a:extLst>
          </p:cNvPr>
          <p:cNvSpPr txBox="1"/>
          <p:nvPr/>
        </p:nvSpPr>
        <p:spPr>
          <a:xfrm>
            <a:off x="3594060" y="4572269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7809D5-B496-A4B6-B5DC-3833E43338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6880" y="1173482"/>
            <a:ext cx="2587685" cy="240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8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EA4A1-2ED2-C582-56C2-033A6B84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F3286B68-42EE-0A9B-A378-D128F9B1D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10084D03-715F-CC51-4BC0-5D3FF8FEC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D8095D-F4C6-1B5A-DD74-866037A2D73E}"/>
              </a:ext>
            </a:extLst>
          </p:cNvPr>
          <p:cNvGrpSpPr/>
          <p:nvPr/>
        </p:nvGrpSpPr>
        <p:grpSpPr>
          <a:xfrm>
            <a:off x="262431" y="2240166"/>
            <a:ext cx="3789349" cy="3269439"/>
            <a:chOff x="5230718" y="2343983"/>
            <a:chExt cx="3789349" cy="326943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8C1670-9702-1A5F-2639-050DFB0F2AB7}"/>
                </a:ext>
              </a:extLst>
            </p:cNvPr>
            <p:cNvGrpSpPr/>
            <p:nvPr/>
          </p:nvGrpSpPr>
          <p:grpSpPr>
            <a:xfrm>
              <a:off x="7191267" y="285733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3964141D-1313-921D-7B7C-DFCB9370F3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3964141D-1313-921D-7B7C-DFCB9370F3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EEABDFB-4551-E839-2AAA-19ED5C3720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EEABDFB-4551-E839-2AAA-19ED5C3720E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ABC2497-CC3F-7FDA-350C-0F8942454CD1}"/>
                </a:ext>
              </a:extLst>
            </p:cNvPr>
            <p:cNvGrpSpPr/>
            <p:nvPr/>
          </p:nvGrpSpPr>
          <p:grpSpPr>
            <a:xfrm>
              <a:off x="6282310" y="376445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2E46D452-C012-E2A0-AF24-AD74DB65FF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2E46D452-C012-E2A0-AF24-AD74DB65FF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8DB651CA-F9A7-597C-8685-7C2481F901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8DB651CA-F9A7-597C-8685-7C2481F901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1A5BD3-167E-6A90-2385-3B3DC53E2023}"/>
                </a:ext>
              </a:extLst>
            </p:cNvPr>
            <p:cNvGrpSpPr/>
            <p:nvPr/>
          </p:nvGrpSpPr>
          <p:grpSpPr>
            <a:xfrm>
              <a:off x="7191267" y="376445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AFB7B74-BB08-3429-2DE3-7709C4064E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AFB7B74-BB08-3429-2DE3-7709C4064E3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1F6CFEA-C821-653B-B947-4DDF3F1A5DD9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1F6CFEA-C821-653B-B947-4DDF3F1A5D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2BE05DD5-FB5E-371C-01C8-56E2D0D821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2BE05DD5-FB5E-371C-01C8-56E2D0D821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39E533A-26AD-1421-C6CF-D10A71FC3D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39E533A-26AD-1421-C6CF-D10A71FC3D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A2C6923-7819-07C1-C2C5-FADAD215D4EB}"/>
                </a:ext>
              </a:extLst>
            </p:cNvPr>
            <p:cNvGrpSpPr/>
            <p:nvPr/>
          </p:nvGrpSpPr>
          <p:grpSpPr>
            <a:xfrm>
              <a:off x="5230718" y="2343983"/>
              <a:ext cx="3546357" cy="2446009"/>
              <a:chOff x="1476918" y="2017573"/>
              <a:chExt cx="3546357" cy="244600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7724EC-F8CF-2A1C-4A16-B735FC09F8BC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D02413-BEB4-5ED4-5909-70B0710C77AB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5B40952-6A4A-3DC4-19FD-09E3E102EE4D}"/>
              </a:ext>
            </a:extLst>
          </p:cNvPr>
          <p:cNvSpPr txBox="1"/>
          <p:nvPr/>
        </p:nvSpPr>
        <p:spPr>
          <a:xfrm>
            <a:off x="4717915" y="3139623"/>
            <a:ext cx="61025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102592"/>
                      <a:gd name="connsiteY0" fmla="*/ 0 h 369332"/>
                      <a:gd name="connsiteX1" fmla="*/ 676833 w 6102592"/>
                      <a:gd name="connsiteY1" fmla="*/ 0 h 369332"/>
                      <a:gd name="connsiteX2" fmla="*/ 1109562 w 6102592"/>
                      <a:gd name="connsiteY2" fmla="*/ 0 h 369332"/>
                      <a:gd name="connsiteX3" fmla="*/ 1603317 w 6102592"/>
                      <a:gd name="connsiteY3" fmla="*/ 0 h 369332"/>
                      <a:gd name="connsiteX4" fmla="*/ 2158098 w 6102592"/>
                      <a:gd name="connsiteY4" fmla="*/ 0 h 369332"/>
                      <a:gd name="connsiteX5" fmla="*/ 2834931 w 6102592"/>
                      <a:gd name="connsiteY5" fmla="*/ 0 h 369332"/>
                      <a:gd name="connsiteX6" fmla="*/ 3389712 w 6102592"/>
                      <a:gd name="connsiteY6" fmla="*/ 0 h 369332"/>
                      <a:gd name="connsiteX7" fmla="*/ 3944494 w 6102592"/>
                      <a:gd name="connsiteY7" fmla="*/ 0 h 369332"/>
                      <a:gd name="connsiteX8" fmla="*/ 4560301 w 6102592"/>
                      <a:gd name="connsiteY8" fmla="*/ 0 h 369332"/>
                      <a:gd name="connsiteX9" fmla="*/ 4932004 w 6102592"/>
                      <a:gd name="connsiteY9" fmla="*/ 0 h 369332"/>
                      <a:gd name="connsiteX10" fmla="*/ 5303707 w 6102592"/>
                      <a:gd name="connsiteY10" fmla="*/ 0 h 369332"/>
                      <a:gd name="connsiteX11" fmla="*/ 6102592 w 6102592"/>
                      <a:gd name="connsiteY11" fmla="*/ 0 h 369332"/>
                      <a:gd name="connsiteX12" fmla="*/ 6102592 w 6102592"/>
                      <a:gd name="connsiteY12" fmla="*/ 369332 h 369332"/>
                      <a:gd name="connsiteX13" fmla="*/ 5547811 w 6102592"/>
                      <a:gd name="connsiteY13" fmla="*/ 369332 h 369332"/>
                      <a:gd name="connsiteX14" fmla="*/ 4932004 w 6102592"/>
                      <a:gd name="connsiteY14" fmla="*/ 369332 h 369332"/>
                      <a:gd name="connsiteX15" fmla="*/ 4316197 w 6102592"/>
                      <a:gd name="connsiteY15" fmla="*/ 369332 h 369332"/>
                      <a:gd name="connsiteX16" fmla="*/ 3883468 w 6102592"/>
                      <a:gd name="connsiteY16" fmla="*/ 369332 h 369332"/>
                      <a:gd name="connsiteX17" fmla="*/ 3389712 w 6102592"/>
                      <a:gd name="connsiteY17" fmla="*/ 369332 h 369332"/>
                      <a:gd name="connsiteX18" fmla="*/ 2712880 w 6102592"/>
                      <a:gd name="connsiteY18" fmla="*/ 369332 h 369332"/>
                      <a:gd name="connsiteX19" fmla="*/ 2341176 w 6102592"/>
                      <a:gd name="connsiteY19" fmla="*/ 369332 h 369332"/>
                      <a:gd name="connsiteX20" fmla="*/ 1725369 w 6102592"/>
                      <a:gd name="connsiteY20" fmla="*/ 369332 h 369332"/>
                      <a:gd name="connsiteX21" fmla="*/ 1109562 w 6102592"/>
                      <a:gd name="connsiteY21" fmla="*/ 369332 h 369332"/>
                      <a:gd name="connsiteX22" fmla="*/ 615807 w 6102592"/>
                      <a:gd name="connsiteY22" fmla="*/ 369332 h 369332"/>
                      <a:gd name="connsiteX23" fmla="*/ 0 w 6102592"/>
                      <a:gd name="connsiteY23" fmla="*/ 369332 h 369332"/>
                      <a:gd name="connsiteX24" fmla="*/ 0 w 6102592"/>
                      <a:gd name="connsiteY2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6102592" h="369332" fill="none" extrusionOk="0">
                        <a:moveTo>
                          <a:pt x="0" y="0"/>
                        </a:moveTo>
                        <a:cubicBezTo>
                          <a:pt x="289571" y="-56385"/>
                          <a:pt x="381016" y="63107"/>
                          <a:pt x="676833" y="0"/>
                        </a:cubicBezTo>
                        <a:cubicBezTo>
                          <a:pt x="972650" y="-63107"/>
                          <a:pt x="956674" y="4988"/>
                          <a:pt x="1109562" y="0"/>
                        </a:cubicBezTo>
                        <a:cubicBezTo>
                          <a:pt x="1262450" y="-4988"/>
                          <a:pt x="1388667" y="51696"/>
                          <a:pt x="1603317" y="0"/>
                        </a:cubicBezTo>
                        <a:cubicBezTo>
                          <a:pt x="1817967" y="-51696"/>
                          <a:pt x="1908752" y="63995"/>
                          <a:pt x="2158098" y="0"/>
                        </a:cubicBezTo>
                        <a:cubicBezTo>
                          <a:pt x="2407444" y="-63995"/>
                          <a:pt x="2661828" y="31425"/>
                          <a:pt x="2834931" y="0"/>
                        </a:cubicBezTo>
                        <a:cubicBezTo>
                          <a:pt x="3008034" y="-31425"/>
                          <a:pt x="3161742" y="18113"/>
                          <a:pt x="3389712" y="0"/>
                        </a:cubicBezTo>
                        <a:cubicBezTo>
                          <a:pt x="3617682" y="-18113"/>
                          <a:pt x="3697457" y="40596"/>
                          <a:pt x="3944494" y="0"/>
                        </a:cubicBezTo>
                        <a:cubicBezTo>
                          <a:pt x="4191531" y="-40596"/>
                          <a:pt x="4425502" y="2501"/>
                          <a:pt x="4560301" y="0"/>
                        </a:cubicBezTo>
                        <a:cubicBezTo>
                          <a:pt x="4695100" y="-2501"/>
                          <a:pt x="4801988" y="27621"/>
                          <a:pt x="4932004" y="0"/>
                        </a:cubicBezTo>
                        <a:cubicBezTo>
                          <a:pt x="5062020" y="-27621"/>
                          <a:pt x="5191714" y="2351"/>
                          <a:pt x="5303707" y="0"/>
                        </a:cubicBezTo>
                        <a:cubicBezTo>
                          <a:pt x="5415700" y="-2351"/>
                          <a:pt x="5918959" y="17734"/>
                          <a:pt x="6102592" y="0"/>
                        </a:cubicBezTo>
                        <a:cubicBezTo>
                          <a:pt x="6117993" y="160373"/>
                          <a:pt x="6096741" y="203915"/>
                          <a:pt x="6102592" y="369332"/>
                        </a:cubicBezTo>
                        <a:cubicBezTo>
                          <a:pt x="5865827" y="400454"/>
                          <a:pt x="5791716" y="350724"/>
                          <a:pt x="5547811" y="369332"/>
                        </a:cubicBezTo>
                        <a:cubicBezTo>
                          <a:pt x="5303906" y="387940"/>
                          <a:pt x="5218267" y="367451"/>
                          <a:pt x="4932004" y="369332"/>
                        </a:cubicBezTo>
                        <a:cubicBezTo>
                          <a:pt x="4645741" y="371213"/>
                          <a:pt x="4528902" y="313946"/>
                          <a:pt x="4316197" y="369332"/>
                        </a:cubicBezTo>
                        <a:cubicBezTo>
                          <a:pt x="4103492" y="424718"/>
                          <a:pt x="4059422" y="337059"/>
                          <a:pt x="3883468" y="369332"/>
                        </a:cubicBezTo>
                        <a:cubicBezTo>
                          <a:pt x="3707514" y="401605"/>
                          <a:pt x="3618727" y="321597"/>
                          <a:pt x="3389712" y="369332"/>
                        </a:cubicBezTo>
                        <a:cubicBezTo>
                          <a:pt x="3160697" y="417067"/>
                          <a:pt x="2983449" y="356970"/>
                          <a:pt x="2712880" y="369332"/>
                        </a:cubicBezTo>
                        <a:cubicBezTo>
                          <a:pt x="2442311" y="381694"/>
                          <a:pt x="2512346" y="362950"/>
                          <a:pt x="2341176" y="369332"/>
                        </a:cubicBezTo>
                        <a:cubicBezTo>
                          <a:pt x="2170006" y="375714"/>
                          <a:pt x="1999309" y="320900"/>
                          <a:pt x="1725369" y="369332"/>
                        </a:cubicBezTo>
                        <a:cubicBezTo>
                          <a:pt x="1451429" y="417764"/>
                          <a:pt x="1355212" y="343251"/>
                          <a:pt x="1109562" y="369332"/>
                        </a:cubicBezTo>
                        <a:cubicBezTo>
                          <a:pt x="863912" y="395413"/>
                          <a:pt x="855436" y="319276"/>
                          <a:pt x="615807" y="369332"/>
                        </a:cubicBezTo>
                        <a:cubicBezTo>
                          <a:pt x="376179" y="419388"/>
                          <a:pt x="219631" y="318577"/>
                          <a:pt x="0" y="369332"/>
                        </a:cubicBezTo>
                        <a:cubicBezTo>
                          <a:pt x="-3095" y="284744"/>
                          <a:pt x="32676" y="128935"/>
                          <a:pt x="0" y="0"/>
                        </a:cubicBezTo>
                        <a:close/>
                      </a:path>
                      <a:path w="6102592" h="369332" stroke="0" extrusionOk="0">
                        <a:moveTo>
                          <a:pt x="0" y="0"/>
                        </a:moveTo>
                        <a:cubicBezTo>
                          <a:pt x="193369" y="-11427"/>
                          <a:pt x="329918" y="68925"/>
                          <a:pt x="615807" y="0"/>
                        </a:cubicBezTo>
                        <a:cubicBezTo>
                          <a:pt x="901696" y="-68925"/>
                          <a:pt x="1004763" y="7805"/>
                          <a:pt x="1109562" y="0"/>
                        </a:cubicBezTo>
                        <a:cubicBezTo>
                          <a:pt x="1214362" y="-7805"/>
                          <a:pt x="1450093" y="7125"/>
                          <a:pt x="1664343" y="0"/>
                        </a:cubicBezTo>
                        <a:cubicBezTo>
                          <a:pt x="1878593" y="-7125"/>
                          <a:pt x="1912056" y="20404"/>
                          <a:pt x="2097073" y="0"/>
                        </a:cubicBezTo>
                        <a:cubicBezTo>
                          <a:pt x="2282090" y="-20404"/>
                          <a:pt x="2533499" y="20273"/>
                          <a:pt x="2651854" y="0"/>
                        </a:cubicBezTo>
                        <a:cubicBezTo>
                          <a:pt x="2770209" y="-20273"/>
                          <a:pt x="2931328" y="16733"/>
                          <a:pt x="3084583" y="0"/>
                        </a:cubicBezTo>
                        <a:cubicBezTo>
                          <a:pt x="3237838" y="-16733"/>
                          <a:pt x="3366847" y="31935"/>
                          <a:pt x="3639364" y="0"/>
                        </a:cubicBezTo>
                        <a:cubicBezTo>
                          <a:pt x="3911881" y="-31935"/>
                          <a:pt x="4022016" y="43449"/>
                          <a:pt x="4133119" y="0"/>
                        </a:cubicBezTo>
                        <a:cubicBezTo>
                          <a:pt x="4244222" y="-43449"/>
                          <a:pt x="4418301" y="45242"/>
                          <a:pt x="4565848" y="0"/>
                        </a:cubicBezTo>
                        <a:cubicBezTo>
                          <a:pt x="4713395" y="-45242"/>
                          <a:pt x="4945893" y="61784"/>
                          <a:pt x="5181655" y="0"/>
                        </a:cubicBezTo>
                        <a:cubicBezTo>
                          <a:pt x="5417417" y="-61784"/>
                          <a:pt x="5758320" y="13266"/>
                          <a:pt x="6102592" y="0"/>
                        </a:cubicBezTo>
                        <a:cubicBezTo>
                          <a:pt x="6104232" y="129294"/>
                          <a:pt x="6099479" y="235375"/>
                          <a:pt x="6102592" y="369332"/>
                        </a:cubicBezTo>
                        <a:cubicBezTo>
                          <a:pt x="5956137" y="408160"/>
                          <a:pt x="5711761" y="332458"/>
                          <a:pt x="5547811" y="369332"/>
                        </a:cubicBezTo>
                        <a:cubicBezTo>
                          <a:pt x="5383861" y="406206"/>
                          <a:pt x="5154287" y="328897"/>
                          <a:pt x="4993030" y="369332"/>
                        </a:cubicBezTo>
                        <a:cubicBezTo>
                          <a:pt x="4831773" y="409767"/>
                          <a:pt x="4648709" y="326815"/>
                          <a:pt x="4499275" y="369332"/>
                        </a:cubicBezTo>
                        <a:cubicBezTo>
                          <a:pt x="4349841" y="411849"/>
                          <a:pt x="4112145" y="344664"/>
                          <a:pt x="3883468" y="369332"/>
                        </a:cubicBezTo>
                        <a:cubicBezTo>
                          <a:pt x="3654791" y="394000"/>
                          <a:pt x="3480942" y="321305"/>
                          <a:pt x="3206635" y="369332"/>
                        </a:cubicBezTo>
                        <a:cubicBezTo>
                          <a:pt x="2932328" y="417359"/>
                          <a:pt x="2924359" y="334861"/>
                          <a:pt x="2834931" y="369332"/>
                        </a:cubicBezTo>
                        <a:cubicBezTo>
                          <a:pt x="2745503" y="403803"/>
                          <a:pt x="2593030" y="348797"/>
                          <a:pt x="2463228" y="369332"/>
                        </a:cubicBezTo>
                        <a:cubicBezTo>
                          <a:pt x="2333426" y="389867"/>
                          <a:pt x="2176607" y="321542"/>
                          <a:pt x="1969473" y="369332"/>
                        </a:cubicBezTo>
                        <a:cubicBezTo>
                          <a:pt x="1762339" y="417122"/>
                          <a:pt x="1534765" y="288618"/>
                          <a:pt x="1292640" y="369332"/>
                        </a:cubicBezTo>
                        <a:cubicBezTo>
                          <a:pt x="1050515" y="450046"/>
                          <a:pt x="1069821" y="317607"/>
                          <a:pt x="859911" y="369332"/>
                        </a:cubicBezTo>
                        <a:cubicBezTo>
                          <a:pt x="650001" y="421057"/>
                          <a:pt x="422730" y="294901"/>
                          <a:pt x="0" y="369332"/>
                        </a:cubicBezTo>
                        <a:cubicBezTo>
                          <a:pt x="-35780" y="187154"/>
                          <a:pt x="1081" y="16996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Will my friend not use the same logic and select </a:t>
            </a:r>
            <a:r>
              <a:rPr lang="en-US">
                <a:solidFill>
                  <a:srgbClr val="00B050"/>
                </a:solidFill>
              </a:rPr>
              <a:t>TAKE</a:t>
            </a:r>
            <a:r>
              <a:rPr lang="en-US"/>
              <a:t> as well?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EC61D53-8A52-6CEC-FDDC-0186CFAEB7BE}"/>
              </a:ext>
            </a:extLst>
          </p:cNvPr>
          <p:cNvSpPr/>
          <p:nvPr/>
        </p:nvSpPr>
        <p:spPr>
          <a:xfrm>
            <a:off x="3186421" y="4665518"/>
            <a:ext cx="738879" cy="763731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CAE8B17-B372-9D8A-80E3-B7DCC7CB798E}"/>
              </a:ext>
            </a:extLst>
          </p:cNvPr>
          <p:cNvSpPr/>
          <p:nvPr/>
        </p:nvSpPr>
        <p:spPr>
          <a:xfrm>
            <a:off x="2272021" y="3712513"/>
            <a:ext cx="738879" cy="763731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C54ABF98-1225-C4F9-28C3-E66DE292BD1A}"/>
              </a:ext>
            </a:extLst>
          </p:cNvPr>
          <p:cNvSpPr/>
          <p:nvPr/>
        </p:nvSpPr>
        <p:spPr>
          <a:xfrm rot="13357831">
            <a:off x="2784923" y="4449816"/>
            <a:ext cx="575035" cy="225711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F817D2-9B50-B6BB-1FC9-62391D37A084}"/>
              </a:ext>
            </a:extLst>
          </p:cNvPr>
          <p:cNvSpPr txBox="1"/>
          <p:nvPr/>
        </p:nvSpPr>
        <p:spPr>
          <a:xfrm>
            <a:off x="4717915" y="2096562"/>
            <a:ext cx="687309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73098"/>
                      <a:gd name="connsiteY0" fmla="*/ 0 h 646331"/>
                      <a:gd name="connsiteX1" fmla="*/ 641489 w 6873098"/>
                      <a:gd name="connsiteY1" fmla="*/ 0 h 646331"/>
                      <a:gd name="connsiteX2" fmla="*/ 1214247 w 6873098"/>
                      <a:gd name="connsiteY2" fmla="*/ 0 h 646331"/>
                      <a:gd name="connsiteX3" fmla="*/ 1787005 w 6873098"/>
                      <a:gd name="connsiteY3" fmla="*/ 0 h 646331"/>
                      <a:gd name="connsiteX4" fmla="*/ 2428495 w 6873098"/>
                      <a:gd name="connsiteY4" fmla="*/ 0 h 646331"/>
                      <a:gd name="connsiteX5" fmla="*/ 2795060 w 6873098"/>
                      <a:gd name="connsiteY5" fmla="*/ 0 h 646331"/>
                      <a:gd name="connsiteX6" fmla="*/ 3161625 w 6873098"/>
                      <a:gd name="connsiteY6" fmla="*/ 0 h 646331"/>
                      <a:gd name="connsiteX7" fmla="*/ 3528190 w 6873098"/>
                      <a:gd name="connsiteY7" fmla="*/ 0 h 646331"/>
                      <a:gd name="connsiteX8" fmla="*/ 4238410 w 6873098"/>
                      <a:gd name="connsiteY8" fmla="*/ 0 h 646331"/>
                      <a:gd name="connsiteX9" fmla="*/ 4742438 w 6873098"/>
                      <a:gd name="connsiteY9" fmla="*/ 0 h 646331"/>
                      <a:gd name="connsiteX10" fmla="*/ 5109003 w 6873098"/>
                      <a:gd name="connsiteY10" fmla="*/ 0 h 646331"/>
                      <a:gd name="connsiteX11" fmla="*/ 5750492 w 6873098"/>
                      <a:gd name="connsiteY11" fmla="*/ 0 h 646331"/>
                      <a:gd name="connsiteX12" fmla="*/ 6117057 w 6873098"/>
                      <a:gd name="connsiteY12" fmla="*/ 0 h 646331"/>
                      <a:gd name="connsiteX13" fmla="*/ 6873098 w 6873098"/>
                      <a:gd name="connsiteY13" fmla="*/ 0 h 646331"/>
                      <a:gd name="connsiteX14" fmla="*/ 6873098 w 6873098"/>
                      <a:gd name="connsiteY14" fmla="*/ 316702 h 646331"/>
                      <a:gd name="connsiteX15" fmla="*/ 6873098 w 6873098"/>
                      <a:gd name="connsiteY15" fmla="*/ 646331 h 646331"/>
                      <a:gd name="connsiteX16" fmla="*/ 6437802 w 6873098"/>
                      <a:gd name="connsiteY16" fmla="*/ 646331 h 646331"/>
                      <a:gd name="connsiteX17" fmla="*/ 5796313 w 6873098"/>
                      <a:gd name="connsiteY17" fmla="*/ 646331 h 646331"/>
                      <a:gd name="connsiteX18" fmla="*/ 5292285 w 6873098"/>
                      <a:gd name="connsiteY18" fmla="*/ 646331 h 646331"/>
                      <a:gd name="connsiteX19" fmla="*/ 4925720 w 6873098"/>
                      <a:gd name="connsiteY19" fmla="*/ 646331 h 646331"/>
                      <a:gd name="connsiteX20" fmla="*/ 4490424 w 6873098"/>
                      <a:gd name="connsiteY20" fmla="*/ 646331 h 646331"/>
                      <a:gd name="connsiteX21" fmla="*/ 3848935 w 6873098"/>
                      <a:gd name="connsiteY21" fmla="*/ 646331 h 646331"/>
                      <a:gd name="connsiteX22" fmla="*/ 3344908 w 6873098"/>
                      <a:gd name="connsiteY22" fmla="*/ 646331 h 646331"/>
                      <a:gd name="connsiteX23" fmla="*/ 2772150 w 6873098"/>
                      <a:gd name="connsiteY23" fmla="*/ 646331 h 646331"/>
                      <a:gd name="connsiteX24" fmla="*/ 2130660 w 6873098"/>
                      <a:gd name="connsiteY24" fmla="*/ 646331 h 646331"/>
                      <a:gd name="connsiteX25" fmla="*/ 1695364 w 6873098"/>
                      <a:gd name="connsiteY25" fmla="*/ 646331 h 646331"/>
                      <a:gd name="connsiteX26" fmla="*/ 1122606 w 6873098"/>
                      <a:gd name="connsiteY26" fmla="*/ 646331 h 646331"/>
                      <a:gd name="connsiteX27" fmla="*/ 0 w 6873098"/>
                      <a:gd name="connsiteY27" fmla="*/ 646331 h 646331"/>
                      <a:gd name="connsiteX28" fmla="*/ 0 w 6873098"/>
                      <a:gd name="connsiteY28" fmla="*/ 316702 h 646331"/>
                      <a:gd name="connsiteX29" fmla="*/ 0 w 6873098"/>
                      <a:gd name="connsiteY29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6873098" h="646331" fill="none" extrusionOk="0">
                        <a:moveTo>
                          <a:pt x="0" y="0"/>
                        </a:moveTo>
                        <a:cubicBezTo>
                          <a:pt x="244174" y="-60542"/>
                          <a:pt x="400811" y="63104"/>
                          <a:pt x="641489" y="0"/>
                        </a:cubicBezTo>
                        <a:cubicBezTo>
                          <a:pt x="882167" y="-63104"/>
                          <a:pt x="966050" y="38313"/>
                          <a:pt x="1214247" y="0"/>
                        </a:cubicBezTo>
                        <a:cubicBezTo>
                          <a:pt x="1462444" y="-38313"/>
                          <a:pt x="1580001" y="9785"/>
                          <a:pt x="1787005" y="0"/>
                        </a:cubicBezTo>
                        <a:cubicBezTo>
                          <a:pt x="1994009" y="-9785"/>
                          <a:pt x="2258694" y="40743"/>
                          <a:pt x="2428495" y="0"/>
                        </a:cubicBezTo>
                        <a:cubicBezTo>
                          <a:pt x="2598296" y="-40743"/>
                          <a:pt x="2638868" y="15113"/>
                          <a:pt x="2795060" y="0"/>
                        </a:cubicBezTo>
                        <a:cubicBezTo>
                          <a:pt x="2951252" y="-15113"/>
                          <a:pt x="3060951" y="4023"/>
                          <a:pt x="3161625" y="0"/>
                        </a:cubicBezTo>
                        <a:cubicBezTo>
                          <a:pt x="3262299" y="-4023"/>
                          <a:pt x="3417280" y="4930"/>
                          <a:pt x="3528190" y="0"/>
                        </a:cubicBezTo>
                        <a:cubicBezTo>
                          <a:pt x="3639101" y="-4930"/>
                          <a:pt x="4078189" y="48495"/>
                          <a:pt x="4238410" y="0"/>
                        </a:cubicBezTo>
                        <a:cubicBezTo>
                          <a:pt x="4398631" y="-48495"/>
                          <a:pt x="4561936" y="54094"/>
                          <a:pt x="4742438" y="0"/>
                        </a:cubicBezTo>
                        <a:cubicBezTo>
                          <a:pt x="4922940" y="-54094"/>
                          <a:pt x="4952973" y="13495"/>
                          <a:pt x="5109003" y="0"/>
                        </a:cubicBezTo>
                        <a:cubicBezTo>
                          <a:pt x="5265033" y="-13495"/>
                          <a:pt x="5598238" y="26289"/>
                          <a:pt x="5750492" y="0"/>
                        </a:cubicBezTo>
                        <a:cubicBezTo>
                          <a:pt x="5902746" y="-26289"/>
                          <a:pt x="5956846" y="14619"/>
                          <a:pt x="6117057" y="0"/>
                        </a:cubicBezTo>
                        <a:cubicBezTo>
                          <a:pt x="6277268" y="-14619"/>
                          <a:pt x="6567082" y="649"/>
                          <a:pt x="6873098" y="0"/>
                        </a:cubicBezTo>
                        <a:cubicBezTo>
                          <a:pt x="6874555" y="79006"/>
                          <a:pt x="6863745" y="248800"/>
                          <a:pt x="6873098" y="316702"/>
                        </a:cubicBezTo>
                        <a:cubicBezTo>
                          <a:pt x="6882451" y="384604"/>
                          <a:pt x="6869744" y="527006"/>
                          <a:pt x="6873098" y="646331"/>
                        </a:cubicBezTo>
                        <a:cubicBezTo>
                          <a:pt x="6660380" y="669654"/>
                          <a:pt x="6563194" y="637223"/>
                          <a:pt x="6437802" y="646331"/>
                        </a:cubicBezTo>
                        <a:cubicBezTo>
                          <a:pt x="6312410" y="655439"/>
                          <a:pt x="5948780" y="577776"/>
                          <a:pt x="5796313" y="646331"/>
                        </a:cubicBezTo>
                        <a:cubicBezTo>
                          <a:pt x="5643846" y="714886"/>
                          <a:pt x="5492529" y="588274"/>
                          <a:pt x="5292285" y="646331"/>
                        </a:cubicBezTo>
                        <a:cubicBezTo>
                          <a:pt x="5092041" y="704388"/>
                          <a:pt x="5003638" y="645225"/>
                          <a:pt x="4925720" y="646331"/>
                        </a:cubicBezTo>
                        <a:cubicBezTo>
                          <a:pt x="4847803" y="647437"/>
                          <a:pt x="4663193" y="603564"/>
                          <a:pt x="4490424" y="646331"/>
                        </a:cubicBezTo>
                        <a:cubicBezTo>
                          <a:pt x="4317655" y="689098"/>
                          <a:pt x="4136958" y="590561"/>
                          <a:pt x="3848935" y="646331"/>
                        </a:cubicBezTo>
                        <a:cubicBezTo>
                          <a:pt x="3560912" y="702101"/>
                          <a:pt x="3595426" y="619737"/>
                          <a:pt x="3344908" y="646331"/>
                        </a:cubicBezTo>
                        <a:cubicBezTo>
                          <a:pt x="3094390" y="672925"/>
                          <a:pt x="2978085" y="640945"/>
                          <a:pt x="2772150" y="646331"/>
                        </a:cubicBezTo>
                        <a:cubicBezTo>
                          <a:pt x="2566215" y="651717"/>
                          <a:pt x="2393125" y="593038"/>
                          <a:pt x="2130660" y="646331"/>
                        </a:cubicBezTo>
                        <a:cubicBezTo>
                          <a:pt x="1868195" y="699624"/>
                          <a:pt x="1875965" y="622169"/>
                          <a:pt x="1695364" y="646331"/>
                        </a:cubicBezTo>
                        <a:cubicBezTo>
                          <a:pt x="1514763" y="670493"/>
                          <a:pt x="1369855" y="608987"/>
                          <a:pt x="1122606" y="646331"/>
                        </a:cubicBezTo>
                        <a:cubicBezTo>
                          <a:pt x="875357" y="683675"/>
                          <a:pt x="359043" y="578818"/>
                          <a:pt x="0" y="646331"/>
                        </a:cubicBezTo>
                        <a:cubicBezTo>
                          <a:pt x="-2430" y="491165"/>
                          <a:pt x="2571" y="437511"/>
                          <a:pt x="0" y="316702"/>
                        </a:cubicBezTo>
                        <a:cubicBezTo>
                          <a:pt x="-2571" y="195893"/>
                          <a:pt x="23090" y="94747"/>
                          <a:pt x="0" y="0"/>
                        </a:cubicBezTo>
                        <a:close/>
                      </a:path>
                      <a:path w="6873098" h="646331" stroke="0" extrusionOk="0">
                        <a:moveTo>
                          <a:pt x="0" y="0"/>
                        </a:moveTo>
                        <a:cubicBezTo>
                          <a:pt x="129340" y="-60197"/>
                          <a:pt x="479117" y="58485"/>
                          <a:pt x="641489" y="0"/>
                        </a:cubicBezTo>
                        <a:cubicBezTo>
                          <a:pt x="803861" y="-58485"/>
                          <a:pt x="958115" y="50111"/>
                          <a:pt x="1145516" y="0"/>
                        </a:cubicBezTo>
                        <a:cubicBezTo>
                          <a:pt x="1332917" y="-50111"/>
                          <a:pt x="1531997" y="29215"/>
                          <a:pt x="1718275" y="0"/>
                        </a:cubicBezTo>
                        <a:cubicBezTo>
                          <a:pt x="1904553" y="-29215"/>
                          <a:pt x="2003181" y="1400"/>
                          <a:pt x="2153571" y="0"/>
                        </a:cubicBezTo>
                        <a:cubicBezTo>
                          <a:pt x="2303961" y="-1400"/>
                          <a:pt x="2459876" y="11234"/>
                          <a:pt x="2726329" y="0"/>
                        </a:cubicBezTo>
                        <a:cubicBezTo>
                          <a:pt x="2992782" y="-11234"/>
                          <a:pt x="3037336" y="10850"/>
                          <a:pt x="3161625" y="0"/>
                        </a:cubicBezTo>
                        <a:cubicBezTo>
                          <a:pt x="3285914" y="-10850"/>
                          <a:pt x="3518093" y="66623"/>
                          <a:pt x="3734383" y="0"/>
                        </a:cubicBezTo>
                        <a:cubicBezTo>
                          <a:pt x="3950673" y="-66623"/>
                          <a:pt x="4061064" y="29225"/>
                          <a:pt x="4238410" y="0"/>
                        </a:cubicBezTo>
                        <a:cubicBezTo>
                          <a:pt x="4415756" y="-29225"/>
                          <a:pt x="4568850" y="33066"/>
                          <a:pt x="4673707" y="0"/>
                        </a:cubicBezTo>
                        <a:cubicBezTo>
                          <a:pt x="4778564" y="-33066"/>
                          <a:pt x="5035555" y="27077"/>
                          <a:pt x="5315196" y="0"/>
                        </a:cubicBezTo>
                        <a:cubicBezTo>
                          <a:pt x="5594837" y="-27077"/>
                          <a:pt x="5829365" y="12299"/>
                          <a:pt x="6025416" y="0"/>
                        </a:cubicBezTo>
                        <a:cubicBezTo>
                          <a:pt x="6221467" y="-12299"/>
                          <a:pt x="6570199" y="40878"/>
                          <a:pt x="6873098" y="0"/>
                        </a:cubicBezTo>
                        <a:cubicBezTo>
                          <a:pt x="6902448" y="79782"/>
                          <a:pt x="6872917" y="193786"/>
                          <a:pt x="6873098" y="316702"/>
                        </a:cubicBezTo>
                        <a:cubicBezTo>
                          <a:pt x="6873279" y="439618"/>
                          <a:pt x="6872780" y="498744"/>
                          <a:pt x="6873098" y="646331"/>
                        </a:cubicBezTo>
                        <a:cubicBezTo>
                          <a:pt x="6690559" y="671433"/>
                          <a:pt x="6532239" y="594033"/>
                          <a:pt x="6231609" y="646331"/>
                        </a:cubicBezTo>
                        <a:cubicBezTo>
                          <a:pt x="5930979" y="698629"/>
                          <a:pt x="5743322" y="574701"/>
                          <a:pt x="5590120" y="646331"/>
                        </a:cubicBezTo>
                        <a:cubicBezTo>
                          <a:pt x="5436918" y="717961"/>
                          <a:pt x="5041573" y="590475"/>
                          <a:pt x="4879900" y="646331"/>
                        </a:cubicBezTo>
                        <a:cubicBezTo>
                          <a:pt x="4718227" y="702187"/>
                          <a:pt x="4658816" y="618309"/>
                          <a:pt x="4513334" y="646331"/>
                        </a:cubicBezTo>
                        <a:cubicBezTo>
                          <a:pt x="4367852" y="674353"/>
                          <a:pt x="4323330" y="626696"/>
                          <a:pt x="4146769" y="646331"/>
                        </a:cubicBezTo>
                        <a:cubicBezTo>
                          <a:pt x="3970208" y="665966"/>
                          <a:pt x="3865603" y="610315"/>
                          <a:pt x="3642742" y="646331"/>
                        </a:cubicBezTo>
                        <a:cubicBezTo>
                          <a:pt x="3419881" y="682347"/>
                          <a:pt x="3148790" y="610892"/>
                          <a:pt x="2932522" y="646331"/>
                        </a:cubicBezTo>
                        <a:cubicBezTo>
                          <a:pt x="2716254" y="681770"/>
                          <a:pt x="2646696" y="637606"/>
                          <a:pt x="2497226" y="646331"/>
                        </a:cubicBezTo>
                        <a:cubicBezTo>
                          <a:pt x="2347756" y="655056"/>
                          <a:pt x="2183948" y="625720"/>
                          <a:pt x="2061929" y="646331"/>
                        </a:cubicBezTo>
                        <a:cubicBezTo>
                          <a:pt x="1939910" y="666942"/>
                          <a:pt x="1679095" y="605484"/>
                          <a:pt x="1489171" y="646331"/>
                        </a:cubicBezTo>
                        <a:cubicBezTo>
                          <a:pt x="1299247" y="687178"/>
                          <a:pt x="1129902" y="611699"/>
                          <a:pt x="985144" y="646331"/>
                        </a:cubicBezTo>
                        <a:cubicBezTo>
                          <a:pt x="840386" y="680963"/>
                          <a:pt x="244343" y="547002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Strategic Thinking</a:t>
            </a:r>
            <a:r>
              <a:rPr lang="en-US">
                <a:solidFill>
                  <a:srgbClr val="0070C0"/>
                </a:solidFill>
              </a:rPr>
              <a:t>: No matter what my friend selects, I get a better outcome for selecting </a:t>
            </a:r>
            <a:r>
              <a:rPr lang="en-US">
                <a:solidFill>
                  <a:srgbClr val="00B050"/>
                </a:solidFill>
              </a:rPr>
              <a:t>TAKE</a:t>
            </a:r>
            <a:r>
              <a:rPr lang="en-US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B8D1CC-687A-E630-F9BC-1B31AAB56BBE}"/>
              </a:ext>
            </a:extLst>
          </p:cNvPr>
          <p:cNvSpPr txBox="1"/>
          <p:nvPr/>
        </p:nvSpPr>
        <p:spPr>
          <a:xfrm>
            <a:off x="5225420" y="4151153"/>
            <a:ext cx="6640014" cy="646331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640014"/>
                      <a:gd name="connsiteY0" fmla="*/ 0 h 646331"/>
                      <a:gd name="connsiteX1" fmla="*/ 619735 w 6640014"/>
                      <a:gd name="connsiteY1" fmla="*/ 0 h 646331"/>
                      <a:gd name="connsiteX2" fmla="*/ 1106669 w 6640014"/>
                      <a:gd name="connsiteY2" fmla="*/ 0 h 646331"/>
                      <a:gd name="connsiteX3" fmla="*/ 1660004 w 6640014"/>
                      <a:gd name="connsiteY3" fmla="*/ 0 h 646331"/>
                      <a:gd name="connsiteX4" fmla="*/ 2080538 w 6640014"/>
                      <a:gd name="connsiteY4" fmla="*/ 0 h 646331"/>
                      <a:gd name="connsiteX5" fmla="*/ 2633872 w 6640014"/>
                      <a:gd name="connsiteY5" fmla="*/ 0 h 646331"/>
                      <a:gd name="connsiteX6" fmla="*/ 3054406 w 6640014"/>
                      <a:gd name="connsiteY6" fmla="*/ 0 h 646331"/>
                      <a:gd name="connsiteX7" fmla="*/ 3607741 w 6640014"/>
                      <a:gd name="connsiteY7" fmla="*/ 0 h 646331"/>
                      <a:gd name="connsiteX8" fmla="*/ 4094675 w 6640014"/>
                      <a:gd name="connsiteY8" fmla="*/ 0 h 646331"/>
                      <a:gd name="connsiteX9" fmla="*/ 4515210 w 6640014"/>
                      <a:gd name="connsiteY9" fmla="*/ 0 h 646331"/>
                      <a:gd name="connsiteX10" fmla="*/ 5134944 w 6640014"/>
                      <a:gd name="connsiteY10" fmla="*/ 0 h 646331"/>
                      <a:gd name="connsiteX11" fmla="*/ 5821079 w 6640014"/>
                      <a:gd name="connsiteY11" fmla="*/ 0 h 646331"/>
                      <a:gd name="connsiteX12" fmla="*/ 6640014 w 6640014"/>
                      <a:gd name="connsiteY12" fmla="*/ 0 h 646331"/>
                      <a:gd name="connsiteX13" fmla="*/ 6640014 w 6640014"/>
                      <a:gd name="connsiteY13" fmla="*/ 316702 h 646331"/>
                      <a:gd name="connsiteX14" fmla="*/ 6640014 w 6640014"/>
                      <a:gd name="connsiteY14" fmla="*/ 646331 h 646331"/>
                      <a:gd name="connsiteX15" fmla="*/ 6020279 w 6640014"/>
                      <a:gd name="connsiteY15" fmla="*/ 646331 h 646331"/>
                      <a:gd name="connsiteX16" fmla="*/ 5400545 w 6640014"/>
                      <a:gd name="connsiteY16" fmla="*/ 646331 h 646331"/>
                      <a:gd name="connsiteX17" fmla="*/ 4714410 w 6640014"/>
                      <a:gd name="connsiteY17" fmla="*/ 646331 h 646331"/>
                      <a:gd name="connsiteX18" fmla="*/ 4360276 w 6640014"/>
                      <a:gd name="connsiteY18" fmla="*/ 646331 h 646331"/>
                      <a:gd name="connsiteX19" fmla="*/ 4006142 w 6640014"/>
                      <a:gd name="connsiteY19" fmla="*/ 646331 h 646331"/>
                      <a:gd name="connsiteX20" fmla="*/ 3519207 w 6640014"/>
                      <a:gd name="connsiteY20" fmla="*/ 646331 h 646331"/>
                      <a:gd name="connsiteX21" fmla="*/ 2833073 w 6640014"/>
                      <a:gd name="connsiteY21" fmla="*/ 646331 h 646331"/>
                      <a:gd name="connsiteX22" fmla="*/ 2412538 w 6640014"/>
                      <a:gd name="connsiteY22" fmla="*/ 646331 h 646331"/>
                      <a:gd name="connsiteX23" fmla="*/ 1992004 w 6640014"/>
                      <a:gd name="connsiteY23" fmla="*/ 646331 h 646331"/>
                      <a:gd name="connsiteX24" fmla="*/ 1438670 w 6640014"/>
                      <a:gd name="connsiteY24" fmla="*/ 646331 h 646331"/>
                      <a:gd name="connsiteX25" fmla="*/ 951735 w 6640014"/>
                      <a:gd name="connsiteY25" fmla="*/ 646331 h 646331"/>
                      <a:gd name="connsiteX26" fmla="*/ 0 w 6640014"/>
                      <a:gd name="connsiteY26" fmla="*/ 646331 h 646331"/>
                      <a:gd name="connsiteX27" fmla="*/ 0 w 6640014"/>
                      <a:gd name="connsiteY27" fmla="*/ 316702 h 646331"/>
                      <a:gd name="connsiteX28" fmla="*/ 0 w 6640014"/>
                      <a:gd name="connsiteY28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40014" h="646331" extrusionOk="0">
                        <a:moveTo>
                          <a:pt x="0" y="0"/>
                        </a:moveTo>
                        <a:cubicBezTo>
                          <a:pt x="160478" y="-15898"/>
                          <a:pt x="393355" y="49021"/>
                          <a:pt x="619735" y="0"/>
                        </a:cubicBezTo>
                        <a:cubicBezTo>
                          <a:pt x="846115" y="-49021"/>
                          <a:pt x="870299" y="43841"/>
                          <a:pt x="1106669" y="0"/>
                        </a:cubicBezTo>
                        <a:cubicBezTo>
                          <a:pt x="1343039" y="-43841"/>
                          <a:pt x="1442569" y="58675"/>
                          <a:pt x="1660004" y="0"/>
                        </a:cubicBezTo>
                        <a:cubicBezTo>
                          <a:pt x="1877439" y="-58675"/>
                          <a:pt x="1956838" y="1707"/>
                          <a:pt x="2080538" y="0"/>
                        </a:cubicBezTo>
                        <a:cubicBezTo>
                          <a:pt x="2204238" y="-1707"/>
                          <a:pt x="2402577" y="52763"/>
                          <a:pt x="2633872" y="0"/>
                        </a:cubicBezTo>
                        <a:cubicBezTo>
                          <a:pt x="2865167" y="-52763"/>
                          <a:pt x="2882819" y="36104"/>
                          <a:pt x="3054406" y="0"/>
                        </a:cubicBezTo>
                        <a:cubicBezTo>
                          <a:pt x="3225993" y="-36104"/>
                          <a:pt x="3481118" y="19854"/>
                          <a:pt x="3607741" y="0"/>
                        </a:cubicBezTo>
                        <a:cubicBezTo>
                          <a:pt x="3734364" y="-19854"/>
                          <a:pt x="3993617" y="24401"/>
                          <a:pt x="4094675" y="0"/>
                        </a:cubicBezTo>
                        <a:cubicBezTo>
                          <a:pt x="4195733" y="-24401"/>
                          <a:pt x="4332021" y="38983"/>
                          <a:pt x="4515210" y="0"/>
                        </a:cubicBezTo>
                        <a:cubicBezTo>
                          <a:pt x="4698400" y="-38983"/>
                          <a:pt x="4898836" y="32753"/>
                          <a:pt x="5134944" y="0"/>
                        </a:cubicBezTo>
                        <a:cubicBezTo>
                          <a:pt x="5371052" y="-32753"/>
                          <a:pt x="5504685" y="79028"/>
                          <a:pt x="5821079" y="0"/>
                        </a:cubicBezTo>
                        <a:cubicBezTo>
                          <a:pt x="6137474" y="-79028"/>
                          <a:pt x="6365395" y="11788"/>
                          <a:pt x="6640014" y="0"/>
                        </a:cubicBezTo>
                        <a:cubicBezTo>
                          <a:pt x="6669364" y="79782"/>
                          <a:pt x="6639833" y="193786"/>
                          <a:pt x="6640014" y="316702"/>
                        </a:cubicBezTo>
                        <a:cubicBezTo>
                          <a:pt x="6640195" y="439618"/>
                          <a:pt x="6639696" y="498744"/>
                          <a:pt x="6640014" y="646331"/>
                        </a:cubicBezTo>
                        <a:cubicBezTo>
                          <a:pt x="6418605" y="708478"/>
                          <a:pt x="6284550" y="576906"/>
                          <a:pt x="6020279" y="646331"/>
                        </a:cubicBezTo>
                        <a:cubicBezTo>
                          <a:pt x="5756008" y="715756"/>
                          <a:pt x="5684698" y="608825"/>
                          <a:pt x="5400545" y="646331"/>
                        </a:cubicBezTo>
                        <a:cubicBezTo>
                          <a:pt x="5116392" y="683837"/>
                          <a:pt x="4956684" y="641892"/>
                          <a:pt x="4714410" y="646331"/>
                        </a:cubicBezTo>
                        <a:cubicBezTo>
                          <a:pt x="4472136" y="650770"/>
                          <a:pt x="4506538" y="615999"/>
                          <a:pt x="4360276" y="646331"/>
                        </a:cubicBezTo>
                        <a:cubicBezTo>
                          <a:pt x="4214014" y="676663"/>
                          <a:pt x="4168883" y="609975"/>
                          <a:pt x="4006142" y="646331"/>
                        </a:cubicBezTo>
                        <a:cubicBezTo>
                          <a:pt x="3843401" y="682687"/>
                          <a:pt x="3686850" y="615086"/>
                          <a:pt x="3519207" y="646331"/>
                        </a:cubicBezTo>
                        <a:cubicBezTo>
                          <a:pt x="3351565" y="677576"/>
                          <a:pt x="2998854" y="599246"/>
                          <a:pt x="2833073" y="646331"/>
                        </a:cubicBezTo>
                        <a:cubicBezTo>
                          <a:pt x="2667292" y="693416"/>
                          <a:pt x="2552008" y="642668"/>
                          <a:pt x="2412538" y="646331"/>
                        </a:cubicBezTo>
                        <a:cubicBezTo>
                          <a:pt x="2273069" y="649994"/>
                          <a:pt x="2197695" y="602177"/>
                          <a:pt x="1992004" y="646331"/>
                        </a:cubicBezTo>
                        <a:cubicBezTo>
                          <a:pt x="1786313" y="690485"/>
                          <a:pt x="1554770" y="594480"/>
                          <a:pt x="1438670" y="646331"/>
                        </a:cubicBezTo>
                        <a:cubicBezTo>
                          <a:pt x="1322570" y="698182"/>
                          <a:pt x="1081018" y="636772"/>
                          <a:pt x="951735" y="646331"/>
                        </a:cubicBezTo>
                        <a:cubicBezTo>
                          <a:pt x="822452" y="655890"/>
                          <a:pt x="304558" y="607495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The outcome associated with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is worse for both of us than the outcome associated with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4D566F-B79F-ABBD-2B47-EA1088F60825}"/>
              </a:ext>
            </a:extLst>
          </p:cNvPr>
          <p:cNvSpPr txBox="1"/>
          <p:nvPr/>
        </p:nvSpPr>
        <p:spPr>
          <a:xfrm>
            <a:off x="4717915" y="4897926"/>
            <a:ext cx="554787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5547875"/>
                      <a:gd name="connsiteY0" fmla="*/ 0 h 369332"/>
                      <a:gd name="connsiteX1" fmla="*/ 610266 w 5547875"/>
                      <a:gd name="connsiteY1" fmla="*/ 0 h 369332"/>
                      <a:gd name="connsiteX2" fmla="*/ 1276011 w 5547875"/>
                      <a:gd name="connsiteY2" fmla="*/ 0 h 369332"/>
                      <a:gd name="connsiteX3" fmla="*/ 1775320 w 5547875"/>
                      <a:gd name="connsiteY3" fmla="*/ 0 h 369332"/>
                      <a:gd name="connsiteX4" fmla="*/ 2219150 w 5547875"/>
                      <a:gd name="connsiteY4" fmla="*/ 0 h 369332"/>
                      <a:gd name="connsiteX5" fmla="*/ 2718459 w 5547875"/>
                      <a:gd name="connsiteY5" fmla="*/ 0 h 369332"/>
                      <a:gd name="connsiteX6" fmla="*/ 3273246 w 5547875"/>
                      <a:gd name="connsiteY6" fmla="*/ 0 h 369332"/>
                      <a:gd name="connsiteX7" fmla="*/ 3938991 w 5547875"/>
                      <a:gd name="connsiteY7" fmla="*/ 0 h 369332"/>
                      <a:gd name="connsiteX8" fmla="*/ 4493779 w 5547875"/>
                      <a:gd name="connsiteY8" fmla="*/ 0 h 369332"/>
                      <a:gd name="connsiteX9" fmla="*/ 5048566 w 5547875"/>
                      <a:gd name="connsiteY9" fmla="*/ 0 h 369332"/>
                      <a:gd name="connsiteX10" fmla="*/ 5547875 w 5547875"/>
                      <a:gd name="connsiteY10" fmla="*/ 0 h 369332"/>
                      <a:gd name="connsiteX11" fmla="*/ 5547875 w 5547875"/>
                      <a:gd name="connsiteY11" fmla="*/ 369332 h 369332"/>
                      <a:gd name="connsiteX12" fmla="*/ 4937609 w 5547875"/>
                      <a:gd name="connsiteY12" fmla="*/ 369332 h 369332"/>
                      <a:gd name="connsiteX13" fmla="*/ 4271864 w 5547875"/>
                      <a:gd name="connsiteY13" fmla="*/ 369332 h 369332"/>
                      <a:gd name="connsiteX14" fmla="*/ 3661597 w 5547875"/>
                      <a:gd name="connsiteY14" fmla="*/ 369332 h 369332"/>
                      <a:gd name="connsiteX15" fmla="*/ 3051331 w 5547875"/>
                      <a:gd name="connsiteY15" fmla="*/ 369332 h 369332"/>
                      <a:gd name="connsiteX16" fmla="*/ 2441065 w 5547875"/>
                      <a:gd name="connsiteY16" fmla="*/ 369332 h 369332"/>
                      <a:gd name="connsiteX17" fmla="*/ 1830799 w 5547875"/>
                      <a:gd name="connsiteY17" fmla="*/ 369332 h 369332"/>
                      <a:gd name="connsiteX18" fmla="*/ 1386969 w 5547875"/>
                      <a:gd name="connsiteY18" fmla="*/ 369332 h 369332"/>
                      <a:gd name="connsiteX19" fmla="*/ 887660 w 5547875"/>
                      <a:gd name="connsiteY19" fmla="*/ 369332 h 369332"/>
                      <a:gd name="connsiteX20" fmla="*/ 0 w 5547875"/>
                      <a:gd name="connsiteY20" fmla="*/ 369332 h 369332"/>
                      <a:gd name="connsiteX21" fmla="*/ 0 w 5547875"/>
                      <a:gd name="connsiteY21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5547875" h="369332" fill="none" extrusionOk="0">
                        <a:moveTo>
                          <a:pt x="0" y="0"/>
                        </a:moveTo>
                        <a:cubicBezTo>
                          <a:pt x="129996" y="-72725"/>
                          <a:pt x="467036" y="14019"/>
                          <a:pt x="610266" y="0"/>
                        </a:cubicBezTo>
                        <a:cubicBezTo>
                          <a:pt x="753496" y="-14019"/>
                          <a:pt x="982074" y="70434"/>
                          <a:pt x="1276011" y="0"/>
                        </a:cubicBezTo>
                        <a:cubicBezTo>
                          <a:pt x="1569948" y="-70434"/>
                          <a:pt x="1563970" y="1400"/>
                          <a:pt x="1775320" y="0"/>
                        </a:cubicBezTo>
                        <a:cubicBezTo>
                          <a:pt x="1986670" y="-1400"/>
                          <a:pt x="2022466" y="10558"/>
                          <a:pt x="2219150" y="0"/>
                        </a:cubicBezTo>
                        <a:cubicBezTo>
                          <a:pt x="2415834" y="-10558"/>
                          <a:pt x="2478925" y="1059"/>
                          <a:pt x="2718459" y="0"/>
                        </a:cubicBezTo>
                        <a:cubicBezTo>
                          <a:pt x="2957993" y="-1059"/>
                          <a:pt x="3017405" y="37843"/>
                          <a:pt x="3273246" y="0"/>
                        </a:cubicBezTo>
                        <a:cubicBezTo>
                          <a:pt x="3529087" y="-37843"/>
                          <a:pt x="3696007" y="69550"/>
                          <a:pt x="3938991" y="0"/>
                        </a:cubicBezTo>
                        <a:cubicBezTo>
                          <a:pt x="4181976" y="-69550"/>
                          <a:pt x="4220103" y="35425"/>
                          <a:pt x="4493779" y="0"/>
                        </a:cubicBezTo>
                        <a:cubicBezTo>
                          <a:pt x="4767455" y="-35425"/>
                          <a:pt x="4799485" y="14990"/>
                          <a:pt x="5048566" y="0"/>
                        </a:cubicBezTo>
                        <a:cubicBezTo>
                          <a:pt x="5297647" y="-14990"/>
                          <a:pt x="5298366" y="141"/>
                          <a:pt x="5547875" y="0"/>
                        </a:cubicBezTo>
                        <a:cubicBezTo>
                          <a:pt x="5563752" y="129446"/>
                          <a:pt x="5542938" y="202064"/>
                          <a:pt x="5547875" y="369332"/>
                        </a:cubicBezTo>
                        <a:cubicBezTo>
                          <a:pt x="5325867" y="417706"/>
                          <a:pt x="5121764" y="360507"/>
                          <a:pt x="4937609" y="369332"/>
                        </a:cubicBezTo>
                        <a:cubicBezTo>
                          <a:pt x="4753454" y="378157"/>
                          <a:pt x="4409944" y="338402"/>
                          <a:pt x="4271864" y="369332"/>
                        </a:cubicBezTo>
                        <a:cubicBezTo>
                          <a:pt x="4133784" y="400262"/>
                          <a:pt x="3932890" y="352248"/>
                          <a:pt x="3661597" y="369332"/>
                        </a:cubicBezTo>
                        <a:cubicBezTo>
                          <a:pt x="3390304" y="386416"/>
                          <a:pt x="3177958" y="344456"/>
                          <a:pt x="3051331" y="369332"/>
                        </a:cubicBezTo>
                        <a:cubicBezTo>
                          <a:pt x="2924704" y="394208"/>
                          <a:pt x="2649120" y="337185"/>
                          <a:pt x="2441065" y="369332"/>
                        </a:cubicBezTo>
                        <a:cubicBezTo>
                          <a:pt x="2233010" y="401479"/>
                          <a:pt x="2033820" y="343619"/>
                          <a:pt x="1830799" y="369332"/>
                        </a:cubicBezTo>
                        <a:cubicBezTo>
                          <a:pt x="1627778" y="395045"/>
                          <a:pt x="1589509" y="318626"/>
                          <a:pt x="1386969" y="369332"/>
                        </a:cubicBezTo>
                        <a:cubicBezTo>
                          <a:pt x="1184429" y="420038"/>
                          <a:pt x="1049099" y="367457"/>
                          <a:pt x="887660" y="369332"/>
                        </a:cubicBezTo>
                        <a:cubicBezTo>
                          <a:pt x="726221" y="371207"/>
                          <a:pt x="325661" y="316279"/>
                          <a:pt x="0" y="369332"/>
                        </a:cubicBezTo>
                        <a:cubicBezTo>
                          <a:pt x="-26356" y="295001"/>
                          <a:pt x="18138" y="113449"/>
                          <a:pt x="0" y="0"/>
                        </a:cubicBezTo>
                        <a:close/>
                      </a:path>
                      <a:path w="5547875" h="369332" stroke="0" extrusionOk="0">
                        <a:moveTo>
                          <a:pt x="0" y="0"/>
                        </a:moveTo>
                        <a:cubicBezTo>
                          <a:pt x="244839" y="-28417"/>
                          <a:pt x="488138" y="68670"/>
                          <a:pt x="610266" y="0"/>
                        </a:cubicBezTo>
                        <a:cubicBezTo>
                          <a:pt x="732394" y="-68670"/>
                          <a:pt x="929757" y="31554"/>
                          <a:pt x="1109575" y="0"/>
                        </a:cubicBezTo>
                        <a:cubicBezTo>
                          <a:pt x="1289393" y="-31554"/>
                          <a:pt x="1445307" y="34877"/>
                          <a:pt x="1664363" y="0"/>
                        </a:cubicBezTo>
                        <a:cubicBezTo>
                          <a:pt x="1883419" y="-34877"/>
                          <a:pt x="1979106" y="18868"/>
                          <a:pt x="2108193" y="0"/>
                        </a:cubicBezTo>
                        <a:cubicBezTo>
                          <a:pt x="2237280" y="-18868"/>
                          <a:pt x="2536834" y="55876"/>
                          <a:pt x="2662980" y="0"/>
                        </a:cubicBezTo>
                        <a:cubicBezTo>
                          <a:pt x="2789126" y="-55876"/>
                          <a:pt x="2954984" y="17475"/>
                          <a:pt x="3106810" y="0"/>
                        </a:cubicBezTo>
                        <a:cubicBezTo>
                          <a:pt x="3258636" y="-17475"/>
                          <a:pt x="3545973" y="11421"/>
                          <a:pt x="3661598" y="0"/>
                        </a:cubicBezTo>
                        <a:cubicBezTo>
                          <a:pt x="3777223" y="-11421"/>
                          <a:pt x="4016543" y="23903"/>
                          <a:pt x="4160906" y="0"/>
                        </a:cubicBezTo>
                        <a:cubicBezTo>
                          <a:pt x="4305269" y="-23903"/>
                          <a:pt x="4465048" y="45610"/>
                          <a:pt x="4604736" y="0"/>
                        </a:cubicBezTo>
                        <a:cubicBezTo>
                          <a:pt x="4744424" y="-45610"/>
                          <a:pt x="5189112" y="32193"/>
                          <a:pt x="5547875" y="0"/>
                        </a:cubicBezTo>
                        <a:cubicBezTo>
                          <a:pt x="5573525" y="173844"/>
                          <a:pt x="5505972" y="282412"/>
                          <a:pt x="5547875" y="369332"/>
                        </a:cubicBezTo>
                        <a:cubicBezTo>
                          <a:pt x="5345638" y="375619"/>
                          <a:pt x="5236473" y="352986"/>
                          <a:pt x="5048566" y="369332"/>
                        </a:cubicBezTo>
                        <a:cubicBezTo>
                          <a:pt x="4860659" y="385678"/>
                          <a:pt x="4695421" y="310015"/>
                          <a:pt x="4382821" y="369332"/>
                        </a:cubicBezTo>
                        <a:cubicBezTo>
                          <a:pt x="4070221" y="428649"/>
                          <a:pt x="4030292" y="344979"/>
                          <a:pt x="3828034" y="369332"/>
                        </a:cubicBezTo>
                        <a:cubicBezTo>
                          <a:pt x="3625776" y="393685"/>
                          <a:pt x="3552262" y="344416"/>
                          <a:pt x="3328725" y="369332"/>
                        </a:cubicBezTo>
                        <a:cubicBezTo>
                          <a:pt x="3105188" y="394248"/>
                          <a:pt x="2994149" y="331498"/>
                          <a:pt x="2718459" y="369332"/>
                        </a:cubicBezTo>
                        <a:cubicBezTo>
                          <a:pt x="2442769" y="407166"/>
                          <a:pt x="2360639" y="368703"/>
                          <a:pt x="2052714" y="369332"/>
                        </a:cubicBezTo>
                        <a:cubicBezTo>
                          <a:pt x="1744790" y="369961"/>
                          <a:pt x="1789908" y="368890"/>
                          <a:pt x="1664362" y="369332"/>
                        </a:cubicBezTo>
                        <a:cubicBezTo>
                          <a:pt x="1538816" y="369774"/>
                          <a:pt x="1364985" y="348652"/>
                          <a:pt x="1276011" y="369332"/>
                        </a:cubicBezTo>
                        <a:cubicBezTo>
                          <a:pt x="1187037" y="390012"/>
                          <a:pt x="988380" y="319482"/>
                          <a:pt x="776702" y="369332"/>
                        </a:cubicBezTo>
                        <a:cubicBezTo>
                          <a:pt x="565024" y="419182"/>
                          <a:pt x="266003" y="332574"/>
                          <a:pt x="0" y="369332"/>
                        </a:cubicBezTo>
                        <a:cubicBezTo>
                          <a:pt x="-7378" y="238290"/>
                          <a:pt x="26874" y="1472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How can we move from </a:t>
            </a:r>
            <a:r>
              <a:rPr lang="en-US" dirty="0">
                <a:solidFill>
                  <a:srgbClr val="C00000"/>
                </a:solidFill>
              </a:rPr>
              <a:t>(TAKE, TAKE)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(SHARE, SHARE)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79468-F1D4-6348-C08E-3D95AAB565A4}"/>
              </a:ext>
            </a:extLst>
          </p:cNvPr>
          <p:cNvSpPr txBox="1"/>
          <p:nvPr/>
        </p:nvSpPr>
        <p:spPr>
          <a:xfrm>
            <a:off x="5225419" y="3713657"/>
            <a:ext cx="5684960" cy="369332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5684960"/>
                      <a:gd name="connsiteY0" fmla="*/ 0 h 369332"/>
                      <a:gd name="connsiteX1" fmla="*/ 625346 w 5684960"/>
                      <a:gd name="connsiteY1" fmla="*/ 0 h 369332"/>
                      <a:gd name="connsiteX2" fmla="*/ 1136992 w 5684960"/>
                      <a:gd name="connsiteY2" fmla="*/ 0 h 369332"/>
                      <a:gd name="connsiteX3" fmla="*/ 1705488 w 5684960"/>
                      <a:gd name="connsiteY3" fmla="*/ 0 h 369332"/>
                      <a:gd name="connsiteX4" fmla="*/ 2160285 w 5684960"/>
                      <a:gd name="connsiteY4" fmla="*/ 0 h 369332"/>
                      <a:gd name="connsiteX5" fmla="*/ 2728781 w 5684960"/>
                      <a:gd name="connsiteY5" fmla="*/ 0 h 369332"/>
                      <a:gd name="connsiteX6" fmla="*/ 3183578 w 5684960"/>
                      <a:gd name="connsiteY6" fmla="*/ 0 h 369332"/>
                      <a:gd name="connsiteX7" fmla="*/ 3752074 w 5684960"/>
                      <a:gd name="connsiteY7" fmla="*/ 0 h 369332"/>
                      <a:gd name="connsiteX8" fmla="*/ 4263720 w 5684960"/>
                      <a:gd name="connsiteY8" fmla="*/ 0 h 369332"/>
                      <a:gd name="connsiteX9" fmla="*/ 4718517 w 5684960"/>
                      <a:gd name="connsiteY9" fmla="*/ 0 h 369332"/>
                      <a:gd name="connsiteX10" fmla="*/ 5684960 w 5684960"/>
                      <a:gd name="connsiteY10" fmla="*/ 0 h 369332"/>
                      <a:gd name="connsiteX11" fmla="*/ 5684960 w 5684960"/>
                      <a:gd name="connsiteY11" fmla="*/ 369332 h 369332"/>
                      <a:gd name="connsiteX12" fmla="*/ 5173314 w 5684960"/>
                      <a:gd name="connsiteY12" fmla="*/ 369332 h 369332"/>
                      <a:gd name="connsiteX13" fmla="*/ 4491118 w 5684960"/>
                      <a:gd name="connsiteY13" fmla="*/ 369332 h 369332"/>
                      <a:gd name="connsiteX14" fmla="*/ 3922622 w 5684960"/>
                      <a:gd name="connsiteY14" fmla="*/ 369332 h 369332"/>
                      <a:gd name="connsiteX15" fmla="*/ 3410976 w 5684960"/>
                      <a:gd name="connsiteY15" fmla="*/ 369332 h 369332"/>
                      <a:gd name="connsiteX16" fmla="*/ 2785630 w 5684960"/>
                      <a:gd name="connsiteY16" fmla="*/ 369332 h 369332"/>
                      <a:gd name="connsiteX17" fmla="*/ 2103435 w 5684960"/>
                      <a:gd name="connsiteY17" fmla="*/ 369332 h 369332"/>
                      <a:gd name="connsiteX18" fmla="*/ 1705488 w 5684960"/>
                      <a:gd name="connsiteY18" fmla="*/ 369332 h 369332"/>
                      <a:gd name="connsiteX19" fmla="*/ 1307541 w 5684960"/>
                      <a:gd name="connsiteY19" fmla="*/ 369332 h 369332"/>
                      <a:gd name="connsiteX20" fmla="*/ 795894 w 5684960"/>
                      <a:gd name="connsiteY20" fmla="*/ 369332 h 369332"/>
                      <a:gd name="connsiteX21" fmla="*/ 0 w 5684960"/>
                      <a:gd name="connsiteY21" fmla="*/ 369332 h 369332"/>
                      <a:gd name="connsiteX22" fmla="*/ 0 w 5684960"/>
                      <a:gd name="connsiteY22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5684960" h="369332" extrusionOk="0">
                        <a:moveTo>
                          <a:pt x="0" y="0"/>
                        </a:moveTo>
                        <a:cubicBezTo>
                          <a:pt x="142252" y="-24314"/>
                          <a:pt x="500213" y="45016"/>
                          <a:pt x="625346" y="0"/>
                        </a:cubicBezTo>
                        <a:cubicBezTo>
                          <a:pt x="750479" y="-45016"/>
                          <a:pt x="995008" y="41463"/>
                          <a:pt x="1136992" y="0"/>
                        </a:cubicBezTo>
                        <a:cubicBezTo>
                          <a:pt x="1278976" y="-41463"/>
                          <a:pt x="1454758" y="7951"/>
                          <a:pt x="1705488" y="0"/>
                        </a:cubicBezTo>
                        <a:cubicBezTo>
                          <a:pt x="1956218" y="-7951"/>
                          <a:pt x="1967293" y="50053"/>
                          <a:pt x="2160285" y="0"/>
                        </a:cubicBezTo>
                        <a:cubicBezTo>
                          <a:pt x="2353277" y="-50053"/>
                          <a:pt x="2537307" y="36402"/>
                          <a:pt x="2728781" y="0"/>
                        </a:cubicBezTo>
                        <a:cubicBezTo>
                          <a:pt x="2920255" y="-36402"/>
                          <a:pt x="3082445" y="2422"/>
                          <a:pt x="3183578" y="0"/>
                        </a:cubicBezTo>
                        <a:cubicBezTo>
                          <a:pt x="3284711" y="-2422"/>
                          <a:pt x="3536890" y="21150"/>
                          <a:pt x="3752074" y="0"/>
                        </a:cubicBezTo>
                        <a:cubicBezTo>
                          <a:pt x="3967258" y="-21150"/>
                          <a:pt x="4013027" y="61379"/>
                          <a:pt x="4263720" y="0"/>
                        </a:cubicBezTo>
                        <a:cubicBezTo>
                          <a:pt x="4514413" y="-61379"/>
                          <a:pt x="4576182" y="37467"/>
                          <a:pt x="4718517" y="0"/>
                        </a:cubicBezTo>
                        <a:cubicBezTo>
                          <a:pt x="4860852" y="-37467"/>
                          <a:pt x="5309080" y="37783"/>
                          <a:pt x="5684960" y="0"/>
                        </a:cubicBezTo>
                        <a:cubicBezTo>
                          <a:pt x="5710610" y="173844"/>
                          <a:pt x="5643057" y="282412"/>
                          <a:pt x="5684960" y="369332"/>
                        </a:cubicBezTo>
                        <a:cubicBezTo>
                          <a:pt x="5435939" y="400820"/>
                          <a:pt x="5362561" y="347494"/>
                          <a:pt x="5173314" y="369332"/>
                        </a:cubicBezTo>
                        <a:cubicBezTo>
                          <a:pt x="4984067" y="391170"/>
                          <a:pt x="4744977" y="298994"/>
                          <a:pt x="4491118" y="369332"/>
                        </a:cubicBezTo>
                        <a:cubicBezTo>
                          <a:pt x="4237259" y="439670"/>
                          <a:pt x="4174862" y="320810"/>
                          <a:pt x="3922622" y="369332"/>
                        </a:cubicBezTo>
                        <a:cubicBezTo>
                          <a:pt x="3670382" y="417854"/>
                          <a:pt x="3568557" y="315615"/>
                          <a:pt x="3410976" y="369332"/>
                        </a:cubicBezTo>
                        <a:cubicBezTo>
                          <a:pt x="3253395" y="423049"/>
                          <a:pt x="3016100" y="328597"/>
                          <a:pt x="2785630" y="369332"/>
                        </a:cubicBezTo>
                        <a:cubicBezTo>
                          <a:pt x="2555160" y="410067"/>
                          <a:pt x="2428518" y="302429"/>
                          <a:pt x="2103435" y="369332"/>
                        </a:cubicBezTo>
                        <a:cubicBezTo>
                          <a:pt x="1778353" y="436235"/>
                          <a:pt x="1813703" y="340623"/>
                          <a:pt x="1705488" y="369332"/>
                        </a:cubicBezTo>
                        <a:cubicBezTo>
                          <a:pt x="1597273" y="398041"/>
                          <a:pt x="1425104" y="358197"/>
                          <a:pt x="1307541" y="369332"/>
                        </a:cubicBezTo>
                        <a:cubicBezTo>
                          <a:pt x="1189978" y="380467"/>
                          <a:pt x="1030273" y="369116"/>
                          <a:pt x="795894" y="369332"/>
                        </a:cubicBezTo>
                        <a:cubicBezTo>
                          <a:pt x="561515" y="369548"/>
                          <a:pt x="201840" y="351384"/>
                          <a:pt x="0" y="369332"/>
                        </a:cubicBezTo>
                        <a:cubicBezTo>
                          <a:pt x="-7378" y="238290"/>
                          <a:pt x="26874" y="1472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The action-pair that will then materialize is </a:t>
            </a:r>
            <a:r>
              <a:rPr lang="en-US" dirty="0">
                <a:solidFill>
                  <a:srgbClr val="C00000"/>
                </a:solidFill>
              </a:rPr>
              <a:t>(TAKE, TAKE)</a:t>
            </a:r>
            <a:r>
              <a:rPr lang="en-US" dirty="0"/>
              <a:t>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BAF3A1-D968-987F-B883-A32BB875E2B3}"/>
              </a:ext>
            </a:extLst>
          </p:cNvPr>
          <p:cNvGrpSpPr/>
          <p:nvPr/>
        </p:nvGrpSpPr>
        <p:grpSpPr>
          <a:xfrm>
            <a:off x="1910479" y="5439266"/>
            <a:ext cx="2453800" cy="1105655"/>
            <a:chOff x="1910479" y="5439266"/>
            <a:chExt cx="2453800" cy="110565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29424E-32D0-2BCD-0BA7-59A99623343C}"/>
                </a:ext>
              </a:extLst>
            </p:cNvPr>
            <p:cNvSpPr txBox="1"/>
            <p:nvPr/>
          </p:nvSpPr>
          <p:spPr>
            <a:xfrm>
              <a:off x="1910479" y="5898590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  <a:latin typeface="Segoe Script" panose="030B0504020000000003" pitchFamily="66" charset="0"/>
                </a:rPr>
                <a:t>A suboptimal outcome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73D6622-70BB-303D-94E6-B4A28298198E}"/>
                </a:ext>
              </a:extLst>
            </p:cNvPr>
            <p:cNvSpPr/>
            <p:nvPr/>
          </p:nvSpPr>
          <p:spPr>
            <a:xfrm>
              <a:off x="3186260" y="5439266"/>
              <a:ext cx="273969" cy="452487"/>
            </a:xfrm>
            <a:custGeom>
              <a:avLst/>
              <a:gdLst>
                <a:gd name="connsiteX0" fmla="*/ 0 w 273969"/>
                <a:gd name="connsiteY0" fmla="*/ 452487 h 452487"/>
                <a:gd name="connsiteX1" fmla="*/ 37707 w 273969"/>
                <a:gd name="connsiteY1" fmla="*/ 405353 h 452487"/>
                <a:gd name="connsiteX2" fmla="*/ 75414 w 273969"/>
                <a:gd name="connsiteY2" fmla="*/ 377072 h 452487"/>
                <a:gd name="connsiteX3" fmla="*/ 84841 w 273969"/>
                <a:gd name="connsiteY3" fmla="*/ 348792 h 452487"/>
                <a:gd name="connsiteX4" fmla="*/ 131975 w 273969"/>
                <a:gd name="connsiteY4" fmla="*/ 311085 h 452487"/>
                <a:gd name="connsiteX5" fmla="*/ 150829 w 273969"/>
                <a:gd name="connsiteY5" fmla="*/ 282804 h 452487"/>
                <a:gd name="connsiteX6" fmla="*/ 179109 w 273969"/>
                <a:gd name="connsiteY6" fmla="*/ 245097 h 452487"/>
                <a:gd name="connsiteX7" fmla="*/ 216816 w 273969"/>
                <a:gd name="connsiteY7" fmla="*/ 207390 h 452487"/>
                <a:gd name="connsiteX8" fmla="*/ 245097 w 273969"/>
                <a:gd name="connsiteY8" fmla="*/ 113122 h 452487"/>
                <a:gd name="connsiteX9" fmla="*/ 273377 w 273969"/>
                <a:gd name="connsiteY9" fmla="*/ 28280 h 452487"/>
                <a:gd name="connsiteX10" fmla="*/ 273377 w 273969"/>
                <a:gd name="connsiteY10" fmla="*/ 0 h 45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969" h="452487">
                  <a:moveTo>
                    <a:pt x="0" y="452487"/>
                  </a:moveTo>
                  <a:cubicBezTo>
                    <a:pt x="12569" y="436776"/>
                    <a:pt x="23480" y="419580"/>
                    <a:pt x="37707" y="405353"/>
                  </a:cubicBezTo>
                  <a:cubicBezTo>
                    <a:pt x="48817" y="394243"/>
                    <a:pt x="65356" y="389142"/>
                    <a:pt x="75414" y="377072"/>
                  </a:cubicBezTo>
                  <a:cubicBezTo>
                    <a:pt x="81775" y="369438"/>
                    <a:pt x="78374" y="356336"/>
                    <a:pt x="84841" y="348792"/>
                  </a:cubicBezTo>
                  <a:cubicBezTo>
                    <a:pt x="97935" y="333516"/>
                    <a:pt x="117748" y="325312"/>
                    <a:pt x="131975" y="311085"/>
                  </a:cubicBezTo>
                  <a:cubicBezTo>
                    <a:pt x="139986" y="303074"/>
                    <a:pt x="144244" y="292023"/>
                    <a:pt x="150829" y="282804"/>
                  </a:cubicBezTo>
                  <a:cubicBezTo>
                    <a:pt x="159961" y="270019"/>
                    <a:pt x="168763" y="256921"/>
                    <a:pt x="179109" y="245097"/>
                  </a:cubicBezTo>
                  <a:cubicBezTo>
                    <a:pt x="190814" y="231720"/>
                    <a:pt x="204247" y="219959"/>
                    <a:pt x="216816" y="207390"/>
                  </a:cubicBezTo>
                  <a:cubicBezTo>
                    <a:pt x="228072" y="162368"/>
                    <a:pt x="226734" y="163620"/>
                    <a:pt x="245097" y="113122"/>
                  </a:cubicBezTo>
                  <a:cubicBezTo>
                    <a:pt x="257679" y="78522"/>
                    <a:pt x="268332" y="63597"/>
                    <a:pt x="273377" y="28280"/>
                  </a:cubicBezTo>
                  <a:cubicBezTo>
                    <a:pt x="274710" y="18948"/>
                    <a:pt x="273377" y="9427"/>
                    <a:pt x="273377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37ECDB-5858-A3CE-B70B-ACFEC45F1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The </a:t>
            </a:r>
            <a:r>
              <a:rPr lang="en-US" sz="3800" b="1">
                <a:solidFill>
                  <a:srgbClr val="0070C0"/>
                </a:solidFill>
                <a:latin typeface="Segoe Script" panose="030B0504020000000003" pitchFamily="66" charset="0"/>
              </a:rPr>
              <a:t>Consequences</a:t>
            </a:r>
            <a:r>
              <a:rPr lang="en-US" b="1"/>
              <a:t> of Strategic Thinking</a:t>
            </a: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29C8B4-6FA4-8030-A025-1A2F884F9A44}"/>
              </a:ext>
            </a:extLst>
          </p:cNvPr>
          <p:cNvSpPr txBox="1"/>
          <p:nvPr/>
        </p:nvSpPr>
        <p:spPr>
          <a:xfrm>
            <a:off x="10134578" y="5509605"/>
            <a:ext cx="183545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Communication?</a:t>
            </a:r>
          </a:p>
          <a:p>
            <a:r>
              <a:rPr lang="en-US" dirty="0"/>
              <a:t>Talk &amp; agree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Make a pact</a:t>
            </a:r>
            <a:endParaRPr lang="en-US" i="1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9C7EA12-5603-6BA1-4E92-2A311755320F}"/>
              </a:ext>
            </a:extLst>
          </p:cNvPr>
          <p:cNvCxnSpPr/>
          <p:nvPr/>
        </p:nvCxnSpPr>
        <p:spPr>
          <a:xfrm>
            <a:off x="10039781" y="5398230"/>
            <a:ext cx="0" cy="1428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E49ABA7-730F-8A7C-A482-2CB45A410730}"/>
              </a:ext>
            </a:extLst>
          </p:cNvPr>
          <p:cNvSpPr txBox="1"/>
          <p:nvPr/>
        </p:nvSpPr>
        <p:spPr>
          <a:xfrm>
            <a:off x="2708319" y="3644986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29E8A-5E4B-E424-21A9-1997F208BD29}"/>
              </a:ext>
            </a:extLst>
          </p:cNvPr>
          <p:cNvSpPr txBox="1"/>
          <p:nvPr/>
        </p:nvSpPr>
        <p:spPr>
          <a:xfrm>
            <a:off x="3594060" y="4572269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0069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9" grpId="0" animBg="1"/>
      <p:bldP spid="60" grpId="0" animBg="1"/>
      <p:bldP spid="61" grpId="0" animBg="1"/>
      <p:bldP spid="64" grpId="0"/>
      <p:bldP spid="68" grpId="0" animBg="1"/>
      <p:bldP spid="5" grpId="0"/>
      <p:bldP spid="35" grpId="0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76857-B699-F4A8-C04D-1663E9B4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731D53F-8003-C61C-E56C-6E287B6E2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DD7AC-35C1-4380-D503-65C8B718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Jungle Treasure: A Second Attempt (A Pact)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7D03AE60-7823-C238-E7CD-3635885F9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B3540E-2CE7-4F1C-CFE3-302E0C93D748}"/>
              </a:ext>
            </a:extLst>
          </p:cNvPr>
          <p:cNvGrpSpPr/>
          <p:nvPr/>
        </p:nvGrpSpPr>
        <p:grpSpPr>
          <a:xfrm>
            <a:off x="4514556" y="1964629"/>
            <a:ext cx="1930872" cy="882688"/>
            <a:chOff x="1551774" y="2188723"/>
            <a:chExt cx="1930872" cy="8826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5016F3-BC2D-095D-39DC-E42F8FB0585D}"/>
                </a:ext>
              </a:extLst>
            </p:cNvPr>
            <p:cNvSpPr txBox="1"/>
            <p:nvPr/>
          </p:nvSpPr>
          <p:spPr>
            <a:xfrm>
              <a:off x="1551774" y="2188723"/>
              <a:ext cx="69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TAKE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797A40-9B5A-6D8F-504F-71B80CA259D6}"/>
                </a:ext>
              </a:extLst>
            </p:cNvPr>
            <p:cNvSpPr txBox="1"/>
            <p:nvPr/>
          </p:nvSpPr>
          <p:spPr>
            <a:xfrm>
              <a:off x="2791982" y="2188723"/>
              <a:ext cx="69066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E13B3B-4733-C0DE-CCC7-6E46348DAA8C}"/>
                </a:ext>
              </a:extLst>
            </p:cNvPr>
            <p:cNvSpPr txBox="1"/>
            <p:nvPr/>
          </p:nvSpPr>
          <p:spPr>
            <a:xfrm>
              <a:off x="1551774" y="2702079"/>
              <a:ext cx="813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E5FE24-8282-64EF-7CE5-28F28C7E93C7}"/>
                </a:ext>
              </a:extLst>
            </p:cNvPr>
            <p:cNvSpPr txBox="1"/>
            <p:nvPr/>
          </p:nvSpPr>
          <p:spPr>
            <a:xfrm>
              <a:off x="2791982" y="2702079"/>
              <a:ext cx="69066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3589CC-8561-BFD0-2F70-E12901383D77}"/>
              </a:ext>
            </a:extLst>
          </p:cNvPr>
          <p:cNvGrpSpPr/>
          <p:nvPr/>
        </p:nvGrpSpPr>
        <p:grpSpPr>
          <a:xfrm>
            <a:off x="262431" y="2240166"/>
            <a:ext cx="3789349" cy="3269439"/>
            <a:chOff x="5230718" y="2343983"/>
            <a:chExt cx="3789349" cy="326943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D5E473C-E0DD-14AA-1FC6-60B9E03E4885}"/>
                </a:ext>
              </a:extLst>
            </p:cNvPr>
            <p:cNvGrpSpPr/>
            <p:nvPr/>
          </p:nvGrpSpPr>
          <p:grpSpPr>
            <a:xfrm>
              <a:off x="7191267" y="285733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ED209C3-9185-5171-416C-667ECAAE1D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ED209C3-9185-5171-416C-667ECAAE1D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8EED4EFB-DB52-F41F-575F-A3A4F3B13D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8EED4EFB-DB52-F41F-575F-A3A4F3B13D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8F88802-AA12-DA12-B4DF-0E898F6AE9C2}"/>
                </a:ext>
              </a:extLst>
            </p:cNvPr>
            <p:cNvGrpSpPr/>
            <p:nvPr/>
          </p:nvGrpSpPr>
          <p:grpSpPr>
            <a:xfrm>
              <a:off x="6282310" y="376445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3AC0B8-56B9-7703-9580-3EF7B5D907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3AC0B8-56B9-7703-9580-3EF7B5D907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BD2ED09-1355-7B2C-CEA3-CE9D55200C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BD2ED09-1355-7B2C-CEA3-CE9D55200C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5761A18-8BB0-57A8-8D45-3AE76AAEE4DA}"/>
                </a:ext>
              </a:extLst>
            </p:cNvPr>
            <p:cNvGrpSpPr/>
            <p:nvPr/>
          </p:nvGrpSpPr>
          <p:grpSpPr>
            <a:xfrm>
              <a:off x="7191267" y="376445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2FEA9D8-3D7B-16AB-B5AC-AD8F9796BC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2FEA9D8-3D7B-16AB-B5AC-AD8F9796BC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C085EC6-966F-06E9-195C-7E478F73ACF5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C085EC6-966F-06E9-195C-7E478F73AC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E7426EF-909E-633B-7CB7-53A458A3DB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E7426EF-909E-633B-7CB7-53A458A3DB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50BF946-1628-B179-6D82-D5DC6B6ACA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50BF946-1628-B179-6D82-D5DC6B6ACAE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9C75E07-D49C-CAA9-2BC1-232CFEA84201}"/>
                </a:ext>
              </a:extLst>
            </p:cNvPr>
            <p:cNvGrpSpPr/>
            <p:nvPr/>
          </p:nvGrpSpPr>
          <p:grpSpPr>
            <a:xfrm>
              <a:off x="5230718" y="2343983"/>
              <a:ext cx="3546357" cy="2446009"/>
              <a:chOff x="1476918" y="2017573"/>
              <a:chExt cx="3546357" cy="244600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F1210AA-4A9B-358B-BF05-B452CEDCF3B4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C04A86D-6945-CE38-75A8-8C3692A4816E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15EAB8F0-9C49-9283-7A9A-2EB45C528517}"/>
              </a:ext>
            </a:extLst>
          </p:cNvPr>
          <p:cNvSpPr txBox="1"/>
          <p:nvPr/>
        </p:nvSpPr>
        <p:spPr>
          <a:xfrm>
            <a:off x="6649640" y="1964629"/>
            <a:ext cx="69066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0664"/>
                      <a:gd name="connsiteY0" fmla="*/ 0 h 369332"/>
                      <a:gd name="connsiteX1" fmla="*/ 359145 w 690664"/>
                      <a:gd name="connsiteY1" fmla="*/ 0 h 369332"/>
                      <a:gd name="connsiteX2" fmla="*/ 690664 w 690664"/>
                      <a:gd name="connsiteY2" fmla="*/ 0 h 369332"/>
                      <a:gd name="connsiteX3" fmla="*/ 690664 w 690664"/>
                      <a:gd name="connsiteY3" fmla="*/ 369332 h 369332"/>
                      <a:gd name="connsiteX4" fmla="*/ 352239 w 690664"/>
                      <a:gd name="connsiteY4" fmla="*/ 369332 h 369332"/>
                      <a:gd name="connsiteX5" fmla="*/ 0 w 690664"/>
                      <a:gd name="connsiteY5" fmla="*/ 369332 h 369332"/>
                      <a:gd name="connsiteX6" fmla="*/ 0 w 690664"/>
                      <a:gd name="connsiteY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90664" h="369332" fill="none" extrusionOk="0">
                        <a:moveTo>
                          <a:pt x="0" y="0"/>
                        </a:moveTo>
                        <a:cubicBezTo>
                          <a:pt x="164774" y="-14517"/>
                          <a:pt x="243283" y="37321"/>
                          <a:pt x="359145" y="0"/>
                        </a:cubicBezTo>
                        <a:cubicBezTo>
                          <a:pt x="475007" y="-37321"/>
                          <a:pt x="553526" y="23806"/>
                          <a:pt x="690664" y="0"/>
                        </a:cubicBezTo>
                        <a:cubicBezTo>
                          <a:pt x="692194" y="150881"/>
                          <a:pt x="687911" y="222968"/>
                          <a:pt x="690664" y="369332"/>
                        </a:cubicBezTo>
                        <a:cubicBezTo>
                          <a:pt x="567323" y="372019"/>
                          <a:pt x="451146" y="342827"/>
                          <a:pt x="352239" y="369332"/>
                        </a:cubicBezTo>
                        <a:cubicBezTo>
                          <a:pt x="253333" y="395837"/>
                          <a:pt x="84422" y="336472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690664" h="369332" stroke="0" extrusionOk="0">
                        <a:moveTo>
                          <a:pt x="0" y="0"/>
                        </a:moveTo>
                        <a:cubicBezTo>
                          <a:pt x="132594" y="-20989"/>
                          <a:pt x="252463" y="30359"/>
                          <a:pt x="338425" y="0"/>
                        </a:cubicBezTo>
                        <a:cubicBezTo>
                          <a:pt x="424387" y="-30359"/>
                          <a:pt x="552005" y="8762"/>
                          <a:pt x="690664" y="0"/>
                        </a:cubicBezTo>
                        <a:cubicBezTo>
                          <a:pt x="718627" y="78977"/>
                          <a:pt x="660240" y="271296"/>
                          <a:pt x="690664" y="369332"/>
                        </a:cubicBezTo>
                        <a:cubicBezTo>
                          <a:pt x="529989" y="400988"/>
                          <a:pt x="507954" y="329911"/>
                          <a:pt x="345332" y="369332"/>
                        </a:cubicBezTo>
                        <a:cubicBezTo>
                          <a:pt x="182710" y="408753"/>
                          <a:pt x="163230" y="345613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D9098E-7D6C-FA85-56B5-2351740C2C8A}"/>
              </a:ext>
            </a:extLst>
          </p:cNvPr>
          <p:cNvSpPr txBox="1"/>
          <p:nvPr/>
        </p:nvSpPr>
        <p:spPr>
          <a:xfrm>
            <a:off x="6649640" y="2477985"/>
            <a:ext cx="6906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0664"/>
                      <a:gd name="connsiteY0" fmla="*/ 0 h 369332"/>
                      <a:gd name="connsiteX1" fmla="*/ 359145 w 690664"/>
                      <a:gd name="connsiteY1" fmla="*/ 0 h 369332"/>
                      <a:gd name="connsiteX2" fmla="*/ 690664 w 690664"/>
                      <a:gd name="connsiteY2" fmla="*/ 0 h 369332"/>
                      <a:gd name="connsiteX3" fmla="*/ 690664 w 690664"/>
                      <a:gd name="connsiteY3" fmla="*/ 369332 h 369332"/>
                      <a:gd name="connsiteX4" fmla="*/ 352239 w 690664"/>
                      <a:gd name="connsiteY4" fmla="*/ 369332 h 369332"/>
                      <a:gd name="connsiteX5" fmla="*/ 0 w 690664"/>
                      <a:gd name="connsiteY5" fmla="*/ 369332 h 369332"/>
                      <a:gd name="connsiteX6" fmla="*/ 0 w 690664"/>
                      <a:gd name="connsiteY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90664" h="369332" fill="none" extrusionOk="0">
                        <a:moveTo>
                          <a:pt x="0" y="0"/>
                        </a:moveTo>
                        <a:cubicBezTo>
                          <a:pt x="164774" y="-14517"/>
                          <a:pt x="243283" y="37321"/>
                          <a:pt x="359145" y="0"/>
                        </a:cubicBezTo>
                        <a:cubicBezTo>
                          <a:pt x="475007" y="-37321"/>
                          <a:pt x="553526" y="23806"/>
                          <a:pt x="690664" y="0"/>
                        </a:cubicBezTo>
                        <a:cubicBezTo>
                          <a:pt x="692194" y="150881"/>
                          <a:pt x="687911" y="222968"/>
                          <a:pt x="690664" y="369332"/>
                        </a:cubicBezTo>
                        <a:cubicBezTo>
                          <a:pt x="567323" y="372019"/>
                          <a:pt x="451146" y="342827"/>
                          <a:pt x="352239" y="369332"/>
                        </a:cubicBezTo>
                        <a:cubicBezTo>
                          <a:pt x="253333" y="395837"/>
                          <a:pt x="84422" y="336472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690664" h="369332" stroke="0" extrusionOk="0">
                        <a:moveTo>
                          <a:pt x="0" y="0"/>
                        </a:moveTo>
                        <a:cubicBezTo>
                          <a:pt x="132594" y="-20989"/>
                          <a:pt x="252463" y="30359"/>
                          <a:pt x="338425" y="0"/>
                        </a:cubicBezTo>
                        <a:cubicBezTo>
                          <a:pt x="424387" y="-30359"/>
                          <a:pt x="552005" y="8762"/>
                          <a:pt x="690664" y="0"/>
                        </a:cubicBezTo>
                        <a:cubicBezTo>
                          <a:pt x="718627" y="78977"/>
                          <a:pt x="660240" y="271296"/>
                          <a:pt x="690664" y="369332"/>
                        </a:cubicBezTo>
                        <a:cubicBezTo>
                          <a:pt x="529989" y="400988"/>
                          <a:pt x="507954" y="329911"/>
                          <a:pt x="345332" y="369332"/>
                        </a:cubicBezTo>
                        <a:cubicBezTo>
                          <a:pt x="182710" y="408753"/>
                          <a:pt x="163230" y="345613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79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6A3BF7-63E0-FFE5-3030-415ECCBBE4D0}"/>
              </a:ext>
            </a:extLst>
          </p:cNvPr>
          <p:cNvSpPr/>
          <p:nvPr/>
        </p:nvSpPr>
        <p:spPr>
          <a:xfrm>
            <a:off x="3190368" y="4672489"/>
            <a:ext cx="738879" cy="763731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7947E1-0C17-608C-C1A7-0037FF2A822C}"/>
              </a:ext>
            </a:extLst>
          </p:cNvPr>
          <p:cNvSpPr/>
          <p:nvPr/>
        </p:nvSpPr>
        <p:spPr>
          <a:xfrm>
            <a:off x="2275968" y="3719484"/>
            <a:ext cx="738879" cy="763731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312078-0DAE-5B03-0CA3-8F4DD6927F02}"/>
              </a:ext>
            </a:extLst>
          </p:cNvPr>
          <p:cNvSpPr/>
          <p:nvPr/>
        </p:nvSpPr>
        <p:spPr>
          <a:xfrm rot="13357831">
            <a:off x="2788870" y="4456787"/>
            <a:ext cx="575035" cy="225711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7A8BC8-D01A-CA70-DD86-252EFAA05202}"/>
              </a:ext>
            </a:extLst>
          </p:cNvPr>
          <p:cNvGrpSpPr/>
          <p:nvPr/>
        </p:nvGrpSpPr>
        <p:grpSpPr>
          <a:xfrm>
            <a:off x="1910479" y="5439266"/>
            <a:ext cx="2453800" cy="1105655"/>
            <a:chOff x="1910479" y="5439266"/>
            <a:chExt cx="2453800" cy="110565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A3BE10-6B0E-91AA-4F04-8564CD157382}"/>
                </a:ext>
              </a:extLst>
            </p:cNvPr>
            <p:cNvSpPr txBox="1"/>
            <p:nvPr/>
          </p:nvSpPr>
          <p:spPr>
            <a:xfrm>
              <a:off x="1910479" y="5898590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A suboptimal outcome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9FBF562-6318-71DB-6109-B06D7F4C6FF7}"/>
                </a:ext>
              </a:extLst>
            </p:cNvPr>
            <p:cNvSpPr/>
            <p:nvPr/>
          </p:nvSpPr>
          <p:spPr>
            <a:xfrm>
              <a:off x="3186260" y="5439266"/>
              <a:ext cx="273969" cy="452487"/>
            </a:xfrm>
            <a:custGeom>
              <a:avLst/>
              <a:gdLst>
                <a:gd name="connsiteX0" fmla="*/ 0 w 273969"/>
                <a:gd name="connsiteY0" fmla="*/ 452487 h 452487"/>
                <a:gd name="connsiteX1" fmla="*/ 37707 w 273969"/>
                <a:gd name="connsiteY1" fmla="*/ 405353 h 452487"/>
                <a:gd name="connsiteX2" fmla="*/ 75414 w 273969"/>
                <a:gd name="connsiteY2" fmla="*/ 377072 h 452487"/>
                <a:gd name="connsiteX3" fmla="*/ 84841 w 273969"/>
                <a:gd name="connsiteY3" fmla="*/ 348792 h 452487"/>
                <a:gd name="connsiteX4" fmla="*/ 131975 w 273969"/>
                <a:gd name="connsiteY4" fmla="*/ 311085 h 452487"/>
                <a:gd name="connsiteX5" fmla="*/ 150829 w 273969"/>
                <a:gd name="connsiteY5" fmla="*/ 282804 h 452487"/>
                <a:gd name="connsiteX6" fmla="*/ 179109 w 273969"/>
                <a:gd name="connsiteY6" fmla="*/ 245097 h 452487"/>
                <a:gd name="connsiteX7" fmla="*/ 216816 w 273969"/>
                <a:gd name="connsiteY7" fmla="*/ 207390 h 452487"/>
                <a:gd name="connsiteX8" fmla="*/ 245097 w 273969"/>
                <a:gd name="connsiteY8" fmla="*/ 113122 h 452487"/>
                <a:gd name="connsiteX9" fmla="*/ 273377 w 273969"/>
                <a:gd name="connsiteY9" fmla="*/ 28280 h 452487"/>
                <a:gd name="connsiteX10" fmla="*/ 273377 w 273969"/>
                <a:gd name="connsiteY10" fmla="*/ 0 h 45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969" h="452487">
                  <a:moveTo>
                    <a:pt x="0" y="452487"/>
                  </a:moveTo>
                  <a:cubicBezTo>
                    <a:pt x="12569" y="436776"/>
                    <a:pt x="23480" y="419580"/>
                    <a:pt x="37707" y="405353"/>
                  </a:cubicBezTo>
                  <a:cubicBezTo>
                    <a:pt x="48817" y="394243"/>
                    <a:pt x="65356" y="389142"/>
                    <a:pt x="75414" y="377072"/>
                  </a:cubicBezTo>
                  <a:cubicBezTo>
                    <a:pt x="81775" y="369438"/>
                    <a:pt x="78374" y="356336"/>
                    <a:pt x="84841" y="348792"/>
                  </a:cubicBezTo>
                  <a:cubicBezTo>
                    <a:pt x="97935" y="333516"/>
                    <a:pt x="117748" y="325312"/>
                    <a:pt x="131975" y="311085"/>
                  </a:cubicBezTo>
                  <a:cubicBezTo>
                    <a:pt x="139986" y="303074"/>
                    <a:pt x="144244" y="292023"/>
                    <a:pt x="150829" y="282804"/>
                  </a:cubicBezTo>
                  <a:cubicBezTo>
                    <a:pt x="159961" y="270019"/>
                    <a:pt x="168763" y="256921"/>
                    <a:pt x="179109" y="245097"/>
                  </a:cubicBezTo>
                  <a:cubicBezTo>
                    <a:pt x="190814" y="231720"/>
                    <a:pt x="204247" y="219959"/>
                    <a:pt x="216816" y="207390"/>
                  </a:cubicBezTo>
                  <a:cubicBezTo>
                    <a:pt x="228072" y="162368"/>
                    <a:pt x="226734" y="163620"/>
                    <a:pt x="245097" y="113122"/>
                  </a:cubicBezTo>
                  <a:cubicBezTo>
                    <a:pt x="257679" y="78522"/>
                    <a:pt x="268332" y="63597"/>
                    <a:pt x="273377" y="28280"/>
                  </a:cubicBezTo>
                  <a:cubicBezTo>
                    <a:pt x="274710" y="18948"/>
                    <a:pt x="273377" y="9427"/>
                    <a:pt x="273377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F32E479-F255-34A1-34C8-495CBAE92C1D}"/>
              </a:ext>
            </a:extLst>
          </p:cNvPr>
          <p:cNvSpPr txBox="1"/>
          <p:nvPr/>
        </p:nvSpPr>
        <p:spPr>
          <a:xfrm>
            <a:off x="4717915" y="5597871"/>
            <a:ext cx="682737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27378"/>
                      <a:gd name="connsiteY0" fmla="*/ 0 h 369332"/>
                      <a:gd name="connsiteX1" fmla="*/ 568948 w 6827378"/>
                      <a:gd name="connsiteY1" fmla="*/ 0 h 369332"/>
                      <a:gd name="connsiteX2" fmla="*/ 1137896 w 6827378"/>
                      <a:gd name="connsiteY2" fmla="*/ 0 h 369332"/>
                      <a:gd name="connsiteX3" fmla="*/ 1843392 w 6827378"/>
                      <a:gd name="connsiteY3" fmla="*/ 0 h 369332"/>
                      <a:gd name="connsiteX4" fmla="*/ 2412340 w 6827378"/>
                      <a:gd name="connsiteY4" fmla="*/ 0 h 369332"/>
                      <a:gd name="connsiteX5" fmla="*/ 2981288 w 6827378"/>
                      <a:gd name="connsiteY5" fmla="*/ 0 h 369332"/>
                      <a:gd name="connsiteX6" fmla="*/ 3618510 w 6827378"/>
                      <a:gd name="connsiteY6" fmla="*/ 0 h 369332"/>
                      <a:gd name="connsiteX7" fmla="*/ 3982637 w 6827378"/>
                      <a:gd name="connsiteY7" fmla="*/ 0 h 369332"/>
                      <a:gd name="connsiteX8" fmla="*/ 4346764 w 6827378"/>
                      <a:gd name="connsiteY8" fmla="*/ 0 h 369332"/>
                      <a:gd name="connsiteX9" fmla="*/ 4710891 w 6827378"/>
                      <a:gd name="connsiteY9" fmla="*/ 0 h 369332"/>
                      <a:gd name="connsiteX10" fmla="*/ 5416387 w 6827378"/>
                      <a:gd name="connsiteY10" fmla="*/ 0 h 369332"/>
                      <a:gd name="connsiteX11" fmla="*/ 5917061 w 6827378"/>
                      <a:gd name="connsiteY11" fmla="*/ 0 h 369332"/>
                      <a:gd name="connsiteX12" fmla="*/ 6281188 w 6827378"/>
                      <a:gd name="connsiteY12" fmla="*/ 0 h 369332"/>
                      <a:gd name="connsiteX13" fmla="*/ 6827378 w 6827378"/>
                      <a:gd name="connsiteY13" fmla="*/ 0 h 369332"/>
                      <a:gd name="connsiteX14" fmla="*/ 6827378 w 6827378"/>
                      <a:gd name="connsiteY14" fmla="*/ 369332 h 369332"/>
                      <a:gd name="connsiteX15" fmla="*/ 6258430 w 6827378"/>
                      <a:gd name="connsiteY15" fmla="*/ 369332 h 369332"/>
                      <a:gd name="connsiteX16" fmla="*/ 5552934 w 6827378"/>
                      <a:gd name="connsiteY16" fmla="*/ 369332 h 369332"/>
                      <a:gd name="connsiteX17" fmla="*/ 5188807 w 6827378"/>
                      <a:gd name="connsiteY17" fmla="*/ 369332 h 369332"/>
                      <a:gd name="connsiteX18" fmla="*/ 4551585 w 6827378"/>
                      <a:gd name="connsiteY18" fmla="*/ 369332 h 369332"/>
                      <a:gd name="connsiteX19" fmla="*/ 3914363 w 6827378"/>
                      <a:gd name="connsiteY19" fmla="*/ 369332 h 369332"/>
                      <a:gd name="connsiteX20" fmla="*/ 3413689 w 6827378"/>
                      <a:gd name="connsiteY20" fmla="*/ 369332 h 369332"/>
                      <a:gd name="connsiteX21" fmla="*/ 3049562 w 6827378"/>
                      <a:gd name="connsiteY21" fmla="*/ 369332 h 369332"/>
                      <a:gd name="connsiteX22" fmla="*/ 2617162 w 6827378"/>
                      <a:gd name="connsiteY22" fmla="*/ 369332 h 369332"/>
                      <a:gd name="connsiteX23" fmla="*/ 1979940 w 6827378"/>
                      <a:gd name="connsiteY23" fmla="*/ 369332 h 369332"/>
                      <a:gd name="connsiteX24" fmla="*/ 1479265 w 6827378"/>
                      <a:gd name="connsiteY24" fmla="*/ 369332 h 369332"/>
                      <a:gd name="connsiteX25" fmla="*/ 910317 w 6827378"/>
                      <a:gd name="connsiteY25" fmla="*/ 369332 h 369332"/>
                      <a:gd name="connsiteX26" fmla="*/ 0 w 6827378"/>
                      <a:gd name="connsiteY26" fmla="*/ 369332 h 369332"/>
                      <a:gd name="connsiteX27" fmla="*/ 0 w 6827378"/>
                      <a:gd name="connsiteY27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6827378" h="369332" fill="none" extrusionOk="0">
                        <a:moveTo>
                          <a:pt x="0" y="0"/>
                        </a:moveTo>
                        <a:cubicBezTo>
                          <a:pt x="219015" y="-44219"/>
                          <a:pt x="312197" y="62786"/>
                          <a:pt x="568948" y="0"/>
                        </a:cubicBezTo>
                        <a:cubicBezTo>
                          <a:pt x="825699" y="-62786"/>
                          <a:pt x="913042" y="32922"/>
                          <a:pt x="1137896" y="0"/>
                        </a:cubicBezTo>
                        <a:cubicBezTo>
                          <a:pt x="1362750" y="-32922"/>
                          <a:pt x="1591186" y="47068"/>
                          <a:pt x="1843392" y="0"/>
                        </a:cubicBezTo>
                        <a:cubicBezTo>
                          <a:pt x="2095598" y="-47068"/>
                          <a:pt x="2193847" y="65530"/>
                          <a:pt x="2412340" y="0"/>
                        </a:cubicBezTo>
                        <a:cubicBezTo>
                          <a:pt x="2630833" y="-65530"/>
                          <a:pt x="2746494" y="66418"/>
                          <a:pt x="2981288" y="0"/>
                        </a:cubicBezTo>
                        <a:cubicBezTo>
                          <a:pt x="3216082" y="-66418"/>
                          <a:pt x="3373709" y="9671"/>
                          <a:pt x="3618510" y="0"/>
                        </a:cubicBezTo>
                        <a:cubicBezTo>
                          <a:pt x="3863311" y="-9671"/>
                          <a:pt x="3832864" y="38558"/>
                          <a:pt x="3982637" y="0"/>
                        </a:cubicBezTo>
                        <a:cubicBezTo>
                          <a:pt x="4132410" y="-38558"/>
                          <a:pt x="4171263" y="10291"/>
                          <a:pt x="4346764" y="0"/>
                        </a:cubicBezTo>
                        <a:cubicBezTo>
                          <a:pt x="4522265" y="-10291"/>
                          <a:pt x="4534672" y="8777"/>
                          <a:pt x="4710891" y="0"/>
                        </a:cubicBezTo>
                        <a:cubicBezTo>
                          <a:pt x="4887110" y="-8777"/>
                          <a:pt x="5257379" y="80481"/>
                          <a:pt x="5416387" y="0"/>
                        </a:cubicBezTo>
                        <a:cubicBezTo>
                          <a:pt x="5575395" y="-80481"/>
                          <a:pt x="5799015" y="3447"/>
                          <a:pt x="5917061" y="0"/>
                        </a:cubicBezTo>
                        <a:cubicBezTo>
                          <a:pt x="6035107" y="-3447"/>
                          <a:pt x="6128321" y="30498"/>
                          <a:pt x="6281188" y="0"/>
                        </a:cubicBezTo>
                        <a:cubicBezTo>
                          <a:pt x="6434055" y="-30498"/>
                          <a:pt x="6709615" y="16683"/>
                          <a:pt x="6827378" y="0"/>
                        </a:cubicBezTo>
                        <a:cubicBezTo>
                          <a:pt x="6864021" y="114610"/>
                          <a:pt x="6817925" y="190909"/>
                          <a:pt x="6827378" y="369332"/>
                        </a:cubicBezTo>
                        <a:cubicBezTo>
                          <a:pt x="6625504" y="419208"/>
                          <a:pt x="6531619" y="344411"/>
                          <a:pt x="6258430" y="369332"/>
                        </a:cubicBezTo>
                        <a:cubicBezTo>
                          <a:pt x="5985241" y="394253"/>
                          <a:pt x="5860466" y="328801"/>
                          <a:pt x="5552934" y="369332"/>
                        </a:cubicBezTo>
                        <a:cubicBezTo>
                          <a:pt x="5245402" y="409863"/>
                          <a:pt x="5283506" y="327644"/>
                          <a:pt x="5188807" y="369332"/>
                        </a:cubicBezTo>
                        <a:cubicBezTo>
                          <a:pt x="5094108" y="411020"/>
                          <a:pt x="4851442" y="312230"/>
                          <a:pt x="4551585" y="369332"/>
                        </a:cubicBezTo>
                        <a:cubicBezTo>
                          <a:pt x="4251728" y="426434"/>
                          <a:pt x="4127006" y="326345"/>
                          <a:pt x="3914363" y="369332"/>
                        </a:cubicBezTo>
                        <a:cubicBezTo>
                          <a:pt x="3701720" y="412319"/>
                          <a:pt x="3641197" y="321991"/>
                          <a:pt x="3413689" y="369332"/>
                        </a:cubicBezTo>
                        <a:cubicBezTo>
                          <a:pt x="3186181" y="416673"/>
                          <a:pt x="3228236" y="328485"/>
                          <a:pt x="3049562" y="369332"/>
                        </a:cubicBezTo>
                        <a:cubicBezTo>
                          <a:pt x="2870888" y="410179"/>
                          <a:pt x="2825921" y="342274"/>
                          <a:pt x="2617162" y="369332"/>
                        </a:cubicBezTo>
                        <a:cubicBezTo>
                          <a:pt x="2408403" y="396390"/>
                          <a:pt x="2153505" y="324516"/>
                          <a:pt x="1979940" y="369332"/>
                        </a:cubicBezTo>
                        <a:cubicBezTo>
                          <a:pt x="1806375" y="414148"/>
                          <a:pt x="1654838" y="339260"/>
                          <a:pt x="1479265" y="369332"/>
                        </a:cubicBezTo>
                        <a:cubicBezTo>
                          <a:pt x="1303693" y="399404"/>
                          <a:pt x="1074069" y="327705"/>
                          <a:pt x="910317" y="369332"/>
                        </a:cubicBezTo>
                        <a:cubicBezTo>
                          <a:pt x="746565" y="410959"/>
                          <a:pt x="221977" y="367796"/>
                          <a:pt x="0" y="369332"/>
                        </a:cubicBezTo>
                        <a:cubicBezTo>
                          <a:pt x="-1480" y="246174"/>
                          <a:pt x="42104" y="116418"/>
                          <a:pt x="0" y="0"/>
                        </a:cubicBezTo>
                        <a:close/>
                      </a:path>
                      <a:path w="6827378" h="369332" stroke="0" extrusionOk="0">
                        <a:moveTo>
                          <a:pt x="0" y="0"/>
                        </a:moveTo>
                        <a:cubicBezTo>
                          <a:pt x="183062" y="-62205"/>
                          <a:pt x="458106" y="57244"/>
                          <a:pt x="637222" y="0"/>
                        </a:cubicBezTo>
                        <a:cubicBezTo>
                          <a:pt x="816338" y="-57244"/>
                          <a:pt x="928459" y="48200"/>
                          <a:pt x="1137896" y="0"/>
                        </a:cubicBezTo>
                        <a:cubicBezTo>
                          <a:pt x="1347333" y="-48200"/>
                          <a:pt x="1493931" y="14066"/>
                          <a:pt x="1706845" y="0"/>
                        </a:cubicBezTo>
                        <a:cubicBezTo>
                          <a:pt x="1919759" y="-14066"/>
                          <a:pt x="1972949" y="36284"/>
                          <a:pt x="2139245" y="0"/>
                        </a:cubicBezTo>
                        <a:cubicBezTo>
                          <a:pt x="2305541" y="-36284"/>
                          <a:pt x="2455910" y="12550"/>
                          <a:pt x="2708193" y="0"/>
                        </a:cubicBezTo>
                        <a:cubicBezTo>
                          <a:pt x="2960476" y="-12550"/>
                          <a:pt x="2952421" y="5865"/>
                          <a:pt x="3140594" y="0"/>
                        </a:cubicBezTo>
                        <a:cubicBezTo>
                          <a:pt x="3328767" y="-5865"/>
                          <a:pt x="3575623" y="25704"/>
                          <a:pt x="3709542" y="0"/>
                        </a:cubicBezTo>
                        <a:cubicBezTo>
                          <a:pt x="3843461" y="-25704"/>
                          <a:pt x="4049022" y="43643"/>
                          <a:pt x="4210216" y="0"/>
                        </a:cubicBezTo>
                        <a:cubicBezTo>
                          <a:pt x="4371410" y="-43643"/>
                          <a:pt x="4445287" y="23880"/>
                          <a:pt x="4642617" y="0"/>
                        </a:cubicBezTo>
                        <a:cubicBezTo>
                          <a:pt x="4839947" y="-23880"/>
                          <a:pt x="5072161" y="50534"/>
                          <a:pt x="5279839" y="0"/>
                        </a:cubicBezTo>
                        <a:cubicBezTo>
                          <a:pt x="5487517" y="-50534"/>
                          <a:pt x="5758891" y="42369"/>
                          <a:pt x="5985335" y="0"/>
                        </a:cubicBezTo>
                        <a:cubicBezTo>
                          <a:pt x="6211779" y="-42369"/>
                          <a:pt x="6576126" y="29947"/>
                          <a:pt x="6827378" y="0"/>
                        </a:cubicBezTo>
                        <a:cubicBezTo>
                          <a:pt x="6850121" y="116538"/>
                          <a:pt x="6807701" y="284514"/>
                          <a:pt x="6827378" y="369332"/>
                        </a:cubicBezTo>
                        <a:cubicBezTo>
                          <a:pt x="6587575" y="419987"/>
                          <a:pt x="6349313" y="318461"/>
                          <a:pt x="6190156" y="369332"/>
                        </a:cubicBezTo>
                        <a:cubicBezTo>
                          <a:pt x="6030999" y="420203"/>
                          <a:pt x="5833454" y="350457"/>
                          <a:pt x="5689482" y="369332"/>
                        </a:cubicBezTo>
                        <a:cubicBezTo>
                          <a:pt x="5545510" y="388207"/>
                          <a:pt x="5228749" y="358458"/>
                          <a:pt x="5052260" y="369332"/>
                        </a:cubicBezTo>
                        <a:cubicBezTo>
                          <a:pt x="4875771" y="380206"/>
                          <a:pt x="4672057" y="305220"/>
                          <a:pt x="4346764" y="369332"/>
                        </a:cubicBezTo>
                        <a:cubicBezTo>
                          <a:pt x="4021471" y="433444"/>
                          <a:pt x="4099405" y="361214"/>
                          <a:pt x="3982637" y="369332"/>
                        </a:cubicBezTo>
                        <a:cubicBezTo>
                          <a:pt x="3865869" y="377450"/>
                          <a:pt x="3747263" y="356944"/>
                          <a:pt x="3618510" y="369332"/>
                        </a:cubicBezTo>
                        <a:cubicBezTo>
                          <a:pt x="3489757" y="381720"/>
                          <a:pt x="3351491" y="348392"/>
                          <a:pt x="3117836" y="369332"/>
                        </a:cubicBezTo>
                        <a:cubicBezTo>
                          <a:pt x="2884181" y="390272"/>
                          <a:pt x="2615084" y="302528"/>
                          <a:pt x="2412340" y="369332"/>
                        </a:cubicBezTo>
                        <a:cubicBezTo>
                          <a:pt x="2209596" y="436136"/>
                          <a:pt x="2164122" y="335632"/>
                          <a:pt x="1979940" y="369332"/>
                        </a:cubicBezTo>
                        <a:cubicBezTo>
                          <a:pt x="1795758" y="403032"/>
                          <a:pt x="1750620" y="318019"/>
                          <a:pt x="1547539" y="369332"/>
                        </a:cubicBezTo>
                        <a:cubicBezTo>
                          <a:pt x="1344458" y="420645"/>
                          <a:pt x="1194393" y="347976"/>
                          <a:pt x="978591" y="369332"/>
                        </a:cubicBezTo>
                        <a:cubicBezTo>
                          <a:pt x="762789" y="390688"/>
                          <a:pt x="346337" y="334831"/>
                          <a:pt x="0" y="369332"/>
                        </a:cubicBezTo>
                        <a:cubicBezTo>
                          <a:pt x="-11128" y="250112"/>
                          <a:pt x="7066" y="1698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my friend and I reach an agreement </a:t>
            </a: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we make our choices?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66E5E-4804-FF13-D8C5-723E6672D5ED}"/>
              </a:ext>
            </a:extLst>
          </p:cNvPr>
          <p:cNvSpPr txBox="1"/>
          <p:nvPr/>
        </p:nvSpPr>
        <p:spPr>
          <a:xfrm>
            <a:off x="7496792" y="148579"/>
            <a:ext cx="4557510" cy="369332"/>
          </a:xfrm>
          <a:custGeom>
            <a:avLst/>
            <a:gdLst>
              <a:gd name="connsiteX0" fmla="*/ 0 w 4557510"/>
              <a:gd name="connsiteY0" fmla="*/ 0 h 369332"/>
              <a:gd name="connsiteX1" fmla="*/ 478539 w 4557510"/>
              <a:gd name="connsiteY1" fmla="*/ 0 h 369332"/>
              <a:gd name="connsiteX2" fmla="*/ 1002652 w 4557510"/>
              <a:gd name="connsiteY2" fmla="*/ 0 h 369332"/>
              <a:gd name="connsiteX3" fmla="*/ 1572341 w 4557510"/>
              <a:gd name="connsiteY3" fmla="*/ 0 h 369332"/>
              <a:gd name="connsiteX4" fmla="*/ 2187605 w 4557510"/>
              <a:gd name="connsiteY4" fmla="*/ 0 h 369332"/>
              <a:gd name="connsiteX5" fmla="*/ 2666143 w 4557510"/>
              <a:gd name="connsiteY5" fmla="*/ 0 h 369332"/>
              <a:gd name="connsiteX6" fmla="*/ 3326982 w 4557510"/>
              <a:gd name="connsiteY6" fmla="*/ 0 h 369332"/>
              <a:gd name="connsiteX7" fmla="*/ 3851096 w 4557510"/>
              <a:gd name="connsiteY7" fmla="*/ 0 h 369332"/>
              <a:gd name="connsiteX8" fmla="*/ 4557510 w 4557510"/>
              <a:gd name="connsiteY8" fmla="*/ 0 h 369332"/>
              <a:gd name="connsiteX9" fmla="*/ 4557510 w 4557510"/>
              <a:gd name="connsiteY9" fmla="*/ 369332 h 369332"/>
              <a:gd name="connsiteX10" fmla="*/ 4078971 w 4557510"/>
              <a:gd name="connsiteY10" fmla="*/ 369332 h 369332"/>
              <a:gd name="connsiteX11" fmla="*/ 3646008 w 4557510"/>
              <a:gd name="connsiteY11" fmla="*/ 369332 h 369332"/>
              <a:gd name="connsiteX12" fmla="*/ 3213045 w 4557510"/>
              <a:gd name="connsiteY12" fmla="*/ 369332 h 369332"/>
              <a:gd name="connsiteX13" fmla="*/ 2597781 w 4557510"/>
              <a:gd name="connsiteY13" fmla="*/ 369332 h 369332"/>
              <a:gd name="connsiteX14" fmla="*/ 1936942 w 4557510"/>
              <a:gd name="connsiteY14" fmla="*/ 369332 h 369332"/>
              <a:gd name="connsiteX15" fmla="*/ 1458403 w 4557510"/>
              <a:gd name="connsiteY15" fmla="*/ 369332 h 369332"/>
              <a:gd name="connsiteX16" fmla="*/ 797564 w 4557510"/>
              <a:gd name="connsiteY16" fmla="*/ 369332 h 369332"/>
              <a:gd name="connsiteX17" fmla="*/ 0 w 4557510"/>
              <a:gd name="connsiteY17" fmla="*/ 369332 h 369332"/>
              <a:gd name="connsiteX18" fmla="*/ 0 w 4557510"/>
              <a:gd name="connsiteY1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57510" h="369332" fill="none" extrusionOk="0">
                <a:moveTo>
                  <a:pt x="0" y="0"/>
                </a:moveTo>
                <a:cubicBezTo>
                  <a:pt x="135559" y="-35081"/>
                  <a:pt x="249805" y="28327"/>
                  <a:pt x="478539" y="0"/>
                </a:cubicBezTo>
                <a:cubicBezTo>
                  <a:pt x="707273" y="-28327"/>
                  <a:pt x="786103" y="38589"/>
                  <a:pt x="1002652" y="0"/>
                </a:cubicBezTo>
                <a:cubicBezTo>
                  <a:pt x="1219201" y="-38589"/>
                  <a:pt x="1338897" y="68167"/>
                  <a:pt x="1572341" y="0"/>
                </a:cubicBezTo>
                <a:cubicBezTo>
                  <a:pt x="1805785" y="-68167"/>
                  <a:pt x="1889752" y="49574"/>
                  <a:pt x="2187605" y="0"/>
                </a:cubicBezTo>
                <a:cubicBezTo>
                  <a:pt x="2485458" y="-49574"/>
                  <a:pt x="2468459" y="819"/>
                  <a:pt x="2666143" y="0"/>
                </a:cubicBezTo>
                <a:cubicBezTo>
                  <a:pt x="2863827" y="-819"/>
                  <a:pt x="3056420" y="78698"/>
                  <a:pt x="3326982" y="0"/>
                </a:cubicBezTo>
                <a:cubicBezTo>
                  <a:pt x="3597544" y="-78698"/>
                  <a:pt x="3737002" y="38741"/>
                  <a:pt x="3851096" y="0"/>
                </a:cubicBezTo>
                <a:cubicBezTo>
                  <a:pt x="3965190" y="-38741"/>
                  <a:pt x="4228455" y="68564"/>
                  <a:pt x="4557510" y="0"/>
                </a:cubicBezTo>
                <a:cubicBezTo>
                  <a:pt x="4564140" y="112152"/>
                  <a:pt x="4553891" y="211148"/>
                  <a:pt x="4557510" y="369332"/>
                </a:cubicBezTo>
                <a:cubicBezTo>
                  <a:pt x="4366346" y="405852"/>
                  <a:pt x="4264326" y="325557"/>
                  <a:pt x="4078971" y="369332"/>
                </a:cubicBezTo>
                <a:cubicBezTo>
                  <a:pt x="3893616" y="413107"/>
                  <a:pt x="3792608" y="351874"/>
                  <a:pt x="3646008" y="369332"/>
                </a:cubicBezTo>
                <a:cubicBezTo>
                  <a:pt x="3499408" y="386790"/>
                  <a:pt x="3362259" y="323658"/>
                  <a:pt x="3213045" y="369332"/>
                </a:cubicBezTo>
                <a:cubicBezTo>
                  <a:pt x="3063831" y="415006"/>
                  <a:pt x="2742223" y="352020"/>
                  <a:pt x="2597781" y="369332"/>
                </a:cubicBezTo>
                <a:cubicBezTo>
                  <a:pt x="2453339" y="386644"/>
                  <a:pt x="2253122" y="332503"/>
                  <a:pt x="1936942" y="369332"/>
                </a:cubicBezTo>
                <a:cubicBezTo>
                  <a:pt x="1620762" y="406161"/>
                  <a:pt x="1684291" y="317719"/>
                  <a:pt x="1458403" y="369332"/>
                </a:cubicBezTo>
                <a:cubicBezTo>
                  <a:pt x="1232515" y="420945"/>
                  <a:pt x="971904" y="341503"/>
                  <a:pt x="797564" y="369332"/>
                </a:cubicBezTo>
                <a:cubicBezTo>
                  <a:pt x="623224" y="397161"/>
                  <a:pt x="160450" y="286838"/>
                  <a:pt x="0" y="369332"/>
                </a:cubicBezTo>
                <a:cubicBezTo>
                  <a:pt x="-7452" y="286836"/>
                  <a:pt x="38690" y="135718"/>
                  <a:pt x="0" y="0"/>
                </a:cubicBezTo>
                <a:close/>
              </a:path>
              <a:path w="4557510" h="369332" stroke="0" extrusionOk="0">
                <a:moveTo>
                  <a:pt x="0" y="0"/>
                </a:moveTo>
                <a:cubicBezTo>
                  <a:pt x="193246" y="-17340"/>
                  <a:pt x="388913" y="41803"/>
                  <a:pt x="615264" y="0"/>
                </a:cubicBezTo>
                <a:cubicBezTo>
                  <a:pt x="841615" y="-41803"/>
                  <a:pt x="943694" y="31752"/>
                  <a:pt x="1139378" y="0"/>
                </a:cubicBezTo>
                <a:cubicBezTo>
                  <a:pt x="1335062" y="-31752"/>
                  <a:pt x="1514114" y="51004"/>
                  <a:pt x="1709066" y="0"/>
                </a:cubicBezTo>
                <a:cubicBezTo>
                  <a:pt x="1904018" y="-51004"/>
                  <a:pt x="1965570" y="55638"/>
                  <a:pt x="2187605" y="0"/>
                </a:cubicBezTo>
                <a:cubicBezTo>
                  <a:pt x="2409640" y="-55638"/>
                  <a:pt x="2591981" y="42748"/>
                  <a:pt x="2757294" y="0"/>
                </a:cubicBezTo>
                <a:cubicBezTo>
                  <a:pt x="2922607" y="-42748"/>
                  <a:pt x="3080691" y="38388"/>
                  <a:pt x="3235832" y="0"/>
                </a:cubicBezTo>
                <a:cubicBezTo>
                  <a:pt x="3390973" y="-38388"/>
                  <a:pt x="3540981" y="27495"/>
                  <a:pt x="3805521" y="0"/>
                </a:cubicBezTo>
                <a:cubicBezTo>
                  <a:pt x="4070061" y="-27495"/>
                  <a:pt x="4186494" y="38996"/>
                  <a:pt x="4557510" y="0"/>
                </a:cubicBezTo>
                <a:cubicBezTo>
                  <a:pt x="4579981" y="166099"/>
                  <a:pt x="4548358" y="291180"/>
                  <a:pt x="4557510" y="369332"/>
                </a:cubicBezTo>
                <a:cubicBezTo>
                  <a:pt x="4379901" y="409714"/>
                  <a:pt x="4274402" y="324393"/>
                  <a:pt x="4033396" y="369332"/>
                </a:cubicBezTo>
                <a:cubicBezTo>
                  <a:pt x="3792390" y="414271"/>
                  <a:pt x="3663282" y="316155"/>
                  <a:pt x="3554858" y="369332"/>
                </a:cubicBezTo>
                <a:cubicBezTo>
                  <a:pt x="3446434" y="422509"/>
                  <a:pt x="3153153" y="333052"/>
                  <a:pt x="3030744" y="369332"/>
                </a:cubicBezTo>
                <a:cubicBezTo>
                  <a:pt x="2908335" y="405612"/>
                  <a:pt x="2629242" y="293593"/>
                  <a:pt x="2369905" y="369332"/>
                </a:cubicBezTo>
                <a:cubicBezTo>
                  <a:pt x="2110568" y="445071"/>
                  <a:pt x="1975792" y="365091"/>
                  <a:pt x="1800216" y="369332"/>
                </a:cubicBezTo>
                <a:cubicBezTo>
                  <a:pt x="1624640" y="373573"/>
                  <a:pt x="1430601" y="316882"/>
                  <a:pt x="1276103" y="369332"/>
                </a:cubicBezTo>
                <a:cubicBezTo>
                  <a:pt x="1121605" y="421782"/>
                  <a:pt x="961008" y="347851"/>
                  <a:pt x="660839" y="369332"/>
                </a:cubicBezTo>
                <a:cubicBezTo>
                  <a:pt x="360670" y="390813"/>
                  <a:pt x="281544" y="357648"/>
                  <a:pt x="0" y="369332"/>
                </a:cubicBezTo>
                <a:cubicBezTo>
                  <a:pt x="-26338" y="263509"/>
                  <a:pt x="8865" y="164645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4557510"/>
                      <a:gd name="connsiteY0" fmla="*/ 0 h 369332"/>
                      <a:gd name="connsiteX1" fmla="*/ 478539 w 4557510"/>
                      <a:gd name="connsiteY1" fmla="*/ 0 h 369332"/>
                      <a:gd name="connsiteX2" fmla="*/ 1002652 w 4557510"/>
                      <a:gd name="connsiteY2" fmla="*/ 0 h 369332"/>
                      <a:gd name="connsiteX3" fmla="*/ 1572341 w 4557510"/>
                      <a:gd name="connsiteY3" fmla="*/ 0 h 369332"/>
                      <a:gd name="connsiteX4" fmla="*/ 2187605 w 4557510"/>
                      <a:gd name="connsiteY4" fmla="*/ 0 h 369332"/>
                      <a:gd name="connsiteX5" fmla="*/ 2666143 w 4557510"/>
                      <a:gd name="connsiteY5" fmla="*/ 0 h 369332"/>
                      <a:gd name="connsiteX6" fmla="*/ 3326982 w 4557510"/>
                      <a:gd name="connsiteY6" fmla="*/ 0 h 369332"/>
                      <a:gd name="connsiteX7" fmla="*/ 3851096 w 4557510"/>
                      <a:gd name="connsiteY7" fmla="*/ 0 h 369332"/>
                      <a:gd name="connsiteX8" fmla="*/ 4557510 w 4557510"/>
                      <a:gd name="connsiteY8" fmla="*/ 0 h 369332"/>
                      <a:gd name="connsiteX9" fmla="*/ 4557510 w 4557510"/>
                      <a:gd name="connsiteY9" fmla="*/ 369332 h 369332"/>
                      <a:gd name="connsiteX10" fmla="*/ 4078971 w 4557510"/>
                      <a:gd name="connsiteY10" fmla="*/ 369332 h 369332"/>
                      <a:gd name="connsiteX11" fmla="*/ 3646008 w 4557510"/>
                      <a:gd name="connsiteY11" fmla="*/ 369332 h 369332"/>
                      <a:gd name="connsiteX12" fmla="*/ 3213045 w 4557510"/>
                      <a:gd name="connsiteY12" fmla="*/ 369332 h 369332"/>
                      <a:gd name="connsiteX13" fmla="*/ 2597781 w 4557510"/>
                      <a:gd name="connsiteY13" fmla="*/ 369332 h 369332"/>
                      <a:gd name="connsiteX14" fmla="*/ 1936942 w 4557510"/>
                      <a:gd name="connsiteY14" fmla="*/ 369332 h 369332"/>
                      <a:gd name="connsiteX15" fmla="*/ 1458403 w 4557510"/>
                      <a:gd name="connsiteY15" fmla="*/ 369332 h 369332"/>
                      <a:gd name="connsiteX16" fmla="*/ 797564 w 4557510"/>
                      <a:gd name="connsiteY16" fmla="*/ 369332 h 369332"/>
                      <a:gd name="connsiteX17" fmla="*/ 0 w 4557510"/>
                      <a:gd name="connsiteY17" fmla="*/ 369332 h 369332"/>
                      <a:gd name="connsiteX18" fmla="*/ 0 w 4557510"/>
                      <a:gd name="connsiteY18" fmla="*/ 0 h 369332"/>
                      <a:gd name="connsiteX0" fmla="*/ 0 w 4557510"/>
                      <a:gd name="connsiteY0" fmla="*/ 0 h 369332"/>
                      <a:gd name="connsiteX1" fmla="*/ 615264 w 4557510"/>
                      <a:gd name="connsiteY1" fmla="*/ 0 h 369332"/>
                      <a:gd name="connsiteX2" fmla="*/ 1139378 w 4557510"/>
                      <a:gd name="connsiteY2" fmla="*/ 0 h 369332"/>
                      <a:gd name="connsiteX3" fmla="*/ 1709066 w 4557510"/>
                      <a:gd name="connsiteY3" fmla="*/ 0 h 369332"/>
                      <a:gd name="connsiteX4" fmla="*/ 2187605 w 4557510"/>
                      <a:gd name="connsiteY4" fmla="*/ 0 h 369332"/>
                      <a:gd name="connsiteX5" fmla="*/ 2757294 w 4557510"/>
                      <a:gd name="connsiteY5" fmla="*/ 0 h 369332"/>
                      <a:gd name="connsiteX6" fmla="*/ 3235832 w 4557510"/>
                      <a:gd name="connsiteY6" fmla="*/ 0 h 369332"/>
                      <a:gd name="connsiteX7" fmla="*/ 3805521 w 4557510"/>
                      <a:gd name="connsiteY7" fmla="*/ 0 h 369332"/>
                      <a:gd name="connsiteX8" fmla="*/ 4557510 w 4557510"/>
                      <a:gd name="connsiteY8" fmla="*/ 0 h 369332"/>
                      <a:gd name="connsiteX9" fmla="*/ 4557510 w 4557510"/>
                      <a:gd name="connsiteY9" fmla="*/ 369332 h 369332"/>
                      <a:gd name="connsiteX10" fmla="*/ 4033396 w 4557510"/>
                      <a:gd name="connsiteY10" fmla="*/ 369332 h 369332"/>
                      <a:gd name="connsiteX11" fmla="*/ 3554858 w 4557510"/>
                      <a:gd name="connsiteY11" fmla="*/ 369332 h 369332"/>
                      <a:gd name="connsiteX12" fmla="*/ 3030744 w 4557510"/>
                      <a:gd name="connsiteY12" fmla="*/ 369332 h 369332"/>
                      <a:gd name="connsiteX13" fmla="*/ 2369905 w 4557510"/>
                      <a:gd name="connsiteY13" fmla="*/ 369332 h 369332"/>
                      <a:gd name="connsiteX14" fmla="*/ 1800216 w 4557510"/>
                      <a:gd name="connsiteY14" fmla="*/ 369332 h 369332"/>
                      <a:gd name="connsiteX15" fmla="*/ 1276103 w 4557510"/>
                      <a:gd name="connsiteY15" fmla="*/ 369332 h 369332"/>
                      <a:gd name="connsiteX16" fmla="*/ 660839 w 4557510"/>
                      <a:gd name="connsiteY16" fmla="*/ 369332 h 369332"/>
                      <a:gd name="connsiteX17" fmla="*/ 0 w 4557510"/>
                      <a:gd name="connsiteY17" fmla="*/ 369332 h 369332"/>
                      <a:gd name="connsiteX18" fmla="*/ 0 w 4557510"/>
                      <a:gd name="connsiteY18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557510" h="369332" fill="none" extrusionOk="0">
                        <a:moveTo>
                          <a:pt x="0" y="0"/>
                        </a:moveTo>
                        <a:cubicBezTo>
                          <a:pt x="120222" y="-13570"/>
                          <a:pt x="237223" y="4457"/>
                          <a:pt x="478539" y="0"/>
                        </a:cubicBezTo>
                        <a:cubicBezTo>
                          <a:pt x="707620" y="-14910"/>
                          <a:pt x="788511" y="11949"/>
                          <a:pt x="1002652" y="0"/>
                        </a:cubicBezTo>
                        <a:cubicBezTo>
                          <a:pt x="1199032" y="-59331"/>
                          <a:pt x="1348941" y="37394"/>
                          <a:pt x="1572341" y="0"/>
                        </a:cubicBezTo>
                        <a:cubicBezTo>
                          <a:pt x="1812234" y="-58093"/>
                          <a:pt x="1895231" y="43324"/>
                          <a:pt x="2187605" y="0"/>
                        </a:cubicBezTo>
                        <a:cubicBezTo>
                          <a:pt x="2492503" y="-51285"/>
                          <a:pt x="2480191" y="7577"/>
                          <a:pt x="2666143" y="0"/>
                        </a:cubicBezTo>
                        <a:cubicBezTo>
                          <a:pt x="2865243" y="-14185"/>
                          <a:pt x="3093341" y="80928"/>
                          <a:pt x="3326982" y="0"/>
                        </a:cubicBezTo>
                        <a:cubicBezTo>
                          <a:pt x="3586428" y="-111472"/>
                          <a:pt x="3736253" y="65004"/>
                          <a:pt x="3851096" y="0"/>
                        </a:cubicBezTo>
                        <a:cubicBezTo>
                          <a:pt x="4007856" y="-41844"/>
                          <a:pt x="4144211" y="73558"/>
                          <a:pt x="4557510" y="0"/>
                        </a:cubicBezTo>
                        <a:cubicBezTo>
                          <a:pt x="4555491" y="103538"/>
                          <a:pt x="4540929" y="193310"/>
                          <a:pt x="4557510" y="369332"/>
                        </a:cubicBezTo>
                        <a:cubicBezTo>
                          <a:pt x="4335349" y="425341"/>
                          <a:pt x="4258275" y="303888"/>
                          <a:pt x="4078971" y="369332"/>
                        </a:cubicBezTo>
                        <a:cubicBezTo>
                          <a:pt x="3900330" y="401767"/>
                          <a:pt x="3760798" y="365305"/>
                          <a:pt x="3646008" y="369332"/>
                        </a:cubicBezTo>
                        <a:cubicBezTo>
                          <a:pt x="3493148" y="424108"/>
                          <a:pt x="3324667" y="330629"/>
                          <a:pt x="3213045" y="369332"/>
                        </a:cubicBezTo>
                        <a:cubicBezTo>
                          <a:pt x="3035625" y="422477"/>
                          <a:pt x="2743851" y="388794"/>
                          <a:pt x="2597781" y="369332"/>
                        </a:cubicBezTo>
                        <a:cubicBezTo>
                          <a:pt x="2457983" y="363412"/>
                          <a:pt x="2248959" y="306199"/>
                          <a:pt x="1936942" y="369332"/>
                        </a:cubicBezTo>
                        <a:cubicBezTo>
                          <a:pt x="1631641" y="408308"/>
                          <a:pt x="1682421" y="320155"/>
                          <a:pt x="1458403" y="369332"/>
                        </a:cubicBezTo>
                        <a:cubicBezTo>
                          <a:pt x="1224800" y="457129"/>
                          <a:pt x="963159" y="352339"/>
                          <a:pt x="797564" y="369332"/>
                        </a:cubicBezTo>
                        <a:cubicBezTo>
                          <a:pt x="578905" y="375076"/>
                          <a:pt x="150411" y="277180"/>
                          <a:pt x="0" y="369332"/>
                        </a:cubicBezTo>
                        <a:cubicBezTo>
                          <a:pt x="-13639" y="287368"/>
                          <a:pt x="41234" y="120593"/>
                          <a:pt x="0" y="0"/>
                        </a:cubicBezTo>
                        <a:close/>
                      </a:path>
                      <a:path w="4557510" h="369332" stroke="0" extrusionOk="0">
                        <a:moveTo>
                          <a:pt x="0" y="0"/>
                        </a:moveTo>
                        <a:cubicBezTo>
                          <a:pt x="217249" y="-63235"/>
                          <a:pt x="397348" y="39690"/>
                          <a:pt x="615264" y="0"/>
                        </a:cubicBezTo>
                        <a:cubicBezTo>
                          <a:pt x="834730" y="-17150"/>
                          <a:pt x="955082" y="9741"/>
                          <a:pt x="1139378" y="0"/>
                        </a:cubicBezTo>
                        <a:cubicBezTo>
                          <a:pt x="1361745" y="-2021"/>
                          <a:pt x="1500437" y="63200"/>
                          <a:pt x="1709066" y="0"/>
                        </a:cubicBezTo>
                        <a:cubicBezTo>
                          <a:pt x="1911163" y="-74076"/>
                          <a:pt x="1979780" y="76392"/>
                          <a:pt x="2187605" y="0"/>
                        </a:cubicBezTo>
                        <a:cubicBezTo>
                          <a:pt x="2411072" y="-103983"/>
                          <a:pt x="2618567" y="35337"/>
                          <a:pt x="2757294" y="0"/>
                        </a:cubicBezTo>
                        <a:cubicBezTo>
                          <a:pt x="2948960" y="-49750"/>
                          <a:pt x="3088193" y="49562"/>
                          <a:pt x="3235832" y="0"/>
                        </a:cubicBezTo>
                        <a:cubicBezTo>
                          <a:pt x="3386972" y="-12163"/>
                          <a:pt x="3586262" y="40701"/>
                          <a:pt x="3805521" y="0"/>
                        </a:cubicBezTo>
                        <a:cubicBezTo>
                          <a:pt x="4048560" y="-7890"/>
                          <a:pt x="4158372" y="59865"/>
                          <a:pt x="4557510" y="0"/>
                        </a:cubicBezTo>
                        <a:cubicBezTo>
                          <a:pt x="4585882" y="167486"/>
                          <a:pt x="4555248" y="270563"/>
                          <a:pt x="4557510" y="369332"/>
                        </a:cubicBezTo>
                        <a:cubicBezTo>
                          <a:pt x="4385113" y="406711"/>
                          <a:pt x="4273401" y="365062"/>
                          <a:pt x="4033396" y="369332"/>
                        </a:cubicBezTo>
                        <a:cubicBezTo>
                          <a:pt x="3784058" y="416711"/>
                          <a:pt x="3675825" y="342030"/>
                          <a:pt x="3554858" y="369332"/>
                        </a:cubicBezTo>
                        <a:cubicBezTo>
                          <a:pt x="3434481" y="441348"/>
                          <a:pt x="3176884" y="349126"/>
                          <a:pt x="3030744" y="369332"/>
                        </a:cubicBezTo>
                        <a:cubicBezTo>
                          <a:pt x="2903871" y="354844"/>
                          <a:pt x="2628993" y="274027"/>
                          <a:pt x="2369905" y="369332"/>
                        </a:cubicBezTo>
                        <a:cubicBezTo>
                          <a:pt x="2138142" y="409499"/>
                          <a:pt x="1966669" y="350365"/>
                          <a:pt x="1800216" y="369332"/>
                        </a:cubicBezTo>
                        <a:cubicBezTo>
                          <a:pt x="1634164" y="406159"/>
                          <a:pt x="1456395" y="322548"/>
                          <a:pt x="1276103" y="369332"/>
                        </a:cubicBezTo>
                        <a:cubicBezTo>
                          <a:pt x="1120384" y="416705"/>
                          <a:pt x="990589" y="341734"/>
                          <a:pt x="660839" y="369332"/>
                        </a:cubicBezTo>
                        <a:cubicBezTo>
                          <a:pt x="363535" y="381487"/>
                          <a:pt x="290053" y="340122"/>
                          <a:pt x="0" y="369332"/>
                        </a:cubicBezTo>
                        <a:cubicBezTo>
                          <a:pt x="-18708" y="267568"/>
                          <a:pt x="10114" y="160572"/>
                          <a:pt x="0" y="0"/>
                        </a:cubicBezTo>
                        <a:close/>
                      </a:path>
                      <a:path w="4557510" h="369332" fill="none" stroke="0" extrusionOk="0">
                        <a:moveTo>
                          <a:pt x="0" y="0"/>
                        </a:moveTo>
                        <a:cubicBezTo>
                          <a:pt x="147377" y="-45363"/>
                          <a:pt x="228470" y="3045"/>
                          <a:pt x="478539" y="0"/>
                        </a:cubicBezTo>
                        <a:cubicBezTo>
                          <a:pt x="713068" y="-23519"/>
                          <a:pt x="787998" y="35667"/>
                          <a:pt x="1002652" y="0"/>
                        </a:cubicBezTo>
                        <a:cubicBezTo>
                          <a:pt x="1221399" y="-47818"/>
                          <a:pt x="1340804" y="71527"/>
                          <a:pt x="1572341" y="0"/>
                        </a:cubicBezTo>
                        <a:cubicBezTo>
                          <a:pt x="1799159" y="-83349"/>
                          <a:pt x="1873369" y="65264"/>
                          <a:pt x="2187605" y="0"/>
                        </a:cubicBezTo>
                        <a:cubicBezTo>
                          <a:pt x="2500572" y="-45345"/>
                          <a:pt x="2458425" y="158"/>
                          <a:pt x="2666143" y="0"/>
                        </a:cubicBezTo>
                        <a:cubicBezTo>
                          <a:pt x="2886162" y="-24579"/>
                          <a:pt x="3092948" y="118731"/>
                          <a:pt x="3326982" y="0"/>
                        </a:cubicBezTo>
                        <a:cubicBezTo>
                          <a:pt x="3615725" y="-71146"/>
                          <a:pt x="3732494" y="74588"/>
                          <a:pt x="3851096" y="0"/>
                        </a:cubicBezTo>
                        <a:cubicBezTo>
                          <a:pt x="4029980" y="-93290"/>
                          <a:pt x="4250357" y="6698"/>
                          <a:pt x="4557510" y="0"/>
                        </a:cubicBezTo>
                        <a:cubicBezTo>
                          <a:pt x="4569468" y="97584"/>
                          <a:pt x="4550317" y="204398"/>
                          <a:pt x="4557510" y="369332"/>
                        </a:cubicBezTo>
                        <a:cubicBezTo>
                          <a:pt x="4339518" y="403828"/>
                          <a:pt x="4267873" y="319663"/>
                          <a:pt x="4078971" y="369332"/>
                        </a:cubicBezTo>
                        <a:cubicBezTo>
                          <a:pt x="3895506" y="420473"/>
                          <a:pt x="3804403" y="354788"/>
                          <a:pt x="3646008" y="369332"/>
                        </a:cubicBezTo>
                        <a:cubicBezTo>
                          <a:pt x="3502073" y="366386"/>
                          <a:pt x="3391312" y="308633"/>
                          <a:pt x="3213045" y="369332"/>
                        </a:cubicBezTo>
                        <a:cubicBezTo>
                          <a:pt x="3081922" y="390036"/>
                          <a:pt x="2734005" y="369599"/>
                          <a:pt x="2597781" y="369332"/>
                        </a:cubicBezTo>
                        <a:cubicBezTo>
                          <a:pt x="2473104" y="396939"/>
                          <a:pt x="2200538" y="334082"/>
                          <a:pt x="1936942" y="369332"/>
                        </a:cubicBezTo>
                        <a:cubicBezTo>
                          <a:pt x="1623015" y="412576"/>
                          <a:pt x="1673004" y="347696"/>
                          <a:pt x="1458403" y="369332"/>
                        </a:cubicBezTo>
                        <a:cubicBezTo>
                          <a:pt x="1223291" y="451665"/>
                          <a:pt x="968787" y="368829"/>
                          <a:pt x="797564" y="369332"/>
                        </a:cubicBezTo>
                        <a:cubicBezTo>
                          <a:pt x="595255" y="375562"/>
                          <a:pt x="137673" y="251839"/>
                          <a:pt x="0" y="369332"/>
                        </a:cubicBezTo>
                        <a:cubicBezTo>
                          <a:pt x="6786" y="276873"/>
                          <a:pt x="40088" y="12925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Grab as much of the treasure as you can!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D05D63-0664-EC32-2CAF-4E577FAEAC50}"/>
              </a:ext>
            </a:extLst>
          </p:cNvPr>
          <p:cNvGrpSpPr/>
          <p:nvPr/>
        </p:nvGrpSpPr>
        <p:grpSpPr>
          <a:xfrm>
            <a:off x="262431" y="194745"/>
            <a:ext cx="6349293" cy="646331"/>
            <a:chOff x="262431" y="194745"/>
            <a:chExt cx="6349293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F5FCC4-AC2F-BEA1-8AC5-814D2D3C5C65}"/>
                </a:ext>
              </a:extLst>
            </p:cNvPr>
            <p:cNvSpPr txBox="1"/>
            <p:nvPr/>
          </p:nvSpPr>
          <p:spPr>
            <a:xfrm>
              <a:off x="3808998" y="368113"/>
              <a:ext cx="2802726" cy="369332"/>
            </a:xfrm>
            <a:custGeom>
              <a:avLst/>
              <a:gdLst>
                <a:gd name="connsiteX0" fmla="*/ 0 w 2802726"/>
                <a:gd name="connsiteY0" fmla="*/ 0 h 369332"/>
                <a:gd name="connsiteX1" fmla="*/ 233560 w 2802726"/>
                <a:gd name="connsiteY1" fmla="*/ 0 h 369332"/>
                <a:gd name="connsiteX2" fmla="*/ 467120 w 2802726"/>
                <a:gd name="connsiteY2" fmla="*/ 0 h 369332"/>
                <a:gd name="connsiteX3" fmla="*/ 756735 w 2802726"/>
                <a:gd name="connsiteY3" fmla="*/ 0 h 369332"/>
                <a:gd name="connsiteX4" fmla="*/ 990296 w 2802726"/>
                <a:gd name="connsiteY4" fmla="*/ 0 h 369332"/>
                <a:gd name="connsiteX5" fmla="*/ 1223856 w 2802726"/>
                <a:gd name="connsiteY5" fmla="*/ 0 h 369332"/>
                <a:gd name="connsiteX6" fmla="*/ 1485444 w 2802726"/>
                <a:gd name="connsiteY6" fmla="*/ 0 h 369332"/>
                <a:gd name="connsiteX7" fmla="*/ 1634923 w 2802726"/>
                <a:gd name="connsiteY7" fmla="*/ 0 h 369332"/>
                <a:gd name="connsiteX8" fmla="*/ 1784402 w 2802726"/>
                <a:gd name="connsiteY8" fmla="*/ 0 h 369332"/>
                <a:gd name="connsiteX9" fmla="*/ 1933881 w 2802726"/>
                <a:gd name="connsiteY9" fmla="*/ 0 h 369332"/>
                <a:gd name="connsiteX10" fmla="*/ 2223496 w 2802726"/>
                <a:gd name="connsiteY10" fmla="*/ 0 h 369332"/>
                <a:gd name="connsiteX11" fmla="*/ 2429029 w 2802726"/>
                <a:gd name="connsiteY11" fmla="*/ 0 h 369332"/>
                <a:gd name="connsiteX12" fmla="*/ 2578508 w 2802726"/>
                <a:gd name="connsiteY12" fmla="*/ 0 h 369332"/>
                <a:gd name="connsiteX13" fmla="*/ 2802726 w 2802726"/>
                <a:gd name="connsiteY13" fmla="*/ 0 h 369332"/>
                <a:gd name="connsiteX14" fmla="*/ 2802726 w 2802726"/>
                <a:gd name="connsiteY14" fmla="*/ 369332 h 369332"/>
                <a:gd name="connsiteX15" fmla="*/ 2569165 w 2802726"/>
                <a:gd name="connsiteY15" fmla="*/ 369332 h 369332"/>
                <a:gd name="connsiteX16" fmla="*/ 2279550 w 2802726"/>
                <a:gd name="connsiteY16" fmla="*/ 369332 h 369332"/>
                <a:gd name="connsiteX17" fmla="*/ 2130071 w 2802726"/>
                <a:gd name="connsiteY17" fmla="*/ 369332 h 369332"/>
                <a:gd name="connsiteX18" fmla="*/ 1868483 w 2802726"/>
                <a:gd name="connsiteY18" fmla="*/ 369332 h 369332"/>
                <a:gd name="connsiteX19" fmla="*/ 1606896 w 2802726"/>
                <a:gd name="connsiteY19" fmla="*/ 369332 h 369332"/>
                <a:gd name="connsiteX20" fmla="*/ 1401363 w 2802726"/>
                <a:gd name="connsiteY20" fmla="*/ 369332 h 369332"/>
                <a:gd name="connsiteX21" fmla="*/ 1251884 w 2802726"/>
                <a:gd name="connsiteY21" fmla="*/ 369332 h 369332"/>
                <a:gd name="connsiteX22" fmla="*/ 1074378 w 2802726"/>
                <a:gd name="connsiteY22" fmla="*/ 369332 h 369332"/>
                <a:gd name="connsiteX23" fmla="*/ 812790 w 2802726"/>
                <a:gd name="connsiteY23" fmla="*/ 369332 h 369332"/>
                <a:gd name="connsiteX24" fmla="*/ 607257 w 2802726"/>
                <a:gd name="connsiteY24" fmla="*/ 369332 h 369332"/>
                <a:gd name="connsiteX25" fmla="*/ 373696 w 2802726"/>
                <a:gd name="connsiteY25" fmla="*/ 369332 h 369332"/>
                <a:gd name="connsiteX26" fmla="*/ 0 w 2802726"/>
                <a:gd name="connsiteY26" fmla="*/ 369332 h 369332"/>
                <a:gd name="connsiteX27" fmla="*/ 0 w 2802726"/>
                <a:gd name="connsiteY27" fmla="*/ 0 h 369332"/>
                <a:gd name="connsiteX0" fmla="*/ 0 w 2802726"/>
                <a:gd name="connsiteY0" fmla="*/ 0 h 369332"/>
                <a:gd name="connsiteX1" fmla="*/ 261587 w 2802726"/>
                <a:gd name="connsiteY1" fmla="*/ 0 h 369332"/>
                <a:gd name="connsiteX2" fmla="*/ 467120 w 2802726"/>
                <a:gd name="connsiteY2" fmla="*/ 0 h 369332"/>
                <a:gd name="connsiteX3" fmla="*/ 700681 w 2802726"/>
                <a:gd name="connsiteY3" fmla="*/ 0 h 369332"/>
                <a:gd name="connsiteX4" fmla="*/ 878187 w 2802726"/>
                <a:gd name="connsiteY4" fmla="*/ 0 h 369332"/>
                <a:gd name="connsiteX5" fmla="*/ 1111747 w 2802726"/>
                <a:gd name="connsiteY5" fmla="*/ 0 h 369332"/>
                <a:gd name="connsiteX6" fmla="*/ 1289254 w 2802726"/>
                <a:gd name="connsiteY6" fmla="*/ 0 h 369332"/>
                <a:gd name="connsiteX7" fmla="*/ 1522814 w 2802726"/>
                <a:gd name="connsiteY7" fmla="*/ 0 h 369332"/>
                <a:gd name="connsiteX8" fmla="*/ 1728347 w 2802726"/>
                <a:gd name="connsiteY8" fmla="*/ 0 h 369332"/>
                <a:gd name="connsiteX9" fmla="*/ 1905853 w 2802726"/>
                <a:gd name="connsiteY9" fmla="*/ 0 h 369332"/>
                <a:gd name="connsiteX10" fmla="*/ 2167441 w 2802726"/>
                <a:gd name="connsiteY10" fmla="*/ 0 h 369332"/>
                <a:gd name="connsiteX11" fmla="*/ 2457056 w 2802726"/>
                <a:gd name="connsiteY11" fmla="*/ 0 h 369332"/>
                <a:gd name="connsiteX12" fmla="*/ 2802726 w 2802726"/>
                <a:gd name="connsiteY12" fmla="*/ 0 h 369332"/>
                <a:gd name="connsiteX13" fmla="*/ 2802726 w 2802726"/>
                <a:gd name="connsiteY13" fmla="*/ 369332 h 369332"/>
                <a:gd name="connsiteX14" fmla="*/ 2541138 w 2802726"/>
                <a:gd name="connsiteY14" fmla="*/ 369332 h 369332"/>
                <a:gd name="connsiteX15" fmla="*/ 2335605 w 2802726"/>
                <a:gd name="connsiteY15" fmla="*/ 369332 h 369332"/>
                <a:gd name="connsiteX16" fmla="*/ 2074017 w 2802726"/>
                <a:gd name="connsiteY16" fmla="*/ 369332 h 369332"/>
                <a:gd name="connsiteX17" fmla="*/ 1784402 w 2802726"/>
                <a:gd name="connsiteY17" fmla="*/ 369332 h 369332"/>
                <a:gd name="connsiteX18" fmla="*/ 1634923 w 2802726"/>
                <a:gd name="connsiteY18" fmla="*/ 369332 h 369332"/>
                <a:gd name="connsiteX19" fmla="*/ 1485444 w 2802726"/>
                <a:gd name="connsiteY19" fmla="*/ 369332 h 369332"/>
                <a:gd name="connsiteX20" fmla="*/ 1279911 w 2802726"/>
                <a:gd name="connsiteY20" fmla="*/ 369332 h 369332"/>
                <a:gd name="connsiteX21" fmla="*/ 990296 w 2802726"/>
                <a:gd name="connsiteY21" fmla="*/ 369332 h 369332"/>
                <a:gd name="connsiteX22" fmla="*/ 812790 w 2802726"/>
                <a:gd name="connsiteY22" fmla="*/ 369332 h 369332"/>
                <a:gd name="connsiteX23" fmla="*/ 635284 w 2802726"/>
                <a:gd name="connsiteY23" fmla="*/ 369332 h 369332"/>
                <a:gd name="connsiteX24" fmla="*/ 401724 w 2802726"/>
                <a:gd name="connsiteY24" fmla="*/ 369332 h 369332"/>
                <a:gd name="connsiteX25" fmla="*/ 0 w 2802726"/>
                <a:gd name="connsiteY25" fmla="*/ 369332 h 369332"/>
                <a:gd name="connsiteX26" fmla="*/ 0 w 2802726"/>
                <a:gd name="connsiteY26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02726" h="369332" fill="none" extrusionOk="0">
                  <a:moveTo>
                    <a:pt x="0" y="0"/>
                  </a:moveTo>
                  <a:cubicBezTo>
                    <a:pt x="74170" y="-34324"/>
                    <a:pt x="126614" y="57249"/>
                    <a:pt x="233560" y="0"/>
                  </a:cubicBezTo>
                  <a:cubicBezTo>
                    <a:pt x="346213" y="-75037"/>
                    <a:pt x="371735" y="34223"/>
                    <a:pt x="467120" y="0"/>
                  </a:cubicBezTo>
                  <a:cubicBezTo>
                    <a:pt x="554800" y="-5344"/>
                    <a:pt x="622632" y="52737"/>
                    <a:pt x="756735" y="0"/>
                  </a:cubicBezTo>
                  <a:cubicBezTo>
                    <a:pt x="844560" y="-42907"/>
                    <a:pt x="901567" y="87328"/>
                    <a:pt x="990296" y="0"/>
                  </a:cubicBezTo>
                  <a:cubicBezTo>
                    <a:pt x="1080682" y="-68990"/>
                    <a:pt x="1126929" y="63002"/>
                    <a:pt x="1223856" y="0"/>
                  </a:cubicBezTo>
                  <a:cubicBezTo>
                    <a:pt x="1325203" y="-65439"/>
                    <a:pt x="1367666" y="32193"/>
                    <a:pt x="1485444" y="0"/>
                  </a:cubicBezTo>
                  <a:cubicBezTo>
                    <a:pt x="1582903" y="4562"/>
                    <a:pt x="1566367" y="47322"/>
                    <a:pt x="1634923" y="0"/>
                  </a:cubicBezTo>
                  <a:cubicBezTo>
                    <a:pt x="1686213" y="-43638"/>
                    <a:pt x="1705056" y="3267"/>
                    <a:pt x="1784402" y="0"/>
                  </a:cubicBezTo>
                  <a:cubicBezTo>
                    <a:pt x="1854517" y="-10125"/>
                    <a:pt x="1862071" y="5617"/>
                    <a:pt x="1933881" y="0"/>
                  </a:cubicBezTo>
                  <a:cubicBezTo>
                    <a:pt x="2010988" y="-17892"/>
                    <a:pt x="2179834" y="75066"/>
                    <a:pt x="2223496" y="0"/>
                  </a:cubicBezTo>
                  <a:cubicBezTo>
                    <a:pt x="2287013" y="-74190"/>
                    <a:pt x="2382287" y="127"/>
                    <a:pt x="2429029" y="0"/>
                  </a:cubicBezTo>
                  <a:cubicBezTo>
                    <a:pt x="2485866" y="5888"/>
                    <a:pt x="2504667" y="40384"/>
                    <a:pt x="2578508" y="0"/>
                  </a:cubicBezTo>
                  <a:cubicBezTo>
                    <a:pt x="2642814" y="-35513"/>
                    <a:pt x="2758934" y="23332"/>
                    <a:pt x="2802726" y="0"/>
                  </a:cubicBezTo>
                  <a:cubicBezTo>
                    <a:pt x="2817951" y="108431"/>
                    <a:pt x="2817242" y="185781"/>
                    <a:pt x="2802726" y="369332"/>
                  </a:cubicBezTo>
                  <a:cubicBezTo>
                    <a:pt x="2738129" y="414352"/>
                    <a:pt x="2686676" y="352399"/>
                    <a:pt x="2569165" y="369332"/>
                  </a:cubicBezTo>
                  <a:cubicBezTo>
                    <a:pt x="2454346" y="411762"/>
                    <a:pt x="2408221" y="329508"/>
                    <a:pt x="2279550" y="369332"/>
                  </a:cubicBezTo>
                  <a:cubicBezTo>
                    <a:pt x="2146018" y="416506"/>
                    <a:pt x="2167966" y="328371"/>
                    <a:pt x="2130071" y="369332"/>
                  </a:cubicBezTo>
                  <a:cubicBezTo>
                    <a:pt x="2115110" y="416642"/>
                    <a:pt x="2001434" y="282738"/>
                    <a:pt x="1868483" y="369332"/>
                  </a:cubicBezTo>
                  <a:cubicBezTo>
                    <a:pt x="1756780" y="419871"/>
                    <a:pt x="1694083" y="330608"/>
                    <a:pt x="1606896" y="369332"/>
                  </a:cubicBezTo>
                  <a:cubicBezTo>
                    <a:pt x="1500022" y="418052"/>
                    <a:pt x="1496462" y="325508"/>
                    <a:pt x="1401363" y="369332"/>
                  </a:cubicBezTo>
                  <a:cubicBezTo>
                    <a:pt x="1295035" y="437056"/>
                    <a:pt x="1340463" y="338801"/>
                    <a:pt x="1251884" y="369332"/>
                  </a:cubicBezTo>
                  <a:cubicBezTo>
                    <a:pt x="1177484" y="398209"/>
                    <a:pt x="1159851" y="324601"/>
                    <a:pt x="1074378" y="369332"/>
                  </a:cubicBezTo>
                  <a:cubicBezTo>
                    <a:pt x="1004135" y="376452"/>
                    <a:pt x="882799" y="322511"/>
                    <a:pt x="812790" y="369332"/>
                  </a:cubicBezTo>
                  <a:cubicBezTo>
                    <a:pt x="745931" y="429170"/>
                    <a:pt x="697532" y="343258"/>
                    <a:pt x="607257" y="369332"/>
                  </a:cubicBezTo>
                  <a:cubicBezTo>
                    <a:pt x="530732" y="380898"/>
                    <a:pt x="462066" y="323332"/>
                    <a:pt x="373696" y="369332"/>
                  </a:cubicBezTo>
                  <a:cubicBezTo>
                    <a:pt x="310076" y="399234"/>
                    <a:pt x="102009" y="345374"/>
                    <a:pt x="0" y="369332"/>
                  </a:cubicBezTo>
                  <a:cubicBezTo>
                    <a:pt x="28574" y="261701"/>
                    <a:pt x="19254" y="109993"/>
                    <a:pt x="0" y="0"/>
                  </a:cubicBezTo>
                  <a:close/>
                </a:path>
                <a:path w="2802726" h="369332" stroke="0" extrusionOk="0">
                  <a:moveTo>
                    <a:pt x="0" y="0"/>
                  </a:moveTo>
                  <a:cubicBezTo>
                    <a:pt x="80729" y="-52417"/>
                    <a:pt x="185831" y="52582"/>
                    <a:pt x="261587" y="0"/>
                  </a:cubicBezTo>
                  <a:cubicBezTo>
                    <a:pt x="346638" y="-37453"/>
                    <a:pt x="408497" y="55322"/>
                    <a:pt x="467120" y="0"/>
                  </a:cubicBezTo>
                  <a:cubicBezTo>
                    <a:pt x="537994" y="-61185"/>
                    <a:pt x="609663" y="1075"/>
                    <a:pt x="700681" y="0"/>
                  </a:cubicBezTo>
                  <a:cubicBezTo>
                    <a:pt x="780899" y="-25089"/>
                    <a:pt x="813433" y="39408"/>
                    <a:pt x="878187" y="0"/>
                  </a:cubicBezTo>
                  <a:cubicBezTo>
                    <a:pt x="934799" y="-28656"/>
                    <a:pt x="1016847" y="20955"/>
                    <a:pt x="1111747" y="0"/>
                  </a:cubicBezTo>
                  <a:cubicBezTo>
                    <a:pt x="1216137" y="-7121"/>
                    <a:pt x="1210007" y="7936"/>
                    <a:pt x="1289254" y="0"/>
                  </a:cubicBezTo>
                  <a:cubicBezTo>
                    <a:pt x="1374356" y="-20991"/>
                    <a:pt x="1451464" y="20255"/>
                    <a:pt x="1522814" y="0"/>
                  </a:cubicBezTo>
                  <a:cubicBezTo>
                    <a:pt x="1571288" y="-24572"/>
                    <a:pt x="1659760" y="50908"/>
                    <a:pt x="1728347" y="0"/>
                  </a:cubicBezTo>
                  <a:cubicBezTo>
                    <a:pt x="1799502" y="-44814"/>
                    <a:pt x="1825014" y="19323"/>
                    <a:pt x="1905853" y="0"/>
                  </a:cubicBezTo>
                  <a:cubicBezTo>
                    <a:pt x="1984826" y="-29650"/>
                    <a:pt x="2078443" y="36783"/>
                    <a:pt x="2167441" y="0"/>
                  </a:cubicBezTo>
                  <a:cubicBezTo>
                    <a:pt x="2230989" y="-69347"/>
                    <a:pt x="2373142" y="31564"/>
                    <a:pt x="2457056" y="0"/>
                  </a:cubicBezTo>
                  <a:cubicBezTo>
                    <a:pt x="2561143" y="-29741"/>
                    <a:pt x="2680405" y="54012"/>
                    <a:pt x="2802726" y="0"/>
                  </a:cubicBezTo>
                  <a:cubicBezTo>
                    <a:pt x="2801079" y="131561"/>
                    <a:pt x="2798617" y="286730"/>
                    <a:pt x="2802726" y="369332"/>
                  </a:cubicBezTo>
                  <a:cubicBezTo>
                    <a:pt x="2698617" y="433174"/>
                    <a:pt x="2614252" y="310447"/>
                    <a:pt x="2541138" y="369332"/>
                  </a:cubicBezTo>
                  <a:cubicBezTo>
                    <a:pt x="2467114" y="407220"/>
                    <a:pt x="2405656" y="356424"/>
                    <a:pt x="2335605" y="369332"/>
                  </a:cubicBezTo>
                  <a:cubicBezTo>
                    <a:pt x="2270803" y="386138"/>
                    <a:pt x="2145622" y="367773"/>
                    <a:pt x="2074017" y="369332"/>
                  </a:cubicBezTo>
                  <a:cubicBezTo>
                    <a:pt x="2005527" y="353503"/>
                    <a:pt x="1923531" y="322348"/>
                    <a:pt x="1784402" y="369332"/>
                  </a:cubicBezTo>
                  <a:cubicBezTo>
                    <a:pt x="1655712" y="440768"/>
                    <a:pt x="1676420" y="368366"/>
                    <a:pt x="1634923" y="369332"/>
                  </a:cubicBezTo>
                  <a:cubicBezTo>
                    <a:pt x="1589040" y="381992"/>
                    <a:pt x="1527623" y="366738"/>
                    <a:pt x="1485444" y="369332"/>
                  </a:cubicBezTo>
                  <a:cubicBezTo>
                    <a:pt x="1434444" y="378979"/>
                    <a:pt x="1376338" y="337300"/>
                    <a:pt x="1279911" y="369332"/>
                  </a:cubicBezTo>
                  <a:cubicBezTo>
                    <a:pt x="1171563" y="385383"/>
                    <a:pt x="1089489" y="313435"/>
                    <a:pt x="990296" y="369332"/>
                  </a:cubicBezTo>
                  <a:cubicBezTo>
                    <a:pt x="904585" y="436953"/>
                    <a:pt x="888176" y="333545"/>
                    <a:pt x="812790" y="369332"/>
                  </a:cubicBezTo>
                  <a:cubicBezTo>
                    <a:pt x="725114" y="409193"/>
                    <a:pt x="725497" y="319601"/>
                    <a:pt x="635284" y="369332"/>
                  </a:cubicBezTo>
                  <a:cubicBezTo>
                    <a:pt x="554131" y="400269"/>
                    <a:pt x="482798" y="357454"/>
                    <a:pt x="401724" y="369332"/>
                  </a:cubicBezTo>
                  <a:cubicBezTo>
                    <a:pt x="271306" y="381939"/>
                    <a:pt x="136119" y="334922"/>
                    <a:pt x="0" y="369332"/>
                  </a:cubicBezTo>
                  <a:cubicBezTo>
                    <a:pt x="-1695" y="273692"/>
                    <a:pt x="5243" y="185533"/>
                    <a:pt x="0" y="0"/>
                  </a:cubicBezTo>
                  <a:close/>
                </a:path>
                <a:path w="2802726" h="369332" fill="none" stroke="0" extrusionOk="0">
                  <a:moveTo>
                    <a:pt x="0" y="0"/>
                  </a:moveTo>
                  <a:cubicBezTo>
                    <a:pt x="97472" y="-50799"/>
                    <a:pt x="121493" y="54886"/>
                    <a:pt x="233560" y="0"/>
                  </a:cubicBezTo>
                  <a:cubicBezTo>
                    <a:pt x="348953" y="-54496"/>
                    <a:pt x="383754" y="19139"/>
                    <a:pt x="467120" y="0"/>
                  </a:cubicBezTo>
                  <a:cubicBezTo>
                    <a:pt x="564787" y="-55435"/>
                    <a:pt x="667189" y="71709"/>
                    <a:pt x="756735" y="0"/>
                  </a:cubicBezTo>
                  <a:cubicBezTo>
                    <a:pt x="849769" y="-71127"/>
                    <a:pt x="897029" y="68952"/>
                    <a:pt x="990296" y="0"/>
                  </a:cubicBezTo>
                  <a:cubicBezTo>
                    <a:pt x="1103093" y="-59065"/>
                    <a:pt x="1121158" y="66002"/>
                    <a:pt x="1223856" y="0"/>
                  </a:cubicBezTo>
                  <a:cubicBezTo>
                    <a:pt x="1336419" y="-83627"/>
                    <a:pt x="1397746" y="23694"/>
                    <a:pt x="1485444" y="0"/>
                  </a:cubicBezTo>
                  <a:cubicBezTo>
                    <a:pt x="1599241" y="-4145"/>
                    <a:pt x="1573063" y="41551"/>
                    <a:pt x="1634923" y="0"/>
                  </a:cubicBezTo>
                  <a:cubicBezTo>
                    <a:pt x="1700985" y="-42412"/>
                    <a:pt x="1714096" y="5377"/>
                    <a:pt x="1784402" y="0"/>
                  </a:cubicBezTo>
                  <a:cubicBezTo>
                    <a:pt x="1857182" y="-12300"/>
                    <a:pt x="1860743" y="7271"/>
                    <a:pt x="1933881" y="0"/>
                  </a:cubicBezTo>
                  <a:cubicBezTo>
                    <a:pt x="2003756" y="-8963"/>
                    <a:pt x="2168249" y="63817"/>
                    <a:pt x="2223496" y="0"/>
                  </a:cubicBezTo>
                  <a:cubicBezTo>
                    <a:pt x="2291776" y="-68766"/>
                    <a:pt x="2387940" y="5268"/>
                    <a:pt x="2429029" y="0"/>
                  </a:cubicBezTo>
                  <a:cubicBezTo>
                    <a:pt x="2478849" y="-13871"/>
                    <a:pt x="2522624" y="26945"/>
                    <a:pt x="2578508" y="0"/>
                  </a:cubicBezTo>
                  <a:cubicBezTo>
                    <a:pt x="2647442" y="-39029"/>
                    <a:pt x="2749534" y="27052"/>
                    <a:pt x="2802726" y="0"/>
                  </a:cubicBezTo>
                  <a:cubicBezTo>
                    <a:pt x="2834825" y="123494"/>
                    <a:pt x="2786108" y="191291"/>
                    <a:pt x="2802726" y="369332"/>
                  </a:cubicBezTo>
                  <a:cubicBezTo>
                    <a:pt x="2725775" y="436063"/>
                    <a:pt x="2675480" y="359904"/>
                    <a:pt x="2569165" y="369332"/>
                  </a:cubicBezTo>
                  <a:cubicBezTo>
                    <a:pt x="2452813" y="408254"/>
                    <a:pt x="2403293" y="350744"/>
                    <a:pt x="2279550" y="369332"/>
                  </a:cubicBezTo>
                  <a:cubicBezTo>
                    <a:pt x="2146136" y="404327"/>
                    <a:pt x="2165544" y="322417"/>
                    <a:pt x="2130071" y="369332"/>
                  </a:cubicBezTo>
                  <a:cubicBezTo>
                    <a:pt x="2096677" y="407185"/>
                    <a:pt x="1994363" y="299349"/>
                    <a:pt x="1868483" y="369332"/>
                  </a:cubicBezTo>
                  <a:cubicBezTo>
                    <a:pt x="1742526" y="430448"/>
                    <a:pt x="1690483" y="319315"/>
                    <a:pt x="1606896" y="369332"/>
                  </a:cubicBezTo>
                  <a:cubicBezTo>
                    <a:pt x="1520155" y="433635"/>
                    <a:pt x="1495808" y="310364"/>
                    <a:pt x="1401363" y="369332"/>
                  </a:cubicBezTo>
                  <a:cubicBezTo>
                    <a:pt x="1300828" y="409330"/>
                    <a:pt x="1331926" y="307976"/>
                    <a:pt x="1251884" y="369332"/>
                  </a:cubicBezTo>
                  <a:cubicBezTo>
                    <a:pt x="1180617" y="413430"/>
                    <a:pt x="1166556" y="334883"/>
                    <a:pt x="1074378" y="369332"/>
                  </a:cubicBezTo>
                  <a:cubicBezTo>
                    <a:pt x="1008929" y="391472"/>
                    <a:pt x="894097" y="330309"/>
                    <a:pt x="812790" y="369332"/>
                  </a:cubicBezTo>
                  <a:cubicBezTo>
                    <a:pt x="742008" y="409726"/>
                    <a:pt x="702016" y="340630"/>
                    <a:pt x="607257" y="369332"/>
                  </a:cubicBezTo>
                  <a:cubicBezTo>
                    <a:pt x="531746" y="389274"/>
                    <a:pt x="440752" y="333547"/>
                    <a:pt x="373696" y="369332"/>
                  </a:cubicBezTo>
                  <a:cubicBezTo>
                    <a:pt x="333719" y="408977"/>
                    <a:pt x="74105" y="368805"/>
                    <a:pt x="0" y="369332"/>
                  </a:cubicBezTo>
                  <a:cubicBezTo>
                    <a:pt x="-7499" y="239311"/>
                    <a:pt x="-765" y="91579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2802726"/>
                        <a:gd name="connsiteY0" fmla="*/ 0 h 369332"/>
                        <a:gd name="connsiteX1" fmla="*/ 233560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56735 w 2802726"/>
                        <a:gd name="connsiteY3" fmla="*/ 0 h 369332"/>
                        <a:gd name="connsiteX4" fmla="*/ 990296 w 2802726"/>
                        <a:gd name="connsiteY4" fmla="*/ 0 h 369332"/>
                        <a:gd name="connsiteX5" fmla="*/ 1223856 w 2802726"/>
                        <a:gd name="connsiteY5" fmla="*/ 0 h 369332"/>
                        <a:gd name="connsiteX6" fmla="*/ 1485444 w 2802726"/>
                        <a:gd name="connsiteY6" fmla="*/ 0 h 369332"/>
                        <a:gd name="connsiteX7" fmla="*/ 1634923 w 2802726"/>
                        <a:gd name="connsiteY7" fmla="*/ 0 h 369332"/>
                        <a:gd name="connsiteX8" fmla="*/ 1784402 w 2802726"/>
                        <a:gd name="connsiteY8" fmla="*/ 0 h 369332"/>
                        <a:gd name="connsiteX9" fmla="*/ 1933881 w 2802726"/>
                        <a:gd name="connsiteY9" fmla="*/ 0 h 369332"/>
                        <a:gd name="connsiteX10" fmla="*/ 2223496 w 2802726"/>
                        <a:gd name="connsiteY10" fmla="*/ 0 h 369332"/>
                        <a:gd name="connsiteX11" fmla="*/ 2429029 w 2802726"/>
                        <a:gd name="connsiteY11" fmla="*/ 0 h 369332"/>
                        <a:gd name="connsiteX12" fmla="*/ 2578508 w 2802726"/>
                        <a:gd name="connsiteY12" fmla="*/ 0 h 369332"/>
                        <a:gd name="connsiteX13" fmla="*/ 2802726 w 2802726"/>
                        <a:gd name="connsiteY13" fmla="*/ 0 h 369332"/>
                        <a:gd name="connsiteX14" fmla="*/ 2802726 w 2802726"/>
                        <a:gd name="connsiteY14" fmla="*/ 369332 h 369332"/>
                        <a:gd name="connsiteX15" fmla="*/ 2569165 w 2802726"/>
                        <a:gd name="connsiteY15" fmla="*/ 369332 h 369332"/>
                        <a:gd name="connsiteX16" fmla="*/ 2279550 w 2802726"/>
                        <a:gd name="connsiteY16" fmla="*/ 369332 h 369332"/>
                        <a:gd name="connsiteX17" fmla="*/ 2130071 w 2802726"/>
                        <a:gd name="connsiteY17" fmla="*/ 369332 h 369332"/>
                        <a:gd name="connsiteX18" fmla="*/ 1868483 w 2802726"/>
                        <a:gd name="connsiteY18" fmla="*/ 369332 h 369332"/>
                        <a:gd name="connsiteX19" fmla="*/ 1606896 w 2802726"/>
                        <a:gd name="connsiteY19" fmla="*/ 369332 h 369332"/>
                        <a:gd name="connsiteX20" fmla="*/ 1401363 w 2802726"/>
                        <a:gd name="connsiteY20" fmla="*/ 369332 h 369332"/>
                        <a:gd name="connsiteX21" fmla="*/ 1251884 w 2802726"/>
                        <a:gd name="connsiteY21" fmla="*/ 369332 h 369332"/>
                        <a:gd name="connsiteX22" fmla="*/ 1074378 w 2802726"/>
                        <a:gd name="connsiteY22" fmla="*/ 369332 h 369332"/>
                        <a:gd name="connsiteX23" fmla="*/ 812790 w 2802726"/>
                        <a:gd name="connsiteY23" fmla="*/ 369332 h 369332"/>
                        <a:gd name="connsiteX24" fmla="*/ 607257 w 2802726"/>
                        <a:gd name="connsiteY24" fmla="*/ 369332 h 369332"/>
                        <a:gd name="connsiteX25" fmla="*/ 373696 w 2802726"/>
                        <a:gd name="connsiteY25" fmla="*/ 369332 h 369332"/>
                        <a:gd name="connsiteX26" fmla="*/ 0 w 2802726"/>
                        <a:gd name="connsiteY26" fmla="*/ 369332 h 369332"/>
                        <a:gd name="connsiteX27" fmla="*/ 0 w 2802726"/>
                        <a:gd name="connsiteY27" fmla="*/ 0 h 369332"/>
                        <a:gd name="connsiteX0" fmla="*/ 0 w 2802726"/>
                        <a:gd name="connsiteY0" fmla="*/ 0 h 369332"/>
                        <a:gd name="connsiteX1" fmla="*/ 261587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00681 w 2802726"/>
                        <a:gd name="connsiteY3" fmla="*/ 0 h 369332"/>
                        <a:gd name="connsiteX4" fmla="*/ 878187 w 2802726"/>
                        <a:gd name="connsiteY4" fmla="*/ 0 h 369332"/>
                        <a:gd name="connsiteX5" fmla="*/ 1111747 w 2802726"/>
                        <a:gd name="connsiteY5" fmla="*/ 0 h 369332"/>
                        <a:gd name="connsiteX6" fmla="*/ 1289254 w 2802726"/>
                        <a:gd name="connsiteY6" fmla="*/ 0 h 369332"/>
                        <a:gd name="connsiteX7" fmla="*/ 1522814 w 2802726"/>
                        <a:gd name="connsiteY7" fmla="*/ 0 h 369332"/>
                        <a:gd name="connsiteX8" fmla="*/ 1728347 w 2802726"/>
                        <a:gd name="connsiteY8" fmla="*/ 0 h 369332"/>
                        <a:gd name="connsiteX9" fmla="*/ 1905853 w 2802726"/>
                        <a:gd name="connsiteY9" fmla="*/ 0 h 369332"/>
                        <a:gd name="connsiteX10" fmla="*/ 2167441 w 2802726"/>
                        <a:gd name="connsiteY10" fmla="*/ 0 h 369332"/>
                        <a:gd name="connsiteX11" fmla="*/ 2457056 w 2802726"/>
                        <a:gd name="connsiteY11" fmla="*/ 0 h 369332"/>
                        <a:gd name="connsiteX12" fmla="*/ 2802726 w 2802726"/>
                        <a:gd name="connsiteY12" fmla="*/ 0 h 369332"/>
                        <a:gd name="connsiteX13" fmla="*/ 2802726 w 2802726"/>
                        <a:gd name="connsiteY13" fmla="*/ 369332 h 369332"/>
                        <a:gd name="connsiteX14" fmla="*/ 2541138 w 2802726"/>
                        <a:gd name="connsiteY14" fmla="*/ 369332 h 369332"/>
                        <a:gd name="connsiteX15" fmla="*/ 2335605 w 2802726"/>
                        <a:gd name="connsiteY15" fmla="*/ 369332 h 369332"/>
                        <a:gd name="connsiteX16" fmla="*/ 2074017 w 2802726"/>
                        <a:gd name="connsiteY16" fmla="*/ 369332 h 369332"/>
                        <a:gd name="connsiteX17" fmla="*/ 1784402 w 2802726"/>
                        <a:gd name="connsiteY17" fmla="*/ 369332 h 369332"/>
                        <a:gd name="connsiteX18" fmla="*/ 1634923 w 2802726"/>
                        <a:gd name="connsiteY18" fmla="*/ 369332 h 369332"/>
                        <a:gd name="connsiteX19" fmla="*/ 1485444 w 2802726"/>
                        <a:gd name="connsiteY19" fmla="*/ 369332 h 369332"/>
                        <a:gd name="connsiteX20" fmla="*/ 1279911 w 2802726"/>
                        <a:gd name="connsiteY20" fmla="*/ 369332 h 369332"/>
                        <a:gd name="connsiteX21" fmla="*/ 990296 w 2802726"/>
                        <a:gd name="connsiteY21" fmla="*/ 369332 h 369332"/>
                        <a:gd name="connsiteX22" fmla="*/ 812790 w 2802726"/>
                        <a:gd name="connsiteY22" fmla="*/ 369332 h 369332"/>
                        <a:gd name="connsiteX23" fmla="*/ 635284 w 2802726"/>
                        <a:gd name="connsiteY23" fmla="*/ 369332 h 369332"/>
                        <a:gd name="connsiteX24" fmla="*/ 401724 w 2802726"/>
                        <a:gd name="connsiteY24" fmla="*/ 369332 h 369332"/>
                        <a:gd name="connsiteX25" fmla="*/ 0 w 2802726"/>
                        <a:gd name="connsiteY25" fmla="*/ 369332 h 369332"/>
                        <a:gd name="connsiteX26" fmla="*/ 0 w 2802726"/>
                        <a:gd name="connsiteY26" fmla="*/ 0 h 369332"/>
                        <a:gd name="connsiteX0" fmla="*/ 0 w 2802726"/>
                        <a:gd name="connsiteY0" fmla="*/ 0 h 369332"/>
                        <a:gd name="connsiteX1" fmla="*/ 233560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56735 w 2802726"/>
                        <a:gd name="connsiteY3" fmla="*/ 0 h 369332"/>
                        <a:gd name="connsiteX4" fmla="*/ 990296 w 2802726"/>
                        <a:gd name="connsiteY4" fmla="*/ 0 h 369332"/>
                        <a:gd name="connsiteX5" fmla="*/ 1223856 w 2802726"/>
                        <a:gd name="connsiteY5" fmla="*/ 0 h 369332"/>
                        <a:gd name="connsiteX6" fmla="*/ 1485444 w 2802726"/>
                        <a:gd name="connsiteY6" fmla="*/ 0 h 369332"/>
                        <a:gd name="connsiteX7" fmla="*/ 1634923 w 2802726"/>
                        <a:gd name="connsiteY7" fmla="*/ 0 h 369332"/>
                        <a:gd name="connsiteX8" fmla="*/ 1784402 w 2802726"/>
                        <a:gd name="connsiteY8" fmla="*/ 0 h 369332"/>
                        <a:gd name="connsiteX9" fmla="*/ 1933881 w 2802726"/>
                        <a:gd name="connsiteY9" fmla="*/ 0 h 369332"/>
                        <a:gd name="connsiteX10" fmla="*/ 2223496 w 2802726"/>
                        <a:gd name="connsiteY10" fmla="*/ 0 h 369332"/>
                        <a:gd name="connsiteX11" fmla="*/ 2429029 w 2802726"/>
                        <a:gd name="connsiteY11" fmla="*/ 0 h 369332"/>
                        <a:gd name="connsiteX12" fmla="*/ 2578508 w 2802726"/>
                        <a:gd name="connsiteY12" fmla="*/ 0 h 369332"/>
                        <a:gd name="connsiteX13" fmla="*/ 2802726 w 2802726"/>
                        <a:gd name="connsiteY13" fmla="*/ 0 h 369332"/>
                        <a:gd name="connsiteX14" fmla="*/ 2802726 w 2802726"/>
                        <a:gd name="connsiteY14" fmla="*/ 369332 h 369332"/>
                        <a:gd name="connsiteX15" fmla="*/ 2569165 w 2802726"/>
                        <a:gd name="connsiteY15" fmla="*/ 369332 h 369332"/>
                        <a:gd name="connsiteX16" fmla="*/ 2279550 w 2802726"/>
                        <a:gd name="connsiteY16" fmla="*/ 369332 h 369332"/>
                        <a:gd name="connsiteX17" fmla="*/ 2130071 w 2802726"/>
                        <a:gd name="connsiteY17" fmla="*/ 369332 h 369332"/>
                        <a:gd name="connsiteX18" fmla="*/ 1868483 w 2802726"/>
                        <a:gd name="connsiteY18" fmla="*/ 369332 h 369332"/>
                        <a:gd name="connsiteX19" fmla="*/ 1606896 w 2802726"/>
                        <a:gd name="connsiteY19" fmla="*/ 369332 h 369332"/>
                        <a:gd name="connsiteX20" fmla="*/ 1401363 w 2802726"/>
                        <a:gd name="connsiteY20" fmla="*/ 369332 h 369332"/>
                        <a:gd name="connsiteX21" fmla="*/ 1251884 w 2802726"/>
                        <a:gd name="connsiteY21" fmla="*/ 369332 h 369332"/>
                        <a:gd name="connsiteX22" fmla="*/ 1074378 w 2802726"/>
                        <a:gd name="connsiteY22" fmla="*/ 369332 h 369332"/>
                        <a:gd name="connsiteX23" fmla="*/ 812790 w 2802726"/>
                        <a:gd name="connsiteY23" fmla="*/ 369332 h 369332"/>
                        <a:gd name="connsiteX24" fmla="*/ 607257 w 2802726"/>
                        <a:gd name="connsiteY24" fmla="*/ 369332 h 369332"/>
                        <a:gd name="connsiteX25" fmla="*/ 373696 w 2802726"/>
                        <a:gd name="connsiteY25" fmla="*/ 369332 h 369332"/>
                        <a:gd name="connsiteX26" fmla="*/ 0 w 2802726"/>
                        <a:gd name="connsiteY26" fmla="*/ 369332 h 369332"/>
                        <a:gd name="connsiteX27" fmla="*/ 0 w 2802726"/>
                        <a:gd name="connsiteY27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2802726" h="369332" fill="none" extrusionOk="0">
                          <a:moveTo>
                            <a:pt x="0" y="0"/>
                          </a:moveTo>
                          <a:cubicBezTo>
                            <a:pt x="50376" y="-19364"/>
                            <a:pt x="123907" y="47555"/>
                            <a:pt x="233560" y="0"/>
                          </a:cubicBezTo>
                          <a:cubicBezTo>
                            <a:pt x="348956" y="-79670"/>
                            <a:pt x="365717" y="36764"/>
                            <a:pt x="467120" y="0"/>
                          </a:cubicBezTo>
                          <a:cubicBezTo>
                            <a:pt x="552693" y="7219"/>
                            <a:pt x="601100" y="56730"/>
                            <a:pt x="756735" y="0"/>
                          </a:cubicBezTo>
                          <a:cubicBezTo>
                            <a:pt x="818854" y="-36098"/>
                            <a:pt x="901806" y="92723"/>
                            <a:pt x="990296" y="0"/>
                          </a:cubicBezTo>
                          <a:cubicBezTo>
                            <a:pt x="1087064" y="-100918"/>
                            <a:pt x="1122525" y="35175"/>
                            <a:pt x="1223856" y="0"/>
                          </a:cubicBezTo>
                          <a:cubicBezTo>
                            <a:pt x="1351065" y="-60334"/>
                            <a:pt x="1358354" y="44327"/>
                            <a:pt x="1485444" y="0"/>
                          </a:cubicBezTo>
                          <a:cubicBezTo>
                            <a:pt x="1580187" y="17300"/>
                            <a:pt x="1564037" y="50210"/>
                            <a:pt x="1634923" y="0"/>
                          </a:cubicBezTo>
                          <a:cubicBezTo>
                            <a:pt x="1684802" y="-44341"/>
                            <a:pt x="1697492" y="-4010"/>
                            <a:pt x="1784402" y="0"/>
                          </a:cubicBezTo>
                          <a:cubicBezTo>
                            <a:pt x="1851811" y="-9892"/>
                            <a:pt x="1862463" y="3286"/>
                            <a:pt x="1933881" y="0"/>
                          </a:cubicBezTo>
                          <a:cubicBezTo>
                            <a:pt x="2021436" y="-37869"/>
                            <a:pt x="2190085" y="72498"/>
                            <a:pt x="2223496" y="0"/>
                          </a:cubicBezTo>
                          <a:cubicBezTo>
                            <a:pt x="2284293" y="-64451"/>
                            <a:pt x="2383242" y="-1719"/>
                            <a:pt x="2429029" y="0"/>
                          </a:cubicBezTo>
                          <a:cubicBezTo>
                            <a:pt x="2491373" y="12024"/>
                            <a:pt x="2498191" y="46158"/>
                            <a:pt x="2578508" y="0"/>
                          </a:cubicBezTo>
                          <a:cubicBezTo>
                            <a:pt x="2646032" y="-45903"/>
                            <a:pt x="2760887" y="26184"/>
                            <a:pt x="2802726" y="0"/>
                          </a:cubicBezTo>
                          <a:cubicBezTo>
                            <a:pt x="2818133" y="102270"/>
                            <a:pt x="2824499" y="183758"/>
                            <a:pt x="2802726" y="369332"/>
                          </a:cubicBezTo>
                          <a:cubicBezTo>
                            <a:pt x="2745708" y="412338"/>
                            <a:pt x="2695602" y="365694"/>
                            <a:pt x="2569165" y="369332"/>
                          </a:cubicBezTo>
                          <a:cubicBezTo>
                            <a:pt x="2451241" y="432112"/>
                            <a:pt x="2429597" y="335742"/>
                            <a:pt x="2279550" y="369332"/>
                          </a:cubicBezTo>
                          <a:cubicBezTo>
                            <a:pt x="2136711" y="424992"/>
                            <a:pt x="2160928" y="333594"/>
                            <a:pt x="2130071" y="369332"/>
                          </a:cubicBezTo>
                          <a:cubicBezTo>
                            <a:pt x="2129240" y="419964"/>
                            <a:pt x="2003262" y="277267"/>
                            <a:pt x="1868483" y="369332"/>
                          </a:cubicBezTo>
                          <a:cubicBezTo>
                            <a:pt x="1774442" y="409695"/>
                            <a:pt x="1693541" y="352601"/>
                            <a:pt x="1606896" y="369332"/>
                          </a:cubicBezTo>
                          <a:cubicBezTo>
                            <a:pt x="1492110" y="420369"/>
                            <a:pt x="1503879" y="340809"/>
                            <a:pt x="1401363" y="369332"/>
                          </a:cubicBezTo>
                          <a:cubicBezTo>
                            <a:pt x="1287013" y="449700"/>
                            <a:pt x="1362880" y="353985"/>
                            <a:pt x="1251884" y="369332"/>
                          </a:cubicBezTo>
                          <a:cubicBezTo>
                            <a:pt x="1177170" y="394640"/>
                            <a:pt x="1159599" y="304798"/>
                            <a:pt x="1074378" y="369332"/>
                          </a:cubicBezTo>
                          <a:cubicBezTo>
                            <a:pt x="1009742" y="369219"/>
                            <a:pt x="873339" y="307240"/>
                            <a:pt x="812790" y="369332"/>
                          </a:cubicBezTo>
                          <a:cubicBezTo>
                            <a:pt x="746818" y="432204"/>
                            <a:pt x="705539" y="345017"/>
                            <a:pt x="607257" y="369332"/>
                          </a:cubicBezTo>
                          <a:cubicBezTo>
                            <a:pt x="529200" y="374527"/>
                            <a:pt x="473991" y="320866"/>
                            <a:pt x="373696" y="369332"/>
                          </a:cubicBezTo>
                          <a:cubicBezTo>
                            <a:pt x="313565" y="387877"/>
                            <a:pt x="106085" y="336979"/>
                            <a:pt x="0" y="369332"/>
                          </a:cubicBezTo>
                          <a:cubicBezTo>
                            <a:pt x="50609" y="273425"/>
                            <a:pt x="27473" y="83192"/>
                            <a:pt x="0" y="0"/>
                          </a:cubicBezTo>
                          <a:close/>
                        </a:path>
                        <a:path w="2802726" h="369332" stroke="0" extrusionOk="0">
                          <a:moveTo>
                            <a:pt x="0" y="0"/>
                          </a:moveTo>
                          <a:cubicBezTo>
                            <a:pt x="86509" y="-42279"/>
                            <a:pt x="174247" y="28328"/>
                            <a:pt x="261587" y="0"/>
                          </a:cubicBezTo>
                          <a:cubicBezTo>
                            <a:pt x="349391" y="-32724"/>
                            <a:pt x="413166" y="56538"/>
                            <a:pt x="467120" y="0"/>
                          </a:cubicBezTo>
                          <a:cubicBezTo>
                            <a:pt x="534462" y="-64222"/>
                            <a:pt x="604529" y="-17378"/>
                            <a:pt x="700681" y="0"/>
                          </a:cubicBezTo>
                          <a:cubicBezTo>
                            <a:pt x="775446" y="-33453"/>
                            <a:pt x="823591" y="48442"/>
                            <a:pt x="878187" y="0"/>
                          </a:cubicBezTo>
                          <a:cubicBezTo>
                            <a:pt x="921566" y="-19996"/>
                            <a:pt x="1022023" y="25976"/>
                            <a:pt x="1111747" y="0"/>
                          </a:cubicBezTo>
                          <a:cubicBezTo>
                            <a:pt x="1216630" y="-3872"/>
                            <a:pt x="1209048" y="8930"/>
                            <a:pt x="1289254" y="0"/>
                          </a:cubicBezTo>
                          <a:cubicBezTo>
                            <a:pt x="1382146" y="-35992"/>
                            <a:pt x="1441424" y="16914"/>
                            <a:pt x="1522814" y="0"/>
                          </a:cubicBezTo>
                          <a:cubicBezTo>
                            <a:pt x="1568365" y="-24063"/>
                            <a:pt x="1653825" y="68760"/>
                            <a:pt x="1728347" y="0"/>
                          </a:cubicBezTo>
                          <a:cubicBezTo>
                            <a:pt x="1809644" y="-47197"/>
                            <a:pt x="1825416" y="8337"/>
                            <a:pt x="1905853" y="0"/>
                          </a:cubicBezTo>
                          <a:cubicBezTo>
                            <a:pt x="1981218" y="-39883"/>
                            <a:pt x="2077674" y="33957"/>
                            <a:pt x="2167441" y="0"/>
                          </a:cubicBezTo>
                          <a:cubicBezTo>
                            <a:pt x="2222906" y="-76352"/>
                            <a:pt x="2378523" y="25135"/>
                            <a:pt x="2457056" y="0"/>
                          </a:cubicBezTo>
                          <a:cubicBezTo>
                            <a:pt x="2586664" y="-783"/>
                            <a:pt x="2676745" y="58604"/>
                            <a:pt x="2802726" y="0"/>
                          </a:cubicBezTo>
                          <a:cubicBezTo>
                            <a:pt x="2790894" y="145492"/>
                            <a:pt x="2804102" y="289792"/>
                            <a:pt x="2802726" y="369332"/>
                          </a:cubicBezTo>
                          <a:cubicBezTo>
                            <a:pt x="2694950" y="441708"/>
                            <a:pt x="2630532" y="293674"/>
                            <a:pt x="2541138" y="369332"/>
                          </a:cubicBezTo>
                          <a:cubicBezTo>
                            <a:pt x="2458449" y="394270"/>
                            <a:pt x="2415959" y="362039"/>
                            <a:pt x="2335605" y="369332"/>
                          </a:cubicBezTo>
                          <a:cubicBezTo>
                            <a:pt x="2259238" y="381939"/>
                            <a:pt x="2143932" y="386377"/>
                            <a:pt x="2074017" y="369332"/>
                          </a:cubicBezTo>
                          <a:cubicBezTo>
                            <a:pt x="2007385" y="340978"/>
                            <a:pt x="1924260" y="324580"/>
                            <a:pt x="1784402" y="369332"/>
                          </a:cubicBezTo>
                          <a:cubicBezTo>
                            <a:pt x="1660692" y="448294"/>
                            <a:pt x="1674763" y="370207"/>
                            <a:pt x="1634923" y="369332"/>
                          </a:cubicBezTo>
                          <a:cubicBezTo>
                            <a:pt x="1594083" y="393155"/>
                            <a:pt x="1518891" y="374748"/>
                            <a:pt x="1485444" y="369332"/>
                          </a:cubicBezTo>
                          <a:cubicBezTo>
                            <a:pt x="1444389" y="364286"/>
                            <a:pt x="1376526" y="333203"/>
                            <a:pt x="1279911" y="369332"/>
                          </a:cubicBezTo>
                          <a:cubicBezTo>
                            <a:pt x="1142742" y="374047"/>
                            <a:pt x="1111816" y="328690"/>
                            <a:pt x="990296" y="369332"/>
                          </a:cubicBezTo>
                          <a:cubicBezTo>
                            <a:pt x="887845" y="442461"/>
                            <a:pt x="886871" y="321338"/>
                            <a:pt x="812790" y="369332"/>
                          </a:cubicBezTo>
                          <a:cubicBezTo>
                            <a:pt x="704924" y="419500"/>
                            <a:pt x="734751" y="321740"/>
                            <a:pt x="635284" y="369332"/>
                          </a:cubicBezTo>
                          <a:cubicBezTo>
                            <a:pt x="555401" y="388581"/>
                            <a:pt x="472335" y="370650"/>
                            <a:pt x="401724" y="369332"/>
                          </a:cubicBezTo>
                          <a:cubicBezTo>
                            <a:pt x="255611" y="378656"/>
                            <a:pt x="124330" y="335099"/>
                            <a:pt x="0" y="369332"/>
                          </a:cubicBezTo>
                          <a:cubicBezTo>
                            <a:pt x="658" y="293000"/>
                            <a:pt x="8013" y="204069"/>
                            <a:pt x="0" y="0"/>
                          </a:cubicBezTo>
                          <a:close/>
                        </a:path>
                        <a:path w="2802726" h="369332" fill="none" stroke="0" extrusionOk="0">
                          <a:moveTo>
                            <a:pt x="0" y="0"/>
                          </a:moveTo>
                          <a:cubicBezTo>
                            <a:pt x="93239" y="-50754"/>
                            <a:pt x="141748" y="42170"/>
                            <a:pt x="233560" y="0"/>
                          </a:cubicBezTo>
                          <a:cubicBezTo>
                            <a:pt x="353951" y="-45137"/>
                            <a:pt x="369153" y="26741"/>
                            <a:pt x="467120" y="0"/>
                          </a:cubicBezTo>
                          <a:cubicBezTo>
                            <a:pt x="573188" y="-61137"/>
                            <a:pt x="686345" y="82723"/>
                            <a:pt x="756735" y="0"/>
                          </a:cubicBezTo>
                          <a:cubicBezTo>
                            <a:pt x="871623" y="-64678"/>
                            <a:pt x="883287" y="69651"/>
                            <a:pt x="990296" y="0"/>
                          </a:cubicBezTo>
                          <a:cubicBezTo>
                            <a:pt x="1125600" y="-54396"/>
                            <a:pt x="1117127" y="33623"/>
                            <a:pt x="1223856" y="0"/>
                          </a:cubicBezTo>
                          <a:cubicBezTo>
                            <a:pt x="1346900" y="-88090"/>
                            <a:pt x="1406970" y="23272"/>
                            <a:pt x="1485444" y="0"/>
                          </a:cubicBezTo>
                          <a:cubicBezTo>
                            <a:pt x="1592467" y="219"/>
                            <a:pt x="1576382" y="39665"/>
                            <a:pt x="1634923" y="0"/>
                          </a:cubicBezTo>
                          <a:cubicBezTo>
                            <a:pt x="1708579" y="-45058"/>
                            <a:pt x="1701523" y="7986"/>
                            <a:pt x="1784402" y="0"/>
                          </a:cubicBezTo>
                          <a:cubicBezTo>
                            <a:pt x="1859622" y="-16462"/>
                            <a:pt x="1855915" y="5776"/>
                            <a:pt x="1933881" y="0"/>
                          </a:cubicBezTo>
                          <a:cubicBezTo>
                            <a:pt x="2006088" y="-6529"/>
                            <a:pt x="2156013" y="50713"/>
                            <a:pt x="2223496" y="0"/>
                          </a:cubicBezTo>
                          <a:cubicBezTo>
                            <a:pt x="2289416" y="-68410"/>
                            <a:pt x="2386721" y="17593"/>
                            <a:pt x="2429029" y="0"/>
                          </a:cubicBezTo>
                          <a:cubicBezTo>
                            <a:pt x="2487084" y="-12638"/>
                            <a:pt x="2525103" y="26855"/>
                            <a:pt x="2578508" y="0"/>
                          </a:cubicBezTo>
                          <a:cubicBezTo>
                            <a:pt x="2646233" y="-37310"/>
                            <a:pt x="2744531" y="29113"/>
                            <a:pt x="2802726" y="0"/>
                          </a:cubicBezTo>
                          <a:cubicBezTo>
                            <a:pt x="2835383" y="131223"/>
                            <a:pt x="2792825" y="190412"/>
                            <a:pt x="2802726" y="369332"/>
                          </a:cubicBezTo>
                          <a:cubicBezTo>
                            <a:pt x="2730342" y="414618"/>
                            <a:pt x="2694492" y="361989"/>
                            <a:pt x="2569165" y="369332"/>
                          </a:cubicBezTo>
                          <a:cubicBezTo>
                            <a:pt x="2474345" y="406188"/>
                            <a:pt x="2382752" y="360040"/>
                            <a:pt x="2279550" y="369332"/>
                          </a:cubicBezTo>
                          <a:cubicBezTo>
                            <a:pt x="2147243" y="407011"/>
                            <a:pt x="2157117" y="326755"/>
                            <a:pt x="2130071" y="369332"/>
                          </a:cubicBezTo>
                          <a:cubicBezTo>
                            <a:pt x="2116475" y="405080"/>
                            <a:pt x="1986540" y="294939"/>
                            <a:pt x="1868483" y="369332"/>
                          </a:cubicBezTo>
                          <a:cubicBezTo>
                            <a:pt x="1726039" y="418352"/>
                            <a:pt x="1669981" y="332377"/>
                            <a:pt x="1606896" y="369332"/>
                          </a:cubicBezTo>
                          <a:cubicBezTo>
                            <a:pt x="1511244" y="463511"/>
                            <a:pt x="1492328" y="309276"/>
                            <a:pt x="1401363" y="369332"/>
                          </a:cubicBezTo>
                          <a:cubicBezTo>
                            <a:pt x="1309878" y="390685"/>
                            <a:pt x="1354845" y="311865"/>
                            <a:pt x="1251884" y="369332"/>
                          </a:cubicBezTo>
                          <a:cubicBezTo>
                            <a:pt x="1169844" y="425417"/>
                            <a:pt x="1164946" y="336942"/>
                            <a:pt x="1074378" y="369332"/>
                          </a:cubicBezTo>
                          <a:cubicBezTo>
                            <a:pt x="1000611" y="368366"/>
                            <a:pt x="887204" y="328028"/>
                            <a:pt x="812790" y="369332"/>
                          </a:cubicBezTo>
                          <a:cubicBezTo>
                            <a:pt x="756563" y="405169"/>
                            <a:pt x="689692" y="335871"/>
                            <a:pt x="607257" y="369332"/>
                          </a:cubicBezTo>
                          <a:cubicBezTo>
                            <a:pt x="537218" y="394790"/>
                            <a:pt x="435952" y="321378"/>
                            <a:pt x="373696" y="369332"/>
                          </a:cubicBezTo>
                          <a:cubicBezTo>
                            <a:pt x="322124" y="413927"/>
                            <a:pt x="79869" y="362240"/>
                            <a:pt x="0" y="369332"/>
                          </a:cubicBezTo>
                          <a:cubicBezTo>
                            <a:pt x="-6736" y="236614"/>
                            <a:pt x="-18831" y="86595"/>
                            <a:pt x="0" y="0"/>
                          </a:cubicBezTo>
                          <a:close/>
                        </a:path>
                        <a:path w="2802726" h="369332" fill="none" stroke="0" extrusionOk="0">
                          <a:moveTo>
                            <a:pt x="0" y="0"/>
                          </a:moveTo>
                          <a:cubicBezTo>
                            <a:pt x="92819" y="-50549"/>
                            <a:pt x="117186" y="46076"/>
                            <a:pt x="233560" y="0"/>
                          </a:cubicBezTo>
                          <a:cubicBezTo>
                            <a:pt x="366091" y="-58547"/>
                            <a:pt x="387777" y="9487"/>
                            <a:pt x="467120" y="0"/>
                          </a:cubicBezTo>
                          <a:cubicBezTo>
                            <a:pt x="556792" y="-13708"/>
                            <a:pt x="633731" y="72292"/>
                            <a:pt x="756735" y="0"/>
                          </a:cubicBezTo>
                          <a:cubicBezTo>
                            <a:pt x="836826" y="-60627"/>
                            <a:pt x="898274" y="90482"/>
                            <a:pt x="990296" y="0"/>
                          </a:cubicBezTo>
                          <a:cubicBezTo>
                            <a:pt x="1083229" y="-68277"/>
                            <a:pt x="1119671" y="62524"/>
                            <a:pt x="1223856" y="0"/>
                          </a:cubicBezTo>
                          <a:cubicBezTo>
                            <a:pt x="1336239" y="-77179"/>
                            <a:pt x="1376083" y="41418"/>
                            <a:pt x="1485444" y="0"/>
                          </a:cubicBezTo>
                          <a:cubicBezTo>
                            <a:pt x="1592834" y="8687"/>
                            <a:pt x="1565413" y="54909"/>
                            <a:pt x="1634923" y="0"/>
                          </a:cubicBezTo>
                          <a:cubicBezTo>
                            <a:pt x="1694421" y="-50549"/>
                            <a:pt x="1708910" y="-7620"/>
                            <a:pt x="1784402" y="0"/>
                          </a:cubicBezTo>
                          <a:cubicBezTo>
                            <a:pt x="1854981" y="-11394"/>
                            <a:pt x="1860289" y="2252"/>
                            <a:pt x="1933881" y="0"/>
                          </a:cubicBezTo>
                          <a:cubicBezTo>
                            <a:pt x="1986703" y="-19724"/>
                            <a:pt x="2183047" y="69726"/>
                            <a:pt x="2223496" y="0"/>
                          </a:cubicBezTo>
                          <a:cubicBezTo>
                            <a:pt x="2289216" y="-65604"/>
                            <a:pt x="2383549" y="439"/>
                            <a:pt x="2429029" y="0"/>
                          </a:cubicBezTo>
                          <a:cubicBezTo>
                            <a:pt x="2486154" y="3685"/>
                            <a:pt x="2505567" y="39919"/>
                            <a:pt x="2578508" y="0"/>
                          </a:cubicBezTo>
                          <a:cubicBezTo>
                            <a:pt x="2651182" y="-47062"/>
                            <a:pt x="2754972" y="31808"/>
                            <a:pt x="2802726" y="0"/>
                          </a:cubicBezTo>
                          <a:cubicBezTo>
                            <a:pt x="2824589" y="111888"/>
                            <a:pt x="2808771" y="186035"/>
                            <a:pt x="2802726" y="369332"/>
                          </a:cubicBezTo>
                          <a:cubicBezTo>
                            <a:pt x="2742725" y="427434"/>
                            <a:pt x="2680161" y="369701"/>
                            <a:pt x="2569165" y="369332"/>
                          </a:cubicBezTo>
                          <a:cubicBezTo>
                            <a:pt x="2449046" y="429412"/>
                            <a:pt x="2406224" y="347017"/>
                            <a:pt x="2279550" y="369332"/>
                          </a:cubicBezTo>
                          <a:cubicBezTo>
                            <a:pt x="2137793" y="410154"/>
                            <a:pt x="2160083" y="316258"/>
                            <a:pt x="2130071" y="369332"/>
                          </a:cubicBezTo>
                          <a:cubicBezTo>
                            <a:pt x="2134822" y="402848"/>
                            <a:pt x="2008491" y="250106"/>
                            <a:pt x="1868483" y="369332"/>
                          </a:cubicBezTo>
                          <a:cubicBezTo>
                            <a:pt x="1751965" y="426625"/>
                            <a:pt x="1692148" y="326936"/>
                            <a:pt x="1606896" y="369332"/>
                          </a:cubicBezTo>
                          <a:cubicBezTo>
                            <a:pt x="1500403" y="432791"/>
                            <a:pt x="1498845" y="299137"/>
                            <a:pt x="1401363" y="369332"/>
                          </a:cubicBezTo>
                          <a:cubicBezTo>
                            <a:pt x="1287983" y="429804"/>
                            <a:pt x="1345436" y="323567"/>
                            <a:pt x="1251884" y="369332"/>
                          </a:cubicBezTo>
                          <a:cubicBezTo>
                            <a:pt x="1185628" y="410930"/>
                            <a:pt x="1170458" y="312503"/>
                            <a:pt x="1074378" y="369332"/>
                          </a:cubicBezTo>
                          <a:cubicBezTo>
                            <a:pt x="1016779" y="373381"/>
                            <a:pt x="887230" y="325064"/>
                            <a:pt x="812790" y="369332"/>
                          </a:cubicBezTo>
                          <a:cubicBezTo>
                            <a:pt x="747513" y="414237"/>
                            <a:pt x="703213" y="343601"/>
                            <a:pt x="607257" y="369332"/>
                          </a:cubicBezTo>
                          <a:cubicBezTo>
                            <a:pt x="527663" y="371849"/>
                            <a:pt x="461466" y="344352"/>
                            <a:pt x="373696" y="369332"/>
                          </a:cubicBezTo>
                          <a:cubicBezTo>
                            <a:pt x="323175" y="398281"/>
                            <a:pt x="77367" y="346835"/>
                            <a:pt x="0" y="369332"/>
                          </a:cubicBezTo>
                          <a:cubicBezTo>
                            <a:pt x="19602" y="252766"/>
                            <a:pt x="14358" y="10325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Make your choice secretly.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E27086-9D8F-C016-B2E4-49F185B80EC2}"/>
                </a:ext>
              </a:extLst>
            </p:cNvPr>
            <p:cNvSpPr txBox="1"/>
            <p:nvPr/>
          </p:nvSpPr>
          <p:spPr>
            <a:xfrm>
              <a:off x="262431" y="194745"/>
              <a:ext cx="2874948" cy="646331"/>
            </a:xfrm>
            <a:custGeom>
              <a:avLst/>
              <a:gdLst>
                <a:gd name="connsiteX0" fmla="*/ 0 w 2874948"/>
                <a:gd name="connsiteY0" fmla="*/ 0 h 646331"/>
                <a:gd name="connsiteX1" fmla="*/ 239578 w 2874948"/>
                <a:gd name="connsiteY1" fmla="*/ 0 h 646331"/>
                <a:gd name="connsiteX2" fmla="*/ 479157 w 2874948"/>
                <a:gd name="connsiteY2" fmla="*/ 0 h 646331"/>
                <a:gd name="connsiteX3" fmla="*/ 776235 w 2874948"/>
                <a:gd name="connsiteY3" fmla="*/ 0 h 646331"/>
                <a:gd name="connsiteX4" fmla="*/ 1015814 w 2874948"/>
                <a:gd name="connsiteY4" fmla="*/ 0 h 646331"/>
                <a:gd name="connsiteX5" fmla="*/ 1255393 w 2874948"/>
                <a:gd name="connsiteY5" fmla="*/ 0 h 646331"/>
                <a:gd name="connsiteX6" fmla="*/ 1523722 w 2874948"/>
                <a:gd name="connsiteY6" fmla="*/ 0 h 646331"/>
                <a:gd name="connsiteX7" fmla="*/ 1677052 w 2874948"/>
                <a:gd name="connsiteY7" fmla="*/ 0 h 646331"/>
                <a:gd name="connsiteX8" fmla="*/ 1830383 w 2874948"/>
                <a:gd name="connsiteY8" fmla="*/ 0 h 646331"/>
                <a:gd name="connsiteX9" fmla="*/ 1983714 w 2874948"/>
                <a:gd name="connsiteY9" fmla="*/ 0 h 646331"/>
                <a:gd name="connsiteX10" fmla="*/ 2280792 w 2874948"/>
                <a:gd name="connsiteY10" fmla="*/ 0 h 646331"/>
                <a:gd name="connsiteX11" fmla="*/ 2491621 w 2874948"/>
                <a:gd name="connsiteY11" fmla="*/ 0 h 646331"/>
                <a:gd name="connsiteX12" fmla="*/ 2644952 w 2874948"/>
                <a:gd name="connsiteY12" fmla="*/ 0 h 646331"/>
                <a:gd name="connsiteX13" fmla="*/ 2874948 w 2874948"/>
                <a:gd name="connsiteY13" fmla="*/ 0 h 646331"/>
                <a:gd name="connsiteX14" fmla="*/ 2874948 w 2874948"/>
                <a:gd name="connsiteY14" fmla="*/ 646331 h 646331"/>
                <a:gd name="connsiteX15" fmla="*/ 2635369 w 2874948"/>
                <a:gd name="connsiteY15" fmla="*/ 646331 h 646331"/>
                <a:gd name="connsiteX16" fmla="*/ 2338290 w 2874948"/>
                <a:gd name="connsiteY16" fmla="*/ 646331 h 646331"/>
                <a:gd name="connsiteX17" fmla="*/ 2184960 w 2874948"/>
                <a:gd name="connsiteY17" fmla="*/ 646331 h 646331"/>
                <a:gd name="connsiteX18" fmla="*/ 1916631 w 2874948"/>
                <a:gd name="connsiteY18" fmla="*/ 646331 h 646331"/>
                <a:gd name="connsiteX19" fmla="*/ 1648303 w 2874948"/>
                <a:gd name="connsiteY19" fmla="*/ 646331 h 646331"/>
                <a:gd name="connsiteX20" fmla="*/ 1437474 w 2874948"/>
                <a:gd name="connsiteY20" fmla="*/ 646331 h 646331"/>
                <a:gd name="connsiteX21" fmla="*/ 1284143 w 2874948"/>
                <a:gd name="connsiteY21" fmla="*/ 646331 h 646331"/>
                <a:gd name="connsiteX22" fmla="*/ 1102063 w 2874948"/>
                <a:gd name="connsiteY22" fmla="*/ 646331 h 646331"/>
                <a:gd name="connsiteX23" fmla="*/ 833735 w 2874948"/>
                <a:gd name="connsiteY23" fmla="*/ 646331 h 646331"/>
                <a:gd name="connsiteX24" fmla="*/ 622905 w 2874948"/>
                <a:gd name="connsiteY24" fmla="*/ 646331 h 646331"/>
                <a:gd name="connsiteX25" fmla="*/ 383326 w 2874948"/>
                <a:gd name="connsiteY25" fmla="*/ 646331 h 646331"/>
                <a:gd name="connsiteX26" fmla="*/ 0 w 2874948"/>
                <a:gd name="connsiteY26" fmla="*/ 646331 h 646331"/>
                <a:gd name="connsiteX27" fmla="*/ 0 w 2874948"/>
                <a:gd name="connsiteY27" fmla="*/ 0 h 646331"/>
                <a:gd name="connsiteX0" fmla="*/ 0 w 2874948"/>
                <a:gd name="connsiteY0" fmla="*/ 0 h 646331"/>
                <a:gd name="connsiteX1" fmla="*/ 268328 w 2874948"/>
                <a:gd name="connsiteY1" fmla="*/ 0 h 646331"/>
                <a:gd name="connsiteX2" fmla="*/ 479157 w 2874948"/>
                <a:gd name="connsiteY2" fmla="*/ 0 h 646331"/>
                <a:gd name="connsiteX3" fmla="*/ 718737 w 2874948"/>
                <a:gd name="connsiteY3" fmla="*/ 0 h 646331"/>
                <a:gd name="connsiteX4" fmla="*/ 900816 w 2874948"/>
                <a:gd name="connsiteY4" fmla="*/ 0 h 646331"/>
                <a:gd name="connsiteX5" fmla="*/ 1140395 w 2874948"/>
                <a:gd name="connsiteY5" fmla="*/ 0 h 646331"/>
                <a:gd name="connsiteX6" fmla="*/ 1322476 w 2874948"/>
                <a:gd name="connsiteY6" fmla="*/ 0 h 646331"/>
                <a:gd name="connsiteX7" fmla="*/ 1562055 w 2874948"/>
                <a:gd name="connsiteY7" fmla="*/ 0 h 646331"/>
                <a:gd name="connsiteX8" fmla="*/ 1772884 w 2874948"/>
                <a:gd name="connsiteY8" fmla="*/ 0 h 646331"/>
                <a:gd name="connsiteX9" fmla="*/ 1954964 w 2874948"/>
                <a:gd name="connsiteY9" fmla="*/ 0 h 646331"/>
                <a:gd name="connsiteX10" fmla="*/ 2223293 w 2874948"/>
                <a:gd name="connsiteY10" fmla="*/ 0 h 646331"/>
                <a:gd name="connsiteX11" fmla="*/ 2520371 w 2874948"/>
                <a:gd name="connsiteY11" fmla="*/ 0 h 646331"/>
                <a:gd name="connsiteX12" fmla="*/ 2874948 w 2874948"/>
                <a:gd name="connsiteY12" fmla="*/ 0 h 646331"/>
                <a:gd name="connsiteX13" fmla="*/ 2874948 w 2874948"/>
                <a:gd name="connsiteY13" fmla="*/ 646331 h 646331"/>
                <a:gd name="connsiteX14" fmla="*/ 2606619 w 2874948"/>
                <a:gd name="connsiteY14" fmla="*/ 646331 h 646331"/>
                <a:gd name="connsiteX15" fmla="*/ 2395790 w 2874948"/>
                <a:gd name="connsiteY15" fmla="*/ 646331 h 646331"/>
                <a:gd name="connsiteX16" fmla="*/ 2127461 w 2874948"/>
                <a:gd name="connsiteY16" fmla="*/ 646331 h 646331"/>
                <a:gd name="connsiteX17" fmla="*/ 1830383 w 2874948"/>
                <a:gd name="connsiteY17" fmla="*/ 646331 h 646331"/>
                <a:gd name="connsiteX18" fmla="*/ 1677052 w 2874948"/>
                <a:gd name="connsiteY18" fmla="*/ 646331 h 646331"/>
                <a:gd name="connsiteX19" fmla="*/ 1523722 w 2874948"/>
                <a:gd name="connsiteY19" fmla="*/ 646331 h 646331"/>
                <a:gd name="connsiteX20" fmla="*/ 1312892 w 2874948"/>
                <a:gd name="connsiteY20" fmla="*/ 646331 h 646331"/>
                <a:gd name="connsiteX21" fmla="*/ 1015814 w 2874948"/>
                <a:gd name="connsiteY21" fmla="*/ 646331 h 646331"/>
                <a:gd name="connsiteX22" fmla="*/ 833735 w 2874948"/>
                <a:gd name="connsiteY22" fmla="*/ 646331 h 646331"/>
                <a:gd name="connsiteX23" fmla="*/ 651654 w 2874948"/>
                <a:gd name="connsiteY23" fmla="*/ 646331 h 646331"/>
                <a:gd name="connsiteX24" fmla="*/ 412075 w 2874948"/>
                <a:gd name="connsiteY24" fmla="*/ 646331 h 646331"/>
                <a:gd name="connsiteX25" fmla="*/ 0 w 2874948"/>
                <a:gd name="connsiteY25" fmla="*/ 646331 h 646331"/>
                <a:gd name="connsiteX26" fmla="*/ 0 w 2874948"/>
                <a:gd name="connsiteY26" fmla="*/ 0 h 64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74948" h="646331" fill="none" extrusionOk="0">
                  <a:moveTo>
                    <a:pt x="0" y="0"/>
                  </a:moveTo>
                  <a:cubicBezTo>
                    <a:pt x="85326" y="-73046"/>
                    <a:pt x="119047" y="65412"/>
                    <a:pt x="239578" y="0"/>
                  </a:cubicBezTo>
                  <a:cubicBezTo>
                    <a:pt x="350121" y="-113976"/>
                    <a:pt x="358989" y="68373"/>
                    <a:pt x="479157" y="0"/>
                  </a:cubicBezTo>
                  <a:cubicBezTo>
                    <a:pt x="569558" y="-32082"/>
                    <a:pt x="657843" y="84630"/>
                    <a:pt x="776235" y="0"/>
                  </a:cubicBezTo>
                  <a:cubicBezTo>
                    <a:pt x="866259" y="-78084"/>
                    <a:pt x="925533" y="153625"/>
                    <a:pt x="1015814" y="0"/>
                  </a:cubicBezTo>
                  <a:cubicBezTo>
                    <a:pt x="1109563" y="-123399"/>
                    <a:pt x="1155863" y="112053"/>
                    <a:pt x="1255393" y="0"/>
                  </a:cubicBezTo>
                  <a:cubicBezTo>
                    <a:pt x="1358585" y="-115379"/>
                    <a:pt x="1410849" y="29679"/>
                    <a:pt x="1523722" y="0"/>
                  </a:cubicBezTo>
                  <a:cubicBezTo>
                    <a:pt x="1623977" y="-3661"/>
                    <a:pt x="1603586" y="80361"/>
                    <a:pt x="1677052" y="0"/>
                  </a:cubicBezTo>
                  <a:cubicBezTo>
                    <a:pt x="1729100" y="-72969"/>
                    <a:pt x="1741906" y="3986"/>
                    <a:pt x="1830383" y="0"/>
                  </a:cubicBezTo>
                  <a:cubicBezTo>
                    <a:pt x="1901177" y="-17743"/>
                    <a:pt x="1909814" y="13544"/>
                    <a:pt x="1983714" y="0"/>
                  </a:cubicBezTo>
                  <a:cubicBezTo>
                    <a:pt x="2067305" y="-33309"/>
                    <a:pt x="2222380" y="138700"/>
                    <a:pt x="2280792" y="0"/>
                  </a:cubicBezTo>
                  <a:cubicBezTo>
                    <a:pt x="2345378" y="-132352"/>
                    <a:pt x="2444460" y="1109"/>
                    <a:pt x="2491621" y="0"/>
                  </a:cubicBezTo>
                  <a:cubicBezTo>
                    <a:pt x="2545976" y="-855"/>
                    <a:pt x="2578393" y="55322"/>
                    <a:pt x="2644952" y="0"/>
                  </a:cubicBezTo>
                  <a:cubicBezTo>
                    <a:pt x="2709900" y="-55234"/>
                    <a:pt x="2833044" y="40419"/>
                    <a:pt x="2874948" y="0"/>
                  </a:cubicBezTo>
                  <a:cubicBezTo>
                    <a:pt x="2891325" y="168576"/>
                    <a:pt x="2877361" y="332307"/>
                    <a:pt x="2874948" y="646331"/>
                  </a:cubicBezTo>
                  <a:cubicBezTo>
                    <a:pt x="2803807" y="729930"/>
                    <a:pt x="2767286" y="627862"/>
                    <a:pt x="2635369" y="646331"/>
                  </a:cubicBezTo>
                  <a:cubicBezTo>
                    <a:pt x="2518866" y="699543"/>
                    <a:pt x="2471922" y="576606"/>
                    <a:pt x="2338290" y="646331"/>
                  </a:cubicBezTo>
                  <a:cubicBezTo>
                    <a:pt x="2191763" y="732787"/>
                    <a:pt x="2220430" y="576647"/>
                    <a:pt x="2184960" y="646331"/>
                  </a:cubicBezTo>
                  <a:cubicBezTo>
                    <a:pt x="2166731" y="724375"/>
                    <a:pt x="2046491" y="535651"/>
                    <a:pt x="1916631" y="646331"/>
                  </a:cubicBezTo>
                  <a:cubicBezTo>
                    <a:pt x="1792749" y="744885"/>
                    <a:pt x="1737086" y="601928"/>
                    <a:pt x="1648303" y="646331"/>
                  </a:cubicBezTo>
                  <a:cubicBezTo>
                    <a:pt x="1539227" y="727278"/>
                    <a:pt x="1537092" y="571358"/>
                    <a:pt x="1437474" y="646331"/>
                  </a:cubicBezTo>
                  <a:cubicBezTo>
                    <a:pt x="1330741" y="746405"/>
                    <a:pt x="1363053" y="577335"/>
                    <a:pt x="1284143" y="646331"/>
                  </a:cubicBezTo>
                  <a:cubicBezTo>
                    <a:pt x="1208323" y="711192"/>
                    <a:pt x="1189908" y="594112"/>
                    <a:pt x="1102063" y="646331"/>
                  </a:cubicBezTo>
                  <a:cubicBezTo>
                    <a:pt x="1019964" y="686191"/>
                    <a:pt x="891797" y="543651"/>
                    <a:pt x="833735" y="646331"/>
                  </a:cubicBezTo>
                  <a:cubicBezTo>
                    <a:pt x="766166" y="743640"/>
                    <a:pt x="718141" y="598384"/>
                    <a:pt x="622905" y="646331"/>
                  </a:cubicBezTo>
                  <a:cubicBezTo>
                    <a:pt x="546097" y="686996"/>
                    <a:pt x="455442" y="572829"/>
                    <a:pt x="383326" y="646331"/>
                  </a:cubicBezTo>
                  <a:cubicBezTo>
                    <a:pt x="321460" y="696104"/>
                    <a:pt x="101141" y="627847"/>
                    <a:pt x="0" y="646331"/>
                  </a:cubicBezTo>
                  <a:cubicBezTo>
                    <a:pt x="51313" y="458438"/>
                    <a:pt x="34328" y="149603"/>
                    <a:pt x="0" y="0"/>
                  </a:cubicBezTo>
                  <a:close/>
                </a:path>
                <a:path w="2874948" h="646331" stroke="0" extrusionOk="0">
                  <a:moveTo>
                    <a:pt x="0" y="0"/>
                  </a:moveTo>
                  <a:cubicBezTo>
                    <a:pt x="92206" y="-82337"/>
                    <a:pt x="188415" y="90778"/>
                    <a:pt x="268328" y="0"/>
                  </a:cubicBezTo>
                  <a:cubicBezTo>
                    <a:pt x="356146" y="-78886"/>
                    <a:pt x="415142" y="90645"/>
                    <a:pt x="479157" y="0"/>
                  </a:cubicBezTo>
                  <a:cubicBezTo>
                    <a:pt x="565250" y="-86154"/>
                    <a:pt x="628160" y="21303"/>
                    <a:pt x="718737" y="0"/>
                  </a:cubicBezTo>
                  <a:cubicBezTo>
                    <a:pt x="806580" y="-27398"/>
                    <a:pt x="845927" y="76958"/>
                    <a:pt x="900816" y="0"/>
                  </a:cubicBezTo>
                  <a:cubicBezTo>
                    <a:pt x="958944" y="-55710"/>
                    <a:pt x="1041203" y="28793"/>
                    <a:pt x="1140395" y="0"/>
                  </a:cubicBezTo>
                  <a:cubicBezTo>
                    <a:pt x="1247584" y="-15676"/>
                    <a:pt x="1238567" y="15102"/>
                    <a:pt x="1322476" y="0"/>
                  </a:cubicBezTo>
                  <a:cubicBezTo>
                    <a:pt x="1408577" y="-23480"/>
                    <a:pt x="1485328" y="38216"/>
                    <a:pt x="1562055" y="0"/>
                  </a:cubicBezTo>
                  <a:cubicBezTo>
                    <a:pt x="1594185" y="-40756"/>
                    <a:pt x="1702477" y="83984"/>
                    <a:pt x="1772884" y="0"/>
                  </a:cubicBezTo>
                  <a:cubicBezTo>
                    <a:pt x="1852848" y="-79216"/>
                    <a:pt x="1872440" y="26214"/>
                    <a:pt x="1954964" y="0"/>
                  </a:cubicBezTo>
                  <a:cubicBezTo>
                    <a:pt x="2032840" y="-56589"/>
                    <a:pt x="2129420" y="64845"/>
                    <a:pt x="2223293" y="0"/>
                  </a:cubicBezTo>
                  <a:cubicBezTo>
                    <a:pt x="2307738" y="-91041"/>
                    <a:pt x="2431519" y="66376"/>
                    <a:pt x="2520371" y="0"/>
                  </a:cubicBezTo>
                  <a:cubicBezTo>
                    <a:pt x="2637254" y="-49716"/>
                    <a:pt x="2754853" y="70344"/>
                    <a:pt x="2874948" y="0"/>
                  </a:cubicBezTo>
                  <a:cubicBezTo>
                    <a:pt x="2866548" y="228530"/>
                    <a:pt x="2894264" y="513310"/>
                    <a:pt x="2874948" y="646331"/>
                  </a:cubicBezTo>
                  <a:cubicBezTo>
                    <a:pt x="2761269" y="764535"/>
                    <a:pt x="2691919" y="538472"/>
                    <a:pt x="2606619" y="646331"/>
                  </a:cubicBezTo>
                  <a:cubicBezTo>
                    <a:pt x="2529006" y="719523"/>
                    <a:pt x="2459763" y="615124"/>
                    <a:pt x="2395790" y="646331"/>
                  </a:cubicBezTo>
                  <a:cubicBezTo>
                    <a:pt x="2332768" y="678492"/>
                    <a:pt x="2201522" y="630129"/>
                    <a:pt x="2127461" y="646331"/>
                  </a:cubicBezTo>
                  <a:cubicBezTo>
                    <a:pt x="2054157" y="658521"/>
                    <a:pt x="1969938" y="542027"/>
                    <a:pt x="1830383" y="646331"/>
                  </a:cubicBezTo>
                  <a:cubicBezTo>
                    <a:pt x="1696707" y="763517"/>
                    <a:pt x="1723374" y="635288"/>
                    <a:pt x="1677052" y="646331"/>
                  </a:cubicBezTo>
                  <a:cubicBezTo>
                    <a:pt x="1629340" y="663765"/>
                    <a:pt x="1566211" y="635411"/>
                    <a:pt x="1523722" y="646331"/>
                  </a:cubicBezTo>
                  <a:cubicBezTo>
                    <a:pt x="1474837" y="660133"/>
                    <a:pt x="1412378" y="585779"/>
                    <a:pt x="1312892" y="646331"/>
                  </a:cubicBezTo>
                  <a:cubicBezTo>
                    <a:pt x="1179236" y="669104"/>
                    <a:pt x="1134836" y="552414"/>
                    <a:pt x="1015814" y="646331"/>
                  </a:cubicBezTo>
                  <a:cubicBezTo>
                    <a:pt x="905480" y="771452"/>
                    <a:pt x="910801" y="582762"/>
                    <a:pt x="833735" y="646331"/>
                  </a:cubicBezTo>
                  <a:cubicBezTo>
                    <a:pt x="730313" y="718510"/>
                    <a:pt x="772333" y="564661"/>
                    <a:pt x="651654" y="646331"/>
                  </a:cubicBezTo>
                  <a:cubicBezTo>
                    <a:pt x="567994" y="719052"/>
                    <a:pt x="486396" y="629834"/>
                    <a:pt x="412075" y="646331"/>
                  </a:cubicBezTo>
                  <a:cubicBezTo>
                    <a:pt x="304058" y="680118"/>
                    <a:pt x="136435" y="586095"/>
                    <a:pt x="0" y="646331"/>
                  </a:cubicBezTo>
                  <a:cubicBezTo>
                    <a:pt x="-3121" y="450532"/>
                    <a:pt x="4008" y="304151"/>
                    <a:pt x="0" y="0"/>
                  </a:cubicBezTo>
                  <a:close/>
                </a:path>
                <a:path w="2874948" h="646331" fill="none" stroke="0" extrusionOk="0">
                  <a:moveTo>
                    <a:pt x="0" y="0"/>
                  </a:moveTo>
                  <a:cubicBezTo>
                    <a:pt x="123288" y="-104409"/>
                    <a:pt x="110101" y="84561"/>
                    <a:pt x="239578" y="0"/>
                  </a:cubicBezTo>
                  <a:cubicBezTo>
                    <a:pt x="361282" y="-98604"/>
                    <a:pt x="389279" y="50203"/>
                    <a:pt x="479157" y="0"/>
                  </a:cubicBezTo>
                  <a:cubicBezTo>
                    <a:pt x="577722" y="-73913"/>
                    <a:pt x="681339" y="102287"/>
                    <a:pt x="776235" y="0"/>
                  </a:cubicBezTo>
                  <a:cubicBezTo>
                    <a:pt x="878427" y="-91557"/>
                    <a:pt x="912209" y="125786"/>
                    <a:pt x="1015814" y="0"/>
                  </a:cubicBezTo>
                  <a:cubicBezTo>
                    <a:pt x="1136248" y="-106723"/>
                    <a:pt x="1132815" y="114670"/>
                    <a:pt x="1255393" y="0"/>
                  </a:cubicBezTo>
                  <a:cubicBezTo>
                    <a:pt x="1359776" y="-122097"/>
                    <a:pt x="1431406" y="28725"/>
                    <a:pt x="1523722" y="0"/>
                  </a:cubicBezTo>
                  <a:cubicBezTo>
                    <a:pt x="1640845" y="-11093"/>
                    <a:pt x="1611442" y="87689"/>
                    <a:pt x="1677052" y="0"/>
                  </a:cubicBezTo>
                  <a:cubicBezTo>
                    <a:pt x="1741808" y="-68898"/>
                    <a:pt x="1757505" y="15117"/>
                    <a:pt x="1830383" y="0"/>
                  </a:cubicBezTo>
                  <a:cubicBezTo>
                    <a:pt x="1907082" y="-25659"/>
                    <a:pt x="1904809" y="6482"/>
                    <a:pt x="1983714" y="0"/>
                  </a:cubicBezTo>
                  <a:cubicBezTo>
                    <a:pt x="2023396" y="-17965"/>
                    <a:pt x="2235983" y="104035"/>
                    <a:pt x="2280792" y="0"/>
                  </a:cubicBezTo>
                  <a:cubicBezTo>
                    <a:pt x="2349506" y="-133997"/>
                    <a:pt x="2447399" y="7387"/>
                    <a:pt x="2491621" y="0"/>
                  </a:cubicBezTo>
                  <a:cubicBezTo>
                    <a:pt x="2543604" y="-23457"/>
                    <a:pt x="2593172" y="46859"/>
                    <a:pt x="2644952" y="0"/>
                  </a:cubicBezTo>
                  <a:cubicBezTo>
                    <a:pt x="2716292" y="-62991"/>
                    <a:pt x="2820535" y="39513"/>
                    <a:pt x="2874948" y="0"/>
                  </a:cubicBezTo>
                  <a:cubicBezTo>
                    <a:pt x="2915174" y="213482"/>
                    <a:pt x="2842191" y="334954"/>
                    <a:pt x="2874948" y="646331"/>
                  </a:cubicBezTo>
                  <a:cubicBezTo>
                    <a:pt x="2793357" y="743340"/>
                    <a:pt x="2748168" y="608663"/>
                    <a:pt x="2635369" y="646331"/>
                  </a:cubicBezTo>
                  <a:cubicBezTo>
                    <a:pt x="2512996" y="714368"/>
                    <a:pt x="2463907" y="609434"/>
                    <a:pt x="2338290" y="646331"/>
                  </a:cubicBezTo>
                  <a:cubicBezTo>
                    <a:pt x="2201268" y="711450"/>
                    <a:pt x="2213117" y="555368"/>
                    <a:pt x="2184960" y="646331"/>
                  </a:cubicBezTo>
                  <a:cubicBezTo>
                    <a:pt x="2166140" y="704550"/>
                    <a:pt x="2048762" y="519286"/>
                    <a:pt x="1916631" y="646331"/>
                  </a:cubicBezTo>
                  <a:cubicBezTo>
                    <a:pt x="1786803" y="751254"/>
                    <a:pt x="1736144" y="567875"/>
                    <a:pt x="1648303" y="646331"/>
                  </a:cubicBezTo>
                  <a:cubicBezTo>
                    <a:pt x="1559079" y="733829"/>
                    <a:pt x="1534367" y="551403"/>
                    <a:pt x="1437474" y="646331"/>
                  </a:cubicBezTo>
                  <a:cubicBezTo>
                    <a:pt x="1323325" y="710309"/>
                    <a:pt x="1360729" y="570719"/>
                    <a:pt x="1284143" y="646331"/>
                  </a:cubicBezTo>
                  <a:cubicBezTo>
                    <a:pt x="1214672" y="726822"/>
                    <a:pt x="1206852" y="579723"/>
                    <a:pt x="1102063" y="646331"/>
                  </a:cubicBezTo>
                  <a:cubicBezTo>
                    <a:pt x="1021942" y="691791"/>
                    <a:pt x="914825" y="572514"/>
                    <a:pt x="833735" y="646331"/>
                  </a:cubicBezTo>
                  <a:cubicBezTo>
                    <a:pt x="763303" y="699697"/>
                    <a:pt x="717973" y="594981"/>
                    <a:pt x="622905" y="646331"/>
                  </a:cubicBezTo>
                  <a:cubicBezTo>
                    <a:pt x="543728" y="683492"/>
                    <a:pt x="451679" y="594555"/>
                    <a:pt x="383326" y="646331"/>
                  </a:cubicBezTo>
                  <a:cubicBezTo>
                    <a:pt x="333732" y="717770"/>
                    <a:pt x="83134" y="644256"/>
                    <a:pt x="0" y="646331"/>
                  </a:cubicBezTo>
                  <a:cubicBezTo>
                    <a:pt x="-40132" y="391457"/>
                    <a:pt x="526" y="180057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2874948"/>
                        <a:gd name="connsiteY0" fmla="*/ 0 h 646331"/>
                        <a:gd name="connsiteX1" fmla="*/ 23957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76235 w 2874948"/>
                        <a:gd name="connsiteY3" fmla="*/ 0 h 646331"/>
                        <a:gd name="connsiteX4" fmla="*/ 1015814 w 2874948"/>
                        <a:gd name="connsiteY4" fmla="*/ 0 h 646331"/>
                        <a:gd name="connsiteX5" fmla="*/ 1255393 w 2874948"/>
                        <a:gd name="connsiteY5" fmla="*/ 0 h 646331"/>
                        <a:gd name="connsiteX6" fmla="*/ 1523722 w 2874948"/>
                        <a:gd name="connsiteY6" fmla="*/ 0 h 646331"/>
                        <a:gd name="connsiteX7" fmla="*/ 1677052 w 2874948"/>
                        <a:gd name="connsiteY7" fmla="*/ 0 h 646331"/>
                        <a:gd name="connsiteX8" fmla="*/ 1830383 w 2874948"/>
                        <a:gd name="connsiteY8" fmla="*/ 0 h 646331"/>
                        <a:gd name="connsiteX9" fmla="*/ 1983714 w 2874948"/>
                        <a:gd name="connsiteY9" fmla="*/ 0 h 646331"/>
                        <a:gd name="connsiteX10" fmla="*/ 2280792 w 2874948"/>
                        <a:gd name="connsiteY10" fmla="*/ 0 h 646331"/>
                        <a:gd name="connsiteX11" fmla="*/ 2491621 w 2874948"/>
                        <a:gd name="connsiteY11" fmla="*/ 0 h 646331"/>
                        <a:gd name="connsiteX12" fmla="*/ 2644952 w 2874948"/>
                        <a:gd name="connsiteY12" fmla="*/ 0 h 646331"/>
                        <a:gd name="connsiteX13" fmla="*/ 2874948 w 2874948"/>
                        <a:gd name="connsiteY13" fmla="*/ 0 h 646331"/>
                        <a:gd name="connsiteX14" fmla="*/ 2874948 w 2874948"/>
                        <a:gd name="connsiteY14" fmla="*/ 646331 h 646331"/>
                        <a:gd name="connsiteX15" fmla="*/ 2635369 w 2874948"/>
                        <a:gd name="connsiteY15" fmla="*/ 646331 h 646331"/>
                        <a:gd name="connsiteX16" fmla="*/ 2338290 w 2874948"/>
                        <a:gd name="connsiteY16" fmla="*/ 646331 h 646331"/>
                        <a:gd name="connsiteX17" fmla="*/ 2184960 w 2874948"/>
                        <a:gd name="connsiteY17" fmla="*/ 646331 h 646331"/>
                        <a:gd name="connsiteX18" fmla="*/ 1916631 w 2874948"/>
                        <a:gd name="connsiteY18" fmla="*/ 646331 h 646331"/>
                        <a:gd name="connsiteX19" fmla="*/ 1648303 w 2874948"/>
                        <a:gd name="connsiteY19" fmla="*/ 646331 h 646331"/>
                        <a:gd name="connsiteX20" fmla="*/ 1437474 w 2874948"/>
                        <a:gd name="connsiteY20" fmla="*/ 646331 h 646331"/>
                        <a:gd name="connsiteX21" fmla="*/ 1284143 w 2874948"/>
                        <a:gd name="connsiteY21" fmla="*/ 646331 h 646331"/>
                        <a:gd name="connsiteX22" fmla="*/ 1102063 w 2874948"/>
                        <a:gd name="connsiteY22" fmla="*/ 646331 h 646331"/>
                        <a:gd name="connsiteX23" fmla="*/ 833735 w 2874948"/>
                        <a:gd name="connsiteY23" fmla="*/ 646331 h 646331"/>
                        <a:gd name="connsiteX24" fmla="*/ 622905 w 2874948"/>
                        <a:gd name="connsiteY24" fmla="*/ 646331 h 646331"/>
                        <a:gd name="connsiteX25" fmla="*/ 383326 w 2874948"/>
                        <a:gd name="connsiteY25" fmla="*/ 646331 h 646331"/>
                        <a:gd name="connsiteX26" fmla="*/ 0 w 2874948"/>
                        <a:gd name="connsiteY26" fmla="*/ 646331 h 646331"/>
                        <a:gd name="connsiteX27" fmla="*/ 0 w 2874948"/>
                        <a:gd name="connsiteY27" fmla="*/ 0 h 646331"/>
                        <a:gd name="connsiteX0" fmla="*/ 0 w 2874948"/>
                        <a:gd name="connsiteY0" fmla="*/ 0 h 646331"/>
                        <a:gd name="connsiteX1" fmla="*/ 26832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18737 w 2874948"/>
                        <a:gd name="connsiteY3" fmla="*/ 0 h 646331"/>
                        <a:gd name="connsiteX4" fmla="*/ 900816 w 2874948"/>
                        <a:gd name="connsiteY4" fmla="*/ 0 h 646331"/>
                        <a:gd name="connsiteX5" fmla="*/ 1140395 w 2874948"/>
                        <a:gd name="connsiteY5" fmla="*/ 0 h 646331"/>
                        <a:gd name="connsiteX6" fmla="*/ 1322476 w 2874948"/>
                        <a:gd name="connsiteY6" fmla="*/ 0 h 646331"/>
                        <a:gd name="connsiteX7" fmla="*/ 1562055 w 2874948"/>
                        <a:gd name="connsiteY7" fmla="*/ 0 h 646331"/>
                        <a:gd name="connsiteX8" fmla="*/ 1772884 w 2874948"/>
                        <a:gd name="connsiteY8" fmla="*/ 0 h 646331"/>
                        <a:gd name="connsiteX9" fmla="*/ 1954964 w 2874948"/>
                        <a:gd name="connsiteY9" fmla="*/ 0 h 646331"/>
                        <a:gd name="connsiteX10" fmla="*/ 2223293 w 2874948"/>
                        <a:gd name="connsiteY10" fmla="*/ 0 h 646331"/>
                        <a:gd name="connsiteX11" fmla="*/ 2520371 w 2874948"/>
                        <a:gd name="connsiteY11" fmla="*/ 0 h 646331"/>
                        <a:gd name="connsiteX12" fmla="*/ 2874948 w 2874948"/>
                        <a:gd name="connsiteY12" fmla="*/ 0 h 646331"/>
                        <a:gd name="connsiteX13" fmla="*/ 2874948 w 2874948"/>
                        <a:gd name="connsiteY13" fmla="*/ 646331 h 646331"/>
                        <a:gd name="connsiteX14" fmla="*/ 2606619 w 2874948"/>
                        <a:gd name="connsiteY14" fmla="*/ 646331 h 646331"/>
                        <a:gd name="connsiteX15" fmla="*/ 2395790 w 2874948"/>
                        <a:gd name="connsiteY15" fmla="*/ 646331 h 646331"/>
                        <a:gd name="connsiteX16" fmla="*/ 2127461 w 2874948"/>
                        <a:gd name="connsiteY16" fmla="*/ 646331 h 646331"/>
                        <a:gd name="connsiteX17" fmla="*/ 1830383 w 2874948"/>
                        <a:gd name="connsiteY17" fmla="*/ 646331 h 646331"/>
                        <a:gd name="connsiteX18" fmla="*/ 1677052 w 2874948"/>
                        <a:gd name="connsiteY18" fmla="*/ 646331 h 646331"/>
                        <a:gd name="connsiteX19" fmla="*/ 1523722 w 2874948"/>
                        <a:gd name="connsiteY19" fmla="*/ 646331 h 646331"/>
                        <a:gd name="connsiteX20" fmla="*/ 1312892 w 2874948"/>
                        <a:gd name="connsiteY20" fmla="*/ 646331 h 646331"/>
                        <a:gd name="connsiteX21" fmla="*/ 1015814 w 2874948"/>
                        <a:gd name="connsiteY21" fmla="*/ 646331 h 646331"/>
                        <a:gd name="connsiteX22" fmla="*/ 833735 w 2874948"/>
                        <a:gd name="connsiteY22" fmla="*/ 646331 h 646331"/>
                        <a:gd name="connsiteX23" fmla="*/ 651654 w 2874948"/>
                        <a:gd name="connsiteY23" fmla="*/ 646331 h 646331"/>
                        <a:gd name="connsiteX24" fmla="*/ 412075 w 2874948"/>
                        <a:gd name="connsiteY24" fmla="*/ 646331 h 646331"/>
                        <a:gd name="connsiteX25" fmla="*/ 0 w 2874948"/>
                        <a:gd name="connsiteY25" fmla="*/ 646331 h 646331"/>
                        <a:gd name="connsiteX26" fmla="*/ 0 w 2874948"/>
                        <a:gd name="connsiteY26" fmla="*/ 0 h 646331"/>
                        <a:gd name="connsiteX0" fmla="*/ 0 w 2874948"/>
                        <a:gd name="connsiteY0" fmla="*/ 0 h 646331"/>
                        <a:gd name="connsiteX1" fmla="*/ 23957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76235 w 2874948"/>
                        <a:gd name="connsiteY3" fmla="*/ 0 h 646331"/>
                        <a:gd name="connsiteX4" fmla="*/ 1015814 w 2874948"/>
                        <a:gd name="connsiteY4" fmla="*/ 0 h 646331"/>
                        <a:gd name="connsiteX5" fmla="*/ 1255393 w 2874948"/>
                        <a:gd name="connsiteY5" fmla="*/ 0 h 646331"/>
                        <a:gd name="connsiteX6" fmla="*/ 1523722 w 2874948"/>
                        <a:gd name="connsiteY6" fmla="*/ 0 h 646331"/>
                        <a:gd name="connsiteX7" fmla="*/ 1677052 w 2874948"/>
                        <a:gd name="connsiteY7" fmla="*/ 0 h 646331"/>
                        <a:gd name="connsiteX8" fmla="*/ 1830383 w 2874948"/>
                        <a:gd name="connsiteY8" fmla="*/ 0 h 646331"/>
                        <a:gd name="connsiteX9" fmla="*/ 1983714 w 2874948"/>
                        <a:gd name="connsiteY9" fmla="*/ 0 h 646331"/>
                        <a:gd name="connsiteX10" fmla="*/ 2280792 w 2874948"/>
                        <a:gd name="connsiteY10" fmla="*/ 0 h 646331"/>
                        <a:gd name="connsiteX11" fmla="*/ 2491621 w 2874948"/>
                        <a:gd name="connsiteY11" fmla="*/ 0 h 646331"/>
                        <a:gd name="connsiteX12" fmla="*/ 2644952 w 2874948"/>
                        <a:gd name="connsiteY12" fmla="*/ 0 h 646331"/>
                        <a:gd name="connsiteX13" fmla="*/ 2874948 w 2874948"/>
                        <a:gd name="connsiteY13" fmla="*/ 0 h 646331"/>
                        <a:gd name="connsiteX14" fmla="*/ 2874948 w 2874948"/>
                        <a:gd name="connsiteY14" fmla="*/ 646331 h 646331"/>
                        <a:gd name="connsiteX15" fmla="*/ 2635369 w 2874948"/>
                        <a:gd name="connsiteY15" fmla="*/ 646331 h 646331"/>
                        <a:gd name="connsiteX16" fmla="*/ 2338290 w 2874948"/>
                        <a:gd name="connsiteY16" fmla="*/ 646331 h 646331"/>
                        <a:gd name="connsiteX17" fmla="*/ 2184960 w 2874948"/>
                        <a:gd name="connsiteY17" fmla="*/ 646331 h 646331"/>
                        <a:gd name="connsiteX18" fmla="*/ 1916631 w 2874948"/>
                        <a:gd name="connsiteY18" fmla="*/ 646331 h 646331"/>
                        <a:gd name="connsiteX19" fmla="*/ 1648303 w 2874948"/>
                        <a:gd name="connsiteY19" fmla="*/ 646331 h 646331"/>
                        <a:gd name="connsiteX20" fmla="*/ 1437474 w 2874948"/>
                        <a:gd name="connsiteY20" fmla="*/ 646331 h 646331"/>
                        <a:gd name="connsiteX21" fmla="*/ 1284143 w 2874948"/>
                        <a:gd name="connsiteY21" fmla="*/ 646331 h 646331"/>
                        <a:gd name="connsiteX22" fmla="*/ 1102063 w 2874948"/>
                        <a:gd name="connsiteY22" fmla="*/ 646331 h 646331"/>
                        <a:gd name="connsiteX23" fmla="*/ 833735 w 2874948"/>
                        <a:gd name="connsiteY23" fmla="*/ 646331 h 646331"/>
                        <a:gd name="connsiteX24" fmla="*/ 622905 w 2874948"/>
                        <a:gd name="connsiteY24" fmla="*/ 646331 h 646331"/>
                        <a:gd name="connsiteX25" fmla="*/ 383326 w 2874948"/>
                        <a:gd name="connsiteY25" fmla="*/ 646331 h 646331"/>
                        <a:gd name="connsiteX26" fmla="*/ 0 w 2874948"/>
                        <a:gd name="connsiteY26" fmla="*/ 646331 h 646331"/>
                        <a:gd name="connsiteX27" fmla="*/ 0 w 2874948"/>
                        <a:gd name="connsiteY27" fmla="*/ 0 h 6463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2874948" h="646331" fill="none" extrusionOk="0">
                          <a:moveTo>
                            <a:pt x="0" y="0"/>
                          </a:moveTo>
                          <a:cubicBezTo>
                            <a:pt x="73045" y="-65324"/>
                            <a:pt x="111488" y="38343"/>
                            <a:pt x="239578" y="0"/>
                          </a:cubicBezTo>
                          <a:cubicBezTo>
                            <a:pt x="362076" y="-134170"/>
                            <a:pt x="343270" y="75010"/>
                            <a:pt x="479157" y="0"/>
                          </a:cubicBezTo>
                          <a:cubicBezTo>
                            <a:pt x="568912" y="-28230"/>
                            <a:pt x="616815" y="92238"/>
                            <a:pt x="776235" y="0"/>
                          </a:cubicBezTo>
                          <a:cubicBezTo>
                            <a:pt x="825680" y="-67336"/>
                            <a:pt x="925789" y="159414"/>
                            <a:pt x="1015814" y="0"/>
                          </a:cubicBezTo>
                          <a:cubicBezTo>
                            <a:pt x="1114872" y="-149961"/>
                            <a:pt x="1154203" y="101564"/>
                            <a:pt x="1255393" y="0"/>
                          </a:cubicBezTo>
                          <a:cubicBezTo>
                            <a:pt x="1366794" y="-113759"/>
                            <a:pt x="1391901" y="54368"/>
                            <a:pt x="1523722" y="0"/>
                          </a:cubicBezTo>
                          <a:cubicBezTo>
                            <a:pt x="1619618" y="16782"/>
                            <a:pt x="1593116" y="93335"/>
                            <a:pt x="1677052" y="0"/>
                          </a:cubicBezTo>
                          <a:cubicBezTo>
                            <a:pt x="1720005" y="-77501"/>
                            <a:pt x="1727088" y="-10271"/>
                            <a:pt x="1830383" y="0"/>
                          </a:cubicBezTo>
                          <a:cubicBezTo>
                            <a:pt x="1891588" y="-16918"/>
                            <a:pt x="1910336" y="10438"/>
                            <a:pt x="1983714" y="0"/>
                          </a:cubicBezTo>
                          <a:cubicBezTo>
                            <a:pt x="2076857" y="-51573"/>
                            <a:pt x="2255738" y="130343"/>
                            <a:pt x="2280792" y="0"/>
                          </a:cubicBezTo>
                          <a:cubicBezTo>
                            <a:pt x="2342733" y="-122881"/>
                            <a:pt x="2446385" y="-2612"/>
                            <a:pt x="2491621" y="0"/>
                          </a:cubicBezTo>
                          <a:cubicBezTo>
                            <a:pt x="2555630" y="9902"/>
                            <a:pt x="2575421" y="57972"/>
                            <a:pt x="2644952" y="0"/>
                          </a:cubicBezTo>
                          <a:cubicBezTo>
                            <a:pt x="2712692" y="-64251"/>
                            <a:pt x="2837949" y="47582"/>
                            <a:pt x="2874948" y="0"/>
                          </a:cubicBezTo>
                          <a:cubicBezTo>
                            <a:pt x="2892666" y="123285"/>
                            <a:pt x="2883436" y="330614"/>
                            <a:pt x="2874948" y="646331"/>
                          </a:cubicBezTo>
                          <a:cubicBezTo>
                            <a:pt x="2818495" y="726027"/>
                            <a:pt x="2773400" y="636970"/>
                            <a:pt x="2635369" y="646331"/>
                          </a:cubicBezTo>
                          <a:cubicBezTo>
                            <a:pt x="2516992" y="711828"/>
                            <a:pt x="2503513" y="585819"/>
                            <a:pt x="2338290" y="646331"/>
                          </a:cubicBezTo>
                          <a:cubicBezTo>
                            <a:pt x="2180079" y="743441"/>
                            <a:pt x="2214042" y="581388"/>
                            <a:pt x="2184960" y="646331"/>
                          </a:cubicBezTo>
                          <a:cubicBezTo>
                            <a:pt x="2207684" y="734004"/>
                            <a:pt x="2056227" y="506517"/>
                            <a:pt x="1916631" y="646331"/>
                          </a:cubicBezTo>
                          <a:cubicBezTo>
                            <a:pt x="1809314" y="735341"/>
                            <a:pt x="1736720" y="616810"/>
                            <a:pt x="1648303" y="646331"/>
                          </a:cubicBezTo>
                          <a:cubicBezTo>
                            <a:pt x="1530456" y="729846"/>
                            <a:pt x="1550953" y="599951"/>
                            <a:pt x="1437474" y="646331"/>
                          </a:cubicBezTo>
                          <a:cubicBezTo>
                            <a:pt x="1325658" y="754415"/>
                            <a:pt x="1374857" y="585330"/>
                            <a:pt x="1284143" y="646331"/>
                          </a:cubicBezTo>
                          <a:cubicBezTo>
                            <a:pt x="1207809" y="705347"/>
                            <a:pt x="1189518" y="563500"/>
                            <a:pt x="1102063" y="646331"/>
                          </a:cubicBezTo>
                          <a:cubicBezTo>
                            <a:pt x="1034903" y="666920"/>
                            <a:pt x="874808" y="516227"/>
                            <a:pt x="833735" y="646331"/>
                          </a:cubicBezTo>
                          <a:cubicBezTo>
                            <a:pt x="768389" y="751245"/>
                            <a:pt x="739488" y="603073"/>
                            <a:pt x="622905" y="646331"/>
                          </a:cubicBezTo>
                          <a:cubicBezTo>
                            <a:pt x="543033" y="674253"/>
                            <a:pt x="478364" y="568089"/>
                            <a:pt x="383326" y="646331"/>
                          </a:cubicBezTo>
                          <a:cubicBezTo>
                            <a:pt x="328545" y="673042"/>
                            <a:pt x="111528" y="606451"/>
                            <a:pt x="0" y="646331"/>
                          </a:cubicBezTo>
                          <a:cubicBezTo>
                            <a:pt x="65123" y="465786"/>
                            <a:pt x="37662" y="138730"/>
                            <a:pt x="0" y="0"/>
                          </a:cubicBezTo>
                          <a:close/>
                        </a:path>
                        <a:path w="2874948" h="646331" stroke="0" extrusionOk="0">
                          <a:moveTo>
                            <a:pt x="0" y="0"/>
                          </a:moveTo>
                          <a:cubicBezTo>
                            <a:pt x="98508" y="-71283"/>
                            <a:pt x="179149" y="71378"/>
                            <a:pt x="268328" y="0"/>
                          </a:cubicBezTo>
                          <a:cubicBezTo>
                            <a:pt x="368718" y="-57288"/>
                            <a:pt x="433637" y="95461"/>
                            <a:pt x="479157" y="0"/>
                          </a:cubicBezTo>
                          <a:cubicBezTo>
                            <a:pt x="557119" y="-93145"/>
                            <a:pt x="626063" y="13766"/>
                            <a:pt x="718737" y="0"/>
                          </a:cubicBezTo>
                          <a:cubicBezTo>
                            <a:pt x="794831" y="-45421"/>
                            <a:pt x="849164" y="79837"/>
                            <a:pt x="900816" y="0"/>
                          </a:cubicBezTo>
                          <a:cubicBezTo>
                            <a:pt x="951961" y="-51140"/>
                            <a:pt x="1044745" y="32229"/>
                            <a:pt x="1140395" y="0"/>
                          </a:cubicBezTo>
                          <a:cubicBezTo>
                            <a:pt x="1248845" y="-7367"/>
                            <a:pt x="1233964" y="19871"/>
                            <a:pt x="1322476" y="0"/>
                          </a:cubicBezTo>
                          <a:cubicBezTo>
                            <a:pt x="1412366" y="-30776"/>
                            <a:pt x="1463557" y="30971"/>
                            <a:pt x="1562055" y="0"/>
                          </a:cubicBezTo>
                          <a:cubicBezTo>
                            <a:pt x="1572789" y="-37029"/>
                            <a:pt x="1693181" y="111943"/>
                            <a:pt x="1772884" y="0"/>
                          </a:cubicBezTo>
                          <a:cubicBezTo>
                            <a:pt x="1869619" y="-83157"/>
                            <a:pt x="1873272" y="3464"/>
                            <a:pt x="1954964" y="0"/>
                          </a:cubicBezTo>
                          <a:cubicBezTo>
                            <a:pt x="2027981" y="-70369"/>
                            <a:pt x="2124983" y="48547"/>
                            <a:pt x="2223293" y="0"/>
                          </a:cubicBezTo>
                          <a:cubicBezTo>
                            <a:pt x="2291287" y="-105300"/>
                            <a:pt x="2439379" y="56986"/>
                            <a:pt x="2520371" y="0"/>
                          </a:cubicBezTo>
                          <a:cubicBezTo>
                            <a:pt x="2639736" y="-46900"/>
                            <a:pt x="2746921" y="80297"/>
                            <a:pt x="2874948" y="0"/>
                          </a:cubicBezTo>
                          <a:cubicBezTo>
                            <a:pt x="2845263" y="257644"/>
                            <a:pt x="2913298" y="523937"/>
                            <a:pt x="2874948" y="646331"/>
                          </a:cubicBezTo>
                          <a:cubicBezTo>
                            <a:pt x="2750773" y="788963"/>
                            <a:pt x="2701287" y="528820"/>
                            <a:pt x="2606619" y="646331"/>
                          </a:cubicBezTo>
                          <a:cubicBezTo>
                            <a:pt x="2518342" y="703586"/>
                            <a:pt x="2469904" y="620651"/>
                            <a:pt x="2395790" y="646331"/>
                          </a:cubicBezTo>
                          <a:cubicBezTo>
                            <a:pt x="2312588" y="671165"/>
                            <a:pt x="2200985" y="636034"/>
                            <a:pt x="2127461" y="646331"/>
                          </a:cubicBezTo>
                          <a:cubicBezTo>
                            <a:pt x="2058559" y="628838"/>
                            <a:pt x="1978766" y="569066"/>
                            <a:pt x="1830383" y="646331"/>
                          </a:cubicBezTo>
                          <a:cubicBezTo>
                            <a:pt x="1699353" y="767515"/>
                            <a:pt x="1716926" y="642451"/>
                            <a:pt x="1677052" y="646331"/>
                          </a:cubicBezTo>
                          <a:cubicBezTo>
                            <a:pt x="1634360" y="674878"/>
                            <a:pt x="1556654" y="644178"/>
                            <a:pt x="1523722" y="646331"/>
                          </a:cubicBezTo>
                          <a:cubicBezTo>
                            <a:pt x="1481822" y="649813"/>
                            <a:pt x="1412647" y="579917"/>
                            <a:pt x="1312892" y="646331"/>
                          </a:cubicBezTo>
                          <a:cubicBezTo>
                            <a:pt x="1157660" y="660617"/>
                            <a:pt x="1164610" y="572758"/>
                            <a:pt x="1015814" y="646331"/>
                          </a:cubicBezTo>
                          <a:cubicBezTo>
                            <a:pt x="900382" y="773130"/>
                            <a:pt x="910517" y="580102"/>
                            <a:pt x="833735" y="646331"/>
                          </a:cubicBezTo>
                          <a:cubicBezTo>
                            <a:pt x="693746" y="737178"/>
                            <a:pt x="809649" y="573287"/>
                            <a:pt x="651654" y="646331"/>
                          </a:cubicBezTo>
                          <a:cubicBezTo>
                            <a:pt x="568319" y="716063"/>
                            <a:pt x="485316" y="631196"/>
                            <a:pt x="412075" y="646331"/>
                          </a:cubicBezTo>
                          <a:cubicBezTo>
                            <a:pt x="275524" y="674150"/>
                            <a:pt x="92930" y="586748"/>
                            <a:pt x="0" y="646331"/>
                          </a:cubicBezTo>
                          <a:cubicBezTo>
                            <a:pt x="2039" y="492862"/>
                            <a:pt x="8920" y="337024"/>
                            <a:pt x="0" y="0"/>
                          </a:cubicBezTo>
                          <a:close/>
                        </a:path>
                        <a:path w="2874948" h="646331" fill="none" stroke="0" extrusionOk="0">
                          <a:moveTo>
                            <a:pt x="0" y="0"/>
                          </a:moveTo>
                          <a:cubicBezTo>
                            <a:pt x="87389" y="-104025"/>
                            <a:pt x="139706" y="65975"/>
                            <a:pt x="239578" y="0"/>
                          </a:cubicBezTo>
                          <a:cubicBezTo>
                            <a:pt x="369174" y="-83826"/>
                            <a:pt x="365766" y="62445"/>
                            <a:pt x="479157" y="0"/>
                          </a:cubicBezTo>
                          <a:cubicBezTo>
                            <a:pt x="595717" y="-86127"/>
                            <a:pt x="693924" y="109523"/>
                            <a:pt x="776235" y="0"/>
                          </a:cubicBezTo>
                          <a:cubicBezTo>
                            <a:pt x="905139" y="-83675"/>
                            <a:pt x="903697" y="126219"/>
                            <a:pt x="1015814" y="0"/>
                          </a:cubicBezTo>
                          <a:cubicBezTo>
                            <a:pt x="1153371" y="-103171"/>
                            <a:pt x="1126854" y="66785"/>
                            <a:pt x="1255393" y="0"/>
                          </a:cubicBezTo>
                          <a:cubicBezTo>
                            <a:pt x="1374607" y="-128413"/>
                            <a:pt x="1448817" y="27929"/>
                            <a:pt x="1523722" y="0"/>
                          </a:cubicBezTo>
                          <a:cubicBezTo>
                            <a:pt x="1624408" y="-503"/>
                            <a:pt x="1625012" y="79980"/>
                            <a:pt x="1677052" y="0"/>
                          </a:cubicBezTo>
                          <a:cubicBezTo>
                            <a:pt x="1759786" y="-75161"/>
                            <a:pt x="1748651" y="16954"/>
                            <a:pt x="1830383" y="0"/>
                          </a:cubicBezTo>
                          <a:cubicBezTo>
                            <a:pt x="1911040" y="-32411"/>
                            <a:pt x="1900342" y="5098"/>
                            <a:pt x="1983714" y="0"/>
                          </a:cubicBezTo>
                          <a:cubicBezTo>
                            <a:pt x="2025836" y="-15419"/>
                            <a:pt x="2214623" y="81159"/>
                            <a:pt x="2280792" y="0"/>
                          </a:cubicBezTo>
                          <a:cubicBezTo>
                            <a:pt x="2345847" y="-133445"/>
                            <a:pt x="2447143" y="9977"/>
                            <a:pt x="2491621" y="0"/>
                          </a:cubicBezTo>
                          <a:cubicBezTo>
                            <a:pt x="2549515" y="-22572"/>
                            <a:pt x="2613713" y="46111"/>
                            <a:pt x="2644952" y="0"/>
                          </a:cubicBezTo>
                          <a:cubicBezTo>
                            <a:pt x="2705864" y="-48157"/>
                            <a:pt x="2815332" y="41656"/>
                            <a:pt x="2874948" y="0"/>
                          </a:cubicBezTo>
                          <a:cubicBezTo>
                            <a:pt x="2917029" y="239153"/>
                            <a:pt x="2861371" y="332443"/>
                            <a:pt x="2874948" y="646331"/>
                          </a:cubicBezTo>
                          <a:cubicBezTo>
                            <a:pt x="2795389" y="733797"/>
                            <a:pt x="2777303" y="611858"/>
                            <a:pt x="2635369" y="646331"/>
                          </a:cubicBezTo>
                          <a:cubicBezTo>
                            <a:pt x="2533124" y="712437"/>
                            <a:pt x="2454559" y="613665"/>
                            <a:pt x="2338290" y="646331"/>
                          </a:cubicBezTo>
                          <a:cubicBezTo>
                            <a:pt x="2205042" y="720602"/>
                            <a:pt x="2199340" y="562460"/>
                            <a:pt x="2184960" y="646331"/>
                          </a:cubicBezTo>
                          <a:cubicBezTo>
                            <a:pt x="2176033" y="703498"/>
                            <a:pt x="2036951" y="512628"/>
                            <a:pt x="1916631" y="646331"/>
                          </a:cubicBezTo>
                          <a:cubicBezTo>
                            <a:pt x="1780963" y="746969"/>
                            <a:pt x="1722944" y="576285"/>
                            <a:pt x="1648303" y="646331"/>
                          </a:cubicBezTo>
                          <a:cubicBezTo>
                            <a:pt x="1550256" y="763410"/>
                            <a:pt x="1522295" y="547628"/>
                            <a:pt x="1437474" y="646331"/>
                          </a:cubicBezTo>
                          <a:cubicBezTo>
                            <a:pt x="1326031" y="704734"/>
                            <a:pt x="1376126" y="573332"/>
                            <a:pt x="1284143" y="646331"/>
                          </a:cubicBezTo>
                          <a:cubicBezTo>
                            <a:pt x="1190939" y="753229"/>
                            <a:pt x="1183992" y="608955"/>
                            <a:pt x="1102063" y="646331"/>
                          </a:cubicBezTo>
                          <a:cubicBezTo>
                            <a:pt x="1013439" y="668170"/>
                            <a:pt x="897913" y="566918"/>
                            <a:pt x="833735" y="646331"/>
                          </a:cubicBezTo>
                          <a:cubicBezTo>
                            <a:pt x="769091" y="697885"/>
                            <a:pt x="696805" y="586806"/>
                            <a:pt x="622905" y="646331"/>
                          </a:cubicBezTo>
                          <a:cubicBezTo>
                            <a:pt x="555554" y="695412"/>
                            <a:pt x="448950" y="587636"/>
                            <a:pt x="383326" y="646331"/>
                          </a:cubicBezTo>
                          <a:cubicBezTo>
                            <a:pt x="319408" y="723886"/>
                            <a:pt x="88741" y="637869"/>
                            <a:pt x="0" y="646331"/>
                          </a:cubicBezTo>
                          <a:cubicBezTo>
                            <a:pt x="-32436" y="364250"/>
                            <a:pt x="-17299" y="175140"/>
                            <a:pt x="0" y="0"/>
                          </a:cubicBezTo>
                          <a:close/>
                        </a:path>
                        <a:path w="2874948" h="646331" fill="none" stroke="0" extrusionOk="0">
                          <a:moveTo>
                            <a:pt x="0" y="0"/>
                          </a:moveTo>
                          <a:cubicBezTo>
                            <a:pt x="87866" y="-75256"/>
                            <a:pt x="99740" y="42533"/>
                            <a:pt x="239578" y="0"/>
                          </a:cubicBezTo>
                          <a:cubicBezTo>
                            <a:pt x="354728" y="-110154"/>
                            <a:pt x="373439" y="46093"/>
                            <a:pt x="479157" y="0"/>
                          </a:cubicBezTo>
                          <a:cubicBezTo>
                            <a:pt x="571703" y="-41090"/>
                            <a:pt x="667388" y="101446"/>
                            <a:pt x="776235" y="0"/>
                          </a:cubicBezTo>
                          <a:cubicBezTo>
                            <a:pt x="847914" y="-120116"/>
                            <a:pt x="913847" y="164816"/>
                            <a:pt x="1015814" y="0"/>
                          </a:cubicBezTo>
                          <a:cubicBezTo>
                            <a:pt x="1121891" y="-119949"/>
                            <a:pt x="1131456" y="110446"/>
                            <a:pt x="1255393" y="0"/>
                          </a:cubicBezTo>
                          <a:cubicBezTo>
                            <a:pt x="1363946" y="-121082"/>
                            <a:pt x="1430217" y="50904"/>
                            <a:pt x="1523722" y="0"/>
                          </a:cubicBezTo>
                          <a:cubicBezTo>
                            <a:pt x="1633935" y="475"/>
                            <a:pt x="1602425" y="89594"/>
                            <a:pt x="1677052" y="0"/>
                          </a:cubicBezTo>
                          <a:cubicBezTo>
                            <a:pt x="1732403" y="-75750"/>
                            <a:pt x="1747206" y="-10986"/>
                            <a:pt x="1830383" y="0"/>
                          </a:cubicBezTo>
                          <a:cubicBezTo>
                            <a:pt x="1903118" y="-23049"/>
                            <a:pt x="1909032" y="12066"/>
                            <a:pt x="1983714" y="0"/>
                          </a:cubicBezTo>
                          <a:cubicBezTo>
                            <a:pt x="2026953" y="-36354"/>
                            <a:pt x="2226556" y="131760"/>
                            <a:pt x="2280792" y="0"/>
                          </a:cubicBezTo>
                          <a:cubicBezTo>
                            <a:pt x="2345975" y="-130025"/>
                            <a:pt x="2446934" y="1720"/>
                            <a:pt x="2491621" y="0"/>
                          </a:cubicBezTo>
                          <a:cubicBezTo>
                            <a:pt x="2547948" y="-15955"/>
                            <a:pt x="2579679" y="54657"/>
                            <a:pt x="2644952" y="0"/>
                          </a:cubicBezTo>
                          <a:cubicBezTo>
                            <a:pt x="2712852" y="-59309"/>
                            <a:pt x="2830963" y="44870"/>
                            <a:pt x="2874948" y="0"/>
                          </a:cubicBezTo>
                          <a:cubicBezTo>
                            <a:pt x="2904659" y="175521"/>
                            <a:pt x="2849443" y="333145"/>
                            <a:pt x="2874948" y="646331"/>
                          </a:cubicBezTo>
                          <a:cubicBezTo>
                            <a:pt x="2811132" y="750780"/>
                            <a:pt x="2764763" y="634562"/>
                            <a:pt x="2635369" y="646331"/>
                          </a:cubicBezTo>
                          <a:cubicBezTo>
                            <a:pt x="2512538" y="720616"/>
                            <a:pt x="2469345" y="599198"/>
                            <a:pt x="2338290" y="646331"/>
                          </a:cubicBezTo>
                          <a:cubicBezTo>
                            <a:pt x="2180223" y="723875"/>
                            <a:pt x="2217571" y="572254"/>
                            <a:pt x="2184960" y="646331"/>
                          </a:cubicBezTo>
                          <a:cubicBezTo>
                            <a:pt x="2191492" y="707048"/>
                            <a:pt x="2051466" y="512645"/>
                            <a:pt x="1916631" y="646331"/>
                          </a:cubicBezTo>
                          <a:cubicBezTo>
                            <a:pt x="1779780" y="763076"/>
                            <a:pt x="1729911" y="588315"/>
                            <a:pt x="1648303" y="646331"/>
                          </a:cubicBezTo>
                          <a:cubicBezTo>
                            <a:pt x="1539414" y="734507"/>
                            <a:pt x="1540007" y="539110"/>
                            <a:pt x="1437474" y="646331"/>
                          </a:cubicBezTo>
                          <a:cubicBezTo>
                            <a:pt x="1328199" y="743791"/>
                            <a:pt x="1371541" y="551332"/>
                            <a:pt x="1284143" y="646331"/>
                          </a:cubicBezTo>
                          <a:cubicBezTo>
                            <a:pt x="1212485" y="717694"/>
                            <a:pt x="1199418" y="583264"/>
                            <a:pt x="1102063" y="646331"/>
                          </a:cubicBezTo>
                          <a:cubicBezTo>
                            <a:pt x="1032779" y="683079"/>
                            <a:pt x="895185" y="545602"/>
                            <a:pt x="833735" y="646331"/>
                          </a:cubicBezTo>
                          <a:cubicBezTo>
                            <a:pt x="768647" y="720219"/>
                            <a:pt x="720816" y="598546"/>
                            <a:pt x="622905" y="646331"/>
                          </a:cubicBezTo>
                          <a:cubicBezTo>
                            <a:pt x="537855" y="662696"/>
                            <a:pt x="454630" y="601309"/>
                            <a:pt x="383326" y="646331"/>
                          </a:cubicBezTo>
                          <a:cubicBezTo>
                            <a:pt x="329684" y="695506"/>
                            <a:pt x="87837" y="628636"/>
                            <a:pt x="0" y="646331"/>
                          </a:cubicBezTo>
                          <a:cubicBezTo>
                            <a:pt x="37909" y="445088"/>
                            <a:pt x="12408" y="119438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Discuss your options with your friend (neighbor) first…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D859A9D1-14CC-61E2-B75F-7033A1A2F9DD}"/>
                </a:ext>
              </a:extLst>
            </p:cNvPr>
            <p:cNvSpPr/>
            <p:nvPr/>
          </p:nvSpPr>
          <p:spPr>
            <a:xfrm>
              <a:off x="3137379" y="477704"/>
              <a:ext cx="671409" cy="150150"/>
            </a:xfrm>
            <a:prstGeom prst="right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163B95B-5FA7-E188-719A-AFBA22A176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60043"/>
                  </p:ext>
                </p:extLst>
              </p:nvPr>
            </p:nvGraphicFramePr>
            <p:xfrm>
              <a:off x="8116545" y="1964629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95351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𝑊h𝑜𝑙𝑒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𝐻𝑎𝑙𝑓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𝑄𝑢𝑎𝑟𝑡𝑒𝑟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𝑁𝑜𝑡h𝑖𝑛𝑔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4163B95B-5FA7-E188-719A-AFBA22A176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60043"/>
                  </p:ext>
                </p:extLst>
              </p:nvPr>
            </p:nvGraphicFramePr>
            <p:xfrm>
              <a:off x="8116545" y="1964629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95351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108197" r="-6296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208197" r="-6296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308197" r="-629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408197" r="-6296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521E30C-7FC7-7707-44B7-738F7F9D12E8}"/>
              </a:ext>
            </a:extLst>
          </p:cNvPr>
          <p:cNvSpPr txBox="1"/>
          <p:nvPr/>
        </p:nvSpPr>
        <p:spPr>
          <a:xfrm>
            <a:off x="5225420" y="4151153"/>
            <a:ext cx="6640014" cy="646331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640014"/>
                      <a:gd name="connsiteY0" fmla="*/ 0 h 646331"/>
                      <a:gd name="connsiteX1" fmla="*/ 619735 w 6640014"/>
                      <a:gd name="connsiteY1" fmla="*/ 0 h 646331"/>
                      <a:gd name="connsiteX2" fmla="*/ 1106669 w 6640014"/>
                      <a:gd name="connsiteY2" fmla="*/ 0 h 646331"/>
                      <a:gd name="connsiteX3" fmla="*/ 1660004 w 6640014"/>
                      <a:gd name="connsiteY3" fmla="*/ 0 h 646331"/>
                      <a:gd name="connsiteX4" fmla="*/ 2080538 w 6640014"/>
                      <a:gd name="connsiteY4" fmla="*/ 0 h 646331"/>
                      <a:gd name="connsiteX5" fmla="*/ 2633872 w 6640014"/>
                      <a:gd name="connsiteY5" fmla="*/ 0 h 646331"/>
                      <a:gd name="connsiteX6" fmla="*/ 3054406 w 6640014"/>
                      <a:gd name="connsiteY6" fmla="*/ 0 h 646331"/>
                      <a:gd name="connsiteX7" fmla="*/ 3607741 w 6640014"/>
                      <a:gd name="connsiteY7" fmla="*/ 0 h 646331"/>
                      <a:gd name="connsiteX8" fmla="*/ 4094675 w 6640014"/>
                      <a:gd name="connsiteY8" fmla="*/ 0 h 646331"/>
                      <a:gd name="connsiteX9" fmla="*/ 4515210 w 6640014"/>
                      <a:gd name="connsiteY9" fmla="*/ 0 h 646331"/>
                      <a:gd name="connsiteX10" fmla="*/ 5134944 w 6640014"/>
                      <a:gd name="connsiteY10" fmla="*/ 0 h 646331"/>
                      <a:gd name="connsiteX11" fmla="*/ 5821079 w 6640014"/>
                      <a:gd name="connsiteY11" fmla="*/ 0 h 646331"/>
                      <a:gd name="connsiteX12" fmla="*/ 6640014 w 6640014"/>
                      <a:gd name="connsiteY12" fmla="*/ 0 h 646331"/>
                      <a:gd name="connsiteX13" fmla="*/ 6640014 w 6640014"/>
                      <a:gd name="connsiteY13" fmla="*/ 316702 h 646331"/>
                      <a:gd name="connsiteX14" fmla="*/ 6640014 w 6640014"/>
                      <a:gd name="connsiteY14" fmla="*/ 646331 h 646331"/>
                      <a:gd name="connsiteX15" fmla="*/ 6020279 w 6640014"/>
                      <a:gd name="connsiteY15" fmla="*/ 646331 h 646331"/>
                      <a:gd name="connsiteX16" fmla="*/ 5400545 w 6640014"/>
                      <a:gd name="connsiteY16" fmla="*/ 646331 h 646331"/>
                      <a:gd name="connsiteX17" fmla="*/ 4714410 w 6640014"/>
                      <a:gd name="connsiteY17" fmla="*/ 646331 h 646331"/>
                      <a:gd name="connsiteX18" fmla="*/ 4360276 w 6640014"/>
                      <a:gd name="connsiteY18" fmla="*/ 646331 h 646331"/>
                      <a:gd name="connsiteX19" fmla="*/ 4006142 w 6640014"/>
                      <a:gd name="connsiteY19" fmla="*/ 646331 h 646331"/>
                      <a:gd name="connsiteX20" fmla="*/ 3519207 w 6640014"/>
                      <a:gd name="connsiteY20" fmla="*/ 646331 h 646331"/>
                      <a:gd name="connsiteX21" fmla="*/ 2833073 w 6640014"/>
                      <a:gd name="connsiteY21" fmla="*/ 646331 h 646331"/>
                      <a:gd name="connsiteX22" fmla="*/ 2412538 w 6640014"/>
                      <a:gd name="connsiteY22" fmla="*/ 646331 h 646331"/>
                      <a:gd name="connsiteX23" fmla="*/ 1992004 w 6640014"/>
                      <a:gd name="connsiteY23" fmla="*/ 646331 h 646331"/>
                      <a:gd name="connsiteX24" fmla="*/ 1438670 w 6640014"/>
                      <a:gd name="connsiteY24" fmla="*/ 646331 h 646331"/>
                      <a:gd name="connsiteX25" fmla="*/ 951735 w 6640014"/>
                      <a:gd name="connsiteY25" fmla="*/ 646331 h 646331"/>
                      <a:gd name="connsiteX26" fmla="*/ 0 w 6640014"/>
                      <a:gd name="connsiteY26" fmla="*/ 646331 h 646331"/>
                      <a:gd name="connsiteX27" fmla="*/ 0 w 6640014"/>
                      <a:gd name="connsiteY27" fmla="*/ 316702 h 646331"/>
                      <a:gd name="connsiteX28" fmla="*/ 0 w 6640014"/>
                      <a:gd name="connsiteY28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40014" h="646331" extrusionOk="0">
                        <a:moveTo>
                          <a:pt x="0" y="0"/>
                        </a:moveTo>
                        <a:cubicBezTo>
                          <a:pt x="160478" y="-15898"/>
                          <a:pt x="393355" y="49021"/>
                          <a:pt x="619735" y="0"/>
                        </a:cubicBezTo>
                        <a:cubicBezTo>
                          <a:pt x="846115" y="-49021"/>
                          <a:pt x="870299" y="43841"/>
                          <a:pt x="1106669" y="0"/>
                        </a:cubicBezTo>
                        <a:cubicBezTo>
                          <a:pt x="1343039" y="-43841"/>
                          <a:pt x="1442569" y="58675"/>
                          <a:pt x="1660004" y="0"/>
                        </a:cubicBezTo>
                        <a:cubicBezTo>
                          <a:pt x="1877439" y="-58675"/>
                          <a:pt x="1956838" y="1707"/>
                          <a:pt x="2080538" y="0"/>
                        </a:cubicBezTo>
                        <a:cubicBezTo>
                          <a:pt x="2204238" y="-1707"/>
                          <a:pt x="2402577" y="52763"/>
                          <a:pt x="2633872" y="0"/>
                        </a:cubicBezTo>
                        <a:cubicBezTo>
                          <a:pt x="2865167" y="-52763"/>
                          <a:pt x="2882819" y="36104"/>
                          <a:pt x="3054406" y="0"/>
                        </a:cubicBezTo>
                        <a:cubicBezTo>
                          <a:pt x="3225993" y="-36104"/>
                          <a:pt x="3481118" y="19854"/>
                          <a:pt x="3607741" y="0"/>
                        </a:cubicBezTo>
                        <a:cubicBezTo>
                          <a:pt x="3734364" y="-19854"/>
                          <a:pt x="3993617" y="24401"/>
                          <a:pt x="4094675" y="0"/>
                        </a:cubicBezTo>
                        <a:cubicBezTo>
                          <a:pt x="4195733" y="-24401"/>
                          <a:pt x="4332021" y="38983"/>
                          <a:pt x="4515210" y="0"/>
                        </a:cubicBezTo>
                        <a:cubicBezTo>
                          <a:pt x="4698400" y="-38983"/>
                          <a:pt x="4898836" y="32753"/>
                          <a:pt x="5134944" y="0"/>
                        </a:cubicBezTo>
                        <a:cubicBezTo>
                          <a:pt x="5371052" y="-32753"/>
                          <a:pt x="5504685" y="79028"/>
                          <a:pt x="5821079" y="0"/>
                        </a:cubicBezTo>
                        <a:cubicBezTo>
                          <a:pt x="6137474" y="-79028"/>
                          <a:pt x="6365395" y="11788"/>
                          <a:pt x="6640014" y="0"/>
                        </a:cubicBezTo>
                        <a:cubicBezTo>
                          <a:pt x="6669364" y="79782"/>
                          <a:pt x="6639833" y="193786"/>
                          <a:pt x="6640014" y="316702"/>
                        </a:cubicBezTo>
                        <a:cubicBezTo>
                          <a:pt x="6640195" y="439618"/>
                          <a:pt x="6639696" y="498744"/>
                          <a:pt x="6640014" y="646331"/>
                        </a:cubicBezTo>
                        <a:cubicBezTo>
                          <a:pt x="6418605" y="708478"/>
                          <a:pt x="6284550" y="576906"/>
                          <a:pt x="6020279" y="646331"/>
                        </a:cubicBezTo>
                        <a:cubicBezTo>
                          <a:pt x="5756008" y="715756"/>
                          <a:pt x="5684698" y="608825"/>
                          <a:pt x="5400545" y="646331"/>
                        </a:cubicBezTo>
                        <a:cubicBezTo>
                          <a:pt x="5116392" y="683837"/>
                          <a:pt x="4956684" y="641892"/>
                          <a:pt x="4714410" y="646331"/>
                        </a:cubicBezTo>
                        <a:cubicBezTo>
                          <a:pt x="4472136" y="650770"/>
                          <a:pt x="4506538" y="615999"/>
                          <a:pt x="4360276" y="646331"/>
                        </a:cubicBezTo>
                        <a:cubicBezTo>
                          <a:pt x="4214014" y="676663"/>
                          <a:pt x="4168883" y="609975"/>
                          <a:pt x="4006142" y="646331"/>
                        </a:cubicBezTo>
                        <a:cubicBezTo>
                          <a:pt x="3843401" y="682687"/>
                          <a:pt x="3686850" y="615086"/>
                          <a:pt x="3519207" y="646331"/>
                        </a:cubicBezTo>
                        <a:cubicBezTo>
                          <a:pt x="3351565" y="677576"/>
                          <a:pt x="2998854" y="599246"/>
                          <a:pt x="2833073" y="646331"/>
                        </a:cubicBezTo>
                        <a:cubicBezTo>
                          <a:pt x="2667292" y="693416"/>
                          <a:pt x="2552008" y="642668"/>
                          <a:pt x="2412538" y="646331"/>
                        </a:cubicBezTo>
                        <a:cubicBezTo>
                          <a:pt x="2273069" y="649994"/>
                          <a:pt x="2197695" y="602177"/>
                          <a:pt x="1992004" y="646331"/>
                        </a:cubicBezTo>
                        <a:cubicBezTo>
                          <a:pt x="1786313" y="690485"/>
                          <a:pt x="1554770" y="594480"/>
                          <a:pt x="1438670" y="646331"/>
                        </a:cubicBezTo>
                        <a:cubicBezTo>
                          <a:pt x="1322570" y="698182"/>
                          <a:pt x="1081018" y="636772"/>
                          <a:pt x="951735" y="646331"/>
                        </a:cubicBezTo>
                        <a:cubicBezTo>
                          <a:pt x="822452" y="655890"/>
                          <a:pt x="304558" y="607495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The outcome associated with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is worse for both of us than the outcome associated with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AFC82-87DB-F14D-8658-A7FA9B386CDB}"/>
              </a:ext>
            </a:extLst>
          </p:cNvPr>
          <p:cNvSpPr txBox="1"/>
          <p:nvPr/>
        </p:nvSpPr>
        <p:spPr>
          <a:xfrm>
            <a:off x="4717915" y="4897926"/>
            <a:ext cx="68273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27378"/>
                      <a:gd name="connsiteY0" fmla="*/ 0 h 369332"/>
                      <a:gd name="connsiteX1" fmla="*/ 568948 w 6827378"/>
                      <a:gd name="connsiteY1" fmla="*/ 0 h 369332"/>
                      <a:gd name="connsiteX2" fmla="*/ 1137896 w 6827378"/>
                      <a:gd name="connsiteY2" fmla="*/ 0 h 369332"/>
                      <a:gd name="connsiteX3" fmla="*/ 1843392 w 6827378"/>
                      <a:gd name="connsiteY3" fmla="*/ 0 h 369332"/>
                      <a:gd name="connsiteX4" fmla="*/ 2412340 w 6827378"/>
                      <a:gd name="connsiteY4" fmla="*/ 0 h 369332"/>
                      <a:gd name="connsiteX5" fmla="*/ 2981288 w 6827378"/>
                      <a:gd name="connsiteY5" fmla="*/ 0 h 369332"/>
                      <a:gd name="connsiteX6" fmla="*/ 3618510 w 6827378"/>
                      <a:gd name="connsiteY6" fmla="*/ 0 h 369332"/>
                      <a:gd name="connsiteX7" fmla="*/ 3982637 w 6827378"/>
                      <a:gd name="connsiteY7" fmla="*/ 0 h 369332"/>
                      <a:gd name="connsiteX8" fmla="*/ 4346764 w 6827378"/>
                      <a:gd name="connsiteY8" fmla="*/ 0 h 369332"/>
                      <a:gd name="connsiteX9" fmla="*/ 4710891 w 6827378"/>
                      <a:gd name="connsiteY9" fmla="*/ 0 h 369332"/>
                      <a:gd name="connsiteX10" fmla="*/ 5416387 w 6827378"/>
                      <a:gd name="connsiteY10" fmla="*/ 0 h 369332"/>
                      <a:gd name="connsiteX11" fmla="*/ 5917061 w 6827378"/>
                      <a:gd name="connsiteY11" fmla="*/ 0 h 369332"/>
                      <a:gd name="connsiteX12" fmla="*/ 6281188 w 6827378"/>
                      <a:gd name="connsiteY12" fmla="*/ 0 h 369332"/>
                      <a:gd name="connsiteX13" fmla="*/ 6827378 w 6827378"/>
                      <a:gd name="connsiteY13" fmla="*/ 0 h 369332"/>
                      <a:gd name="connsiteX14" fmla="*/ 6827378 w 6827378"/>
                      <a:gd name="connsiteY14" fmla="*/ 369332 h 369332"/>
                      <a:gd name="connsiteX15" fmla="*/ 6258430 w 6827378"/>
                      <a:gd name="connsiteY15" fmla="*/ 369332 h 369332"/>
                      <a:gd name="connsiteX16" fmla="*/ 5552934 w 6827378"/>
                      <a:gd name="connsiteY16" fmla="*/ 369332 h 369332"/>
                      <a:gd name="connsiteX17" fmla="*/ 5188807 w 6827378"/>
                      <a:gd name="connsiteY17" fmla="*/ 369332 h 369332"/>
                      <a:gd name="connsiteX18" fmla="*/ 4551585 w 6827378"/>
                      <a:gd name="connsiteY18" fmla="*/ 369332 h 369332"/>
                      <a:gd name="connsiteX19" fmla="*/ 3914363 w 6827378"/>
                      <a:gd name="connsiteY19" fmla="*/ 369332 h 369332"/>
                      <a:gd name="connsiteX20" fmla="*/ 3413689 w 6827378"/>
                      <a:gd name="connsiteY20" fmla="*/ 369332 h 369332"/>
                      <a:gd name="connsiteX21" fmla="*/ 3049562 w 6827378"/>
                      <a:gd name="connsiteY21" fmla="*/ 369332 h 369332"/>
                      <a:gd name="connsiteX22" fmla="*/ 2617162 w 6827378"/>
                      <a:gd name="connsiteY22" fmla="*/ 369332 h 369332"/>
                      <a:gd name="connsiteX23" fmla="*/ 1979940 w 6827378"/>
                      <a:gd name="connsiteY23" fmla="*/ 369332 h 369332"/>
                      <a:gd name="connsiteX24" fmla="*/ 1479265 w 6827378"/>
                      <a:gd name="connsiteY24" fmla="*/ 369332 h 369332"/>
                      <a:gd name="connsiteX25" fmla="*/ 910317 w 6827378"/>
                      <a:gd name="connsiteY25" fmla="*/ 369332 h 369332"/>
                      <a:gd name="connsiteX26" fmla="*/ 0 w 6827378"/>
                      <a:gd name="connsiteY26" fmla="*/ 369332 h 369332"/>
                      <a:gd name="connsiteX27" fmla="*/ 0 w 6827378"/>
                      <a:gd name="connsiteY27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6827378" h="369332" fill="none" extrusionOk="0">
                        <a:moveTo>
                          <a:pt x="0" y="0"/>
                        </a:moveTo>
                        <a:cubicBezTo>
                          <a:pt x="219015" y="-44219"/>
                          <a:pt x="312197" y="62786"/>
                          <a:pt x="568948" y="0"/>
                        </a:cubicBezTo>
                        <a:cubicBezTo>
                          <a:pt x="825699" y="-62786"/>
                          <a:pt x="913042" y="32922"/>
                          <a:pt x="1137896" y="0"/>
                        </a:cubicBezTo>
                        <a:cubicBezTo>
                          <a:pt x="1362750" y="-32922"/>
                          <a:pt x="1591186" y="47068"/>
                          <a:pt x="1843392" y="0"/>
                        </a:cubicBezTo>
                        <a:cubicBezTo>
                          <a:pt x="2095598" y="-47068"/>
                          <a:pt x="2193847" y="65530"/>
                          <a:pt x="2412340" y="0"/>
                        </a:cubicBezTo>
                        <a:cubicBezTo>
                          <a:pt x="2630833" y="-65530"/>
                          <a:pt x="2746494" y="66418"/>
                          <a:pt x="2981288" y="0"/>
                        </a:cubicBezTo>
                        <a:cubicBezTo>
                          <a:pt x="3216082" y="-66418"/>
                          <a:pt x="3373709" y="9671"/>
                          <a:pt x="3618510" y="0"/>
                        </a:cubicBezTo>
                        <a:cubicBezTo>
                          <a:pt x="3863311" y="-9671"/>
                          <a:pt x="3832864" y="38558"/>
                          <a:pt x="3982637" y="0"/>
                        </a:cubicBezTo>
                        <a:cubicBezTo>
                          <a:pt x="4132410" y="-38558"/>
                          <a:pt x="4171263" y="10291"/>
                          <a:pt x="4346764" y="0"/>
                        </a:cubicBezTo>
                        <a:cubicBezTo>
                          <a:pt x="4522265" y="-10291"/>
                          <a:pt x="4534672" y="8777"/>
                          <a:pt x="4710891" y="0"/>
                        </a:cubicBezTo>
                        <a:cubicBezTo>
                          <a:pt x="4887110" y="-8777"/>
                          <a:pt x="5257379" y="80481"/>
                          <a:pt x="5416387" y="0"/>
                        </a:cubicBezTo>
                        <a:cubicBezTo>
                          <a:pt x="5575395" y="-80481"/>
                          <a:pt x="5799015" y="3447"/>
                          <a:pt x="5917061" y="0"/>
                        </a:cubicBezTo>
                        <a:cubicBezTo>
                          <a:pt x="6035107" y="-3447"/>
                          <a:pt x="6128321" y="30498"/>
                          <a:pt x="6281188" y="0"/>
                        </a:cubicBezTo>
                        <a:cubicBezTo>
                          <a:pt x="6434055" y="-30498"/>
                          <a:pt x="6709615" y="16683"/>
                          <a:pt x="6827378" y="0"/>
                        </a:cubicBezTo>
                        <a:cubicBezTo>
                          <a:pt x="6864021" y="114610"/>
                          <a:pt x="6817925" y="190909"/>
                          <a:pt x="6827378" y="369332"/>
                        </a:cubicBezTo>
                        <a:cubicBezTo>
                          <a:pt x="6625504" y="419208"/>
                          <a:pt x="6531619" y="344411"/>
                          <a:pt x="6258430" y="369332"/>
                        </a:cubicBezTo>
                        <a:cubicBezTo>
                          <a:pt x="5985241" y="394253"/>
                          <a:pt x="5860466" y="328801"/>
                          <a:pt x="5552934" y="369332"/>
                        </a:cubicBezTo>
                        <a:cubicBezTo>
                          <a:pt x="5245402" y="409863"/>
                          <a:pt x="5283506" y="327644"/>
                          <a:pt x="5188807" y="369332"/>
                        </a:cubicBezTo>
                        <a:cubicBezTo>
                          <a:pt x="5094108" y="411020"/>
                          <a:pt x="4851442" y="312230"/>
                          <a:pt x="4551585" y="369332"/>
                        </a:cubicBezTo>
                        <a:cubicBezTo>
                          <a:pt x="4251728" y="426434"/>
                          <a:pt x="4127006" y="326345"/>
                          <a:pt x="3914363" y="369332"/>
                        </a:cubicBezTo>
                        <a:cubicBezTo>
                          <a:pt x="3701720" y="412319"/>
                          <a:pt x="3641197" y="321991"/>
                          <a:pt x="3413689" y="369332"/>
                        </a:cubicBezTo>
                        <a:cubicBezTo>
                          <a:pt x="3186181" y="416673"/>
                          <a:pt x="3228236" y="328485"/>
                          <a:pt x="3049562" y="369332"/>
                        </a:cubicBezTo>
                        <a:cubicBezTo>
                          <a:pt x="2870888" y="410179"/>
                          <a:pt x="2825921" y="342274"/>
                          <a:pt x="2617162" y="369332"/>
                        </a:cubicBezTo>
                        <a:cubicBezTo>
                          <a:pt x="2408403" y="396390"/>
                          <a:pt x="2153505" y="324516"/>
                          <a:pt x="1979940" y="369332"/>
                        </a:cubicBezTo>
                        <a:cubicBezTo>
                          <a:pt x="1806375" y="414148"/>
                          <a:pt x="1654838" y="339260"/>
                          <a:pt x="1479265" y="369332"/>
                        </a:cubicBezTo>
                        <a:cubicBezTo>
                          <a:pt x="1303693" y="399404"/>
                          <a:pt x="1074069" y="327705"/>
                          <a:pt x="910317" y="369332"/>
                        </a:cubicBezTo>
                        <a:cubicBezTo>
                          <a:pt x="746565" y="410959"/>
                          <a:pt x="221977" y="367796"/>
                          <a:pt x="0" y="369332"/>
                        </a:cubicBezTo>
                        <a:cubicBezTo>
                          <a:pt x="-1480" y="246174"/>
                          <a:pt x="42104" y="116418"/>
                          <a:pt x="0" y="0"/>
                        </a:cubicBezTo>
                        <a:close/>
                      </a:path>
                      <a:path w="6827378" h="369332" stroke="0" extrusionOk="0">
                        <a:moveTo>
                          <a:pt x="0" y="0"/>
                        </a:moveTo>
                        <a:cubicBezTo>
                          <a:pt x="183062" y="-62205"/>
                          <a:pt x="458106" y="57244"/>
                          <a:pt x="637222" y="0"/>
                        </a:cubicBezTo>
                        <a:cubicBezTo>
                          <a:pt x="816338" y="-57244"/>
                          <a:pt x="928459" y="48200"/>
                          <a:pt x="1137896" y="0"/>
                        </a:cubicBezTo>
                        <a:cubicBezTo>
                          <a:pt x="1347333" y="-48200"/>
                          <a:pt x="1493931" y="14066"/>
                          <a:pt x="1706845" y="0"/>
                        </a:cubicBezTo>
                        <a:cubicBezTo>
                          <a:pt x="1919759" y="-14066"/>
                          <a:pt x="1972949" y="36284"/>
                          <a:pt x="2139245" y="0"/>
                        </a:cubicBezTo>
                        <a:cubicBezTo>
                          <a:pt x="2305541" y="-36284"/>
                          <a:pt x="2455910" y="12550"/>
                          <a:pt x="2708193" y="0"/>
                        </a:cubicBezTo>
                        <a:cubicBezTo>
                          <a:pt x="2960476" y="-12550"/>
                          <a:pt x="2952421" y="5865"/>
                          <a:pt x="3140594" y="0"/>
                        </a:cubicBezTo>
                        <a:cubicBezTo>
                          <a:pt x="3328767" y="-5865"/>
                          <a:pt x="3575623" y="25704"/>
                          <a:pt x="3709542" y="0"/>
                        </a:cubicBezTo>
                        <a:cubicBezTo>
                          <a:pt x="3843461" y="-25704"/>
                          <a:pt x="4049022" y="43643"/>
                          <a:pt x="4210216" y="0"/>
                        </a:cubicBezTo>
                        <a:cubicBezTo>
                          <a:pt x="4371410" y="-43643"/>
                          <a:pt x="4445287" y="23880"/>
                          <a:pt x="4642617" y="0"/>
                        </a:cubicBezTo>
                        <a:cubicBezTo>
                          <a:pt x="4839947" y="-23880"/>
                          <a:pt x="5072161" y="50534"/>
                          <a:pt x="5279839" y="0"/>
                        </a:cubicBezTo>
                        <a:cubicBezTo>
                          <a:pt x="5487517" y="-50534"/>
                          <a:pt x="5758891" y="42369"/>
                          <a:pt x="5985335" y="0"/>
                        </a:cubicBezTo>
                        <a:cubicBezTo>
                          <a:pt x="6211779" y="-42369"/>
                          <a:pt x="6576126" y="29947"/>
                          <a:pt x="6827378" y="0"/>
                        </a:cubicBezTo>
                        <a:cubicBezTo>
                          <a:pt x="6850121" y="116538"/>
                          <a:pt x="6807701" y="284514"/>
                          <a:pt x="6827378" y="369332"/>
                        </a:cubicBezTo>
                        <a:cubicBezTo>
                          <a:pt x="6587575" y="419987"/>
                          <a:pt x="6349313" y="318461"/>
                          <a:pt x="6190156" y="369332"/>
                        </a:cubicBezTo>
                        <a:cubicBezTo>
                          <a:pt x="6030999" y="420203"/>
                          <a:pt x="5833454" y="350457"/>
                          <a:pt x="5689482" y="369332"/>
                        </a:cubicBezTo>
                        <a:cubicBezTo>
                          <a:pt x="5545510" y="388207"/>
                          <a:pt x="5228749" y="358458"/>
                          <a:pt x="5052260" y="369332"/>
                        </a:cubicBezTo>
                        <a:cubicBezTo>
                          <a:pt x="4875771" y="380206"/>
                          <a:pt x="4672057" y="305220"/>
                          <a:pt x="4346764" y="369332"/>
                        </a:cubicBezTo>
                        <a:cubicBezTo>
                          <a:pt x="4021471" y="433444"/>
                          <a:pt x="4099405" y="361214"/>
                          <a:pt x="3982637" y="369332"/>
                        </a:cubicBezTo>
                        <a:cubicBezTo>
                          <a:pt x="3865869" y="377450"/>
                          <a:pt x="3747263" y="356944"/>
                          <a:pt x="3618510" y="369332"/>
                        </a:cubicBezTo>
                        <a:cubicBezTo>
                          <a:pt x="3489757" y="381720"/>
                          <a:pt x="3351491" y="348392"/>
                          <a:pt x="3117836" y="369332"/>
                        </a:cubicBezTo>
                        <a:cubicBezTo>
                          <a:pt x="2884181" y="390272"/>
                          <a:pt x="2615084" y="302528"/>
                          <a:pt x="2412340" y="369332"/>
                        </a:cubicBezTo>
                        <a:cubicBezTo>
                          <a:pt x="2209596" y="436136"/>
                          <a:pt x="2164122" y="335632"/>
                          <a:pt x="1979940" y="369332"/>
                        </a:cubicBezTo>
                        <a:cubicBezTo>
                          <a:pt x="1795758" y="403032"/>
                          <a:pt x="1750620" y="318019"/>
                          <a:pt x="1547539" y="369332"/>
                        </a:cubicBezTo>
                        <a:cubicBezTo>
                          <a:pt x="1344458" y="420645"/>
                          <a:pt x="1194393" y="347976"/>
                          <a:pt x="978591" y="369332"/>
                        </a:cubicBezTo>
                        <a:cubicBezTo>
                          <a:pt x="762789" y="390688"/>
                          <a:pt x="346337" y="334831"/>
                          <a:pt x="0" y="369332"/>
                        </a:cubicBezTo>
                        <a:cubicBezTo>
                          <a:pt x="-11128" y="250112"/>
                          <a:pt x="7066" y="1698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How can we move the outcome from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to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6E70A4-EDCC-36BF-1D4B-9F5ED52D4131}"/>
              </a:ext>
            </a:extLst>
          </p:cNvPr>
          <p:cNvSpPr txBox="1"/>
          <p:nvPr/>
        </p:nvSpPr>
        <p:spPr>
          <a:xfrm>
            <a:off x="2708319" y="3644986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C2821-C058-D347-FE11-63AFD98E9CBA}"/>
              </a:ext>
            </a:extLst>
          </p:cNvPr>
          <p:cNvSpPr txBox="1"/>
          <p:nvPr/>
        </p:nvSpPr>
        <p:spPr>
          <a:xfrm>
            <a:off x="3594060" y="4572269"/>
            <a:ext cx="457200" cy="369332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7200"/>
                      <a:gd name="connsiteY0" fmla="*/ 0 h 369332"/>
                      <a:gd name="connsiteX1" fmla="*/ 457200 w 457200"/>
                      <a:gd name="connsiteY1" fmla="*/ 0 h 369332"/>
                      <a:gd name="connsiteX2" fmla="*/ 457200 w 457200"/>
                      <a:gd name="connsiteY2" fmla="*/ 369332 h 369332"/>
                      <a:gd name="connsiteX3" fmla="*/ 0 w 457200"/>
                      <a:gd name="connsiteY3" fmla="*/ 369332 h 369332"/>
                      <a:gd name="connsiteX4" fmla="*/ 0 w 457200"/>
                      <a:gd name="connsiteY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7200" h="369332" fill="none" extrusionOk="0">
                        <a:moveTo>
                          <a:pt x="0" y="0"/>
                        </a:moveTo>
                        <a:cubicBezTo>
                          <a:pt x="186455" y="-38421"/>
                          <a:pt x="289144" y="46465"/>
                          <a:pt x="457200" y="0"/>
                        </a:cubicBezTo>
                        <a:cubicBezTo>
                          <a:pt x="457466" y="117485"/>
                          <a:pt x="435596" y="254421"/>
                          <a:pt x="457200" y="369332"/>
                        </a:cubicBezTo>
                        <a:cubicBezTo>
                          <a:pt x="247296" y="394905"/>
                          <a:pt x="200522" y="320495"/>
                          <a:pt x="0" y="369332"/>
                        </a:cubicBezTo>
                        <a:cubicBezTo>
                          <a:pt x="-23091" y="286583"/>
                          <a:pt x="11259" y="152191"/>
                          <a:pt x="0" y="0"/>
                        </a:cubicBezTo>
                        <a:close/>
                      </a:path>
                      <a:path w="457200" h="369332" stroke="0" extrusionOk="0">
                        <a:moveTo>
                          <a:pt x="0" y="0"/>
                        </a:moveTo>
                        <a:cubicBezTo>
                          <a:pt x="223629" y="-44797"/>
                          <a:pt x="349134" y="44195"/>
                          <a:pt x="457200" y="0"/>
                        </a:cubicBezTo>
                        <a:cubicBezTo>
                          <a:pt x="488380" y="129677"/>
                          <a:pt x="416114" y="193553"/>
                          <a:pt x="457200" y="369332"/>
                        </a:cubicBezTo>
                        <a:cubicBezTo>
                          <a:pt x="266789" y="422347"/>
                          <a:pt x="100184" y="320436"/>
                          <a:pt x="0" y="369332"/>
                        </a:cubicBezTo>
                        <a:cubicBezTo>
                          <a:pt x="-29654" y="207223"/>
                          <a:pt x="8160" y="1773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pic>
        <p:nvPicPr>
          <p:cNvPr id="23" name="Graphic 22" descr="Close">
            <a:extLst>
              <a:ext uri="{FF2B5EF4-FFF2-40B4-BE49-F238E27FC236}">
                <a16:creationId xmlns:a16="http://schemas.microsoft.com/office/drawing/2014/main" id="{2CCFC366-C549-D7C6-4A8B-B82954055C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03611" y="3069000"/>
            <a:ext cx="360000" cy="360000"/>
          </a:xfrm>
          <a:prstGeom prst="rect">
            <a:avLst/>
          </a:prstGeom>
        </p:spPr>
      </p:pic>
      <p:pic>
        <p:nvPicPr>
          <p:cNvPr id="27" name="Graphic 26" descr="Checkmark">
            <a:extLst>
              <a:ext uri="{FF2B5EF4-FFF2-40B4-BE49-F238E27FC236}">
                <a16:creationId xmlns:a16="http://schemas.microsoft.com/office/drawing/2014/main" id="{05C243E2-069A-0AB6-8159-9E2A3C017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86281" y="2679171"/>
            <a:ext cx="360000" cy="3600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F7E807-B200-E142-4C45-F418B70B7CB1}"/>
              </a:ext>
            </a:extLst>
          </p:cNvPr>
          <p:cNvCxnSpPr/>
          <p:nvPr/>
        </p:nvCxnSpPr>
        <p:spPr>
          <a:xfrm>
            <a:off x="10485782" y="2891729"/>
            <a:ext cx="3960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432E97A-1365-DA85-5591-3E6C36B757F0}"/>
              </a:ext>
            </a:extLst>
          </p:cNvPr>
          <p:cNvSpPr/>
          <p:nvPr/>
        </p:nvSpPr>
        <p:spPr>
          <a:xfrm>
            <a:off x="10086680" y="2679171"/>
            <a:ext cx="1216931" cy="389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0C5B71-D6C2-C58A-8B63-27C2C98ACA19}"/>
              </a:ext>
            </a:extLst>
          </p:cNvPr>
          <p:cNvSpPr/>
          <p:nvPr/>
        </p:nvSpPr>
        <p:spPr>
          <a:xfrm>
            <a:off x="10791210" y="3098511"/>
            <a:ext cx="512401" cy="3236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3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2" grpId="0" animBg="1"/>
      <p:bldP spid="73" grpId="0" animBg="1"/>
      <p:bldP spid="17" grpId="0" animBg="1"/>
      <p:bldP spid="9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04F54-E359-2C6F-35C7-648EB8DF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B68926D-DCC3-91A4-3C53-978F698F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64C6B024-4E41-C2E7-B71B-8EC52B50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F09B63-51E5-CFCD-2457-157CAFDAA491}"/>
              </a:ext>
            </a:extLst>
          </p:cNvPr>
          <p:cNvGrpSpPr/>
          <p:nvPr/>
        </p:nvGrpSpPr>
        <p:grpSpPr>
          <a:xfrm>
            <a:off x="262431" y="2240166"/>
            <a:ext cx="3789349" cy="3269439"/>
            <a:chOff x="5230718" y="2343983"/>
            <a:chExt cx="3789349" cy="326943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71F71B-6EDD-9EDB-C9A4-895AFE7DB9AA}"/>
                </a:ext>
              </a:extLst>
            </p:cNvPr>
            <p:cNvGrpSpPr/>
            <p:nvPr/>
          </p:nvGrpSpPr>
          <p:grpSpPr>
            <a:xfrm>
              <a:off x="7191267" y="285733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2CB5CB0D-130F-3FAE-8E6F-32DC83B4A95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2CB5CB0D-130F-3FAE-8E6F-32DC83B4A95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6605082B-E959-A60A-397A-FB4D023FD25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6605082B-E959-A60A-397A-FB4D023FD2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424660A-DB0E-C687-A289-58FB1A03C891}"/>
                </a:ext>
              </a:extLst>
            </p:cNvPr>
            <p:cNvGrpSpPr/>
            <p:nvPr/>
          </p:nvGrpSpPr>
          <p:grpSpPr>
            <a:xfrm>
              <a:off x="6282310" y="376445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4C916AF-570E-41D3-3598-C81F423A76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4C916AF-570E-41D3-3598-C81F423A76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2DA9404-8E2C-F2DF-9F75-7912A06380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2DA9404-8E2C-F2DF-9F75-7912A06380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1F513E6-8F12-C02B-9C2D-7BDDDAA77723}"/>
                </a:ext>
              </a:extLst>
            </p:cNvPr>
            <p:cNvGrpSpPr/>
            <p:nvPr/>
          </p:nvGrpSpPr>
          <p:grpSpPr>
            <a:xfrm>
              <a:off x="7191267" y="376445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818DD94-2895-F2DF-3BA3-D267666D8A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818DD94-2895-F2DF-3BA3-D267666D8A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84ADEA0D-29A9-C6FE-71A6-81D6A1BCBD1D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84ADEA0D-29A9-C6FE-71A6-81D6A1BCBD1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FA1FA58F-33F3-521E-A172-7159B87269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FA1FA58F-33F3-521E-A172-7159B87269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C921867A-65B1-42D4-430E-F2BD2ED092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C921867A-65B1-42D4-430E-F2BD2ED092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1092231-EC55-E288-A69B-BEE3DAC0CC3C}"/>
                </a:ext>
              </a:extLst>
            </p:cNvPr>
            <p:cNvGrpSpPr/>
            <p:nvPr/>
          </p:nvGrpSpPr>
          <p:grpSpPr>
            <a:xfrm>
              <a:off x="5230718" y="2343983"/>
              <a:ext cx="3546357" cy="2446009"/>
              <a:chOff x="1476918" y="2017573"/>
              <a:chExt cx="3546357" cy="244600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2806BA-901A-CA08-D8E3-8B6FBECAE90E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E035D9-0131-3A94-B738-DAEB39B4FD5E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4A29EC3-3F0B-C1C2-E801-3F5E5166DD6C}"/>
              </a:ext>
            </a:extLst>
          </p:cNvPr>
          <p:cNvSpPr txBox="1"/>
          <p:nvPr/>
        </p:nvSpPr>
        <p:spPr>
          <a:xfrm>
            <a:off x="4717915" y="3139623"/>
            <a:ext cx="61025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102592"/>
                      <a:gd name="connsiteY0" fmla="*/ 0 h 369332"/>
                      <a:gd name="connsiteX1" fmla="*/ 676833 w 6102592"/>
                      <a:gd name="connsiteY1" fmla="*/ 0 h 369332"/>
                      <a:gd name="connsiteX2" fmla="*/ 1109562 w 6102592"/>
                      <a:gd name="connsiteY2" fmla="*/ 0 h 369332"/>
                      <a:gd name="connsiteX3" fmla="*/ 1603317 w 6102592"/>
                      <a:gd name="connsiteY3" fmla="*/ 0 h 369332"/>
                      <a:gd name="connsiteX4" fmla="*/ 2158098 w 6102592"/>
                      <a:gd name="connsiteY4" fmla="*/ 0 h 369332"/>
                      <a:gd name="connsiteX5" fmla="*/ 2834931 w 6102592"/>
                      <a:gd name="connsiteY5" fmla="*/ 0 h 369332"/>
                      <a:gd name="connsiteX6" fmla="*/ 3389712 w 6102592"/>
                      <a:gd name="connsiteY6" fmla="*/ 0 h 369332"/>
                      <a:gd name="connsiteX7" fmla="*/ 3944494 w 6102592"/>
                      <a:gd name="connsiteY7" fmla="*/ 0 h 369332"/>
                      <a:gd name="connsiteX8" fmla="*/ 4560301 w 6102592"/>
                      <a:gd name="connsiteY8" fmla="*/ 0 h 369332"/>
                      <a:gd name="connsiteX9" fmla="*/ 4932004 w 6102592"/>
                      <a:gd name="connsiteY9" fmla="*/ 0 h 369332"/>
                      <a:gd name="connsiteX10" fmla="*/ 5303707 w 6102592"/>
                      <a:gd name="connsiteY10" fmla="*/ 0 h 369332"/>
                      <a:gd name="connsiteX11" fmla="*/ 6102592 w 6102592"/>
                      <a:gd name="connsiteY11" fmla="*/ 0 h 369332"/>
                      <a:gd name="connsiteX12" fmla="*/ 6102592 w 6102592"/>
                      <a:gd name="connsiteY12" fmla="*/ 369332 h 369332"/>
                      <a:gd name="connsiteX13" fmla="*/ 5547811 w 6102592"/>
                      <a:gd name="connsiteY13" fmla="*/ 369332 h 369332"/>
                      <a:gd name="connsiteX14" fmla="*/ 4932004 w 6102592"/>
                      <a:gd name="connsiteY14" fmla="*/ 369332 h 369332"/>
                      <a:gd name="connsiteX15" fmla="*/ 4316197 w 6102592"/>
                      <a:gd name="connsiteY15" fmla="*/ 369332 h 369332"/>
                      <a:gd name="connsiteX16" fmla="*/ 3883468 w 6102592"/>
                      <a:gd name="connsiteY16" fmla="*/ 369332 h 369332"/>
                      <a:gd name="connsiteX17" fmla="*/ 3389712 w 6102592"/>
                      <a:gd name="connsiteY17" fmla="*/ 369332 h 369332"/>
                      <a:gd name="connsiteX18" fmla="*/ 2712880 w 6102592"/>
                      <a:gd name="connsiteY18" fmla="*/ 369332 h 369332"/>
                      <a:gd name="connsiteX19" fmla="*/ 2341176 w 6102592"/>
                      <a:gd name="connsiteY19" fmla="*/ 369332 h 369332"/>
                      <a:gd name="connsiteX20" fmla="*/ 1725369 w 6102592"/>
                      <a:gd name="connsiteY20" fmla="*/ 369332 h 369332"/>
                      <a:gd name="connsiteX21" fmla="*/ 1109562 w 6102592"/>
                      <a:gd name="connsiteY21" fmla="*/ 369332 h 369332"/>
                      <a:gd name="connsiteX22" fmla="*/ 615807 w 6102592"/>
                      <a:gd name="connsiteY22" fmla="*/ 369332 h 369332"/>
                      <a:gd name="connsiteX23" fmla="*/ 0 w 6102592"/>
                      <a:gd name="connsiteY23" fmla="*/ 369332 h 369332"/>
                      <a:gd name="connsiteX24" fmla="*/ 0 w 6102592"/>
                      <a:gd name="connsiteY24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6102592" h="369332" fill="none" extrusionOk="0">
                        <a:moveTo>
                          <a:pt x="0" y="0"/>
                        </a:moveTo>
                        <a:cubicBezTo>
                          <a:pt x="289571" y="-56385"/>
                          <a:pt x="381016" y="63107"/>
                          <a:pt x="676833" y="0"/>
                        </a:cubicBezTo>
                        <a:cubicBezTo>
                          <a:pt x="972650" y="-63107"/>
                          <a:pt x="956674" y="4988"/>
                          <a:pt x="1109562" y="0"/>
                        </a:cubicBezTo>
                        <a:cubicBezTo>
                          <a:pt x="1262450" y="-4988"/>
                          <a:pt x="1388667" y="51696"/>
                          <a:pt x="1603317" y="0"/>
                        </a:cubicBezTo>
                        <a:cubicBezTo>
                          <a:pt x="1817967" y="-51696"/>
                          <a:pt x="1908752" y="63995"/>
                          <a:pt x="2158098" y="0"/>
                        </a:cubicBezTo>
                        <a:cubicBezTo>
                          <a:pt x="2407444" y="-63995"/>
                          <a:pt x="2661828" y="31425"/>
                          <a:pt x="2834931" y="0"/>
                        </a:cubicBezTo>
                        <a:cubicBezTo>
                          <a:pt x="3008034" y="-31425"/>
                          <a:pt x="3161742" y="18113"/>
                          <a:pt x="3389712" y="0"/>
                        </a:cubicBezTo>
                        <a:cubicBezTo>
                          <a:pt x="3617682" y="-18113"/>
                          <a:pt x="3697457" y="40596"/>
                          <a:pt x="3944494" y="0"/>
                        </a:cubicBezTo>
                        <a:cubicBezTo>
                          <a:pt x="4191531" y="-40596"/>
                          <a:pt x="4425502" y="2501"/>
                          <a:pt x="4560301" y="0"/>
                        </a:cubicBezTo>
                        <a:cubicBezTo>
                          <a:pt x="4695100" y="-2501"/>
                          <a:pt x="4801988" y="27621"/>
                          <a:pt x="4932004" y="0"/>
                        </a:cubicBezTo>
                        <a:cubicBezTo>
                          <a:pt x="5062020" y="-27621"/>
                          <a:pt x="5191714" y="2351"/>
                          <a:pt x="5303707" y="0"/>
                        </a:cubicBezTo>
                        <a:cubicBezTo>
                          <a:pt x="5415700" y="-2351"/>
                          <a:pt x="5918959" y="17734"/>
                          <a:pt x="6102592" y="0"/>
                        </a:cubicBezTo>
                        <a:cubicBezTo>
                          <a:pt x="6117993" y="160373"/>
                          <a:pt x="6096741" y="203915"/>
                          <a:pt x="6102592" y="369332"/>
                        </a:cubicBezTo>
                        <a:cubicBezTo>
                          <a:pt x="5865827" y="400454"/>
                          <a:pt x="5791716" y="350724"/>
                          <a:pt x="5547811" y="369332"/>
                        </a:cubicBezTo>
                        <a:cubicBezTo>
                          <a:pt x="5303906" y="387940"/>
                          <a:pt x="5218267" y="367451"/>
                          <a:pt x="4932004" y="369332"/>
                        </a:cubicBezTo>
                        <a:cubicBezTo>
                          <a:pt x="4645741" y="371213"/>
                          <a:pt x="4528902" y="313946"/>
                          <a:pt x="4316197" y="369332"/>
                        </a:cubicBezTo>
                        <a:cubicBezTo>
                          <a:pt x="4103492" y="424718"/>
                          <a:pt x="4059422" y="337059"/>
                          <a:pt x="3883468" y="369332"/>
                        </a:cubicBezTo>
                        <a:cubicBezTo>
                          <a:pt x="3707514" y="401605"/>
                          <a:pt x="3618727" y="321597"/>
                          <a:pt x="3389712" y="369332"/>
                        </a:cubicBezTo>
                        <a:cubicBezTo>
                          <a:pt x="3160697" y="417067"/>
                          <a:pt x="2983449" y="356970"/>
                          <a:pt x="2712880" y="369332"/>
                        </a:cubicBezTo>
                        <a:cubicBezTo>
                          <a:pt x="2442311" y="381694"/>
                          <a:pt x="2512346" y="362950"/>
                          <a:pt x="2341176" y="369332"/>
                        </a:cubicBezTo>
                        <a:cubicBezTo>
                          <a:pt x="2170006" y="375714"/>
                          <a:pt x="1999309" y="320900"/>
                          <a:pt x="1725369" y="369332"/>
                        </a:cubicBezTo>
                        <a:cubicBezTo>
                          <a:pt x="1451429" y="417764"/>
                          <a:pt x="1355212" y="343251"/>
                          <a:pt x="1109562" y="369332"/>
                        </a:cubicBezTo>
                        <a:cubicBezTo>
                          <a:pt x="863912" y="395413"/>
                          <a:pt x="855436" y="319276"/>
                          <a:pt x="615807" y="369332"/>
                        </a:cubicBezTo>
                        <a:cubicBezTo>
                          <a:pt x="376179" y="419388"/>
                          <a:pt x="219631" y="318577"/>
                          <a:pt x="0" y="369332"/>
                        </a:cubicBezTo>
                        <a:cubicBezTo>
                          <a:pt x="-3095" y="284744"/>
                          <a:pt x="32676" y="128935"/>
                          <a:pt x="0" y="0"/>
                        </a:cubicBezTo>
                        <a:close/>
                      </a:path>
                      <a:path w="6102592" h="369332" stroke="0" extrusionOk="0">
                        <a:moveTo>
                          <a:pt x="0" y="0"/>
                        </a:moveTo>
                        <a:cubicBezTo>
                          <a:pt x="193369" y="-11427"/>
                          <a:pt x="329918" y="68925"/>
                          <a:pt x="615807" y="0"/>
                        </a:cubicBezTo>
                        <a:cubicBezTo>
                          <a:pt x="901696" y="-68925"/>
                          <a:pt x="1004763" y="7805"/>
                          <a:pt x="1109562" y="0"/>
                        </a:cubicBezTo>
                        <a:cubicBezTo>
                          <a:pt x="1214362" y="-7805"/>
                          <a:pt x="1450093" y="7125"/>
                          <a:pt x="1664343" y="0"/>
                        </a:cubicBezTo>
                        <a:cubicBezTo>
                          <a:pt x="1878593" y="-7125"/>
                          <a:pt x="1912056" y="20404"/>
                          <a:pt x="2097073" y="0"/>
                        </a:cubicBezTo>
                        <a:cubicBezTo>
                          <a:pt x="2282090" y="-20404"/>
                          <a:pt x="2533499" y="20273"/>
                          <a:pt x="2651854" y="0"/>
                        </a:cubicBezTo>
                        <a:cubicBezTo>
                          <a:pt x="2770209" y="-20273"/>
                          <a:pt x="2931328" y="16733"/>
                          <a:pt x="3084583" y="0"/>
                        </a:cubicBezTo>
                        <a:cubicBezTo>
                          <a:pt x="3237838" y="-16733"/>
                          <a:pt x="3366847" y="31935"/>
                          <a:pt x="3639364" y="0"/>
                        </a:cubicBezTo>
                        <a:cubicBezTo>
                          <a:pt x="3911881" y="-31935"/>
                          <a:pt x="4022016" y="43449"/>
                          <a:pt x="4133119" y="0"/>
                        </a:cubicBezTo>
                        <a:cubicBezTo>
                          <a:pt x="4244222" y="-43449"/>
                          <a:pt x="4418301" y="45242"/>
                          <a:pt x="4565848" y="0"/>
                        </a:cubicBezTo>
                        <a:cubicBezTo>
                          <a:pt x="4713395" y="-45242"/>
                          <a:pt x="4945893" y="61784"/>
                          <a:pt x="5181655" y="0"/>
                        </a:cubicBezTo>
                        <a:cubicBezTo>
                          <a:pt x="5417417" y="-61784"/>
                          <a:pt x="5758320" y="13266"/>
                          <a:pt x="6102592" y="0"/>
                        </a:cubicBezTo>
                        <a:cubicBezTo>
                          <a:pt x="6104232" y="129294"/>
                          <a:pt x="6099479" y="235375"/>
                          <a:pt x="6102592" y="369332"/>
                        </a:cubicBezTo>
                        <a:cubicBezTo>
                          <a:pt x="5956137" y="408160"/>
                          <a:pt x="5711761" y="332458"/>
                          <a:pt x="5547811" y="369332"/>
                        </a:cubicBezTo>
                        <a:cubicBezTo>
                          <a:pt x="5383861" y="406206"/>
                          <a:pt x="5154287" y="328897"/>
                          <a:pt x="4993030" y="369332"/>
                        </a:cubicBezTo>
                        <a:cubicBezTo>
                          <a:pt x="4831773" y="409767"/>
                          <a:pt x="4648709" y="326815"/>
                          <a:pt x="4499275" y="369332"/>
                        </a:cubicBezTo>
                        <a:cubicBezTo>
                          <a:pt x="4349841" y="411849"/>
                          <a:pt x="4112145" y="344664"/>
                          <a:pt x="3883468" y="369332"/>
                        </a:cubicBezTo>
                        <a:cubicBezTo>
                          <a:pt x="3654791" y="394000"/>
                          <a:pt x="3480942" y="321305"/>
                          <a:pt x="3206635" y="369332"/>
                        </a:cubicBezTo>
                        <a:cubicBezTo>
                          <a:pt x="2932328" y="417359"/>
                          <a:pt x="2924359" y="334861"/>
                          <a:pt x="2834931" y="369332"/>
                        </a:cubicBezTo>
                        <a:cubicBezTo>
                          <a:pt x="2745503" y="403803"/>
                          <a:pt x="2593030" y="348797"/>
                          <a:pt x="2463228" y="369332"/>
                        </a:cubicBezTo>
                        <a:cubicBezTo>
                          <a:pt x="2333426" y="389867"/>
                          <a:pt x="2176607" y="321542"/>
                          <a:pt x="1969473" y="369332"/>
                        </a:cubicBezTo>
                        <a:cubicBezTo>
                          <a:pt x="1762339" y="417122"/>
                          <a:pt x="1534765" y="288618"/>
                          <a:pt x="1292640" y="369332"/>
                        </a:cubicBezTo>
                        <a:cubicBezTo>
                          <a:pt x="1050515" y="450046"/>
                          <a:pt x="1069821" y="317607"/>
                          <a:pt x="859911" y="369332"/>
                        </a:cubicBezTo>
                        <a:cubicBezTo>
                          <a:pt x="650001" y="421057"/>
                          <a:pt x="422730" y="294901"/>
                          <a:pt x="0" y="369332"/>
                        </a:cubicBezTo>
                        <a:cubicBezTo>
                          <a:pt x="-35780" y="187154"/>
                          <a:pt x="1081" y="16996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Will my friend not use the same logic and select </a:t>
            </a:r>
            <a:r>
              <a:rPr lang="en-US">
                <a:solidFill>
                  <a:srgbClr val="00B050"/>
                </a:solidFill>
              </a:rPr>
              <a:t>TAKE</a:t>
            </a:r>
            <a:r>
              <a:rPr lang="en-US"/>
              <a:t> as well?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008DCFE-7B30-F13C-903B-EBF37B5AB4BA}"/>
              </a:ext>
            </a:extLst>
          </p:cNvPr>
          <p:cNvSpPr/>
          <p:nvPr/>
        </p:nvSpPr>
        <p:spPr>
          <a:xfrm>
            <a:off x="3186421" y="4665518"/>
            <a:ext cx="738879" cy="763731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1A58B0F-8580-9A1E-9B92-8F70CEA60B32}"/>
              </a:ext>
            </a:extLst>
          </p:cNvPr>
          <p:cNvSpPr/>
          <p:nvPr/>
        </p:nvSpPr>
        <p:spPr>
          <a:xfrm>
            <a:off x="2272021" y="3712513"/>
            <a:ext cx="738879" cy="763731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B5125F13-DE8E-959B-F085-A94E14A63873}"/>
              </a:ext>
            </a:extLst>
          </p:cNvPr>
          <p:cNvSpPr/>
          <p:nvPr/>
        </p:nvSpPr>
        <p:spPr>
          <a:xfrm rot="13357831">
            <a:off x="2784923" y="4449816"/>
            <a:ext cx="575035" cy="225711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8E18F7-02B3-E763-184D-CA6CEC7A230F}"/>
              </a:ext>
            </a:extLst>
          </p:cNvPr>
          <p:cNvSpPr txBox="1"/>
          <p:nvPr/>
        </p:nvSpPr>
        <p:spPr>
          <a:xfrm>
            <a:off x="4717915" y="2096562"/>
            <a:ext cx="687309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73098"/>
                      <a:gd name="connsiteY0" fmla="*/ 0 h 646331"/>
                      <a:gd name="connsiteX1" fmla="*/ 641489 w 6873098"/>
                      <a:gd name="connsiteY1" fmla="*/ 0 h 646331"/>
                      <a:gd name="connsiteX2" fmla="*/ 1214247 w 6873098"/>
                      <a:gd name="connsiteY2" fmla="*/ 0 h 646331"/>
                      <a:gd name="connsiteX3" fmla="*/ 1787005 w 6873098"/>
                      <a:gd name="connsiteY3" fmla="*/ 0 h 646331"/>
                      <a:gd name="connsiteX4" fmla="*/ 2428495 w 6873098"/>
                      <a:gd name="connsiteY4" fmla="*/ 0 h 646331"/>
                      <a:gd name="connsiteX5" fmla="*/ 2795060 w 6873098"/>
                      <a:gd name="connsiteY5" fmla="*/ 0 h 646331"/>
                      <a:gd name="connsiteX6" fmla="*/ 3161625 w 6873098"/>
                      <a:gd name="connsiteY6" fmla="*/ 0 h 646331"/>
                      <a:gd name="connsiteX7" fmla="*/ 3528190 w 6873098"/>
                      <a:gd name="connsiteY7" fmla="*/ 0 h 646331"/>
                      <a:gd name="connsiteX8" fmla="*/ 4238410 w 6873098"/>
                      <a:gd name="connsiteY8" fmla="*/ 0 h 646331"/>
                      <a:gd name="connsiteX9" fmla="*/ 4742438 w 6873098"/>
                      <a:gd name="connsiteY9" fmla="*/ 0 h 646331"/>
                      <a:gd name="connsiteX10" fmla="*/ 5109003 w 6873098"/>
                      <a:gd name="connsiteY10" fmla="*/ 0 h 646331"/>
                      <a:gd name="connsiteX11" fmla="*/ 5750492 w 6873098"/>
                      <a:gd name="connsiteY11" fmla="*/ 0 h 646331"/>
                      <a:gd name="connsiteX12" fmla="*/ 6117057 w 6873098"/>
                      <a:gd name="connsiteY12" fmla="*/ 0 h 646331"/>
                      <a:gd name="connsiteX13" fmla="*/ 6873098 w 6873098"/>
                      <a:gd name="connsiteY13" fmla="*/ 0 h 646331"/>
                      <a:gd name="connsiteX14" fmla="*/ 6873098 w 6873098"/>
                      <a:gd name="connsiteY14" fmla="*/ 316702 h 646331"/>
                      <a:gd name="connsiteX15" fmla="*/ 6873098 w 6873098"/>
                      <a:gd name="connsiteY15" fmla="*/ 646331 h 646331"/>
                      <a:gd name="connsiteX16" fmla="*/ 6437802 w 6873098"/>
                      <a:gd name="connsiteY16" fmla="*/ 646331 h 646331"/>
                      <a:gd name="connsiteX17" fmla="*/ 5796313 w 6873098"/>
                      <a:gd name="connsiteY17" fmla="*/ 646331 h 646331"/>
                      <a:gd name="connsiteX18" fmla="*/ 5292285 w 6873098"/>
                      <a:gd name="connsiteY18" fmla="*/ 646331 h 646331"/>
                      <a:gd name="connsiteX19" fmla="*/ 4925720 w 6873098"/>
                      <a:gd name="connsiteY19" fmla="*/ 646331 h 646331"/>
                      <a:gd name="connsiteX20" fmla="*/ 4490424 w 6873098"/>
                      <a:gd name="connsiteY20" fmla="*/ 646331 h 646331"/>
                      <a:gd name="connsiteX21" fmla="*/ 3848935 w 6873098"/>
                      <a:gd name="connsiteY21" fmla="*/ 646331 h 646331"/>
                      <a:gd name="connsiteX22" fmla="*/ 3344908 w 6873098"/>
                      <a:gd name="connsiteY22" fmla="*/ 646331 h 646331"/>
                      <a:gd name="connsiteX23" fmla="*/ 2772150 w 6873098"/>
                      <a:gd name="connsiteY23" fmla="*/ 646331 h 646331"/>
                      <a:gd name="connsiteX24" fmla="*/ 2130660 w 6873098"/>
                      <a:gd name="connsiteY24" fmla="*/ 646331 h 646331"/>
                      <a:gd name="connsiteX25" fmla="*/ 1695364 w 6873098"/>
                      <a:gd name="connsiteY25" fmla="*/ 646331 h 646331"/>
                      <a:gd name="connsiteX26" fmla="*/ 1122606 w 6873098"/>
                      <a:gd name="connsiteY26" fmla="*/ 646331 h 646331"/>
                      <a:gd name="connsiteX27" fmla="*/ 0 w 6873098"/>
                      <a:gd name="connsiteY27" fmla="*/ 646331 h 646331"/>
                      <a:gd name="connsiteX28" fmla="*/ 0 w 6873098"/>
                      <a:gd name="connsiteY28" fmla="*/ 316702 h 646331"/>
                      <a:gd name="connsiteX29" fmla="*/ 0 w 6873098"/>
                      <a:gd name="connsiteY29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6873098" h="646331" fill="none" extrusionOk="0">
                        <a:moveTo>
                          <a:pt x="0" y="0"/>
                        </a:moveTo>
                        <a:cubicBezTo>
                          <a:pt x="244174" y="-60542"/>
                          <a:pt x="400811" y="63104"/>
                          <a:pt x="641489" y="0"/>
                        </a:cubicBezTo>
                        <a:cubicBezTo>
                          <a:pt x="882167" y="-63104"/>
                          <a:pt x="966050" y="38313"/>
                          <a:pt x="1214247" y="0"/>
                        </a:cubicBezTo>
                        <a:cubicBezTo>
                          <a:pt x="1462444" y="-38313"/>
                          <a:pt x="1580001" y="9785"/>
                          <a:pt x="1787005" y="0"/>
                        </a:cubicBezTo>
                        <a:cubicBezTo>
                          <a:pt x="1994009" y="-9785"/>
                          <a:pt x="2258694" y="40743"/>
                          <a:pt x="2428495" y="0"/>
                        </a:cubicBezTo>
                        <a:cubicBezTo>
                          <a:pt x="2598296" y="-40743"/>
                          <a:pt x="2638868" y="15113"/>
                          <a:pt x="2795060" y="0"/>
                        </a:cubicBezTo>
                        <a:cubicBezTo>
                          <a:pt x="2951252" y="-15113"/>
                          <a:pt x="3060951" y="4023"/>
                          <a:pt x="3161625" y="0"/>
                        </a:cubicBezTo>
                        <a:cubicBezTo>
                          <a:pt x="3262299" y="-4023"/>
                          <a:pt x="3417280" y="4930"/>
                          <a:pt x="3528190" y="0"/>
                        </a:cubicBezTo>
                        <a:cubicBezTo>
                          <a:pt x="3639101" y="-4930"/>
                          <a:pt x="4078189" y="48495"/>
                          <a:pt x="4238410" y="0"/>
                        </a:cubicBezTo>
                        <a:cubicBezTo>
                          <a:pt x="4398631" y="-48495"/>
                          <a:pt x="4561936" y="54094"/>
                          <a:pt x="4742438" y="0"/>
                        </a:cubicBezTo>
                        <a:cubicBezTo>
                          <a:pt x="4922940" y="-54094"/>
                          <a:pt x="4952973" y="13495"/>
                          <a:pt x="5109003" y="0"/>
                        </a:cubicBezTo>
                        <a:cubicBezTo>
                          <a:pt x="5265033" y="-13495"/>
                          <a:pt x="5598238" y="26289"/>
                          <a:pt x="5750492" y="0"/>
                        </a:cubicBezTo>
                        <a:cubicBezTo>
                          <a:pt x="5902746" y="-26289"/>
                          <a:pt x="5956846" y="14619"/>
                          <a:pt x="6117057" y="0"/>
                        </a:cubicBezTo>
                        <a:cubicBezTo>
                          <a:pt x="6277268" y="-14619"/>
                          <a:pt x="6567082" y="649"/>
                          <a:pt x="6873098" y="0"/>
                        </a:cubicBezTo>
                        <a:cubicBezTo>
                          <a:pt x="6874555" y="79006"/>
                          <a:pt x="6863745" y="248800"/>
                          <a:pt x="6873098" y="316702"/>
                        </a:cubicBezTo>
                        <a:cubicBezTo>
                          <a:pt x="6882451" y="384604"/>
                          <a:pt x="6869744" y="527006"/>
                          <a:pt x="6873098" y="646331"/>
                        </a:cubicBezTo>
                        <a:cubicBezTo>
                          <a:pt x="6660380" y="669654"/>
                          <a:pt x="6563194" y="637223"/>
                          <a:pt x="6437802" y="646331"/>
                        </a:cubicBezTo>
                        <a:cubicBezTo>
                          <a:pt x="6312410" y="655439"/>
                          <a:pt x="5948780" y="577776"/>
                          <a:pt x="5796313" y="646331"/>
                        </a:cubicBezTo>
                        <a:cubicBezTo>
                          <a:pt x="5643846" y="714886"/>
                          <a:pt x="5492529" y="588274"/>
                          <a:pt x="5292285" y="646331"/>
                        </a:cubicBezTo>
                        <a:cubicBezTo>
                          <a:pt x="5092041" y="704388"/>
                          <a:pt x="5003638" y="645225"/>
                          <a:pt x="4925720" y="646331"/>
                        </a:cubicBezTo>
                        <a:cubicBezTo>
                          <a:pt x="4847803" y="647437"/>
                          <a:pt x="4663193" y="603564"/>
                          <a:pt x="4490424" y="646331"/>
                        </a:cubicBezTo>
                        <a:cubicBezTo>
                          <a:pt x="4317655" y="689098"/>
                          <a:pt x="4136958" y="590561"/>
                          <a:pt x="3848935" y="646331"/>
                        </a:cubicBezTo>
                        <a:cubicBezTo>
                          <a:pt x="3560912" y="702101"/>
                          <a:pt x="3595426" y="619737"/>
                          <a:pt x="3344908" y="646331"/>
                        </a:cubicBezTo>
                        <a:cubicBezTo>
                          <a:pt x="3094390" y="672925"/>
                          <a:pt x="2978085" y="640945"/>
                          <a:pt x="2772150" y="646331"/>
                        </a:cubicBezTo>
                        <a:cubicBezTo>
                          <a:pt x="2566215" y="651717"/>
                          <a:pt x="2393125" y="593038"/>
                          <a:pt x="2130660" y="646331"/>
                        </a:cubicBezTo>
                        <a:cubicBezTo>
                          <a:pt x="1868195" y="699624"/>
                          <a:pt x="1875965" y="622169"/>
                          <a:pt x="1695364" y="646331"/>
                        </a:cubicBezTo>
                        <a:cubicBezTo>
                          <a:pt x="1514763" y="670493"/>
                          <a:pt x="1369855" y="608987"/>
                          <a:pt x="1122606" y="646331"/>
                        </a:cubicBezTo>
                        <a:cubicBezTo>
                          <a:pt x="875357" y="683675"/>
                          <a:pt x="359043" y="578818"/>
                          <a:pt x="0" y="646331"/>
                        </a:cubicBezTo>
                        <a:cubicBezTo>
                          <a:pt x="-2430" y="491165"/>
                          <a:pt x="2571" y="437511"/>
                          <a:pt x="0" y="316702"/>
                        </a:cubicBezTo>
                        <a:cubicBezTo>
                          <a:pt x="-2571" y="195893"/>
                          <a:pt x="23090" y="94747"/>
                          <a:pt x="0" y="0"/>
                        </a:cubicBezTo>
                        <a:close/>
                      </a:path>
                      <a:path w="6873098" h="646331" stroke="0" extrusionOk="0">
                        <a:moveTo>
                          <a:pt x="0" y="0"/>
                        </a:moveTo>
                        <a:cubicBezTo>
                          <a:pt x="129340" y="-60197"/>
                          <a:pt x="479117" y="58485"/>
                          <a:pt x="641489" y="0"/>
                        </a:cubicBezTo>
                        <a:cubicBezTo>
                          <a:pt x="803861" y="-58485"/>
                          <a:pt x="958115" y="50111"/>
                          <a:pt x="1145516" y="0"/>
                        </a:cubicBezTo>
                        <a:cubicBezTo>
                          <a:pt x="1332917" y="-50111"/>
                          <a:pt x="1531997" y="29215"/>
                          <a:pt x="1718275" y="0"/>
                        </a:cubicBezTo>
                        <a:cubicBezTo>
                          <a:pt x="1904553" y="-29215"/>
                          <a:pt x="2003181" y="1400"/>
                          <a:pt x="2153571" y="0"/>
                        </a:cubicBezTo>
                        <a:cubicBezTo>
                          <a:pt x="2303961" y="-1400"/>
                          <a:pt x="2459876" y="11234"/>
                          <a:pt x="2726329" y="0"/>
                        </a:cubicBezTo>
                        <a:cubicBezTo>
                          <a:pt x="2992782" y="-11234"/>
                          <a:pt x="3037336" y="10850"/>
                          <a:pt x="3161625" y="0"/>
                        </a:cubicBezTo>
                        <a:cubicBezTo>
                          <a:pt x="3285914" y="-10850"/>
                          <a:pt x="3518093" y="66623"/>
                          <a:pt x="3734383" y="0"/>
                        </a:cubicBezTo>
                        <a:cubicBezTo>
                          <a:pt x="3950673" y="-66623"/>
                          <a:pt x="4061064" y="29225"/>
                          <a:pt x="4238410" y="0"/>
                        </a:cubicBezTo>
                        <a:cubicBezTo>
                          <a:pt x="4415756" y="-29225"/>
                          <a:pt x="4568850" y="33066"/>
                          <a:pt x="4673707" y="0"/>
                        </a:cubicBezTo>
                        <a:cubicBezTo>
                          <a:pt x="4778564" y="-33066"/>
                          <a:pt x="5035555" y="27077"/>
                          <a:pt x="5315196" y="0"/>
                        </a:cubicBezTo>
                        <a:cubicBezTo>
                          <a:pt x="5594837" y="-27077"/>
                          <a:pt x="5829365" y="12299"/>
                          <a:pt x="6025416" y="0"/>
                        </a:cubicBezTo>
                        <a:cubicBezTo>
                          <a:pt x="6221467" y="-12299"/>
                          <a:pt x="6570199" y="40878"/>
                          <a:pt x="6873098" y="0"/>
                        </a:cubicBezTo>
                        <a:cubicBezTo>
                          <a:pt x="6902448" y="79782"/>
                          <a:pt x="6872917" y="193786"/>
                          <a:pt x="6873098" y="316702"/>
                        </a:cubicBezTo>
                        <a:cubicBezTo>
                          <a:pt x="6873279" y="439618"/>
                          <a:pt x="6872780" y="498744"/>
                          <a:pt x="6873098" y="646331"/>
                        </a:cubicBezTo>
                        <a:cubicBezTo>
                          <a:pt x="6690559" y="671433"/>
                          <a:pt x="6532239" y="594033"/>
                          <a:pt x="6231609" y="646331"/>
                        </a:cubicBezTo>
                        <a:cubicBezTo>
                          <a:pt x="5930979" y="698629"/>
                          <a:pt x="5743322" y="574701"/>
                          <a:pt x="5590120" y="646331"/>
                        </a:cubicBezTo>
                        <a:cubicBezTo>
                          <a:pt x="5436918" y="717961"/>
                          <a:pt x="5041573" y="590475"/>
                          <a:pt x="4879900" y="646331"/>
                        </a:cubicBezTo>
                        <a:cubicBezTo>
                          <a:pt x="4718227" y="702187"/>
                          <a:pt x="4658816" y="618309"/>
                          <a:pt x="4513334" y="646331"/>
                        </a:cubicBezTo>
                        <a:cubicBezTo>
                          <a:pt x="4367852" y="674353"/>
                          <a:pt x="4323330" y="626696"/>
                          <a:pt x="4146769" y="646331"/>
                        </a:cubicBezTo>
                        <a:cubicBezTo>
                          <a:pt x="3970208" y="665966"/>
                          <a:pt x="3865603" y="610315"/>
                          <a:pt x="3642742" y="646331"/>
                        </a:cubicBezTo>
                        <a:cubicBezTo>
                          <a:pt x="3419881" y="682347"/>
                          <a:pt x="3148790" y="610892"/>
                          <a:pt x="2932522" y="646331"/>
                        </a:cubicBezTo>
                        <a:cubicBezTo>
                          <a:pt x="2716254" y="681770"/>
                          <a:pt x="2646696" y="637606"/>
                          <a:pt x="2497226" y="646331"/>
                        </a:cubicBezTo>
                        <a:cubicBezTo>
                          <a:pt x="2347756" y="655056"/>
                          <a:pt x="2183948" y="625720"/>
                          <a:pt x="2061929" y="646331"/>
                        </a:cubicBezTo>
                        <a:cubicBezTo>
                          <a:pt x="1939910" y="666942"/>
                          <a:pt x="1679095" y="605484"/>
                          <a:pt x="1489171" y="646331"/>
                        </a:cubicBezTo>
                        <a:cubicBezTo>
                          <a:pt x="1299247" y="687178"/>
                          <a:pt x="1129902" y="611699"/>
                          <a:pt x="985144" y="646331"/>
                        </a:cubicBezTo>
                        <a:cubicBezTo>
                          <a:pt x="840386" y="680963"/>
                          <a:pt x="244343" y="547002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Strategic Thinking</a:t>
            </a:r>
            <a:r>
              <a:rPr lang="en-US">
                <a:solidFill>
                  <a:srgbClr val="0070C0"/>
                </a:solidFill>
              </a:rPr>
              <a:t>: No matter what my friend selects, I get a better outcome for selecting </a:t>
            </a:r>
            <a:r>
              <a:rPr lang="en-US">
                <a:solidFill>
                  <a:srgbClr val="00B050"/>
                </a:solidFill>
              </a:rPr>
              <a:t>TAKE</a:t>
            </a:r>
            <a:r>
              <a:rPr lang="en-US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13FC53-F8F5-2FD6-4C54-2EC6F62F213A}"/>
              </a:ext>
            </a:extLst>
          </p:cNvPr>
          <p:cNvSpPr txBox="1"/>
          <p:nvPr/>
        </p:nvSpPr>
        <p:spPr>
          <a:xfrm>
            <a:off x="5225420" y="4151153"/>
            <a:ext cx="6640014" cy="646331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640014"/>
                      <a:gd name="connsiteY0" fmla="*/ 0 h 646331"/>
                      <a:gd name="connsiteX1" fmla="*/ 619735 w 6640014"/>
                      <a:gd name="connsiteY1" fmla="*/ 0 h 646331"/>
                      <a:gd name="connsiteX2" fmla="*/ 1106669 w 6640014"/>
                      <a:gd name="connsiteY2" fmla="*/ 0 h 646331"/>
                      <a:gd name="connsiteX3" fmla="*/ 1660004 w 6640014"/>
                      <a:gd name="connsiteY3" fmla="*/ 0 h 646331"/>
                      <a:gd name="connsiteX4" fmla="*/ 2080538 w 6640014"/>
                      <a:gd name="connsiteY4" fmla="*/ 0 h 646331"/>
                      <a:gd name="connsiteX5" fmla="*/ 2633872 w 6640014"/>
                      <a:gd name="connsiteY5" fmla="*/ 0 h 646331"/>
                      <a:gd name="connsiteX6" fmla="*/ 3054406 w 6640014"/>
                      <a:gd name="connsiteY6" fmla="*/ 0 h 646331"/>
                      <a:gd name="connsiteX7" fmla="*/ 3607741 w 6640014"/>
                      <a:gd name="connsiteY7" fmla="*/ 0 h 646331"/>
                      <a:gd name="connsiteX8" fmla="*/ 4094675 w 6640014"/>
                      <a:gd name="connsiteY8" fmla="*/ 0 h 646331"/>
                      <a:gd name="connsiteX9" fmla="*/ 4515210 w 6640014"/>
                      <a:gd name="connsiteY9" fmla="*/ 0 h 646331"/>
                      <a:gd name="connsiteX10" fmla="*/ 5134944 w 6640014"/>
                      <a:gd name="connsiteY10" fmla="*/ 0 h 646331"/>
                      <a:gd name="connsiteX11" fmla="*/ 5821079 w 6640014"/>
                      <a:gd name="connsiteY11" fmla="*/ 0 h 646331"/>
                      <a:gd name="connsiteX12" fmla="*/ 6640014 w 6640014"/>
                      <a:gd name="connsiteY12" fmla="*/ 0 h 646331"/>
                      <a:gd name="connsiteX13" fmla="*/ 6640014 w 6640014"/>
                      <a:gd name="connsiteY13" fmla="*/ 316702 h 646331"/>
                      <a:gd name="connsiteX14" fmla="*/ 6640014 w 6640014"/>
                      <a:gd name="connsiteY14" fmla="*/ 646331 h 646331"/>
                      <a:gd name="connsiteX15" fmla="*/ 6020279 w 6640014"/>
                      <a:gd name="connsiteY15" fmla="*/ 646331 h 646331"/>
                      <a:gd name="connsiteX16" fmla="*/ 5400545 w 6640014"/>
                      <a:gd name="connsiteY16" fmla="*/ 646331 h 646331"/>
                      <a:gd name="connsiteX17" fmla="*/ 4714410 w 6640014"/>
                      <a:gd name="connsiteY17" fmla="*/ 646331 h 646331"/>
                      <a:gd name="connsiteX18" fmla="*/ 4360276 w 6640014"/>
                      <a:gd name="connsiteY18" fmla="*/ 646331 h 646331"/>
                      <a:gd name="connsiteX19" fmla="*/ 4006142 w 6640014"/>
                      <a:gd name="connsiteY19" fmla="*/ 646331 h 646331"/>
                      <a:gd name="connsiteX20" fmla="*/ 3519207 w 6640014"/>
                      <a:gd name="connsiteY20" fmla="*/ 646331 h 646331"/>
                      <a:gd name="connsiteX21" fmla="*/ 2833073 w 6640014"/>
                      <a:gd name="connsiteY21" fmla="*/ 646331 h 646331"/>
                      <a:gd name="connsiteX22" fmla="*/ 2412538 w 6640014"/>
                      <a:gd name="connsiteY22" fmla="*/ 646331 h 646331"/>
                      <a:gd name="connsiteX23" fmla="*/ 1992004 w 6640014"/>
                      <a:gd name="connsiteY23" fmla="*/ 646331 h 646331"/>
                      <a:gd name="connsiteX24" fmla="*/ 1438670 w 6640014"/>
                      <a:gd name="connsiteY24" fmla="*/ 646331 h 646331"/>
                      <a:gd name="connsiteX25" fmla="*/ 951735 w 6640014"/>
                      <a:gd name="connsiteY25" fmla="*/ 646331 h 646331"/>
                      <a:gd name="connsiteX26" fmla="*/ 0 w 6640014"/>
                      <a:gd name="connsiteY26" fmla="*/ 646331 h 646331"/>
                      <a:gd name="connsiteX27" fmla="*/ 0 w 6640014"/>
                      <a:gd name="connsiteY27" fmla="*/ 316702 h 646331"/>
                      <a:gd name="connsiteX28" fmla="*/ 0 w 6640014"/>
                      <a:gd name="connsiteY28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40014" h="646331" extrusionOk="0">
                        <a:moveTo>
                          <a:pt x="0" y="0"/>
                        </a:moveTo>
                        <a:cubicBezTo>
                          <a:pt x="160478" y="-15898"/>
                          <a:pt x="393355" y="49021"/>
                          <a:pt x="619735" y="0"/>
                        </a:cubicBezTo>
                        <a:cubicBezTo>
                          <a:pt x="846115" y="-49021"/>
                          <a:pt x="870299" y="43841"/>
                          <a:pt x="1106669" y="0"/>
                        </a:cubicBezTo>
                        <a:cubicBezTo>
                          <a:pt x="1343039" y="-43841"/>
                          <a:pt x="1442569" y="58675"/>
                          <a:pt x="1660004" y="0"/>
                        </a:cubicBezTo>
                        <a:cubicBezTo>
                          <a:pt x="1877439" y="-58675"/>
                          <a:pt x="1956838" y="1707"/>
                          <a:pt x="2080538" y="0"/>
                        </a:cubicBezTo>
                        <a:cubicBezTo>
                          <a:pt x="2204238" y="-1707"/>
                          <a:pt x="2402577" y="52763"/>
                          <a:pt x="2633872" y="0"/>
                        </a:cubicBezTo>
                        <a:cubicBezTo>
                          <a:pt x="2865167" y="-52763"/>
                          <a:pt x="2882819" y="36104"/>
                          <a:pt x="3054406" y="0"/>
                        </a:cubicBezTo>
                        <a:cubicBezTo>
                          <a:pt x="3225993" y="-36104"/>
                          <a:pt x="3481118" y="19854"/>
                          <a:pt x="3607741" y="0"/>
                        </a:cubicBezTo>
                        <a:cubicBezTo>
                          <a:pt x="3734364" y="-19854"/>
                          <a:pt x="3993617" y="24401"/>
                          <a:pt x="4094675" y="0"/>
                        </a:cubicBezTo>
                        <a:cubicBezTo>
                          <a:pt x="4195733" y="-24401"/>
                          <a:pt x="4332021" y="38983"/>
                          <a:pt x="4515210" y="0"/>
                        </a:cubicBezTo>
                        <a:cubicBezTo>
                          <a:pt x="4698400" y="-38983"/>
                          <a:pt x="4898836" y="32753"/>
                          <a:pt x="5134944" y="0"/>
                        </a:cubicBezTo>
                        <a:cubicBezTo>
                          <a:pt x="5371052" y="-32753"/>
                          <a:pt x="5504685" y="79028"/>
                          <a:pt x="5821079" y="0"/>
                        </a:cubicBezTo>
                        <a:cubicBezTo>
                          <a:pt x="6137474" y="-79028"/>
                          <a:pt x="6365395" y="11788"/>
                          <a:pt x="6640014" y="0"/>
                        </a:cubicBezTo>
                        <a:cubicBezTo>
                          <a:pt x="6669364" y="79782"/>
                          <a:pt x="6639833" y="193786"/>
                          <a:pt x="6640014" y="316702"/>
                        </a:cubicBezTo>
                        <a:cubicBezTo>
                          <a:pt x="6640195" y="439618"/>
                          <a:pt x="6639696" y="498744"/>
                          <a:pt x="6640014" y="646331"/>
                        </a:cubicBezTo>
                        <a:cubicBezTo>
                          <a:pt x="6418605" y="708478"/>
                          <a:pt x="6284550" y="576906"/>
                          <a:pt x="6020279" y="646331"/>
                        </a:cubicBezTo>
                        <a:cubicBezTo>
                          <a:pt x="5756008" y="715756"/>
                          <a:pt x="5684698" y="608825"/>
                          <a:pt x="5400545" y="646331"/>
                        </a:cubicBezTo>
                        <a:cubicBezTo>
                          <a:pt x="5116392" y="683837"/>
                          <a:pt x="4956684" y="641892"/>
                          <a:pt x="4714410" y="646331"/>
                        </a:cubicBezTo>
                        <a:cubicBezTo>
                          <a:pt x="4472136" y="650770"/>
                          <a:pt x="4506538" y="615999"/>
                          <a:pt x="4360276" y="646331"/>
                        </a:cubicBezTo>
                        <a:cubicBezTo>
                          <a:pt x="4214014" y="676663"/>
                          <a:pt x="4168883" y="609975"/>
                          <a:pt x="4006142" y="646331"/>
                        </a:cubicBezTo>
                        <a:cubicBezTo>
                          <a:pt x="3843401" y="682687"/>
                          <a:pt x="3686850" y="615086"/>
                          <a:pt x="3519207" y="646331"/>
                        </a:cubicBezTo>
                        <a:cubicBezTo>
                          <a:pt x="3351565" y="677576"/>
                          <a:pt x="2998854" y="599246"/>
                          <a:pt x="2833073" y="646331"/>
                        </a:cubicBezTo>
                        <a:cubicBezTo>
                          <a:pt x="2667292" y="693416"/>
                          <a:pt x="2552008" y="642668"/>
                          <a:pt x="2412538" y="646331"/>
                        </a:cubicBezTo>
                        <a:cubicBezTo>
                          <a:pt x="2273069" y="649994"/>
                          <a:pt x="2197695" y="602177"/>
                          <a:pt x="1992004" y="646331"/>
                        </a:cubicBezTo>
                        <a:cubicBezTo>
                          <a:pt x="1786313" y="690485"/>
                          <a:pt x="1554770" y="594480"/>
                          <a:pt x="1438670" y="646331"/>
                        </a:cubicBezTo>
                        <a:cubicBezTo>
                          <a:pt x="1322570" y="698182"/>
                          <a:pt x="1081018" y="636772"/>
                          <a:pt x="951735" y="646331"/>
                        </a:cubicBezTo>
                        <a:cubicBezTo>
                          <a:pt x="822452" y="655890"/>
                          <a:pt x="304558" y="607495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The outcome associated with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is worse for both of us than the outcome associated with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5FCDA1-8C12-63BB-D84B-529FFFA99B61}"/>
              </a:ext>
            </a:extLst>
          </p:cNvPr>
          <p:cNvSpPr txBox="1"/>
          <p:nvPr/>
        </p:nvSpPr>
        <p:spPr>
          <a:xfrm>
            <a:off x="4717915" y="4897926"/>
            <a:ext cx="68273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27378"/>
                      <a:gd name="connsiteY0" fmla="*/ 0 h 369332"/>
                      <a:gd name="connsiteX1" fmla="*/ 568948 w 6827378"/>
                      <a:gd name="connsiteY1" fmla="*/ 0 h 369332"/>
                      <a:gd name="connsiteX2" fmla="*/ 1137896 w 6827378"/>
                      <a:gd name="connsiteY2" fmla="*/ 0 h 369332"/>
                      <a:gd name="connsiteX3" fmla="*/ 1843392 w 6827378"/>
                      <a:gd name="connsiteY3" fmla="*/ 0 h 369332"/>
                      <a:gd name="connsiteX4" fmla="*/ 2412340 w 6827378"/>
                      <a:gd name="connsiteY4" fmla="*/ 0 h 369332"/>
                      <a:gd name="connsiteX5" fmla="*/ 2981288 w 6827378"/>
                      <a:gd name="connsiteY5" fmla="*/ 0 h 369332"/>
                      <a:gd name="connsiteX6" fmla="*/ 3618510 w 6827378"/>
                      <a:gd name="connsiteY6" fmla="*/ 0 h 369332"/>
                      <a:gd name="connsiteX7" fmla="*/ 3982637 w 6827378"/>
                      <a:gd name="connsiteY7" fmla="*/ 0 h 369332"/>
                      <a:gd name="connsiteX8" fmla="*/ 4346764 w 6827378"/>
                      <a:gd name="connsiteY8" fmla="*/ 0 h 369332"/>
                      <a:gd name="connsiteX9" fmla="*/ 4710891 w 6827378"/>
                      <a:gd name="connsiteY9" fmla="*/ 0 h 369332"/>
                      <a:gd name="connsiteX10" fmla="*/ 5416387 w 6827378"/>
                      <a:gd name="connsiteY10" fmla="*/ 0 h 369332"/>
                      <a:gd name="connsiteX11" fmla="*/ 5917061 w 6827378"/>
                      <a:gd name="connsiteY11" fmla="*/ 0 h 369332"/>
                      <a:gd name="connsiteX12" fmla="*/ 6281188 w 6827378"/>
                      <a:gd name="connsiteY12" fmla="*/ 0 h 369332"/>
                      <a:gd name="connsiteX13" fmla="*/ 6827378 w 6827378"/>
                      <a:gd name="connsiteY13" fmla="*/ 0 h 369332"/>
                      <a:gd name="connsiteX14" fmla="*/ 6827378 w 6827378"/>
                      <a:gd name="connsiteY14" fmla="*/ 369332 h 369332"/>
                      <a:gd name="connsiteX15" fmla="*/ 6258430 w 6827378"/>
                      <a:gd name="connsiteY15" fmla="*/ 369332 h 369332"/>
                      <a:gd name="connsiteX16" fmla="*/ 5552934 w 6827378"/>
                      <a:gd name="connsiteY16" fmla="*/ 369332 h 369332"/>
                      <a:gd name="connsiteX17" fmla="*/ 5188807 w 6827378"/>
                      <a:gd name="connsiteY17" fmla="*/ 369332 h 369332"/>
                      <a:gd name="connsiteX18" fmla="*/ 4551585 w 6827378"/>
                      <a:gd name="connsiteY18" fmla="*/ 369332 h 369332"/>
                      <a:gd name="connsiteX19" fmla="*/ 3914363 w 6827378"/>
                      <a:gd name="connsiteY19" fmla="*/ 369332 h 369332"/>
                      <a:gd name="connsiteX20" fmla="*/ 3413689 w 6827378"/>
                      <a:gd name="connsiteY20" fmla="*/ 369332 h 369332"/>
                      <a:gd name="connsiteX21" fmla="*/ 3049562 w 6827378"/>
                      <a:gd name="connsiteY21" fmla="*/ 369332 h 369332"/>
                      <a:gd name="connsiteX22" fmla="*/ 2617162 w 6827378"/>
                      <a:gd name="connsiteY22" fmla="*/ 369332 h 369332"/>
                      <a:gd name="connsiteX23" fmla="*/ 1979940 w 6827378"/>
                      <a:gd name="connsiteY23" fmla="*/ 369332 h 369332"/>
                      <a:gd name="connsiteX24" fmla="*/ 1479265 w 6827378"/>
                      <a:gd name="connsiteY24" fmla="*/ 369332 h 369332"/>
                      <a:gd name="connsiteX25" fmla="*/ 910317 w 6827378"/>
                      <a:gd name="connsiteY25" fmla="*/ 369332 h 369332"/>
                      <a:gd name="connsiteX26" fmla="*/ 0 w 6827378"/>
                      <a:gd name="connsiteY26" fmla="*/ 369332 h 369332"/>
                      <a:gd name="connsiteX27" fmla="*/ 0 w 6827378"/>
                      <a:gd name="connsiteY27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6827378" h="369332" fill="none" extrusionOk="0">
                        <a:moveTo>
                          <a:pt x="0" y="0"/>
                        </a:moveTo>
                        <a:cubicBezTo>
                          <a:pt x="219015" y="-44219"/>
                          <a:pt x="312197" y="62786"/>
                          <a:pt x="568948" y="0"/>
                        </a:cubicBezTo>
                        <a:cubicBezTo>
                          <a:pt x="825699" y="-62786"/>
                          <a:pt x="913042" y="32922"/>
                          <a:pt x="1137896" y="0"/>
                        </a:cubicBezTo>
                        <a:cubicBezTo>
                          <a:pt x="1362750" y="-32922"/>
                          <a:pt x="1591186" y="47068"/>
                          <a:pt x="1843392" y="0"/>
                        </a:cubicBezTo>
                        <a:cubicBezTo>
                          <a:pt x="2095598" y="-47068"/>
                          <a:pt x="2193847" y="65530"/>
                          <a:pt x="2412340" y="0"/>
                        </a:cubicBezTo>
                        <a:cubicBezTo>
                          <a:pt x="2630833" y="-65530"/>
                          <a:pt x="2746494" y="66418"/>
                          <a:pt x="2981288" y="0"/>
                        </a:cubicBezTo>
                        <a:cubicBezTo>
                          <a:pt x="3216082" y="-66418"/>
                          <a:pt x="3373709" y="9671"/>
                          <a:pt x="3618510" y="0"/>
                        </a:cubicBezTo>
                        <a:cubicBezTo>
                          <a:pt x="3863311" y="-9671"/>
                          <a:pt x="3832864" y="38558"/>
                          <a:pt x="3982637" y="0"/>
                        </a:cubicBezTo>
                        <a:cubicBezTo>
                          <a:pt x="4132410" y="-38558"/>
                          <a:pt x="4171263" y="10291"/>
                          <a:pt x="4346764" y="0"/>
                        </a:cubicBezTo>
                        <a:cubicBezTo>
                          <a:pt x="4522265" y="-10291"/>
                          <a:pt x="4534672" y="8777"/>
                          <a:pt x="4710891" y="0"/>
                        </a:cubicBezTo>
                        <a:cubicBezTo>
                          <a:pt x="4887110" y="-8777"/>
                          <a:pt x="5257379" y="80481"/>
                          <a:pt x="5416387" y="0"/>
                        </a:cubicBezTo>
                        <a:cubicBezTo>
                          <a:pt x="5575395" y="-80481"/>
                          <a:pt x="5799015" y="3447"/>
                          <a:pt x="5917061" y="0"/>
                        </a:cubicBezTo>
                        <a:cubicBezTo>
                          <a:pt x="6035107" y="-3447"/>
                          <a:pt x="6128321" y="30498"/>
                          <a:pt x="6281188" y="0"/>
                        </a:cubicBezTo>
                        <a:cubicBezTo>
                          <a:pt x="6434055" y="-30498"/>
                          <a:pt x="6709615" y="16683"/>
                          <a:pt x="6827378" y="0"/>
                        </a:cubicBezTo>
                        <a:cubicBezTo>
                          <a:pt x="6864021" y="114610"/>
                          <a:pt x="6817925" y="190909"/>
                          <a:pt x="6827378" y="369332"/>
                        </a:cubicBezTo>
                        <a:cubicBezTo>
                          <a:pt x="6625504" y="419208"/>
                          <a:pt x="6531619" y="344411"/>
                          <a:pt x="6258430" y="369332"/>
                        </a:cubicBezTo>
                        <a:cubicBezTo>
                          <a:pt x="5985241" y="394253"/>
                          <a:pt x="5860466" y="328801"/>
                          <a:pt x="5552934" y="369332"/>
                        </a:cubicBezTo>
                        <a:cubicBezTo>
                          <a:pt x="5245402" y="409863"/>
                          <a:pt x="5283506" y="327644"/>
                          <a:pt x="5188807" y="369332"/>
                        </a:cubicBezTo>
                        <a:cubicBezTo>
                          <a:pt x="5094108" y="411020"/>
                          <a:pt x="4851442" y="312230"/>
                          <a:pt x="4551585" y="369332"/>
                        </a:cubicBezTo>
                        <a:cubicBezTo>
                          <a:pt x="4251728" y="426434"/>
                          <a:pt x="4127006" y="326345"/>
                          <a:pt x="3914363" y="369332"/>
                        </a:cubicBezTo>
                        <a:cubicBezTo>
                          <a:pt x="3701720" y="412319"/>
                          <a:pt x="3641197" y="321991"/>
                          <a:pt x="3413689" y="369332"/>
                        </a:cubicBezTo>
                        <a:cubicBezTo>
                          <a:pt x="3186181" y="416673"/>
                          <a:pt x="3228236" y="328485"/>
                          <a:pt x="3049562" y="369332"/>
                        </a:cubicBezTo>
                        <a:cubicBezTo>
                          <a:pt x="2870888" y="410179"/>
                          <a:pt x="2825921" y="342274"/>
                          <a:pt x="2617162" y="369332"/>
                        </a:cubicBezTo>
                        <a:cubicBezTo>
                          <a:pt x="2408403" y="396390"/>
                          <a:pt x="2153505" y="324516"/>
                          <a:pt x="1979940" y="369332"/>
                        </a:cubicBezTo>
                        <a:cubicBezTo>
                          <a:pt x="1806375" y="414148"/>
                          <a:pt x="1654838" y="339260"/>
                          <a:pt x="1479265" y="369332"/>
                        </a:cubicBezTo>
                        <a:cubicBezTo>
                          <a:pt x="1303693" y="399404"/>
                          <a:pt x="1074069" y="327705"/>
                          <a:pt x="910317" y="369332"/>
                        </a:cubicBezTo>
                        <a:cubicBezTo>
                          <a:pt x="746565" y="410959"/>
                          <a:pt x="221977" y="367796"/>
                          <a:pt x="0" y="369332"/>
                        </a:cubicBezTo>
                        <a:cubicBezTo>
                          <a:pt x="-1480" y="246174"/>
                          <a:pt x="42104" y="116418"/>
                          <a:pt x="0" y="0"/>
                        </a:cubicBezTo>
                        <a:close/>
                      </a:path>
                      <a:path w="6827378" h="369332" stroke="0" extrusionOk="0">
                        <a:moveTo>
                          <a:pt x="0" y="0"/>
                        </a:moveTo>
                        <a:cubicBezTo>
                          <a:pt x="183062" y="-62205"/>
                          <a:pt x="458106" y="57244"/>
                          <a:pt x="637222" y="0"/>
                        </a:cubicBezTo>
                        <a:cubicBezTo>
                          <a:pt x="816338" y="-57244"/>
                          <a:pt x="928459" y="48200"/>
                          <a:pt x="1137896" y="0"/>
                        </a:cubicBezTo>
                        <a:cubicBezTo>
                          <a:pt x="1347333" y="-48200"/>
                          <a:pt x="1493931" y="14066"/>
                          <a:pt x="1706845" y="0"/>
                        </a:cubicBezTo>
                        <a:cubicBezTo>
                          <a:pt x="1919759" y="-14066"/>
                          <a:pt x="1972949" y="36284"/>
                          <a:pt x="2139245" y="0"/>
                        </a:cubicBezTo>
                        <a:cubicBezTo>
                          <a:pt x="2305541" y="-36284"/>
                          <a:pt x="2455910" y="12550"/>
                          <a:pt x="2708193" y="0"/>
                        </a:cubicBezTo>
                        <a:cubicBezTo>
                          <a:pt x="2960476" y="-12550"/>
                          <a:pt x="2952421" y="5865"/>
                          <a:pt x="3140594" y="0"/>
                        </a:cubicBezTo>
                        <a:cubicBezTo>
                          <a:pt x="3328767" y="-5865"/>
                          <a:pt x="3575623" y="25704"/>
                          <a:pt x="3709542" y="0"/>
                        </a:cubicBezTo>
                        <a:cubicBezTo>
                          <a:pt x="3843461" y="-25704"/>
                          <a:pt x="4049022" y="43643"/>
                          <a:pt x="4210216" y="0"/>
                        </a:cubicBezTo>
                        <a:cubicBezTo>
                          <a:pt x="4371410" y="-43643"/>
                          <a:pt x="4445287" y="23880"/>
                          <a:pt x="4642617" y="0"/>
                        </a:cubicBezTo>
                        <a:cubicBezTo>
                          <a:pt x="4839947" y="-23880"/>
                          <a:pt x="5072161" y="50534"/>
                          <a:pt x="5279839" y="0"/>
                        </a:cubicBezTo>
                        <a:cubicBezTo>
                          <a:pt x="5487517" y="-50534"/>
                          <a:pt x="5758891" y="42369"/>
                          <a:pt x="5985335" y="0"/>
                        </a:cubicBezTo>
                        <a:cubicBezTo>
                          <a:pt x="6211779" y="-42369"/>
                          <a:pt x="6576126" y="29947"/>
                          <a:pt x="6827378" y="0"/>
                        </a:cubicBezTo>
                        <a:cubicBezTo>
                          <a:pt x="6850121" y="116538"/>
                          <a:pt x="6807701" y="284514"/>
                          <a:pt x="6827378" y="369332"/>
                        </a:cubicBezTo>
                        <a:cubicBezTo>
                          <a:pt x="6587575" y="419987"/>
                          <a:pt x="6349313" y="318461"/>
                          <a:pt x="6190156" y="369332"/>
                        </a:cubicBezTo>
                        <a:cubicBezTo>
                          <a:pt x="6030999" y="420203"/>
                          <a:pt x="5833454" y="350457"/>
                          <a:pt x="5689482" y="369332"/>
                        </a:cubicBezTo>
                        <a:cubicBezTo>
                          <a:pt x="5545510" y="388207"/>
                          <a:pt x="5228749" y="358458"/>
                          <a:pt x="5052260" y="369332"/>
                        </a:cubicBezTo>
                        <a:cubicBezTo>
                          <a:pt x="4875771" y="380206"/>
                          <a:pt x="4672057" y="305220"/>
                          <a:pt x="4346764" y="369332"/>
                        </a:cubicBezTo>
                        <a:cubicBezTo>
                          <a:pt x="4021471" y="433444"/>
                          <a:pt x="4099405" y="361214"/>
                          <a:pt x="3982637" y="369332"/>
                        </a:cubicBezTo>
                        <a:cubicBezTo>
                          <a:pt x="3865869" y="377450"/>
                          <a:pt x="3747263" y="356944"/>
                          <a:pt x="3618510" y="369332"/>
                        </a:cubicBezTo>
                        <a:cubicBezTo>
                          <a:pt x="3489757" y="381720"/>
                          <a:pt x="3351491" y="348392"/>
                          <a:pt x="3117836" y="369332"/>
                        </a:cubicBezTo>
                        <a:cubicBezTo>
                          <a:pt x="2884181" y="390272"/>
                          <a:pt x="2615084" y="302528"/>
                          <a:pt x="2412340" y="369332"/>
                        </a:cubicBezTo>
                        <a:cubicBezTo>
                          <a:pt x="2209596" y="436136"/>
                          <a:pt x="2164122" y="335632"/>
                          <a:pt x="1979940" y="369332"/>
                        </a:cubicBezTo>
                        <a:cubicBezTo>
                          <a:pt x="1795758" y="403032"/>
                          <a:pt x="1750620" y="318019"/>
                          <a:pt x="1547539" y="369332"/>
                        </a:cubicBezTo>
                        <a:cubicBezTo>
                          <a:pt x="1344458" y="420645"/>
                          <a:pt x="1194393" y="347976"/>
                          <a:pt x="978591" y="369332"/>
                        </a:cubicBezTo>
                        <a:cubicBezTo>
                          <a:pt x="762789" y="390688"/>
                          <a:pt x="346337" y="334831"/>
                          <a:pt x="0" y="369332"/>
                        </a:cubicBezTo>
                        <a:cubicBezTo>
                          <a:pt x="-11128" y="250112"/>
                          <a:pt x="7066" y="1698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How can we move the outcome from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to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5525A-36FF-BA8E-7865-CCC3113F0A8C}"/>
              </a:ext>
            </a:extLst>
          </p:cNvPr>
          <p:cNvSpPr txBox="1"/>
          <p:nvPr/>
        </p:nvSpPr>
        <p:spPr>
          <a:xfrm>
            <a:off x="5225419" y="3713657"/>
            <a:ext cx="5405239" cy="369332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5405239"/>
                      <a:gd name="connsiteY0" fmla="*/ 0 h 369332"/>
                      <a:gd name="connsiteX1" fmla="*/ 594576 w 5405239"/>
                      <a:gd name="connsiteY1" fmla="*/ 0 h 369332"/>
                      <a:gd name="connsiteX2" fmla="*/ 1081048 w 5405239"/>
                      <a:gd name="connsiteY2" fmla="*/ 0 h 369332"/>
                      <a:gd name="connsiteX3" fmla="*/ 1621572 w 5405239"/>
                      <a:gd name="connsiteY3" fmla="*/ 0 h 369332"/>
                      <a:gd name="connsiteX4" fmla="*/ 2053991 w 5405239"/>
                      <a:gd name="connsiteY4" fmla="*/ 0 h 369332"/>
                      <a:gd name="connsiteX5" fmla="*/ 2594515 w 5405239"/>
                      <a:gd name="connsiteY5" fmla="*/ 0 h 369332"/>
                      <a:gd name="connsiteX6" fmla="*/ 3026934 w 5405239"/>
                      <a:gd name="connsiteY6" fmla="*/ 0 h 369332"/>
                      <a:gd name="connsiteX7" fmla="*/ 3567458 w 5405239"/>
                      <a:gd name="connsiteY7" fmla="*/ 0 h 369332"/>
                      <a:gd name="connsiteX8" fmla="*/ 4053929 w 5405239"/>
                      <a:gd name="connsiteY8" fmla="*/ 0 h 369332"/>
                      <a:gd name="connsiteX9" fmla="*/ 4486348 w 5405239"/>
                      <a:gd name="connsiteY9" fmla="*/ 0 h 369332"/>
                      <a:gd name="connsiteX10" fmla="*/ 5405239 w 5405239"/>
                      <a:gd name="connsiteY10" fmla="*/ 0 h 369332"/>
                      <a:gd name="connsiteX11" fmla="*/ 5405239 w 5405239"/>
                      <a:gd name="connsiteY11" fmla="*/ 369332 h 369332"/>
                      <a:gd name="connsiteX12" fmla="*/ 4918767 w 5405239"/>
                      <a:gd name="connsiteY12" fmla="*/ 369332 h 369332"/>
                      <a:gd name="connsiteX13" fmla="*/ 4270139 w 5405239"/>
                      <a:gd name="connsiteY13" fmla="*/ 369332 h 369332"/>
                      <a:gd name="connsiteX14" fmla="*/ 3729615 w 5405239"/>
                      <a:gd name="connsiteY14" fmla="*/ 369332 h 369332"/>
                      <a:gd name="connsiteX15" fmla="*/ 3243143 w 5405239"/>
                      <a:gd name="connsiteY15" fmla="*/ 369332 h 369332"/>
                      <a:gd name="connsiteX16" fmla="*/ 2648567 w 5405239"/>
                      <a:gd name="connsiteY16" fmla="*/ 369332 h 369332"/>
                      <a:gd name="connsiteX17" fmla="*/ 1999938 w 5405239"/>
                      <a:gd name="connsiteY17" fmla="*/ 369332 h 369332"/>
                      <a:gd name="connsiteX18" fmla="*/ 1621572 w 5405239"/>
                      <a:gd name="connsiteY18" fmla="*/ 369332 h 369332"/>
                      <a:gd name="connsiteX19" fmla="*/ 1243205 w 5405239"/>
                      <a:gd name="connsiteY19" fmla="*/ 369332 h 369332"/>
                      <a:gd name="connsiteX20" fmla="*/ 756733 w 5405239"/>
                      <a:gd name="connsiteY20" fmla="*/ 369332 h 369332"/>
                      <a:gd name="connsiteX21" fmla="*/ 0 w 5405239"/>
                      <a:gd name="connsiteY21" fmla="*/ 369332 h 369332"/>
                      <a:gd name="connsiteX22" fmla="*/ 0 w 5405239"/>
                      <a:gd name="connsiteY22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5405239" h="369332" extrusionOk="0">
                        <a:moveTo>
                          <a:pt x="0" y="0"/>
                        </a:moveTo>
                        <a:cubicBezTo>
                          <a:pt x="270588" y="-18653"/>
                          <a:pt x="303424" y="37120"/>
                          <a:pt x="594576" y="0"/>
                        </a:cubicBezTo>
                        <a:cubicBezTo>
                          <a:pt x="885728" y="-37120"/>
                          <a:pt x="928571" y="9272"/>
                          <a:pt x="1081048" y="0"/>
                        </a:cubicBezTo>
                        <a:cubicBezTo>
                          <a:pt x="1233525" y="-9272"/>
                          <a:pt x="1466687" y="9166"/>
                          <a:pt x="1621572" y="0"/>
                        </a:cubicBezTo>
                        <a:cubicBezTo>
                          <a:pt x="1776457" y="-9166"/>
                          <a:pt x="1849245" y="35370"/>
                          <a:pt x="2053991" y="0"/>
                        </a:cubicBezTo>
                        <a:cubicBezTo>
                          <a:pt x="2258737" y="-35370"/>
                          <a:pt x="2342108" y="59261"/>
                          <a:pt x="2594515" y="0"/>
                        </a:cubicBezTo>
                        <a:cubicBezTo>
                          <a:pt x="2846922" y="-59261"/>
                          <a:pt x="2934782" y="45296"/>
                          <a:pt x="3026934" y="0"/>
                        </a:cubicBezTo>
                        <a:cubicBezTo>
                          <a:pt x="3119086" y="-45296"/>
                          <a:pt x="3440386" y="40664"/>
                          <a:pt x="3567458" y="0"/>
                        </a:cubicBezTo>
                        <a:cubicBezTo>
                          <a:pt x="3694530" y="-40664"/>
                          <a:pt x="3951463" y="1725"/>
                          <a:pt x="4053929" y="0"/>
                        </a:cubicBezTo>
                        <a:cubicBezTo>
                          <a:pt x="4156395" y="-1725"/>
                          <a:pt x="4314613" y="31348"/>
                          <a:pt x="4486348" y="0"/>
                        </a:cubicBezTo>
                        <a:cubicBezTo>
                          <a:pt x="4658083" y="-31348"/>
                          <a:pt x="5138006" y="31048"/>
                          <a:pt x="5405239" y="0"/>
                        </a:cubicBezTo>
                        <a:cubicBezTo>
                          <a:pt x="5430889" y="173844"/>
                          <a:pt x="5363336" y="282412"/>
                          <a:pt x="5405239" y="369332"/>
                        </a:cubicBezTo>
                        <a:cubicBezTo>
                          <a:pt x="5263359" y="393259"/>
                          <a:pt x="5052868" y="332850"/>
                          <a:pt x="4918767" y="369332"/>
                        </a:cubicBezTo>
                        <a:cubicBezTo>
                          <a:pt x="4784666" y="405814"/>
                          <a:pt x="4585616" y="306867"/>
                          <a:pt x="4270139" y="369332"/>
                        </a:cubicBezTo>
                        <a:cubicBezTo>
                          <a:pt x="3954662" y="431797"/>
                          <a:pt x="3921315" y="318100"/>
                          <a:pt x="3729615" y="369332"/>
                        </a:cubicBezTo>
                        <a:cubicBezTo>
                          <a:pt x="3537915" y="420564"/>
                          <a:pt x="3361588" y="355210"/>
                          <a:pt x="3243143" y="369332"/>
                        </a:cubicBezTo>
                        <a:cubicBezTo>
                          <a:pt x="3124698" y="383454"/>
                          <a:pt x="2861472" y="356704"/>
                          <a:pt x="2648567" y="369332"/>
                        </a:cubicBezTo>
                        <a:cubicBezTo>
                          <a:pt x="2435662" y="381960"/>
                          <a:pt x="2161807" y="298455"/>
                          <a:pt x="1999938" y="369332"/>
                        </a:cubicBezTo>
                        <a:cubicBezTo>
                          <a:pt x="1838069" y="440209"/>
                          <a:pt x="1774267" y="329089"/>
                          <a:pt x="1621572" y="369332"/>
                        </a:cubicBezTo>
                        <a:cubicBezTo>
                          <a:pt x="1468877" y="409575"/>
                          <a:pt x="1372418" y="365948"/>
                          <a:pt x="1243205" y="369332"/>
                        </a:cubicBezTo>
                        <a:cubicBezTo>
                          <a:pt x="1113992" y="372716"/>
                          <a:pt x="899247" y="351471"/>
                          <a:pt x="756733" y="369332"/>
                        </a:cubicBezTo>
                        <a:cubicBezTo>
                          <a:pt x="614219" y="387193"/>
                          <a:pt x="157225" y="299753"/>
                          <a:pt x="0" y="369332"/>
                        </a:cubicBezTo>
                        <a:cubicBezTo>
                          <a:pt x="-7378" y="238290"/>
                          <a:pt x="26874" y="1472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The action pair that will then materialize is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722DBD-1EA9-49EF-486F-E46D6BD93248}"/>
              </a:ext>
            </a:extLst>
          </p:cNvPr>
          <p:cNvGrpSpPr/>
          <p:nvPr/>
        </p:nvGrpSpPr>
        <p:grpSpPr>
          <a:xfrm>
            <a:off x="1910479" y="5439266"/>
            <a:ext cx="2453800" cy="1105655"/>
            <a:chOff x="1910479" y="5439266"/>
            <a:chExt cx="2453800" cy="110565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370FC4-5F50-8B92-6214-8EFB6C199651}"/>
                </a:ext>
              </a:extLst>
            </p:cNvPr>
            <p:cNvSpPr txBox="1"/>
            <p:nvPr/>
          </p:nvSpPr>
          <p:spPr>
            <a:xfrm>
              <a:off x="1910479" y="5898590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  <a:latin typeface="Segoe Script" panose="030B0504020000000003" pitchFamily="66" charset="0"/>
                </a:rPr>
                <a:t>A suboptimal outcome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EE7A126-B461-338C-2DC6-9C1F75536051}"/>
                </a:ext>
              </a:extLst>
            </p:cNvPr>
            <p:cNvSpPr/>
            <p:nvPr/>
          </p:nvSpPr>
          <p:spPr>
            <a:xfrm>
              <a:off x="3186260" y="5439266"/>
              <a:ext cx="273969" cy="452487"/>
            </a:xfrm>
            <a:custGeom>
              <a:avLst/>
              <a:gdLst>
                <a:gd name="connsiteX0" fmla="*/ 0 w 273969"/>
                <a:gd name="connsiteY0" fmla="*/ 452487 h 452487"/>
                <a:gd name="connsiteX1" fmla="*/ 37707 w 273969"/>
                <a:gd name="connsiteY1" fmla="*/ 405353 h 452487"/>
                <a:gd name="connsiteX2" fmla="*/ 75414 w 273969"/>
                <a:gd name="connsiteY2" fmla="*/ 377072 h 452487"/>
                <a:gd name="connsiteX3" fmla="*/ 84841 w 273969"/>
                <a:gd name="connsiteY3" fmla="*/ 348792 h 452487"/>
                <a:gd name="connsiteX4" fmla="*/ 131975 w 273969"/>
                <a:gd name="connsiteY4" fmla="*/ 311085 h 452487"/>
                <a:gd name="connsiteX5" fmla="*/ 150829 w 273969"/>
                <a:gd name="connsiteY5" fmla="*/ 282804 h 452487"/>
                <a:gd name="connsiteX6" fmla="*/ 179109 w 273969"/>
                <a:gd name="connsiteY6" fmla="*/ 245097 h 452487"/>
                <a:gd name="connsiteX7" fmla="*/ 216816 w 273969"/>
                <a:gd name="connsiteY7" fmla="*/ 207390 h 452487"/>
                <a:gd name="connsiteX8" fmla="*/ 245097 w 273969"/>
                <a:gd name="connsiteY8" fmla="*/ 113122 h 452487"/>
                <a:gd name="connsiteX9" fmla="*/ 273377 w 273969"/>
                <a:gd name="connsiteY9" fmla="*/ 28280 h 452487"/>
                <a:gd name="connsiteX10" fmla="*/ 273377 w 273969"/>
                <a:gd name="connsiteY10" fmla="*/ 0 h 45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969" h="452487">
                  <a:moveTo>
                    <a:pt x="0" y="452487"/>
                  </a:moveTo>
                  <a:cubicBezTo>
                    <a:pt x="12569" y="436776"/>
                    <a:pt x="23480" y="419580"/>
                    <a:pt x="37707" y="405353"/>
                  </a:cubicBezTo>
                  <a:cubicBezTo>
                    <a:pt x="48817" y="394243"/>
                    <a:pt x="65356" y="389142"/>
                    <a:pt x="75414" y="377072"/>
                  </a:cubicBezTo>
                  <a:cubicBezTo>
                    <a:pt x="81775" y="369438"/>
                    <a:pt x="78374" y="356336"/>
                    <a:pt x="84841" y="348792"/>
                  </a:cubicBezTo>
                  <a:cubicBezTo>
                    <a:pt x="97935" y="333516"/>
                    <a:pt x="117748" y="325312"/>
                    <a:pt x="131975" y="311085"/>
                  </a:cubicBezTo>
                  <a:cubicBezTo>
                    <a:pt x="139986" y="303074"/>
                    <a:pt x="144244" y="292023"/>
                    <a:pt x="150829" y="282804"/>
                  </a:cubicBezTo>
                  <a:cubicBezTo>
                    <a:pt x="159961" y="270019"/>
                    <a:pt x="168763" y="256921"/>
                    <a:pt x="179109" y="245097"/>
                  </a:cubicBezTo>
                  <a:cubicBezTo>
                    <a:pt x="190814" y="231720"/>
                    <a:pt x="204247" y="219959"/>
                    <a:pt x="216816" y="207390"/>
                  </a:cubicBezTo>
                  <a:cubicBezTo>
                    <a:pt x="228072" y="162368"/>
                    <a:pt x="226734" y="163620"/>
                    <a:pt x="245097" y="113122"/>
                  </a:cubicBezTo>
                  <a:cubicBezTo>
                    <a:pt x="257679" y="78522"/>
                    <a:pt x="268332" y="63597"/>
                    <a:pt x="273377" y="28280"/>
                  </a:cubicBezTo>
                  <a:cubicBezTo>
                    <a:pt x="274710" y="18948"/>
                    <a:pt x="273377" y="9427"/>
                    <a:pt x="273377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5BC928-CCB0-900B-B47E-D10EE366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The </a:t>
            </a:r>
            <a:r>
              <a:rPr lang="en-US" sz="3800" b="1">
                <a:solidFill>
                  <a:srgbClr val="0070C0"/>
                </a:solidFill>
                <a:latin typeface="Segoe Script" panose="030B0504020000000003" pitchFamily="66" charset="0"/>
              </a:rPr>
              <a:t>Consequences</a:t>
            </a:r>
            <a:r>
              <a:rPr lang="en-US" b="1"/>
              <a:t> of Strategic Thinking</a:t>
            </a: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B77F0-88C6-5A7E-E5EF-3D977DE044EF}"/>
              </a:ext>
            </a:extLst>
          </p:cNvPr>
          <p:cNvSpPr txBox="1"/>
          <p:nvPr/>
        </p:nvSpPr>
        <p:spPr>
          <a:xfrm>
            <a:off x="10630659" y="998854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Playing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EA852-1F09-DA99-0EE9-FCF97E0D2CEB}"/>
              </a:ext>
            </a:extLst>
          </p:cNvPr>
          <p:cNvSpPr txBox="1"/>
          <p:nvPr/>
        </p:nvSpPr>
        <p:spPr>
          <a:xfrm>
            <a:off x="10646018" y="246077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Analyzing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EC910D-E1C3-083A-85A7-340EE3CC2C8C}"/>
              </a:ext>
            </a:extLst>
          </p:cNvPr>
          <p:cNvCxnSpPr>
            <a:stCxn id="7" idx="0"/>
            <a:endCxn id="9" idx="2"/>
          </p:cNvCxnSpPr>
          <p:nvPr/>
        </p:nvCxnSpPr>
        <p:spPr>
          <a:xfrm flipV="1">
            <a:off x="11177414" y="615409"/>
            <a:ext cx="15359" cy="383445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B99208F-97F1-F583-4B3E-8E5F7B2389F6}"/>
              </a:ext>
            </a:extLst>
          </p:cNvPr>
          <p:cNvSpPr txBox="1"/>
          <p:nvPr/>
        </p:nvSpPr>
        <p:spPr>
          <a:xfrm>
            <a:off x="4214887" y="5471960"/>
            <a:ext cx="2520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Change the payoffs</a:t>
            </a:r>
          </a:p>
          <a:p>
            <a:pPr algn="just"/>
            <a:r>
              <a:rPr lang="en-US" i="1"/>
              <a:t>Mechanism design</a:t>
            </a:r>
          </a:p>
          <a:p>
            <a:pPr algn="just"/>
            <a:r>
              <a:rPr lang="en-US"/>
              <a:t>Alter incentives</a:t>
            </a:r>
          </a:p>
          <a:p>
            <a:pPr algn="just"/>
            <a:r>
              <a:rPr lang="en-US"/>
              <a:t>Freedom of choice intact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59CDC-BB26-91C6-7963-9EB7F7B29E16}"/>
              </a:ext>
            </a:extLst>
          </p:cNvPr>
          <p:cNvSpPr txBox="1"/>
          <p:nvPr/>
        </p:nvSpPr>
        <p:spPr>
          <a:xfrm>
            <a:off x="6900384" y="5471960"/>
            <a:ext cx="3167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Enforcement</a:t>
            </a:r>
          </a:p>
          <a:p>
            <a:pPr algn="just"/>
            <a:r>
              <a:rPr lang="en-US"/>
              <a:t>Binding contracts</a:t>
            </a:r>
          </a:p>
          <a:p>
            <a:pPr algn="just"/>
            <a:r>
              <a:rPr lang="en-US"/>
              <a:t>Third-party enforcement</a:t>
            </a:r>
          </a:p>
          <a:p>
            <a:pPr algn="just"/>
            <a:r>
              <a:rPr lang="en-US"/>
              <a:t>Freedom of choice constrained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75E9B9-E7B1-1EA9-B0F2-38A5B7997F88}"/>
              </a:ext>
            </a:extLst>
          </p:cNvPr>
          <p:cNvSpPr txBox="1"/>
          <p:nvPr/>
        </p:nvSpPr>
        <p:spPr>
          <a:xfrm>
            <a:off x="10134578" y="5509605"/>
            <a:ext cx="1835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Communication?</a:t>
            </a:r>
          </a:p>
          <a:p>
            <a:r>
              <a:rPr lang="en-US" dirty="0"/>
              <a:t>Talk &amp; agree</a:t>
            </a:r>
          </a:p>
          <a:p>
            <a:r>
              <a:rPr lang="en-US" dirty="0"/>
              <a:t>Make a pact</a:t>
            </a:r>
            <a:endParaRPr lang="en-US" i="1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A82F2B-003B-1A8C-42F1-A5B92F0D8AAF}"/>
              </a:ext>
            </a:extLst>
          </p:cNvPr>
          <p:cNvCxnSpPr/>
          <p:nvPr/>
        </p:nvCxnSpPr>
        <p:spPr>
          <a:xfrm>
            <a:off x="6735012" y="5429249"/>
            <a:ext cx="0" cy="1428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03AE53-2ED2-AF88-EE03-F3CE83862E97}"/>
              </a:ext>
            </a:extLst>
          </p:cNvPr>
          <p:cNvCxnSpPr/>
          <p:nvPr/>
        </p:nvCxnSpPr>
        <p:spPr>
          <a:xfrm>
            <a:off x="10039781" y="5398230"/>
            <a:ext cx="0" cy="1428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5D962C-DF8D-E000-442E-A360241C4E4C}"/>
              </a:ext>
            </a:extLst>
          </p:cNvPr>
          <p:cNvSpPr txBox="1"/>
          <p:nvPr/>
        </p:nvSpPr>
        <p:spPr>
          <a:xfrm>
            <a:off x="161847" y="6380892"/>
            <a:ext cx="379914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3799149"/>
                      <a:gd name="connsiteY0" fmla="*/ 0 h 369332"/>
                      <a:gd name="connsiteX1" fmla="*/ 428761 w 3799149"/>
                      <a:gd name="connsiteY1" fmla="*/ 0 h 369332"/>
                      <a:gd name="connsiteX2" fmla="*/ 857522 w 3799149"/>
                      <a:gd name="connsiteY2" fmla="*/ 0 h 369332"/>
                      <a:gd name="connsiteX3" fmla="*/ 1476241 w 3799149"/>
                      <a:gd name="connsiteY3" fmla="*/ 0 h 369332"/>
                      <a:gd name="connsiteX4" fmla="*/ 1980985 w 3799149"/>
                      <a:gd name="connsiteY4" fmla="*/ 0 h 369332"/>
                      <a:gd name="connsiteX5" fmla="*/ 2523720 w 3799149"/>
                      <a:gd name="connsiteY5" fmla="*/ 0 h 369332"/>
                      <a:gd name="connsiteX6" fmla="*/ 3104447 w 3799149"/>
                      <a:gd name="connsiteY6" fmla="*/ 0 h 369332"/>
                      <a:gd name="connsiteX7" fmla="*/ 3799149 w 3799149"/>
                      <a:gd name="connsiteY7" fmla="*/ 0 h 369332"/>
                      <a:gd name="connsiteX8" fmla="*/ 3799149 w 3799149"/>
                      <a:gd name="connsiteY8" fmla="*/ 369332 h 369332"/>
                      <a:gd name="connsiteX9" fmla="*/ 3218422 w 3799149"/>
                      <a:gd name="connsiteY9" fmla="*/ 369332 h 369332"/>
                      <a:gd name="connsiteX10" fmla="*/ 2599703 w 3799149"/>
                      <a:gd name="connsiteY10" fmla="*/ 369332 h 369332"/>
                      <a:gd name="connsiteX11" fmla="*/ 2018976 w 3799149"/>
                      <a:gd name="connsiteY11" fmla="*/ 369332 h 369332"/>
                      <a:gd name="connsiteX12" fmla="*/ 1438249 w 3799149"/>
                      <a:gd name="connsiteY12" fmla="*/ 369332 h 369332"/>
                      <a:gd name="connsiteX13" fmla="*/ 1009488 w 3799149"/>
                      <a:gd name="connsiteY13" fmla="*/ 369332 h 369332"/>
                      <a:gd name="connsiteX14" fmla="*/ 580727 w 3799149"/>
                      <a:gd name="connsiteY14" fmla="*/ 369332 h 369332"/>
                      <a:gd name="connsiteX15" fmla="*/ 0 w 3799149"/>
                      <a:gd name="connsiteY15" fmla="*/ 369332 h 369332"/>
                      <a:gd name="connsiteX16" fmla="*/ 0 w 3799149"/>
                      <a:gd name="connsiteY1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799149" h="369332" fill="none" extrusionOk="0">
                        <a:moveTo>
                          <a:pt x="0" y="0"/>
                        </a:moveTo>
                        <a:cubicBezTo>
                          <a:pt x="158259" y="-23713"/>
                          <a:pt x="333954" y="30176"/>
                          <a:pt x="428761" y="0"/>
                        </a:cubicBezTo>
                        <a:cubicBezTo>
                          <a:pt x="523568" y="-30176"/>
                          <a:pt x="737196" y="46251"/>
                          <a:pt x="857522" y="0"/>
                        </a:cubicBezTo>
                        <a:cubicBezTo>
                          <a:pt x="977848" y="-46251"/>
                          <a:pt x="1348924" y="19076"/>
                          <a:pt x="1476241" y="0"/>
                        </a:cubicBezTo>
                        <a:cubicBezTo>
                          <a:pt x="1603558" y="-19076"/>
                          <a:pt x="1871659" y="52124"/>
                          <a:pt x="1980985" y="0"/>
                        </a:cubicBezTo>
                        <a:cubicBezTo>
                          <a:pt x="2090311" y="-52124"/>
                          <a:pt x="2313405" y="45086"/>
                          <a:pt x="2523720" y="0"/>
                        </a:cubicBezTo>
                        <a:cubicBezTo>
                          <a:pt x="2734035" y="-45086"/>
                          <a:pt x="2936925" y="18180"/>
                          <a:pt x="3104447" y="0"/>
                        </a:cubicBezTo>
                        <a:cubicBezTo>
                          <a:pt x="3271969" y="-18180"/>
                          <a:pt x="3629268" y="80903"/>
                          <a:pt x="3799149" y="0"/>
                        </a:cubicBezTo>
                        <a:cubicBezTo>
                          <a:pt x="3810452" y="116838"/>
                          <a:pt x="3765957" y="230020"/>
                          <a:pt x="3799149" y="369332"/>
                        </a:cubicBezTo>
                        <a:cubicBezTo>
                          <a:pt x="3588630" y="382654"/>
                          <a:pt x="3391535" y="343570"/>
                          <a:pt x="3218422" y="369332"/>
                        </a:cubicBezTo>
                        <a:cubicBezTo>
                          <a:pt x="3045309" y="395094"/>
                          <a:pt x="2813510" y="323054"/>
                          <a:pt x="2599703" y="369332"/>
                        </a:cubicBezTo>
                        <a:cubicBezTo>
                          <a:pt x="2385896" y="415610"/>
                          <a:pt x="2249220" y="318427"/>
                          <a:pt x="2018976" y="369332"/>
                        </a:cubicBezTo>
                        <a:cubicBezTo>
                          <a:pt x="1788732" y="420237"/>
                          <a:pt x="1717197" y="319770"/>
                          <a:pt x="1438249" y="369332"/>
                        </a:cubicBezTo>
                        <a:cubicBezTo>
                          <a:pt x="1159301" y="418894"/>
                          <a:pt x="1208515" y="345256"/>
                          <a:pt x="1009488" y="369332"/>
                        </a:cubicBezTo>
                        <a:cubicBezTo>
                          <a:pt x="810461" y="393408"/>
                          <a:pt x="680146" y="342154"/>
                          <a:pt x="580727" y="369332"/>
                        </a:cubicBezTo>
                        <a:cubicBezTo>
                          <a:pt x="481308" y="396510"/>
                          <a:pt x="268916" y="308104"/>
                          <a:pt x="0" y="369332"/>
                        </a:cubicBezTo>
                        <a:cubicBezTo>
                          <a:pt x="-35342" y="190925"/>
                          <a:pt x="29075" y="128118"/>
                          <a:pt x="0" y="0"/>
                        </a:cubicBezTo>
                        <a:close/>
                      </a:path>
                      <a:path w="3799149" h="369332" stroke="0" extrusionOk="0">
                        <a:moveTo>
                          <a:pt x="0" y="0"/>
                        </a:moveTo>
                        <a:cubicBezTo>
                          <a:pt x="263146" y="-43903"/>
                          <a:pt x="463880" y="62186"/>
                          <a:pt x="580727" y="0"/>
                        </a:cubicBezTo>
                        <a:cubicBezTo>
                          <a:pt x="697574" y="-62186"/>
                          <a:pt x="921339" y="19457"/>
                          <a:pt x="1085471" y="0"/>
                        </a:cubicBezTo>
                        <a:cubicBezTo>
                          <a:pt x="1249603" y="-19457"/>
                          <a:pt x="1380143" y="52649"/>
                          <a:pt x="1628207" y="0"/>
                        </a:cubicBezTo>
                        <a:cubicBezTo>
                          <a:pt x="1876271" y="-52649"/>
                          <a:pt x="1863714" y="7563"/>
                          <a:pt x="2094959" y="0"/>
                        </a:cubicBezTo>
                        <a:cubicBezTo>
                          <a:pt x="2326204" y="-7563"/>
                          <a:pt x="2367263" y="63183"/>
                          <a:pt x="2637695" y="0"/>
                        </a:cubicBezTo>
                        <a:cubicBezTo>
                          <a:pt x="2908127" y="-63183"/>
                          <a:pt x="3006262" y="30538"/>
                          <a:pt x="3104447" y="0"/>
                        </a:cubicBezTo>
                        <a:cubicBezTo>
                          <a:pt x="3202632" y="-30538"/>
                          <a:pt x="3621390" y="59343"/>
                          <a:pt x="3799149" y="0"/>
                        </a:cubicBezTo>
                        <a:cubicBezTo>
                          <a:pt x="3826534" y="112926"/>
                          <a:pt x="3772982" y="240288"/>
                          <a:pt x="3799149" y="369332"/>
                        </a:cubicBezTo>
                        <a:cubicBezTo>
                          <a:pt x="3693004" y="404275"/>
                          <a:pt x="3479458" y="311445"/>
                          <a:pt x="3294405" y="369332"/>
                        </a:cubicBezTo>
                        <a:cubicBezTo>
                          <a:pt x="3109352" y="427219"/>
                          <a:pt x="2936692" y="349321"/>
                          <a:pt x="2827652" y="369332"/>
                        </a:cubicBezTo>
                        <a:cubicBezTo>
                          <a:pt x="2718612" y="389343"/>
                          <a:pt x="2474059" y="329715"/>
                          <a:pt x="2360900" y="369332"/>
                        </a:cubicBezTo>
                        <a:cubicBezTo>
                          <a:pt x="2247741" y="408949"/>
                          <a:pt x="2078515" y="333653"/>
                          <a:pt x="1856156" y="369332"/>
                        </a:cubicBezTo>
                        <a:cubicBezTo>
                          <a:pt x="1633797" y="405011"/>
                          <a:pt x="1431058" y="312075"/>
                          <a:pt x="1237437" y="369332"/>
                        </a:cubicBezTo>
                        <a:cubicBezTo>
                          <a:pt x="1043816" y="426589"/>
                          <a:pt x="926092" y="343904"/>
                          <a:pt x="694702" y="369332"/>
                        </a:cubicBezTo>
                        <a:cubicBezTo>
                          <a:pt x="463312" y="394760"/>
                          <a:pt x="173013" y="356001"/>
                          <a:pt x="0" y="369332"/>
                        </a:cubicBezTo>
                        <a:cubicBezTo>
                          <a:pt x="-10830" y="216770"/>
                          <a:pt x="38900" y="16195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…when communication </a:t>
            </a:r>
            <a:r>
              <a:rPr lang="en-US" dirty="0">
                <a:solidFill>
                  <a:srgbClr val="C00000"/>
                </a:solidFill>
              </a:rPr>
              <a:t>doesn’t ‘work.’</a:t>
            </a:r>
          </a:p>
        </p:txBody>
      </p:sp>
    </p:spTree>
    <p:extLst>
      <p:ext uri="{BB962C8B-B14F-4D97-AF65-F5344CB8AC3E}">
        <p14:creationId xmlns:p14="http://schemas.microsoft.com/office/powerpoint/2010/main" val="183896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3" grpId="0"/>
      <p:bldP spid="34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76857-B699-F4A8-C04D-1663E9B4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731D53F-8003-C61C-E56C-6E287B6E2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DD7AC-35C1-4380-D503-65C8B718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Jungle Treasure: A Second Attempt (A Pact)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7D03AE60-7823-C238-E7CD-3635885F9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B3540E-2CE7-4F1C-CFE3-302E0C93D748}"/>
              </a:ext>
            </a:extLst>
          </p:cNvPr>
          <p:cNvGrpSpPr/>
          <p:nvPr/>
        </p:nvGrpSpPr>
        <p:grpSpPr>
          <a:xfrm>
            <a:off x="6949799" y="1923960"/>
            <a:ext cx="1930872" cy="882688"/>
            <a:chOff x="1551774" y="2188723"/>
            <a:chExt cx="1930872" cy="8826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5016F3-BC2D-095D-39DC-E42F8FB0585D}"/>
                </a:ext>
              </a:extLst>
            </p:cNvPr>
            <p:cNvSpPr txBox="1"/>
            <p:nvPr/>
          </p:nvSpPr>
          <p:spPr>
            <a:xfrm>
              <a:off x="1551774" y="2188723"/>
              <a:ext cx="69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TAKE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797A40-9B5A-6D8F-504F-71B80CA259D6}"/>
                </a:ext>
              </a:extLst>
            </p:cNvPr>
            <p:cNvSpPr txBox="1"/>
            <p:nvPr/>
          </p:nvSpPr>
          <p:spPr>
            <a:xfrm>
              <a:off x="2791982" y="2188723"/>
              <a:ext cx="69066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E13B3B-4733-C0DE-CCC7-6E46348DAA8C}"/>
                </a:ext>
              </a:extLst>
            </p:cNvPr>
            <p:cNvSpPr txBox="1"/>
            <p:nvPr/>
          </p:nvSpPr>
          <p:spPr>
            <a:xfrm>
              <a:off x="1551774" y="2702079"/>
              <a:ext cx="813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E5FE24-8282-64EF-7CE5-28F28C7E93C7}"/>
                </a:ext>
              </a:extLst>
            </p:cNvPr>
            <p:cNvSpPr txBox="1"/>
            <p:nvPr/>
          </p:nvSpPr>
          <p:spPr>
            <a:xfrm>
              <a:off x="2791982" y="2702079"/>
              <a:ext cx="69066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690664"/>
                        <a:gd name="connsiteY0" fmla="*/ 0 h 369332"/>
                        <a:gd name="connsiteX1" fmla="*/ 359145 w 690664"/>
                        <a:gd name="connsiteY1" fmla="*/ 0 h 369332"/>
                        <a:gd name="connsiteX2" fmla="*/ 690664 w 690664"/>
                        <a:gd name="connsiteY2" fmla="*/ 0 h 369332"/>
                        <a:gd name="connsiteX3" fmla="*/ 690664 w 690664"/>
                        <a:gd name="connsiteY3" fmla="*/ 369332 h 369332"/>
                        <a:gd name="connsiteX4" fmla="*/ 352239 w 690664"/>
                        <a:gd name="connsiteY4" fmla="*/ 369332 h 369332"/>
                        <a:gd name="connsiteX5" fmla="*/ 0 w 690664"/>
                        <a:gd name="connsiteY5" fmla="*/ 369332 h 369332"/>
                        <a:gd name="connsiteX6" fmla="*/ 0 w 690664"/>
                        <a:gd name="connsiteY6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90664" h="369332" fill="none" extrusionOk="0">
                          <a:moveTo>
                            <a:pt x="0" y="0"/>
                          </a:moveTo>
                          <a:cubicBezTo>
                            <a:pt x="164774" y="-14517"/>
                            <a:pt x="243283" y="37321"/>
                            <a:pt x="359145" y="0"/>
                          </a:cubicBezTo>
                          <a:cubicBezTo>
                            <a:pt x="475007" y="-37321"/>
                            <a:pt x="553526" y="23806"/>
                            <a:pt x="690664" y="0"/>
                          </a:cubicBezTo>
                          <a:cubicBezTo>
                            <a:pt x="692194" y="150881"/>
                            <a:pt x="687911" y="222968"/>
                            <a:pt x="690664" y="369332"/>
                          </a:cubicBezTo>
                          <a:cubicBezTo>
                            <a:pt x="567323" y="372019"/>
                            <a:pt x="451146" y="342827"/>
                            <a:pt x="352239" y="369332"/>
                          </a:cubicBezTo>
                          <a:cubicBezTo>
                            <a:pt x="253333" y="395837"/>
                            <a:pt x="84422" y="336472"/>
                            <a:pt x="0" y="369332"/>
                          </a:cubicBezTo>
                          <a:cubicBezTo>
                            <a:pt x="-23840" y="235268"/>
                            <a:pt x="5511" y="129660"/>
                            <a:pt x="0" y="0"/>
                          </a:cubicBezTo>
                          <a:close/>
                        </a:path>
                        <a:path w="690664" h="369332" stroke="0" extrusionOk="0">
                          <a:moveTo>
                            <a:pt x="0" y="0"/>
                          </a:moveTo>
                          <a:cubicBezTo>
                            <a:pt x="132594" y="-20989"/>
                            <a:pt x="252463" y="30359"/>
                            <a:pt x="338425" y="0"/>
                          </a:cubicBezTo>
                          <a:cubicBezTo>
                            <a:pt x="424387" y="-30359"/>
                            <a:pt x="552005" y="8762"/>
                            <a:pt x="690664" y="0"/>
                          </a:cubicBezTo>
                          <a:cubicBezTo>
                            <a:pt x="718627" y="78977"/>
                            <a:pt x="660240" y="271296"/>
                            <a:pt x="690664" y="369332"/>
                          </a:cubicBezTo>
                          <a:cubicBezTo>
                            <a:pt x="529989" y="400988"/>
                            <a:pt x="507954" y="329911"/>
                            <a:pt x="345332" y="369332"/>
                          </a:cubicBezTo>
                          <a:cubicBezTo>
                            <a:pt x="182710" y="408753"/>
                            <a:pt x="163230" y="345613"/>
                            <a:pt x="0" y="369332"/>
                          </a:cubicBezTo>
                          <a:cubicBezTo>
                            <a:pt x="-6017" y="217080"/>
                            <a:pt x="5246" y="8844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3589CC-8561-BFD0-2F70-E12901383D77}"/>
              </a:ext>
            </a:extLst>
          </p:cNvPr>
          <p:cNvGrpSpPr/>
          <p:nvPr/>
        </p:nvGrpSpPr>
        <p:grpSpPr>
          <a:xfrm>
            <a:off x="262431" y="2240166"/>
            <a:ext cx="3789349" cy="3269439"/>
            <a:chOff x="5230718" y="2343983"/>
            <a:chExt cx="3789349" cy="326943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D5E473C-E0DD-14AA-1FC6-60B9E03E4885}"/>
                </a:ext>
              </a:extLst>
            </p:cNvPr>
            <p:cNvGrpSpPr/>
            <p:nvPr/>
          </p:nvGrpSpPr>
          <p:grpSpPr>
            <a:xfrm>
              <a:off x="7191267" y="285733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ED209C3-9185-5171-416C-667ECAAE1D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ED209C3-9185-5171-416C-667ECAAE1D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8EED4EFB-DB52-F41F-575F-A3A4F3B13D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8EED4EFB-DB52-F41F-575F-A3A4F3B13D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8F88802-AA12-DA12-B4DF-0E898F6AE9C2}"/>
                </a:ext>
              </a:extLst>
            </p:cNvPr>
            <p:cNvGrpSpPr/>
            <p:nvPr/>
          </p:nvGrpSpPr>
          <p:grpSpPr>
            <a:xfrm>
              <a:off x="6282310" y="376445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3AC0B8-56B9-7703-9580-3EF7B5D907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3AC0B8-56B9-7703-9580-3EF7B5D907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BD2ED09-1355-7B2C-CEA3-CE9D55200C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ABD2ED09-1355-7B2C-CEA3-CE9D55200C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5761A18-8BB0-57A8-8D45-3AE76AAEE4DA}"/>
                </a:ext>
              </a:extLst>
            </p:cNvPr>
            <p:cNvGrpSpPr/>
            <p:nvPr/>
          </p:nvGrpSpPr>
          <p:grpSpPr>
            <a:xfrm>
              <a:off x="7191267" y="376445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2FEA9D8-3D7B-16AB-B5AC-AD8F9796BC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2FEA9D8-3D7B-16AB-B5AC-AD8F9796BC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C085EC6-966F-06E9-195C-7E478F73ACF5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C085EC6-966F-06E9-195C-7E478F73AC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E7426EF-909E-633B-7CB7-53A458A3DB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E7426EF-909E-633B-7CB7-53A458A3DB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50BF946-1628-B179-6D82-D5DC6B6ACA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50BF946-1628-B179-6D82-D5DC6B6ACAE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9C75E07-D49C-CAA9-2BC1-232CFEA84201}"/>
                </a:ext>
              </a:extLst>
            </p:cNvPr>
            <p:cNvGrpSpPr/>
            <p:nvPr/>
          </p:nvGrpSpPr>
          <p:grpSpPr>
            <a:xfrm>
              <a:off x="5230718" y="2343983"/>
              <a:ext cx="3546357" cy="2446009"/>
              <a:chOff x="1476918" y="2017573"/>
              <a:chExt cx="3546357" cy="244600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F1210AA-4A9B-358B-BF05-B452CEDCF3B4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C04A86D-6945-CE38-75A8-8C3692A4816E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15EAB8F0-9C49-9283-7A9A-2EB45C528517}"/>
              </a:ext>
            </a:extLst>
          </p:cNvPr>
          <p:cNvSpPr txBox="1"/>
          <p:nvPr/>
        </p:nvSpPr>
        <p:spPr>
          <a:xfrm>
            <a:off x="9084883" y="1923960"/>
            <a:ext cx="69066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0664"/>
                      <a:gd name="connsiteY0" fmla="*/ 0 h 369332"/>
                      <a:gd name="connsiteX1" fmla="*/ 359145 w 690664"/>
                      <a:gd name="connsiteY1" fmla="*/ 0 h 369332"/>
                      <a:gd name="connsiteX2" fmla="*/ 690664 w 690664"/>
                      <a:gd name="connsiteY2" fmla="*/ 0 h 369332"/>
                      <a:gd name="connsiteX3" fmla="*/ 690664 w 690664"/>
                      <a:gd name="connsiteY3" fmla="*/ 369332 h 369332"/>
                      <a:gd name="connsiteX4" fmla="*/ 352239 w 690664"/>
                      <a:gd name="connsiteY4" fmla="*/ 369332 h 369332"/>
                      <a:gd name="connsiteX5" fmla="*/ 0 w 690664"/>
                      <a:gd name="connsiteY5" fmla="*/ 369332 h 369332"/>
                      <a:gd name="connsiteX6" fmla="*/ 0 w 690664"/>
                      <a:gd name="connsiteY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90664" h="369332" fill="none" extrusionOk="0">
                        <a:moveTo>
                          <a:pt x="0" y="0"/>
                        </a:moveTo>
                        <a:cubicBezTo>
                          <a:pt x="164774" y="-14517"/>
                          <a:pt x="243283" y="37321"/>
                          <a:pt x="359145" y="0"/>
                        </a:cubicBezTo>
                        <a:cubicBezTo>
                          <a:pt x="475007" y="-37321"/>
                          <a:pt x="553526" y="23806"/>
                          <a:pt x="690664" y="0"/>
                        </a:cubicBezTo>
                        <a:cubicBezTo>
                          <a:pt x="692194" y="150881"/>
                          <a:pt x="687911" y="222968"/>
                          <a:pt x="690664" y="369332"/>
                        </a:cubicBezTo>
                        <a:cubicBezTo>
                          <a:pt x="567323" y="372019"/>
                          <a:pt x="451146" y="342827"/>
                          <a:pt x="352239" y="369332"/>
                        </a:cubicBezTo>
                        <a:cubicBezTo>
                          <a:pt x="253333" y="395837"/>
                          <a:pt x="84422" y="336472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690664" h="369332" stroke="0" extrusionOk="0">
                        <a:moveTo>
                          <a:pt x="0" y="0"/>
                        </a:moveTo>
                        <a:cubicBezTo>
                          <a:pt x="132594" y="-20989"/>
                          <a:pt x="252463" y="30359"/>
                          <a:pt x="338425" y="0"/>
                        </a:cubicBezTo>
                        <a:cubicBezTo>
                          <a:pt x="424387" y="-30359"/>
                          <a:pt x="552005" y="8762"/>
                          <a:pt x="690664" y="0"/>
                        </a:cubicBezTo>
                        <a:cubicBezTo>
                          <a:pt x="718627" y="78977"/>
                          <a:pt x="660240" y="271296"/>
                          <a:pt x="690664" y="369332"/>
                        </a:cubicBezTo>
                        <a:cubicBezTo>
                          <a:pt x="529989" y="400988"/>
                          <a:pt x="507954" y="329911"/>
                          <a:pt x="345332" y="369332"/>
                        </a:cubicBezTo>
                        <a:cubicBezTo>
                          <a:pt x="182710" y="408753"/>
                          <a:pt x="163230" y="345613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D9098E-7D6C-FA85-56B5-2351740C2C8A}"/>
              </a:ext>
            </a:extLst>
          </p:cNvPr>
          <p:cNvSpPr txBox="1"/>
          <p:nvPr/>
        </p:nvSpPr>
        <p:spPr>
          <a:xfrm>
            <a:off x="9084883" y="2437316"/>
            <a:ext cx="6906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0664"/>
                      <a:gd name="connsiteY0" fmla="*/ 0 h 369332"/>
                      <a:gd name="connsiteX1" fmla="*/ 359145 w 690664"/>
                      <a:gd name="connsiteY1" fmla="*/ 0 h 369332"/>
                      <a:gd name="connsiteX2" fmla="*/ 690664 w 690664"/>
                      <a:gd name="connsiteY2" fmla="*/ 0 h 369332"/>
                      <a:gd name="connsiteX3" fmla="*/ 690664 w 690664"/>
                      <a:gd name="connsiteY3" fmla="*/ 369332 h 369332"/>
                      <a:gd name="connsiteX4" fmla="*/ 352239 w 690664"/>
                      <a:gd name="connsiteY4" fmla="*/ 369332 h 369332"/>
                      <a:gd name="connsiteX5" fmla="*/ 0 w 690664"/>
                      <a:gd name="connsiteY5" fmla="*/ 369332 h 369332"/>
                      <a:gd name="connsiteX6" fmla="*/ 0 w 690664"/>
                      <a:gd name="connsiteY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90664" h="369332" fill="none" extrusionOk="0">
                        <a:moveTo>
                          <a:pt x="0" y="0"/>
                        </a:moveTo>
                        <a:cubicBezTo>
                          <a:pt x="164774" y="-14517"/>
                          <a:pt x="243283" y="37321"/>
                          <a:pt x="359145" y="0"/>
                        </a:cubicBezTo>
                        <a:cubicBezTo>
                          <a:pt x="475007" y="-37321"/>
                          <a:pt x="553526" y="23806"/>
                          <a:pt x="690664" y="0"/>
                        </a:cubicBezTo>
                        <a:cubicBezTo>
                          <a:pt x="692194" y="150881"/>
                          <a:pt x="687911" y="222968"/>
                          <a:pt x="690664" y="369332"/>
                        </a:cubicBezTo>
                        <a:cubicBezTo>
                          <a:pt x="567323" y="372019"/>
                          <a:pt x="451146" y="342827"/>
                          <a:pt x="352239" y="369332"/>
                        </a:cubicBezTo>
                        <a:cubicBezTo>
                          <a:pt x="253333" y="395837"/>
                          <a:pt x="84422" y="336472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690664" h="369332" stroke="0" extrusionOk="0">
                        <a:moveTo>
                          <a:pt x="0" y="0"/>
                        </a:moveTo>
                        <a:cubicBezTo>
                          <a:pt x="132594" y="-20989"/>
                          <a:pt x="252463" y="30359"/>
                          <a:pt x="338425" y="0"/>
                        </a:cubicBezTo>
                        <a:cubicBezTo>
                          <a:pt x="424387" y="-30359"/>
                          <a:pt x="552005" y="8762"/>
                          <a:pt x="690664" y="0"/>
                        </a:cubicBezTo>
                        <a:cubicBezTo>
                          <a:pt x="718627" y="78977"/>
                          <a:pt x="660240" y="271296"/>
                          <a:pt x="690664" y="369332"/>
                        </a:cubicBezTo>
                        <a:cubicBezTo>
                          <a:pt x="529989" y="400988"/>
                          <a:pt x="507954" y="329911"/>
                          <a:pt x="345332" y="369332"/>
                        </a:cubicBezTo>
                        <a:cubicBezTo>
                          <a:pt x="182710" y="408753"/>
                          <a:pt x="163230" y="345613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79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6A3BF7-63E0-FFE5-3030-415ECCBBE4D0}"/>
              </a:ext>
            </a:extLst>
          </p:cNvPr>
          <p:cNvSpPr/>
          <p:nvPr/>
        </p:nvSpPr>
        <p:spPr>
          <a:xfrm>
            <a:off x="3190368" y="4672489"/>
            <a:ext cx="738879" cy="763731"/>
          </a:xfrm>
          <a:prstGeom prst="ellipse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7947E1-0C17-608C-C1A7-0037FF2A822C}"/>
              </a:ext>
            </a:extLst>
          </p:cNvPr>
          <p:cNvSpPr/>
          <p:nvPr/>
        </p:nvSpPr>
        <p:spPr>
          <a:xfrm>
            <a:off x="2275968" y="3719484"/>
            <a:ext cx="738879" cy="763731"/>
          </a:xfrm>
          <a:prstGeom prst="ellipse">
            <a:avLst/>
          </a:pr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38879"/>
                      <a:gd name="connsiteY0" fmla="*/ 381866 h 763731"/>
                      <a:gd name="connsiteX1" fmla="*/ 369440 w 738879"/>
                      <a:gd name="connsiteY1" fmla="*/ 0 h 763731"/>
                      <a:gd name="connsiteX2" fmla="*/ 738880 w 738879"/>
                      <a:gd name="connsiteY2" fmla="*/ 381866 h 763731"/>
                      <a:gd name="connsiteX3" fmla="*/ 369440 w 738879"/>
                      <a:gd name="connsiteY3" fmla="*/ 763732 h 763731"/>
                      <a:gd name="connsiteX4" fmla="*/ 0 w 738879"/>
                      <a:gd name="connsiteY4" fmla="*/ 381866 h 763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8879" h="763731" extrusionOk="0">
                        <a:moveTo>
                          <a:pt x="0" y="381866"/>
                        </a:moveTo>
                        <a:cubicBezTo>
                          <a:pt x="-37492" y="147841"/>
                          <a:pt x="142428" y="8623"/>
                          <a:pt x="369440" y="0"/>
                        </a:cubicBezTo>
                        <a:cubicBezTo>
                          <a:pt x="624456" y="10732"/>
                          <a:pt x="685664" y="172659"/>
                          <a:pt x="738880" y="381866"/>
                        </a:cubicBezTo>
                        <a:cubicBezTo>
                          <a:pt x="713687" y="617368"/>
                          <a:pt x="571561" y="774318"/>
                          <a:pt x="369440" y="763732"/>
                        </a:cubicBezTo>
                        <a:cubicBezTo>
                          <a:pt x="158783" y="760109"/>
                          <a:pt x="28926" y="606586"/>
                          <a:pt x="0" y="381866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312078-0DAE-5B03-0CA3-8F4DD6927F02}"/>
              </a:ext>
            </a:extLst>
          </p:cNvPr>
          <p:cNvSpPr/>
          <p:nvPr/>
        </p:nvSpPr>
        <p:spPr>
          <a:xfrm rot="13357831">
            <a:off x="2788870" y="4456787"/>
            <a:ext cx="575035" cy="225711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7A8BC8-D01A-CA70-DD86-252EFAA05202}"/>
              </a:ext>
            </a:extLst>
          </p:cNvPr>
          <p:cNvGrpSpPr/>
          <p:nvPr/>
        </p:nvGrpSpPr>
        <p:grpSpPr>
          <a:xfrm>
            <a:off x="1910479" y="5439266"/>
            <a:ext cx="2453800" cy="1105655"/>
            <a:chOff x="1910479" y="5439266"/>
            <a:chExt cx="2453800" cy="110565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A3BE10-6B0E-91AA-4F04-8564CD157382}"/>
                </a:ext>
              </a:extLst>
            </p:cNvPr>
            <p:cNvSpPr txBox="1"/>
            <p:nvPr/>
          </p:nvSpPr>
          <p:spPr>
            <a:xfrm>
              <a:off x="1910479" y="5898590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A suboptimal outcome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9FBF562-6318-71DB-6109-B06D7F4C6FF7}"/>
                </a:ext>
              </a:extLst>
            </p:cNvPr>
            <p:cNvSpPr/>
            <p:nvPr/>
          </p:nvSpPr>
          <p:spPr>
            <a:xfrm>
              <a:off x="3186260" y="5439266"/>
              <a:ext cx="273969" cy="452487"/>
            </a:xfrm>
            <a:custGeom>
              <a:avLst/>
              <a:gdLst>
                <a:gd name="connsiteX0" fmla="*/ 0 w 273969"/>
                <a:gd name="connsiteY0" fmla="*/ 452487 h 452487"/>
                <a:gd name="connsiteX1" fmla="*/ 37707 w 273969"/>
                <a:gd name="connsiteY1" fmla="*/ 405353 h 452487"/>
                <a:gd name="connsiteX2" fmla="*/ 75414 w 273969"/>
                <a:gd name="connsiteY2" fmla="*/ 377072 h 452487"/>
                <a:gd name="connsiteX3" fmla="*/ 84841 w 273969"/>
                <a:gd name="connsiteY3" fmla="*/ 348792 h 452487"/>
                <a:gd name="connsiteX4" fmla="*/ 131975 w 273969"/>
                <a:gd name="connsiteY4" fmla="*/ 311085 h 452487"/>
                <a:gd name="connsiteX5" fmla="*/ 150829 w 273969"/>
                <a:gd name="connsiteY5" fmla="*/ 282804 h 452487"/>
                <a:gd name="connsiteX6" fmla="*/ 179109 w 273969"/>
                <a:gd name="connsiteY6" fmla="*/ 245097 h 452487"/>
                <a:gd name="connsiteX7" fmla="*/ 216816 w 273969"/>
                <a:gd name="connsiteY7" fmla="*/ 207390 h 452487"/>
                <a:gd name="connsiteX8" fmla="*/ 245097 w 273969"/>
                <a:gd name="connsiteY8" fmla="*/ 113122 h 452487"/>
                <a:gd name="connsiteX9" fmla="*/ 273377 w 273969"/>
                <a:gd name="connsiteY9" fmla="*/ 28280 h 452487"/>
                <a:gd name="connsiteX10" fmla="*/ 273377 w 273969"/>
                <a:gd name="connsiteY10" fmla="*/ 0 h 45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969" h="452487">
                  <a:moveTo>
                    <a:pt x="0" y="452487"/>
                  </a:moveTo>
                  <a:cubicBezTo>
                    <a:pt x="12569" y="436776"/>
                    <a:pt x="23480" y="419580"/>
                    <a:pt x="37707" y="405353"/>
                  </a:cubicBezTo>
                  <a:cubicBezTo>
                    <a:pt x="48817" y="394243"/>
                    <a:pt x="65356" y="389142"/>
                    <a:pt x="75414" y="377072"/>
                  </a:cubicBezTo>
                  <a:cubicBezTo>
                    <a:pt x="81775" y="369438"/>
                    <a:pt x="78374" y="356336"/>
                    <a:pt x="84841" y="348792"/>
                  </a:cubicBezTo>
                  <a:cubicBezTo>
                    <a:pt x="97935" y="333516"/>
                    <a:pt x="117748" y="325312"/>
                    <a:pt x="131975" y="311085"/>
                  </a:cubicBezTo>
                  <a:cubicBezTo>
                    <a:pt x="139986" y="303074"/>
                    <a:pt x="144244" y="292023"/>
                    <a:pt x="150829" y="282804"/>
                  </a:cubicBezTo>
                  <a:cubicBezTo>
                    <a:pt x="159961" y="270019"/>
                    <a:pt x="168763" y="256921"/>
                    <a:pt x="179109" y="245097"/>
                  </a:cubicBezTo>
                  <a:cubicBezTo>
                    <a:pt x="190814" y="231720"/>
                    <a:pt x="204247" y="219959"/>
                    <a:pt x="216816" y="207390"/>
                  </a:cubicBezTo>
                  <a:cubicBezTo>
                    <a:pt x="228072" y="162368"/>
                    <a:pt x="226734" y="163620"/>
                    <a:pt x="245097" y="113122"/>
                  </a:cubicBezTo>
                  <a:cubicBezTo>
                    <a:pt x="257679" y="78522"/>
                    <a:pt x="268332" y="63597"/>
                    <a:pt x="273377" y="28280"/>
                  </a:cubicBezTo>
                  <a:cubicBezTo>
                    <a:pt x="274710" y="18948"/>
                    <a:pt x="273377" y="9427"/>
                    <a:pt x="273377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F32E479-F255-34A1-34C8-495CBAE92C1D}"/>
              </a:ext>
            </a:extLst>
          </p:cNvPr>
          <p:cNvSpPr txBox="1"/>
          <p:nvPr/>
        </p:nvSpPr>
        <p:spPr>
          <a:xfrm>
            <a:off x="6498397" y="5132984"/>
            <a:ext cx="458043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4580435"/>
                      <a:gd name="connsiteY0" fmla="*/ 0 h 369332"/>
                      <a:gd name="connsiteX1" fmla="*/ 480946 w 4580435"/>
                      <a:gd name="connsiteY1" fmla="*/ 0 h 369332"/>
                      <a:gd name="connsiteX2" fmla="*/ 1007696 w 4580435"/>
                      <a:gd name="connsiteY2" fmla="*/ 0 h 369332"/>
                      <a:gd name="connsiteX3" fmla="*/ 1580250 w 4580435"/>
                      <a:gd name="connsiteY3" fmla="*/ 0 h 369332"/>
                      <a:gd name="connsiteX4" fmla="*/ 2198609 w 4580435"/>
                      <a:gd name="connsiteY4" fmla="*/ 0 h 369332"/>
                      <a:gd name="connsiteX5" fmla="*/ 2679554 w 4580435"/>
                      <a:gd name="connsiteY5" fmla="*/ 0 h 369332"/>
                      <a:gd name="connsiteX6" fmla="*/ 3343718 w 4580435"/>
                      <a:gd name="connsiteY6" fmla="*/ 0 h 369332"/>
                      <a:gd name="connsiteX7" fmla="*/ 3870468 w 4580435"/>
                      <a:gd name="connsiteY7" fmla="*/ 0 h 369332"/>
                      <a:gd name="connsiteX8" fmla="*/ 4580435 w 4580435"/>
                      <a:gd name="connsiteY8" fmla="*/ 0 h 369332"/>
                      <a:gd name="connsiteX9" fmla="*/ 4580435 w 4580435"/>
                      <a:gd name="connsiteY9" fmla="*/ 369332 h 369332"/>
                      <a:gd name="connsiteX10" fmla="*/ 4099489 w 4580435"/>
                      <a:gd name="connsiteY10" fmla="*/ 369332 h 369332"/>
                      <a:gd name="connsiteX11" fmla="*/ 3664348 w 4580435"/>
                      <a:gd name="connsiteY11" fmla="*/ 369332 h 369332"/>
                      <a:gd name="connsiteX12" fmla="*/ 3229207 w 4580435"/>
                      <a:gd name="connsiteY12" fmla="*/ 369332 h 369332"/>
                      <a:gd name="connsiteX13" fmla="*/ 2610848 w 4580435"/>
                      <a:gd name="connsiteY13" fmla="*/ 369332 h 369332"/>
                      <a:gd name="connsiteX14" fmla="*/ 1946685 w 4580435"/>
                      <a:gd name="connsiteY14" fmla="*/ 369332 h 369332"/>
                      <a:gd name="connsiteX15" fmla="*/ 1465739 w 4580435"/>
                      <a:gd name="connsiteY15" fmla="*/ 369332 h 369332"/>
                      <a:gd name="connsiteX16" fmla="*/ 801576 w 4580435"/>
                      <a:gd name="connsiteY16" fmla="*/ 369332 h 369332"/>
                      <a:gd name="connsiteX17" fmla="*/ 0 w 4580435"/>
                      <a:gd name="connsiteY17" fmla="*/ 369332 h 369332"/>
                      <a:gd name="connsiteX18" fmla="*/ 0 w 4580435"/>
                      <a:gd name="connsiteY18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580435" h="369332" fill="none" extrusionOk="0">
                        <a:moveTo>
                          <a:pt x="0" y="0"/>
                        </a:moveTo>
                        <a:cubicBezTo>
                          <a:pt x="183592" y="-47033"/>
                          <a:pt x="317279" y="1668"/>
                          <a:pt x="480946" y="0"/>
                        </a:cubicBezTo>
                        <a:cubicBezTo>
                          <a:pt x="644613" y="-1668"/>
                          <a:pt x="843298" y="24943"/>
                          <a:pt x="1007696" y="0"/>
                        </a:cubicBezTo>
                        <a:cubicBezTo>
                          <a:pt x="1172094" y="-24943"/>
                          <a:pt x="1302299" y="44551"/>
                          <a:pt x="1580250" y="0"/>
                        </a:cubicBezTo>
                        <a:cubicBezTo>
                          <a:pt x="1858201" y="-44551"/>
                          <a:pt x="1903515" y="39372"/>
                          <a:pt x="2198609" y="0"/>
                        </a:cubicBezTo>
                        <a:cubicBezTo>
                          <a:pt x="2493703" y="-39372"/>
                          <a:pt x="2504676" y="26749"/>
                          <a:pt x="2679554" y="0"/>
                        </a:cubicBezTo>
                        <a:cubicBezTo>
                          <a:pt x="2854433" y="-26749"/>
                          <a:pt x="3134057" y="544"/>
                          <a:pt x="3343718" y="0"/>
                        </a:cubicBezTo>
                        <a:cubicBezTo>
                          <a:pt x="3553379" y="-544"/>
                          <a:pt x="3728492" y="39082"/>
                          <a:pt x="3870468" y="0"/>
                        </a:cubicBezTo>
                        <a:cubicBezTo>
                          <a:pt x="4012444" y="-39082"/>
                          <a:pt x="4415128" y="56754"/>
                          <a:pt x="4580435" y="0"/>
                        </a:cubicBezTo>
                        <a:cubicBezTo>
                          <a:pt x="4587065" y="112152"/>
                          <a:pt x="4576816" y="211148"/>
                          <a:pt x="4580435" y="369332"/>
                        </a:cubicBezTo>
                        <a:cubicBezTo>
                          <a:pt x="4368638" y="409131"/>
                          <a:pt x="4229932" y="348304"/>
                          <a:pt x="4099489" y="369332"/>
                        </a:cubicBezTo>
                        <a:cubicBezTo>
                          <a:pt x="3969046" y="390360"/>
                          <a:pt x="3870439" y="321534"/>
                          <a:pt x="3664348" y="369332"/>
                        </a:cubicBezTo>
                        <a:cubicBezTo>
                          <a:pt x="3458257" y="417130"/>
                          <a:pt x="3442762" y="332999"/>
                          <a:pt x="3229207" y="369332"/>
                        </a:cubicBezTo>
                        <a:cubicBezTo>
                          <a:pt x="3015652" y="405665"/>
                          <a:pt x="2802091" y="352970"/>
                          <a:pt x="2610848" y="369332"/>
                        </a:cubicBezTo>
                        <a:cubicBezTo>
                          <a:pt x="2419605" y="385694"/>
                          <a:pt x="2081903" y="335734"/>
                          <a:pt x="1946685" y="369332"/>
                        </a:cubicBezTo>
                        <a:cubicBezTo>
                          <a:pt x="1811467" y="402930"/>
                          <a:pt x="1622962" y="349910"/>
                          <a:pt x="1465739" y="369332"/>
                        </a:cubicBezTo>
                        <a:cubicBezTo>
                          <a:pt x="1308516" y="388754"/>
                          <a:pt x="1032865" y="363236"/>
                          <a:pt x="801576" y="369332"/>
                        </a:cubicBezTo>
                        <a:cubicBezTo>
                          <a:pt x="570287" y="375428"/>
                          <a:pt x="179635" y="348883"/>
                          <a:pt x="0" y="369332"/>
                        </a:cubicBezTo>
                        <a:cubicBezTo>
                          <a:pt x="-7452" y="286836"/>
                          <a:pt x="38690" y="135718"/>
                          <a:pt x="0" y="0"/>
                        </a:cubicBezTo>
                        <a:close/>
                      </a:path>
                      <a:path w="4580435" h="369332" stroke="0" extrusionOk="0">
                        <a:moveTo>
                          <a:pt x="0" y="0"/>
                        </a:moveTo>
                        <a:cubicBezTo>
                          <a:pt x="253998" y="-64268"/>
                          <a:pt x="358261" y="28703"/>
                          <a:pt x="618359" y="0"/>
                        </a:cubicBezTo>
                        <a:cubicBezTo>
                          <a:pt x="878457" y="-28703"/>
                          <a:pt x="950578" y="26183"/>
                          <a:pt x="1145109" y="0"/>
                        </a:cubicBezTo>
                        <a:cubicBezTo>
                          <a:pt x="1339640" y="-26183"/>
                          <a:pt x="1495943" y="31155"/>
                          <a:pt x="1717663" y="0"/>
                        </a:cubicBezTo>
                        <a:cubicBezTo>
                          <a:pt x="1939383" y="-31155"/>
                          <a:pt x="2047722" y="8791"/>
                          <a:pt x="2198609" y="0"/>
                        </a:cubicBezTo>
                        <a:cubicBezTo>
                          <a:pt x="2349496" y="-8791"/>
                          <a:pt x="2589595" y="620"/>
                          <a:pt x="2771163" y="0"/>
                        </a:cubicBezTo>
                        <a:cubicBezTo>
                          <a:pt x="2952731" y="-620"/>
                          <a:pt x="3062847" y="11805"/>
                          <a:pt x="3252109" y="0"/>
                        </a:cubicBezTo>
                        <a:cubicBezTo>
                          <a:pt x="3441371" y="-11805"/>
                          <a:pt x="3706049" y="27315"/>
                          <a:pt x="3824663" y="0"/>
                        </a:cubicBezTo>
                        <a:cubicBezTo>
                          <a:pt x="3943277" y="-27315"/>
                          <a:pt x="4288714" y="40943"/>
                          <a:pt x="4580435" y="0"/>
                        </a:cubicBezTo>
                        <a:cubicBezTo>
                          <a:pt x="4602906" y="166099"/>
                          <a:pt x="4571283" y="291180"/>
                          <a:pt x="4580435" y="369332"/>
                        </a:cubicBezTo>
                        <a:cubicBezTo>
                          <a:pt x="4457962" y="413701"/>
                          <a:pt x="4233292" y="330603"/>
                          <a:pt x="4053685" y="369332"/>
                        </a:cubicBezTo>
                        <a:cubicBezTo>
                          <a:pt x="3874078" y="408061"/>
                          <a:pt x="3792460" y="314189"/>
                          <a:pt x="3572739" y="369332"/>
                        </a:cubicBezTo>
                        <a:cubicBezTo>
                          <a:pt x="3353018" y="424475"/>
                          <a:pt x="3308223" y="341376"/>
                          <a:pt x="3045989" y="369332"/>
                        </a:cubicBezTo>
                        <a:cubicBezTo>
                          <a:pt x="2783755" y="397288"/>
                          <a:pt x="2574028" y="337556"/>
                          <a:pt x="2381826" y="369332"/>
                        </a:cubicBezTo>
                        <a:cubicBezTo>
                          <a:pt x="2189624" y="401108"/>
                          <a:pt x="1984691" y="354766"/>
                          <a:pt x="1809272" y="369332"/>
                        </a:cubicBezTo>
                        <a:cubicBezTo>
                          <a:pt x="1633853" y="383898"/>
                          <a:pt x="1401495" y="353140"/>
                          <a:pt x="1282522" y="369332"/>
                        </a:cubicBezTo>
                        <a:cubicBezTo>
                          <a:pt x="1163549" y="385524"/>
                          <a:pt x="938575" y="296646"/>
                          <a:pt x="664163" y="369332"/>
                        </a:cubicBezTo>
                        <a:cubicBezTo>
                          <a:pt x="389751" y="442018"/>
                          <a:pt x="227036" y="314498"/>
                          <a:pt x="0" y="369332"/>
                        </a:cubicBezTo>
                        <a:cubicBezTo>
                          <a:pt x="-26338" y="263509"/>
                          <a:pt x="8865" y="1646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communication lead to cooperation?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66E5E-4804-FF13-D8C5-723E6672D5ED}"/>
              </a:ext>
            </a:extLst>
          </p:cNvPr>
          <p:cNvSpPr txBox="1"/>
          <p:nvPr/>
        </p:nvSpPr>
        <p:spPr>
          <a:xfrm>
            <a:off x="7496792" y="148579"/>
            <a:ext cx="4557510" cy="369332"/>
          </a:xfrm>
          <a:custGeom>
            <a:avLst/>
            <a:gdLst>
              <a:gd name="connsiteX0" fmla="*/ 0 w 4557510"/>
              <a:gd name="connsiteY0" fmla="*/ 0 h 369332"/>
              <a:gd name="connsiteX1" fmla="*/ 478539 w 4557510"/>
              <a:gd name="connsiteY1" fmla="*/ 0 h 369332"/>
              <a:gd name="connsiteX2" fmla="*/ 1002652 w 4557510"/>
              <a:gd name="connsiteY2" fmla="*/ 0 h 369332"/>
              <a:gd name="connsiteX3" fmla="*/ 1572341 w 4557510"/>
              <a:gd name="connsiteY3" fmla="*/ 0 h 369332"/>
              <a:gd name="connsiteX4" fmla="*/ 2187605 w 4557510"/>
              <a:gd name="connsiteY4" fmla="*/ 0 h 369332"/>
              <a:gd name="connsiteX5" fmla="*/ 2666143 w 4557510"/>
              <a:gd name="connsiteY5" fmla="*/ 0 h 369332"/>
              <a:gd name="connsiteX6" fmla="*/ 3326982 w 4557510"/>
              <a:gd name="connsiteY6" fmla="*/ 0 h 369332"/>
              <a:gd name="connsiteX7" fmla="*/ 3851096 w 4557510"/>
              <a:gd name="connsiteY7" fmla="*/ 0 h 369332"/>
              <a:gd name="connsiteX8" fmla="*/ 4557510 w 4557510"/>
              <a:gd name="connsiteY8" fmla="*/ 0 h 369332"/>
              <a:gd name="connsiteX9" fmla="*/ 4557510 w 4557510"/>
              <a:gd name="connsiteY9" fmla="*/ 369332 h 369332"/>
              <a:gd name="connsiteX10" fmla="*/ 4078971 w 4557510"/>
              <a:gd name="connsiteY10" fmla="*/ 369332 h 369332"/>
              <a:gd name="connsiteX11" fmla="*/ 3646008 w 4557510"/>
              <a:gd name="connsiteY11" fmla="*/ 369332 h 369332"/>
              <a:gd name="connsiteX12" fmla="*/ 3213045 w 4557510"/>
              <a:gd name="connsiteY12" fmla="*/ 369332 h 369332"/>
              <a:gd name="connsiteX13" fmla="*/ 2597781 w 4557510"/>
              <a:gd name="connsiteY13" fmla="*/ 369332 h 369332"/>
              <a:gd name="connsiteX14" fmla="*/ 1936942 w 4557510"/>
              <a:gd name="connsiteY14" fmla="*/ 369332 h 369332"/>
              <a:gd name="connsiteX15" fmla="*/ 1458403 w 4557510"/>
              <a:gd name="connsiteY15" fmla="*/ 369332 h 369332"/>
              <a:gd name="connsiteX16" fmla="*/ 797564 w 4557510"/>
              <a:gd name="connsiteY16" fmla="*/ 369332 h 369332"/>
              <a:gd name="connsiteX17" fmla="*/ 0 w 4557510"/>
              <a:gd name="connsiteY17" fmla="*/ 369332 h 369332"/>
              <a:gd name="connsiteX18" fmla="*/ 0 w 4557510"/>
              <a:gd name="connsiteY1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57510" h="369332" fill="none" extrusionOk="0">
                <a:moveTo>
                  <a:pt x="0" y="0"/>
                </a:moveTo>
                <a:cubicBezTo>
                  <a:pt x="135559" y="-35081"/>
                  <a:pt x="249805" y="28327"/>
                  <a:pt x="478539" y="0"/>
                </a:cubicBezTo>
                <a:cubicBezTo>
                  <a:pt x="707273" y="-28327"/>
                  <a:pt x="786103" y="38589"/>
                  <a:pt x="1002652" y="0"/>
                </a:cubicBezTo>
                <a:cubicBezTo>
                  <a:pt x="1219201" y="-38589"/>
                  <a:pt x="1338897" y="68167"/>
                  <a:pt x="1572341" y="0"/>
                </a:cubicBezTo>
                <a:cubicBezTo>
                  <a:pt x="1805785" y="-68167"/>
                  <a:pt x="1889752" y="49574"/>
                  <a:pt x="2187605" y="0"/>
                </a:cubicBezTo>
                <a:cubicBezTo>
                  <a:pt x="2485458" y="-49574"/>
                  <a:pt x="2468459" y="819"/>
                  <a:pt x="2666143" y="0"/>
                </a:cubicBezTo>
                <a:cubicBezTo>
                  <a:pt x="2863827" y="-819"/>
                  <a:pt x="3056420" y="78698"/>
                  <a:pt x="3326982" y="0"/>
                </a:cubicBezTo>
                <a:cubicBezTo>
                  <a:pt x="3597544" y="-78698"/>
                  <a:pt x="3737002" y="38741"/>
                  <a:pt x="3851096" y="0"/>
                </a:cubicBezTo>
                <a:cubicBezTo>
                  <a:pt x="3965190" y="-38741"/>
                  <a:pt x="4228455" y="68564"/>
                  <a:pt x="4557510" y="0"/>
                </a:cubicBezTo>
                <a:cubicBezTo>
                  <a:pt x="4564140" y="112152"/>
                  <a:pt x="4553891" y="211148"/>
                  <a:pt x="4557510" y="369332"/>
                </a:cubicBezTo>
                <a:cubicBezTo>
                  <a:pt x="4366346" y="405852"/>
                  <a:pt x="4264326" y="325557"/>
                  <a:pt x="4078971" y="369332"/>
                </a:cubicBezTo>
                <a:cubicBezTo>
                  <a:pt x="3893616" y="413107"/>
                  <a:pt x="3792608" y="351874"/>
                  <a:pt x="3646008" y="369332"/>
                </a:cubicBezTo>
                <a:cubicBezTo>
                  <a:pt x="3499408" y="386790"/>
                  <a:pt x="3362259" y="323658"/>
                  <a:pt x="3213045" y="369332"/>
                </a:cubicBezTo>
                <a:cubicBezTo>
                  <a:pt x="3063831" y="415006"/>
                  <a:pt x="2742223" y="352020"/>
                  <a:pt x="2597781" y="369332"/>
                </a:cubicBezTo>
                <a:cubicBezTo>
                  <a:pt x="2453339" y="386644"/>
                  <a:pt x="2253122" y="332503"/>
                  <a:pt x="1936942" y="369332"/>
                </a:cubicBezTo>
                <a:cubicBezTo>
                  <a:pt x="1620762" y="406161"/>
                  <a:pt x="1684291" y="317719"/>
                  <a:pt x="1458403" y="369332"/>
                </a:cubicBezTo>
                <a:cubicBezTo>
                  <a:pt x="1232515" y="420945"/>
                  <a:pt x="971904" y="341503"/>
                  <a:pt x="797564" y="369332"/>
                </a:cubicBezTo>
                <a:cubicBezTo>
                  <a:pt x="623224" y="397161"/>
                  <a:pt x="160450" y="286838"/>
                  <a:pt x="0" y="369332"/>
                </a:cubicBezTo>
                <a:cubicBezTo>
                  <a:pt x="-7452" y="286836"/>
                  <a:pt x="38690" y="135718"/>
                  <a:pt x="0" y="0"/>
                </a:cubicBezTo>
                <a:close/>
              </a:path>
              <a:path w="4557510" h="369332" stroke="0" extrusionOk="0">
                <a:moveTo>
                  <a:pt x="0" y="0"/>
                </a:moveTo>
                <a:cubicBezTo>
                  <a:pt x="193246" y="-17340"/>
                  <a:pt x="388913" y="41803"/>
                  <a:pt x="615264" y="0"/>
                </a:cubicBezTo>
                <a:cubicBezTo>
                  <a:pt x="841615" y="-41803"/>
                  <a:pt x="943694" y="31752"/>
                  <a:pt x="1139378" y="0"/>
                </a:cubicBezTo>
                <a:cubicBezTo>
                  <a:pt x="1335062" y="-31752"/>
                  <a:pt x="1514114" y="51004"/>
                  <a:pt x="1709066" y="0"/>
                </a:cubicBezTo>
                <a:cubicBezTo>
                  <a:pt x="1904018" y="-51004"/>
                  <a:pt x="1965570" y="55638"/>
                  <a:pt x="2187605" y="0"/>
                </a:cubicBezTo>
                <a:cubicBezTo>
                  <a:pt x="2409640" y="-55638"/>
                  <a:pt x="2591981" y="42748"/>
                  <a:pt x="2757294" y="0"/>
                </a:cubicBezTo>
                <a:cubicBezTo>
                  <a:pt x="2922607" y="-42748"/>
                  <a:pt x="3080691" y="38388"/>
                  <a:pt x="3235832" y="0"/>
                </a:cubicBezTo>
                <a:cubicBezTo>
                  <a:pt x="3390973" y="-38388"/>
                  <a:pt x="3540981" y="27495"/>
                  <a:pt x="3805521" y="0"/>
                </a:cubicBezTo>
                <a:cubicBezTo>
                  <a:pt x="4070061" y="-27495"/>
                  <a:pt x="4186494" y="38996"/>
                  <a:pt x="4557510" y="0"/>
                </a:cubicBezTo>
                <a:cubicBezTo>
                  <a:pt x="4579981" y="166099"/>
                  <a:pt x="4548358" y="291180"/>
                  <a:pt x="4557510" y="369332"/>
                </a:cubicBezTo>
                <a:cubicBezTo>
                  <a:pt x="4379901" y="409714"/>
                  <a:pt x="4274402" y="324393"/>
                  <a:pt x="4033396" y="369332"/>
                </a:cubicBezTo>
                <a:cubicBezTo>
                  <a:pt x="3792390" y="414271"/>
                  <a:pt x="3663282" y="316155"/>
                  <a:pt x="3554858" y="369332"/>
                </a:cubicBezTo>
                <a:cubicBezTo>
                  <a:pt x="3446434" y="422509"/>
                  <a:pt x="3153153" y="333052"/>
                  <a:pt x="3030744" y="369332"/>
                </a:cubicBezTo>
                <a:cubicBezTo>
                  <a:pt x="2908335" y="405612"/>
                  <a:pt x="2629242" y="293593"/>
                  <a:pt x="2369905" y="369332"/>
                </a:cubicBezTo>
                <a:cubicBezTo>
                  <a:pt x="2110568" y="445071"/>
                  <a:pt x="1975792" y="365091"/>
                  <a:pt x="1800216" y="369332"/>
                </a:cubicBezTo>
                <a:cubicBezTo>
                  <a:pt x="1624640" y="373573"/>
                  <a:pt x="1430601" y="316882"/>
                  <a:pt x="1276103" y="369332"/>
                </a:cubicBezTo>
                <a:cubicBezTo>
                  <a:pt x="1121605" y="421782"/>
                  <a:pt x="961008" y="347851"/>
                  <a:pt x="660839" y="369332"/>
                </a:cubicBezTo>
                <a:cubicBezTo>
                  <a:pt x="360670" y="390813"/>
                  <a:pt x="281544" y="357648"/>
                  <a:pt x="0" y="369332"/>
                </a:cubicBezTo>
                <a:cubicBezTo>
                  <a:pt x="-26338" y="263509"/>
                  <a:pt x="8865" y="164645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4557510"/>
                      <a:gd name="connsiteY0" fmla="*/ 0 h 369332"/>
                      <a:gd name="connsiteX1" fmla="*/ 478539 w 4557510"/>
                      <a:gd name="connsiteY1" fmla="*/ 0 h 369332"/>
                      <a:gd name="connsiteX2" fmla="*/ 1002652 w 4557510"/>
                      <a:gd name="connsiteY2" fmla="*/ 0 h 369332"/>
                      <a:gd name="connsiteX3" fmla="*/ 1572341 w 4557510"/>
                      <a:gd name="connsiteY3" fmla="*/ 0 h 369332"/>
                      <a:gd name="connsiteX4" fmla="*/ 2187605 w 4557510"/>
                      <a:gd name="connsiteY4" fmla="*/ 0 h 369332"/>
                      <a:gd name="connsiteX5" fmla="*/ 2666143 w 4557510"/>
                      <a:gd name="connsiteY5" fmla="*/ 0 h 369332"/>
                      <a:gd name="connsiteX6" fmla="*/ 3326982 w 4557510"/>
                      <a:gd name="connsiteY6" fmla="*/ 0 h 369332"/>
                      <a:gd name="connsiteX7" fmla="*/ 3851096 w 4557510"/>
                      <a:gd name="connsiteY7" fmla="*/ 0 h 369332"/>
                      <a:gd name="connsiteX8" fmla="*/ 4557510 w 4557510"/>
                      <a:gd name="connsiteY8" fmla="*/ 0 h 369332"/>
                      <a:gd name="connsiteX9" fmla="*/ 4557510 w 4557510"/>
                      <a:gd name="connsiteY9" fmla="*/ 369332 h 369332"/>
                      <a:gd name="connsiteX10" fmla="*/ 4078971 w 4557510"/>
                      <a:gd name="connsiteY10" fmla="*/ 369332 h 369332"/>
                      <a:gd name="connsiteX11" fmla="*/ 3646008 w 4557510"/>
                      <a:gd name="connsiteY11" fmla="*/ 369332 h 369332"/>
                      <a:gd name="connsiteX12" fmla="*/ 3213045 w 4557510"/>
                      <a:gd name="connsiteY12" fmla="*/ 369332 h 369332"/>
                      <a:gd name="connsiteX13" fmla="*/ 2597781 w 4557510"/>
                      <a:gd name="connsiteY13" fmla="*/ 369332 h 369332"/>
                      <a:gd name="connsiteX14" fmla="*/ 1936942 w 4557510"/>
                      <a:gd name="connsiteY14" fmla="*/ 369332 h 369332"/>
                      <a:gd name="connsiteX15" fmla="*/ 1458403 w 4557510"/>
                      <a:gd name="connsiteY15" fmla="*/ 369332 h 369332"/>
                      <a:gd name="connsiteX16" fmla="*/ 797564 w 4557510"/>
                      <a:gd name="connsiteY16" fmla="*/ 369332 h 369332"/>
                      <a:gd name="connsiteX17" fmla="*/ 0 w 4557510"/>
                      <a:gd name="connsiteY17" fmla="*/ 369332 h 369332"/>
                      <a:gd name="connsiteX18" fmla="*/ 0 w 4557510"/>
                      <a:gd name="connsiteY18" fmla="*/ 0 h 369332"/>
                      <a:gd name="connsiteX0" fmla="*/ 0 w 4557510"/>
                      <a:gd name="connsiteY0" fmla="*/ 0 h 369332"/>
                      <a:gd name="connsiteX1" fmla="*/ 615264 w 4557510"/>
                      <a:gd name="connsiteY1" fmla="*/ 0 h 369332"/>
                      <a:gd name="connsiteX2" fmla="*/ 1139378 w 4557510"/>
                      <a:gd name="connsiteY2" fmla="*/ 0 h 369332"/>
                      <a:gd name="connsiteX3" fmla="*/ 1709066 w 4557510"/>
                      <a:gd name="connsiteY3" fmla="*/ 0 h 369332"/>
                      <a:gd name="connsiteX4" fmla="*/ 2187605 w 4557510"/>
                      <a:gd name="connsiteY4" fmla="*/ 0 h 369332"/>
                      <a:gd name="connsiteX5" fmla="*/ 2757294 w 4557510"/>
                      <a:gd name="connsiteY5" fmla="*/ 0 h 369332"/>
                      <a:gd name="connsiteX6" fmla="*/ 3235832 w 4557510"/>
                      <a:gd name="connsiteY6" fmla="*/ 0 h 369332"/>
                      <a:gd name="connsiteX7" fmla="*/ 3805521 w 4557510"/>
                      <a:gd name="connsiteY7" fmla="*/ 0 h 369332"/>
                      <a:gd name="connsiteX8" fmla="*/ 4557510 w 4557510"/>
                      <a:gd name="connsiteY8" fmla="*/ 0 h 369332"/>
                      <a:gd name="connsiteX9" fmla="*/ 4557510 w 4557510"/>
                      <a:gd name="connsiteY9" fmla="*/ 369332 h 369332"/>
                      <a:gd name="connsiteX10" fmla="*/ 4033396 w 4557510"/>
                      <a:gd name="connsiteY10" fmla="*/ 369332 h 369332"/>
                      <a:gd name="connsiteX11" fmla="*/ 3554858 w 4557510"/>
                      <a:gd name="connsiteY11" fmla="*/ 369332 h 369332"/>
                      <a:gd name="connsiteX12" fmla="*/ 3030744 w 4557510"/>
                      <a:gd name="connsiteY12" fmla="*/ 369332 h 369332"/>
                      <a:gd name="connsiteX13" fmla="*/ 2369905 w 4557510"/>
                      <a:gd name="connsiteY13" fmla="*/ 369332 h 369332"/>
                      <a:gd name="connsiteX14" fmla="*/ 1800216 w 4557510"/>
                      <a:gd name="connsiteY14" fmla="*/ 369332 h 369332"/>
                      <a:gd name="connsiteX15" fmla="*/ 1276103 w 4557510"/>
                      <a:gd name="connsiteY15" fmla="*/ 369332 h 369332"/>
                      <a:gd name="connsiteX16" fmla="*/ 660839 w 4557510"/>
                      <a:gd name="connsiteY16" fmla="*/ 369332 h 369332"/>
                      <a:gd name="connsiteX17" fmla="*/ 0 w 4557510"/>
                      <a:gd name="connsiteY17" fmla="*/ 369332 h 369332"/>
                      <a:gd name="connsiteX18" fmla="*/ 0 w 4557510"/>
                      <a:gd name="connsiteY18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557510" h="369332" fill="none" extrusionOk="0">
                        <a:moveTo>
                          <a:pt x="0" y="0"/>
                        </a:moveTo>
                        <a:cubicBezTo>
                          <a:pt x="120222" y="-13570"/>
                          <a:pt x="237223" y="4457"/>
                          <a:pt x="478539" y="0"/>
                        </a:cubicBezTo>
                        <a:cubicBezTo>
                          <a:pt x="707620" y="-14910"/>
                          <a:pt x="788511" y="11949"/>
                          <a:pt x="1002652" y="0"/>
                        </a:cubicBezTo>
                        <a:cubicBezTo>
                          <a:pt x="1199032" y="-59331"/>
                          <a:pt x="1348941" y="37394"/>
                          <a:pt x="1572341" y="0"/>
                        </a:cubicBezTo>
                        <a:cubicBezTo>
                          <a:pt x="1812234" y="-58093"/>
                          <a:pt x="1895231" y="43324"/>
                          <a:pt x="2187605" y="0"/>
                        </a:cubicBezTo>
                        <a:cubicBezTo>
                          <a:pt x="2492503" y="-51285"/>
                          <a:pt x="2480191" y="7577"/>
                          <a:pt x="2666143" y="0"/>
                        </a:cubicBezTo>
                        <a:cubicBezTo>
                          <a:pt x="2865243" y="-14185"/>
                          <a:pt x="3093341" y="80928"/>
                          <a:pt x="3326982" y="0"/>
                        </a:cubicBezTo>
                        <a:cubicBezTo>
                          <a:pt x="3586428" y="-111472"/>
                          <a:pt x="3736253" y="65004"/>
                          <a:pt x="3851096" y="0"/>
                        </a:cubicBezTo>
                        <a:cubicBezTo>
                          <a:pt x="4007856" y="-41844"/>
                          <a:pt x="4144211" y="73558"/>
                          <a:pt x="4557510" y="0"/>
                        </a:cubicBezTo>
                        <a:cubicBezTo>
                          <a:pt x="4555491" y="103538"/>
                          <a:pt x="4540929" y="193310"/>
                          <a:pt x="4557510" y="369332"/>
                        </a:cubicBezTo>
                        <a:cubicBezTo>
                          <a:pt x="4335349" y="425341"/>
                          <a:pt x="4258275" y="303888"/>
                          <a:pt x="4078971" y="369332"/>
                        </a:cubicBezTo>
                        <a:cubicBezTo>
                          <a:pt x="3900330" y="401767"/>
                          <a:pt x="3760798" y="365305"/>
                          <a:pt x="3646008" y="369332"/>
                        </a:cubicBezTo>
                        <a:cubicBezTo>
                          <a:pt x="3493148" y="424108"/>
                          <a:pt x="3324667" y="330629"/>
                          <a:pt x="3213045" y="369332"/>
                        </a:cubicBezTo>
                        <a:cubicBezTo>
                          <a:pt x="3035625" y="422477"/>
                          <a:pt x="2743851" y="388794"/>
                          <a:pt x="2597781" y="369332"/>
                        </a:cubicBezTo>
                        <a:cubicBezTo>
                          <a:pt x="2457983" y="363412"/>
                          <a:pt x="2248959" y="306199"/>
                          <a:pt x="1936942" y="369332"/>
                        </a:cubicBezTo>
                        <a:cubicBezTo>
                          <a:pt x="1631641" y="408308"/>
                          <a:pt x="1682421" y="320155"/>
                          <a:pt x="1458403" y="369332"/>
                        </a:cubicBezTo>
                        <a:cubicBezTo>
                          <a:pt x="1224800" y="457129"/>
                          <a:pt x="963159" y="352339"/>
                          <a:pt x="797564" y="369332"/>
                        </a:cubicBezTo>
                        <a:cubicBezTo>
                          <a:pt x="578905" y="375076"/>
                          <a:pt x="150411" y="277180"/>
                          <a:pt x="0" y="369332"/>
                        </a:cubicBezTo>
                        <a:cubicBezTo>
                          <a:pt x="-13639" y="287368"/>
                          <a:pt x="41234" y="120593"/>
                          <a:pt x="0" y="0"/>
                        </a:cubicBezTo>
                        <a:close/>
                      </a:path>
                      <a:path w="4557510" h="369332" stroke="0" extrusionOk="0">
                        <a:moveTo>
                          <a:pt x="0" y="0"/>
                        </a:moveTo>
                        <a:cubicBezTo>
                          <a:pt x="217249" y="-63235"/>
                          <a:pt x="397348" y="39690"/>
                          <a:pt x="615264" y="0"/>
                        </a:cubicBezTo>
                        <a:cubicBezTo>
                          <a:pt x="834730" y="-17150"/>
                          <a:pt x="955082" y="9741"/>
                          <a:pt x="1139378" y="0"/>
                        </a:cubicBezTo>
                        <a:cubicBezTo>
                          <a:pt x="1361745" y="-2021"/>
                          <a:pt x="1500437" y="63200"/>
                          <a:pt x="1709066" y="0"/>
                        </a:cubicBezTo>
                        <a:cubicBezTo>
                          <a:pt x="1911163" y="-74076"/>
                          <a:pt x="1979780" y="76392"/>
                          <a:pt x="2187605" y="0"/>
                        </a:cubicBezTo>
                        <a:cubicBezTo>
                          <a:pt x="2411072" y="-103983"/>
                          <a:pt x="2618567" y="35337"/>
                          <a:pt x="2757294" y="0"/>
                        </a:cubicBezTo>
                        <a:cubicBezTo>
                          <a:pt x="2948960" y="-49750"/>
                          <a:pt x="3088193" y="49562"/>
                          <a:pt x="3235832" y="0"/>
                        </a:cubicBezTo>
                        <a:cubicBezTo>
                          <a:pt x="3386972" y="-12163"/>
                          <a:pt x="3586262" y="40701"/>
                          <a:pt x="3805521" y="0"/>
                        </a:cubicBezTo>
                        <a:cubicBezTo>
                          <a:pt x="4048560" y="-7890"/>
                          <a:pt x="4158372" y="59865"/>
                          <a:pt x="4557510" y="0"/>
                        </a:cubicBezTo>
                        <a:cubicBezTo>
                          <a:pt x="4585882" y="167486"/>
                          <a:pt x="4555248" y="270563"/>
                          <a:pt x="4557510" y="369332"/>
                        </a:cubicBezTo>
                        <a:cubicBezTo>
                          <a:pt x="4385113" y="406711"/>
                          <a:pt x="4273401" y="365062"/>
                          <a:pt x="4033396" y="369332"/>
                        </a:cubicBezTo>
                        <a:cubicBezTo>
                          <a:pt x="3784058" y="416711"/>
                          <a:pt x="3675825" y="342030"/>
                          <a:pt x="3554858" y="369332"/>
                        </a:cubicBezTo>
                        <a:cubicBezTo>
                          <a:pt x="3434481" y="441348"/>
                          <a:pt x="3176884" y="349126"/>
                          <a:pt x="3030744" y="369332"/>
                        </a:cubicBezTo>
                        <a:cubicBezTo>
                          <a:pt x="2903871" y="354844"/>
                          <a:pt x="2628993" y="274027"/>
                          <a:pt x="2369905" y="369332"/>
                        </a:cubicBezTo>
                        <a:cubicBezTo>
                          <a:pt x="2138142" y="409499"/>
                          <a:pt x="1966669" y="350365"/>
                          <a:pt x="1800216" y="369332"/>
                        </a:cubicBezTo>
                        <a:cubicBezTo>
                          <a:pt x="1634164" y="406159"/>
                          <a:pt x="1456395" y="322548"/>
                          <a:pt x="1276103" y="369332"/>
                        </a:cubicBezTo>
                        <a:cubicBezTo>
                          <a:pt x="1120384" y="416705"/>
                          <a:pt x="990589" y="341734"/>
                          <a:pt x="660839" y="369332"/>
                        </a:cubicBezTo>
                        <a:cubicBezTo>
                          <a:pt x="363535" y="381487"/>
                          <a:pt x="290053" y="340122"/>
                          <a:pt x="0" y="369332"/>
                        </a:cubicBezTo>
                        <a:cubicBezTo>
                          <a:pt x="-18708" y="267568"/>
                          <a:pt x="10114" y="160572"/>
                          <a:pt x="0" y="0"/>
                        </a:cubicBezTo>
                        <a:close/>
                      </a:path>
                      <a:path w="4557510" h="369332" fill="none" stroke="0" extrusionOk="0">
                        <a:moveTo>
                          <a:pt x="0" y="0"/>
                        </a:moveTo>
                        <a:cubicBezTo>
                          <a:pt x="147377" y="-45363"/>
                          <a:pt x="228470" y="3045"/>
                          <a:pt x="478539" y="0"/>
                        </a:cubicBezTo>
                        <a:cubicBezTo>
                          <a:pt x="713068" y="-23519"/>
                          <a:pt x="787998" y="35667"/>
                          <a:pt x="1002652" y="0"/>
                        </a:cubicBezTo>
                        <a:cubicBezTo>
                          <a:pt x="1221399" y="-47818"/>
                          <a:pt x="1340804" y="71527"/>
                          <a:pt x="1572341" y="0"/>
                        </a:cubicBezTo>
                        <a:cubicBezTo>
                          <a:pt x="1799159" y="-83349"/>
                          <a:pt x="1873369" y="65264"/>
                          <a:pt x="2187605" y="0"/>
                        </a:cubicBezTo>
                        <a:cubicBezTo>
                          <a:pt x="2500572" y="-45345"/>
                          <a:pt x="2458425" y="158"/>
                          <a:pt x="2666143" y="0"/>
                        </a:cubicBezTo>
                        <a:cubicBezTo>
                          <a:pt x="2886162" y="-24579"/>
                          <a:pt x="3092948" y="118731"/>
                          <a:pt x="3326982" y="0"/>
                        </a:cubicBezTo>
                        <a:cubicBezTo>
                          <a:pt x="3615725" y="-71146"/>
                          <a:pt x="3732494" y="74588"/>
                          <a:pt x="3851096" y="0"/>
                        </a:cubicBezTo>
                        <a:cubicBezTo>
                          <a:pt x="4029980" y="-93290"/>
                          <a:pt x="4250357" y="6698"/>
                          <a:pt x="4557510" y="0"/>
                        </a:cubicBezTo>
                        <a:cubicBezTo>
                          <a:pt x="4569468" y="97584"/>
                          <a:pt x="4550317" y="204398"/>
                          <a:pt x="4557510" y="369332"/>
                        </a:cubicBezTo>
                        <a:cubicBezTo>
                          <a:pt x="4339518" y="403828"/>
                          <a:pt x="4267873" y="319663"/>
                          <a:pt x="4078971" y="369332"/>
                        </a:cubicBezTo>
                        <a:cubicBezTo>
                          <a:pt x="3895506" y="420473"/>
                          <a:pt x="3804403" y="354788"/>
                          <a:pt x="3646008" y="369332"/>
                        </a:cubicBezTo>
                        <a:cubicBezTo>
                          <a:pt x="3502073" y="366386"/>
                          <a:pt x="3391312" y="308633"/>
                          <a:pt x="3213045" y="369332"/>
                        </a:cubicBezTo>
                        <a:cubicBezTo>
                          <a:pt x="3081922" y="390036"/>
                          <a:pt x="2734005" y="369599"/>
                          <a:pt x="2597781" y="369332"/>
                        </a:cubicBezTo>
                        <a:cubicBezTo>
                          <a:pt x="2473104" y="396939"/>
                          <a:pt x="2200538" y="334082"/>
                          <a:pt x="1936942" y="369332"/>
                        </a:cubicBezTo>
                        <a:cubicBezTo>
                          <a:pt x="1623015" y="412576"/>
                          <a:pt x="1673004" y="347696"/>
                          <a:pt x="1458403" y="369332"/>
                        </a:cubicBezTo>
                        <a:cubicBezTo>
                          <a:pt x="1223291" y="451665"/>
                          <a:pt x="968787" y="368829"/>
                          <a:pt x="797564" y="369332"/>
                        </a:cubicBezTo>
                        <a:cubicBezTo>
                          <a:pt x="595255" y="375562"/>
                          <a:pt x="137673" y="251839"/>
                          <a:pt x="0" y="369332"/>
                        </a:cubicBezTo>
                        <a:cubicBezTo>
                          <a:pt x="6786" y="276873"/>
                          <a:pt x="40088" y="12925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Grab as much of the treasure as you can!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D05D63-0664-EC32-2CAF-4E577FAEAC50}"/>
              </a:ext>
            </a:extLst>
          </p:cNvPr>
          <p:cNvGrpSpPr/>
          <p:nvPr/>
        </p:nvGrpSpPr>
        <p:grpSpPr>
          <a:xfrm>
            <a:off x="262431" y="194745"/>
            <a:ext cx="6349293" cy="646331"/>
            <a:chOff x="262431" y="194745"/>
            <a:chExt cx="6349293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F5FCC4-AC2F-BEA1-8AC5-814D2D3C5C65}"/>
                </a:ext>
              </a:extLst>
            </p:cNvPr>
            <p:cNvSpPr txBox="1"/>
            <p:nvPr/>
          </p:nvSpPr>
          <p:spPr>
            <a:xfrm>
              <a:off x="3808998" y="368113"/>
              <a:ext cx="2802726" cy="369332"/>
            </a:xfrm>
            <a:custGeom>
              <a:avLst/>
              <a:gdLst>
                <a:gd name="connsiteX0" fmla="*/ 0 w 2802726"/>
                <a:gd name="connsiteY0" fmla="*/ 0 h 369332"/>
                <a:gd name="connsiteX1" fmla="*/ 233560 w 2802726"/>
                <a:gd name="connsiteY1" fmla="*/ 0 h 369332"/>
                <a:gd name="connsiteX2" fmla="*/ 467120 w 2802726"/>
                <a:gd name="connsiteY2" fmla="*/ 0 h 369332"/>
                <a:gd name="connsiteX3" fmla="*/ 756735 w 2802726"/>
                <a:gd name="connsiteY3" fmla="*/ 0 h 369332"/>
                <a:gd name="connsiteX4" fmla="*/ 990296 w 2802726"/>
                <a:gd name="connsiteY4" fmla="*/ 0 h 369332"/>
                <a:gd name="connsiteX5" fmla="*/ 1223856 w 2802726"/>
                <a:gd name="connsiteY5" fmla="*/ 0 h 369332"/>
                <a:gd name="connsiteX6" fmla="*/ 1485444 w 2802726"/>
                <a:gd name="connsiteY6" fmla="*/ 0 h 369332"/>
                <a:gd name="connsiteX7" fmla="*/ 1634923 w 2802726"/>
                <a:gd name="connsiteY7" fmla="*/ 0 h 369332"/>
                <a:gd name="connsiteX8" fmla="*/ 1784402 w 2802726"/>
                <a:gd name="connsiteY8" fmla="*/ 0 h 369332"/>
                <a:gd name="connsiteX9" fmla="*/ 1933881 w 2802726"/>
                <a:gd name="connsiteY9" fmla="*/ 0 h 369332"/>
                <a:gd name="connsiteX10" fmla="*/ 2223496 w 2802726"/>
                <a:gd name="connsiteY10" fmla="*/ 0 h 369332"/>
                <a:gd name="connsiteX11" fmla="*/ 2429029 w 2802726"/>
                <a:gd name="connsiteY11" fmla="*/ 0 h 369332"/>
                <a:gd name="connsiteX12" fmla="*/ 2578508 w 2802726"/>
                <a:gd name="connsiteY12" fmla="*/ 0 h 369332"/>
                <a:gd name="connsiteX13" fmla="*/ 2802726 w 2802726"/>
                <a:gd name="connsiteY13" fmla="*/ 0 h 369332"/>
                <a:gd name="connsiteX14" fmla="*/ 2802726 w 2802726"/>
                <a:gd name="connsiteY14" fmla="*/ 369332 h 369332"/>
                <a:gd name="connsiteX15" fmla="*/ 2569165 w 2802726"/>
                <a:gd name="connsiteY15" fmla="*/ 369332 h 369332"/>
                <a:gd name="connsiteX16" fmla="*/ 2279550 w 2802726"/>
                <a:gd name="connsiteY16" fmla="*/ 369332 h 369332"/>
                <a:gd name="connsiteX17" fmla="*/ 2130071 w 2802726"/>
                <a:gd name="connsiteY17" fmla="*/ 369332 h 369332"/>
                <a:gd name="connsiteX18" fmla="*/ 1868483 w 2802726"/>
                <a:gd name="connsiteY18" fmla="*/ 369332 h 369332"/>
                <a:gd name="connsiteX19" fmla="*/ 1606896 w 2802726"/>
                <a:gd name="connsiteY19" fmla="*/ 369332 h 369332"/>
                <a:gd name="connsiteX20" fmla="*/ 1401363 w 2802726"/>
                <a:gd name="connsiteY20" fmla="*/ 369332 h 369332"/>
                <a:gd name="connsiteX21" fmla="*/ 1251884 w 2802726"/>
                <a:gd name="connsiteY21" fmla="*/ 369332 h 369332"/>
                <a:gd name="connsiteX22" fmla="*/ 1074378 w 2802726"/>
                <a:gd name="connsiteY22" fmla="*/ 369332 h 369332"/>
                <a:gd name="connsiteX23" fmla="*/ 812790 w 2802726"/>
                <a:gd name="connsiteY23" fmla="*/ 369332 h 369332"/>
                <a:gd name="connsiteX24" fmla="*/ 607257 w 2802726"/>
                <a:gd name="connsiteY24" fmla="*/ 369332 h 369332"/>
                <a:gd name="connsiteX25" fmla="*/ 373696 w 2802726"/>
                <a:gd name="connsiteY25" fmla="*/ 369332 h 369332"/>
                <a:gd name="connsiteX26" fmla="*/ 0 w 2802726"/>
                <a:gd name="connsiteY26" fmla="*/ 369332 h 369332"/>
                <a:gd name="connsiteX27" fmla="*/ 0 w 2802726"/>
                <a:gd name="connsiteY27" fmla="*/ 0 h 369332"/>
                <a:gd name="connsiteX0" fmla="*/ 0 w 2802726"/>
                <a:gd name="connsiteY0" fmla="*/ 0 h 369332"/>
                <a:gd name="connsiteX1" fmla="*/ 261587 w 2802726"/>
                <a:gd name="connsiteY1" fmla="*/ 0 h 369332"/>
                <a:gd name="connsiteX2" fmla="*/ 467120 w 2802726"/>
                <a:gd name="connsiteY2" fmla="*/ 0 h 369332"/>
                <a:gd name="connsiteX3" fmla="*/ 700681 w 2802726"/>
                <a:gd name="connsiteY3" fmla="*/ 0 h 369332"/>
                <a:gd name="connsiteX4" fmla="*/ 878187 w 2802726"/>
                <a:gd name="connsiteY4" fmla="*/ 0 h 369332"/>
                <a:gd name="connsiteX5" fmla="*/ 1111747 w 2802726"/>
                <a:gd name="connsiteY5" fmla="*/ 0 h 369332"/>
                <a:gd name="connsiteX6" fmla="*/ 1289254 w 2802726"/>
                <a:gd name="connsiteY6" fmla="*/ 0 h 369332"/>
                <a:gd name="connsiteX7" fmla="*/ 1522814 w 2802726"/>
                <a:gd name="connsiteY7" fmla="*/ 0 h 369332"/>
                <a:gd name="connsiteX8" fmla="*/ 1728347 w 2802726"/>
                <a:gd name="connsiteY8" fmla="*/ 0 h 369332"/>
                <a:gd name="connsiteX9" fmla="*/ 1905853 w 2802726"/>
                <a:gd name="connsiteY9" fmla="*/ 0 h 369332"/>
                <a:gd name="connsiteX10" fmla="*/ 2167441 w 2802726"/>
                <a:gd name="connsiteY10" fmla="*/ 0 h 369332"/>
                <a:gd name="connsiteX11" fmla="*/ 2457056 w 2802726"/>
                <a:gd name="connsiteY11" fmla="*/ 0 h 369332"/>
                <a:gd name="connsiteX12" fmla="*/ 2802726 w 2802726"/>
                <a:gd name="connsiteY12" fmla="*/ 0 h 369332"/>
                <a:gd name="connsiteX13" fmla="*/ 2802726 w 2802726"/>
                <a:gd name="connsiteY13" fmla="*/ 369332 h 369332"/>
                <a:gd name="connsiteX14" fmla="*/ 2541138 w 2802726"/>
                <a:gd name="connsiteY14" fmla="*/ 369332 h 369332"/>
                <a:gd name="connsiteX15" fmla="*/ 2335605 w 2802726"/>
                <a:gd name="connsiteY15" fmla="*/ 369332 h 369332"/>
                <a:gd name="connsiteX16" fmla="*/ 2074017 w 2802726"/>
                <a:gd name="connsiteY16" fmla="*/ 369332 h 369332"/>
                <a:gd name="connsiteX17" fmla="*/ 1784402 w 2802726"/>
                <a:gd name="connsiteY17" fmla="*/ 369332 h 369332"/>
                <a:gd name="connsiteX18" fmla="*/ 1634923 w 2802726"/>
                <a:gd name="connsiteY18" fmla="*/ 369332 h 369332"/>
                <a:gd name="connsiteX19" fmla="*/ 1485444 w 2802726"/>
                <a:gd name="connsiteY19" fmla="*/ 369332 h 369332"/>
                <a:gd name="connsiteX20" fmla="*/ 1279911 w 2802726"/>
                <a:gd name="connsiteY20" fmla="*/ 369332 h 369332"/>
                <a:gd name="connsiteX21" fmla="*/ 990296 w 2802726"/>
                <a:gd name="connsiteY21" fmla="*/ 369332 h 369332"/>
                <a:gd name="connsiteX22" fmla="*/ 812790 w 2802726"/>
                <a:gd name="connsiteY22" fmla="*/ 369332 h 369332"/>
                <a:gd name="connsiteX23" fmla="*/ 635284 w 2802726"/>
                <a:gd name="connsiteY23" fmla="*/ 369332 h 369332"/>
                <a:gd name="connsiteX24" fmla="*/ 401724 w 2802726"/>
                <a:gd name="connsiteY24" fmla="*/ 369332 h 369332"/>
                <a:gd name="connsiteX25" fmla="*/ 0 w 2802726"/>
                <a:gd name="connsiteY25" fmla="*/ 369332 h 369332"/>
                <a:gd name="connsiteX26" fmla="*/ 0 w 2802726"/>
                <a:gd name="connsiteY26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02726" h="369332" fill="none" extrusionOk="0">
                  <a:moveTo>
                    <a:pt x="0" y="0"/>
                  </a:moveTo>
                  <a:cubicBezTo>
                    <a:pt x="74170" y="-34324"/>
                    <a:pt x="126614" y="57249"/>
                    <a:pt x="233560" y="0"/>
                  </a:cubicBezTo>
                  <a:cubicBezTo>
                    <a:pt x="346213" y="-75037"/>
                    <a:pt x="371735" y="34223"/>
                    <a:pt x="467120" y="0"/>
                  </a:cubicBezTo>
                  <a:cubicBezTo>
                    <a:pt x="554800" y="-5344"/>
                    <a:pt x="622632" y="52737"/>
                    <a:pt x="756735" y="0"/>
                  </a:cubicBezTo>
                  <a:cubicBezTo>
                    <a:pt x="844560" y="-42907"/>
                    <a:pt x="901567" y="87328"/>
                    <a:pt x="990296" y="0"/>
                  </a:cubicBezTo>
                  <a:cubicBezTo>
                    <a:pt x="1080682" y="-68990"/>
                    <a:pt x="1126929" y="63002"/>
                    <a:pt x="1223856" y="0"/>
                  </a:cubicBezTo>
                  <a:cubicBezTo>
                    <a:pt x="1325203" y="-65439"/>
                    <a:pt x="1367666" y="32193"/>
                    <a:pt x="1485444" y="0"/>
                  </a:cubicBezTo>
                  <a:cubicBezTo>
                    <a:pt x="1582903" y="4562"/>
                    <a:pt x="1566367" y="47322"/>
                    <a:pt x="1634923" y="0"/>
                  </a:cubicBezTo>
                  <a:cubicBezTo>
                    <a:pt x="1686213" y="-43638"/>
                    <a:pt x="1705056" y="3267"/>
                    <a:pt x="1784402" y="0"/>
                  </a:cubicBezTo>
                  <a:cubicBezTo>
                    <a:pt x="1854517" y="-10125"/>
                    <a:pt x="1862071" y="5617"/>
                    <a:pt x="1933881" y="0"/>
                  </a:cubicBezTo>
                  <a:cubicBezTo>
                    <a:pt x="2010988" y="-17892"/>
                    <a:pt x="2179834" y="75066"/>
                    <a:pt x="2223496" y="0"/>
                  </a:cubicBezTo>
                  <a:cubicBezTo>
                    <a:pt x="2287013" y="-74190"/>
                    <a:pt x="2382287" y="127"/>
                    <a:pt x="2429029" y="0"/>
                  </a:cubicBezTo>
                  <a:cubicBezTo>
                    <a:pt x="2485866" y="5888"/>
                    <a:pt x="2504667" y="40384"/>
                    <a:pt x="2578508" y="0"/>
                  </a:cubicBezTo>
                  <a:cubicBezTo>
                    <a:pt x="2642814" y="-35513"/>
                    <a:pt x="2758934" y="23332"/>
                    <a:pt x="2802726" y="0"/>
                  </a:cubicBezTo>
                  <a:cubicBezTo>
                    <a:pt x="2817951" y="108431"/>
                    <a:pt x="2817242" y="185781"/>
                    <a:pt x="2802726" y="369332"/>
                  </a:cubicBezTo>
                  <a:cubicBezTo>
                    <a:pt x="2738129" y="414352"/>
                    <a:pt x="2686676" y="352399"/>
                    <a:pt x="2569165" y="369332"/>
                  </a:cubicBezTo>
                  <a:cubicBezTo>
                    <a:pt x="2454346" y="411762"/>
                    <a:pt x="2408221" y="329508"/>
                    <a:pt x="2279550" y="369332"/>
                  </a:cubicBezTo>
                  <a:cubicBezTo>
                    <a:pt x="2146018" y="416506"/>
                    <a:pt x="2167966" y="328371"/>
                    <a:pt x="2130071" y="369332"/>
                  </a:cubicBezTo>
                  <a:cubicBezTo>
                    <a:pt x="2115110" y="416642"/>
                    <a:pt x="2001434" y="282738"/>
                    <a:pt x="1868483" y="369332"/>
                  </a:cubicBezTo>
                  <a:cubicBezTo>
                    <a:pt x="1756780" y="419871"/>
                    <a:pt x="1694083" y="330608"/>
                    <a:pt x="1606896" y="369332"/>
                  </a:cubicBezTo>
                  <a:cubicBezTo>
                    <a:pt x="1500022" y="418052"/>
                    <a:pt x="1496462" y="325508"/>
                    <a:pt x="1401363" y="369332"/>
                  </a:cubicBezTo>
                  <a:cubicBezTo>
                    <a:pt x="1295035" y="437056"/>
                    <a:pt x="1340463" y="338801"/>
                    <a:pt x="1251884" y="369332"/>
                  </a:cubicBezTo>
                  <a:cubicBezTo>
                    <a:pt x="1177484" y="398209"/>
                    <a:pt x="1159851" y="324601"/>
                    <a:pt x="1074378" y="369332"/>
                  </a:cubicBezTo>
                  <a:cubicBezTo>
                    <a:pt x="1004135" y="376452"/>
                    <a:pt x="882799" y="322511"/>
                    <a:pt x="812790" y="369332"/>
                  </a:cubicBezTo>
                  <a:cubicBezTo>
                    <a:pt x="745931" y="429170"/>
                    <a:pt x="697532" y="343258"/>
                    <a:pt x="607257" y="369332"/>
                  </a:cubicBezTo>
                  <a:cubicBezTo>
                    <a:pt x="530732" y="380898"/>
                    <a:pt x="462066" y="323332"/>
                    <a:pt x="373696" y="369332"/>
                  </a:cubicBezTo>
                  <a:cubicBezTo>
                    <a:pt x="310076" y="399234"/>
                    <a:pt x="102009" y="345374"/>
                    <a:pt x="0" y="369332"/>
                  </a:cubicBezTo>
                  <a:cubicBezTo>
                    <a:pt x="28574" y="261701"/>
                    <a:pt x="19254" y="109993"/>
                    <a:pt x="0" y="0"/>
                  </a:cubicBezTo>
                  <a:close/>
                </a:path>
                <a:path w="2802726" h="369332" stroke="0" extrusionOk="0">
                  <a:moveTo>
                    <a:pt x="0" y="0"/>
                  </a:moveTo>
                  <a:cubicBezTo>
                    <a:pt x="80729" y="-52417"/>
                    <a:pt x="185831" y="52582"/>
                    <a:pt x="261587" y="0"/>
                  </a:cubicBezTo>
                  <a:cubicBezTo>
                    <a:pt x="346638" y="-37453"/>
                    <a:pt x="408497" y="55322"/>
                    <a:pt x="467120" y="0"/>
                  </a:cubicBezTo>
                  <a:cubicBezTo>
                    <a:pt x="537994" y="-61185"/>
                    <a:pt x="609663" y="1075"/>
                    <a:pt x="700681" y="0"/>
                  </a:cubicBezTo>
                  <a:cubicBezTo>
                    <a:pt x="780899" y="-25089"/>
                    <a:pt x="813433" y="39408"/>
                    <a:pt x="878187" y="0"/>
                  </a:cubicBezTo>
                  <a:cubicBezTo>
                    <a:pt x="934799" y="-28656"/>
                    <a:pt x="1016847" y="20955"/>
                    <a:pt x="1111747" y="0"/>
                  </a:cubicBezTo>
                  <a:cubicBezTo>
                    <a:pt x="1216137" y="-7121"/>
                    <a:pt x="1210007" y="7936"/>
                    <a:pt x="1289254" y="0"/>
                  </a:cubicBezTo>
                  <a:cubicBezTo>
                    <a:pt x="1374356" y="-20991"/>
                    <a:pt x="1451464" y="20255"/>
                    <a:pt x="1522814" y="0"/>
                  </a:cubicBezTo>
                  <a:cubicBezTo>
                    <a:pt x="1571288" y="-24572"/>
                    <a:pt x="1659760" y="50908"/>
                    <a:pt x="1728347" y="0"/>
                  </a:cubicBezTo>
                  <a:cubicBezTo>
                    <a:pt x="1799502" y="-44814"/>
                    <a:pt x="1825014" y="19323"/>
                    <a:pt x="1905853" y="0"/>
                  </a:cubicBezTo>
                  <a:cubicBezTo>
                    <a:pt x="1984826" y="-29650"/>
                    <a:pt x="2078443" y="36783"/>
                    <a:pt x="2167441" y="0"/>
                  </a:cubicBezTo>
                  <a:cubicBezTo>
                    <a:pt x="2230989" y="-69347"/>
                    <a:pt x="2373142" y="31564"/>
                    <a:pt x="2457056" y="0"/>
                  </a:cubicBezTo>
                  <a:cubicBezTo>
                    <a:pt x="2561143" y="-29741"/>
                    <a:pt x="2680405" y="54012"/>
                    <a:pt x="2802726" y="0"/>
                  </a:cubicBezTo>
                  <a:cubicBezTo>
                    <a:pt x="2801079" y="131561"/>
                    <a:pt x="2798617" y="286730"/>
                    <a:pt x="2802726" y="369332"/>
                  </a:cubicBezTo>
                  <a:cubicBezTo>
                    <a:pt x="2698617" y="433174"/>
                    <a:pt x="2614252" y="310447"/>
                    <a:pt x="2541138" y="369332"/>
                  </a:cubicBezTo>
                  <a:cubicBezTo>
                    <a:pt x="2467114" y="407220"/>
                    <a:pt x="2405656" y="356424"/>
                    <a:pt x="2335605" y="369332"/>
                  </a:cubicBezTo>
                  <a:cubicBezTo>
                    <a:pt x="2270803" y="386138"/>
                    <a:pt x="2145622" y="367773"/>
                    <a:pt x="2074017" y="369332"/>
                  </a:cubicBezTo>
                  <a:cubicBezTo>
                    <a:pt x="2005527" y="353503"/>
                    <a:pt x="1923531" y="322348"/>
                    <a:pt x="1784402" y="369332"/>
                  </a:cubicBezTo>
                  <a:cubicBezTo>
                    <a:pt x="1655712" y="440768"/>
                    <a:pt x="1676420" y="368366"/>
                    <a:pt x="1634923" y="369332"/>
                  </a:cubicBezTo>
                  <a:cubicBezTo>
                    <a:pt x="1589040" y="381992"/>
                    <a:pt x="1527623" y="366738"/>
                    <a:pt x="1485444" y="369332"/>
                  </a:cubicBezTo>
                  <a:cubicBezTo>
                    <a:pt x="1434444" y="378979"/>
                    <a:pt x="1376338" y="337300"/>
                    <a:pt x="1279911" y="369332"/>
                  </a:cubicBezTo>
                  <a:cubicBezTo>
                    <a:pt x="1171563" y="385383"/>
                    <a:pt x="1089489" y="313435"/>
                    <a:pt x="990296" y="369332"/>
                  </a:cubicBezTo>
                  <a:cubicBezTo>
                    <a:pt x="904585" y="436953"/>
                    <a:pt x="888176" y="333545"/>
                    <a:pt x="812790" y="369332"/>
                  </a:cubicBezTo>
                  <a:cubicBezTo>
                    <a:pt x="725114" y="409193"/>
                    <a:pt x="725497" y="319601"/>
                    <a:pt x="635284" y="369332"/>
                  </a:cubicBezTo>
                  <a:cubicBezTo>
                    <a:pt x="554131" y="400269"/>
                    <a:pt x="482798" y="357454"/>
                    <a:pt x="401724" y="369332"/>
                  </a:cubicBezTo>
                  <a:cubicBezTo>
                    <a:pt x="271306" y="381939"/>
                    <a:pt x="136119" y="334922"/>
                    <a:pt x="0" y="369332"/>
                  </a:cubicBezTo>
                  <a:cubicBezTo>
                    <a:pt x="-1695" y="273692"/>
                    <a:pt x="5243" y="185533"/>
                    <a:pt x="0" y="0"/>
                  </a:cubicBezTo>
                  <a:close/>
                </a:path>
                <a:path w="2802726" h="369332" fill="none" stroke="0" extrusionOk="0">
                  <a:moveTo>
                    <a:pt x="0" y="0"/>
                  </a:moveTo>
                  <a:cubicBezTo>
                    <a:pt x="97472" y="-50799"/>
                    <a:pt x="121493" y="54886"/>
                    <a:pt x="233560" y="0"/>
                  </a:cubicBezTo>
                  <a:cubicBezTo>
                    <a:pt x="348953" y="-54496"/>
                    <a:pt x="383754" y="19139"/>
                    <a:pt x="467120" y="0"/>
                  </a:cubicBezTo>
                  <a:cubicBezTo>
                    <a:pt x="564787" y="-55435"/>
                    <a:pt x="667189" y="71709"/>
                    <a:pt x="756735" y="0"/>
                  </a:cubicBezTo>
                  <a:cubicBezTo>
                    <a:pt x="849769" y="-71127"/>
                    <a:pt x="897029" y="68952"/>
                    <a:pt x="990296" y="0"/>
                  </a:cubicBezTo>
                  <a:cubicBezTo>
                    <a:pt x="1103093" y="-59065"/>
                    <a:pt x="1121158" y="66002"/>
                    <a:pt x="1223856" y="0"/>
                  </a:cubicBezTo>
                  <a:cubicBezTo>
                    <a:pt x="1336419" y="-83627"/>
                    <a:pt x="1397746" y="23694"/>
                    <a:pt x="1485444" y="0"/>
                  </a:cubicBezTo>
                  <a:cubicBezTo>
                    <a:pt x="1599241" y="-4145"/>
                    <a:pt x="1573063" y="41551"/>
                    <a:pt x="1634923" y="0"/>
                  </a:cubicBezTo>
                  <a:cubicBezTo>
                    <a:pt x="1700985" y="-42412"/>
                    <a:pt x="1714096" y="5377"/>
                    <a:pt x="1784402" y="0"/>
                  </a:cubicBezTo>
                  <a:cubicBezTo>
                    <a:pt x="1857182" y="-12300"/>
                    <a:pt x="1860743" y="7271"/>
                    <a:pt x="1933881" y="0"/>
                  </a:cubicBezTo>
                  <a:cubicBezTo>
                    <a:pt x="2003756" y="-8963"/>
                    <a:pt x="2168249" y="63817"/>
                    <a:pt x="2223496" y="0"/>
                  </a:cubicBezTo>
                  <a:cubicBezTo>
                    <a:pt x="2291776" y="-68766"/>
                    <a:pt x="2387940" y="5268"/>
                    <a:pt x="2429029" y="0"/>
                  </a:cubicBezTo>
                  <a:cubicBezTo>
                    <a:pt x="2478849" y="-13871"/>
                    <a:pt x="2522624" y="26945"/>
                    <a:pt x="2578508" y="0"/>
                  </a:cubicBezTo>
                  <a:cubicBezTo>
                    <a:pt x="2647442" y="-39029"/>
                    <a:pt x="2749534" y="27052"/>
                    <a:pt x="2802726" y="0"/>
                  </a:cubicBezTo>
                  <a:cubicBezTo>
                    <a:pt x="2834825" y="123494"/>
                    <a:pt x="2786108" y="191291"/>
                    <a:pt x="2802726" y="369332"/>
                  </a:cubicBezTo>
                  <a:cubicBezTo>
                    <a:pt x="2725775" y="436063"/>
                    <a:pt x="2675480" y="359904"/>
                    <a:pt x="2569165" y="369332"/>
                  </a:cubicBezTo>
                  <a:cubicBezTo>
                    <a:pt x="2452813" y="408254"/>
                    <a:pt x="2403293" y="350744"/>
                    <a:pt x="2279550" y="369332"/>
                  </a:cubicBezTo>
                  <a:cubicBezTo>
                    <a:pt x="2146136" y="404327"/>
                    <a:pt x="2165544" y="322417"/>
                    <a:pt x="2130071" y="369332"/>
                  </a:cubicBezTo>
                  <a:cubicBezTo>
                    <a:pt x="2096677" y="407185"/>
                    <a:pt x="1994363" y="299349"/>
                    <a:pt x="1868483" y="369332"/>
                  </a:cubicBezTo>
                  <a:cubicBezTo>
                    <a:pt x="1742526" y="430448"/>
                    <a:pt x="1690483" y="319315"/>
                    <a:pt x="1606896" y="369332"/>
                  </a:cubicBezTo>
                  <a:cubicBezTo>
                    <a:pt x="1520155" y="433635"/>
                    <a:pt x="1495808" y="310364"/>
                    <a:pt x="1401363" y="369332"/>
                  </a:cubicBezTo>
                  <a:cubicBezTo>
                    <a:pt x="1300828" y="409330"/>
                    <a:pt x="1331926" y="307976"/>
                    <a:pt x="1251884" y="369332"/>
                  </a:cubicBezTo>
                  <a:cubicBezTo>
                    <a:pt x="1180617" y="413430"/>
                    <a:pt x="1166556" y="334883"/>
                    <a:pt x="1074378" y="369332"/>
                  </a:cubicBezTo>
                  <a:cubicBezTo>
                    <a:pt x="1008929" y="391472"/>
                    <a:pt x="894097" y="330309"/>
                    <a:pt x="812790" y="369332"/>
                  </a:cubicBezTo>
                  <a:cubicBezTo>
                    <a:pt x="742008" y="409726"/>
                    <a:pt x="702016" y="340630"/>
                    <a:pt x="607257" y="369332"/>
                  </a:cubicBezTo>
                  <a:cubicBezTo>
                    <a:pt x="531746" y="389274"/>
                    <a:pt x="440752" y="333547"/>
                    <a:pt x="373696" y="369332"/>
                  </a:cubicBezTo>
                  <a:cubicBezTo>
                    <a:pt x="333719" y="408977"/>
                    <a:pt x="74105" y="368805"/>
                    <a:pt x="0" y="369332"/>
                  </a:cubicBezTo>
                  <a:cubicBezTo>
                    <a:pt x="-7499" y="239311"/>
                    <a:pt x="-765" y="91579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2802726"/>
                        <a:gd name="connsiteY0" fmla="*/ 0 h 369332"/>
                        <a:gd name="connsiteX1" fmla="*/ 233560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56735 w 2802726"/>
                        <a:gd name="connsiteY3" fmla="*/ 0 h 369332"/>
                        <a:gd name="connsiteX4" fmla="*/ 990296 w 2802726"/>
                        <a:gd name="connsiteY4" fmla="*/ 0 h 369332"/>
                        <a:gd name="connsiteX5" fmla="*/ 1223856 w 2802726"/>
                        <a:gd name="connsiteY5" fmla="*/ 0 h 369332"/>
                        <a:gd name="connsiteX6" fmla="*/ 1485444 w 2802726"/>
                        <a:gd name="connsiteY6" fmla="*/ 0 h 369332"/>
                        <a:gd name="connsiteX7" fmla="*/ 1634923 w 2802726"/>
                        <a:gd name="connsiteY7" fmla="*/ 0 h 369332"/>
                        <a:gd name="connsiteX8" fmla="*/ 1784402 w 2802726"/>
                        <a:gd name="connsiteY8" fmla="*/ 0 h 369332"/>
                        <a:gd name="connsiteX9" fmla="*/ 1933881 w 2802726"/>
                        <a:gd name="connsiteY9" fmla="*/ 0 h 369332"/>
                        <a:gd name="connsiteX10" fmla="*/ 2223496 w 2802726"/>
                        <a:gd name="connsiteY10" fmla="*/ 0 h 369332"/>
                        <a:gd name="connsiteX11" fmla="*/ 2429029 w 2802726"/>
                        <a:gd name="connsiteY11" fmla="*/ 0 h 369332"/>
                        <a:gd name="connsiteX12" fmla="*/ 2578508 w 2802726"/>
                        <a:gd name="connsiteY12" fmla="*/ 0 h 369332"/>
                        <a:gd name="connsiteX13" fmla="*/ 2802726 w 2802726"/>
                        <a:gd name="connsiteY13" fmla="*/ 0 h 369332"/>
                        <a:gd name="connsiteX14" fmla="*/ 2802726 w 2802726"/>
                        <a:gd name="connsiteY14" fmla="*/ 369332 h 369332"/>
                        <a:gd name="connsiteX15" fmla="*/ 2569165 w 2802726"/>
                        <a:gd name="connsiteY15" fmla="*/ 369332 h 369332"/>
                        <a:gd name="connsiteX16" fmla="*/ 2279550 w 2802726"/>
                        <a:gd name="connsiteY16" fmla="*/ 369332 h 369332"/>
                        <a:gd name="connsiteX17" fmla="*/ 2130071 w 2802726"/>
                        <a:gd name="connsiteY17" fmla="*/ 369332 h 369332"/>
                        <a:gd name="connsiteX18" fmla="*/ 1868483 w 2802726"/>
                        <a:gd name="connsiteY18" fmla="*/ 369332 h 369332"/>
                        <a:gd name="connsiteX19" fmla="*/ 1606896 w 2802726"/>
                        <a:gd name="connsiteY19" fmla="*/ 369332 h 369332"/>
                        <a:gd name="connsiteX20" fmla="*/ 1401363 w 2802726"/>
                        <a:gd name="connsiteY20" fmla="*/ 369332 h 369332"/>
                        <a:gd name="connsiteX21" fmla="*/ 1251884 w 2802726"/>
                        <a:gd name="connsiteY21" fmla="*/ 369332 h 369332"/>
                        <a:gd name="connsiteX22" fmla="*/ 1074378 w 2802726"/>
                        <a:gd name="connsiteY22" fmla="*/ 369332 h 369332"/>
                        <a:gd name="connsiteX23" fmla="*/ 812790 w 2802726"/>
                        <a:gd name="connsiteY23" fmla="*/ 369332 h 369332"/>
                        <a:gd name="connsiteX24" fmla="*/ 607257 w 2802726"/>
                        <a:gd name="connsiteY24" fmla="*/ 369332 h 369332"/>
                        <a:gd name="connsiteX25" fmla="*/ 373696 w 2802726"/>
                        <a:gd name="connsiteY25" fmla="*/ 369332 h 369332"/>
                        <a:gd name="connsiteX26" fmla="*/ 0 w 2802726"/>
                        <a:gd name="connsiteY26" fmla="*/ 369332 h 369332"/>
                        <a:gd name="connsiteX27" fmla="*/ 0 w 2802726"/>
                        <a:gd name="connsiteY27" fmla="*/ 0 h 369332"/>
                        <a:gd name="connsiteX0" fmla="*/ 0 w 2802726"/>
                        <a:gd name="connsiteY0" fmla="*/ 0 h 369332"/>
                        <a:gd name="connsiteX1" fmla="*/ 261587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00681 w 2802726"/>
                        <a:gd name="connsiteY3" fmla="*/ 0 h 369332"/>
                        <a:gd name="connsiteX4" fmla="*/ 878187 w 2802726"/>
                        <a:gd name="connsiteY4" fmla="*/ 0 h 369332"/>
                        <a:gd name="connsiteX5" fmla="*/ 1111747 w 2802726"/>
                        <a:gd name="connsiteY5" fmla="*/ 0 h 369332"/>
                        <a:gd name="connsiteX6" fmla="*/ 1289254 w 2802726"/>
                        <a:gd name="connsiteY6" fmla="*/ 0 h 369332"/>
                        <a:gd name="connsiteX7" fmla="*/ 1522814 w 2802726"/>
                        <a:gd name="connsiteY7" fmla="*/ 0 h 369332"/>
                        <a:gd name="connsiteX8" fmla="*/ 1728347 w 2802726"/>
                        <a:gd name="connsiteY8" fmla="*/ 0 h 369332"/>
                        <a:gd name="connsiteX9" fmla="*/ 1905853 w 2802726"/>
                        <a:gd name="connsiteY9" fmla="*/ 0 h 369332"/>
                        <a:gd name="connsiteX10" fmla="*/ 2167441 w 2802726"/>
                        <a:gd name="connsiteY10" fmla="*/ 0 h 369332"/>
                        <a:gd name="connsiteX11" fmla="*/ 2457056 w 2802726"/>
                        <a:gd name="connsiteY11" fmla="*/ 0 h 369332"/>
                        <a:gd name="connsiteX12" fmla="*/ 2802726 w 2802726"/>
                        <a:gd name="connsiteY12" fmla="*/ 0 h 369332"/>
                        <a:gd name="connsiteX13" fmla="*/ 2802726 w 2802726"/>
                        <a:gd name="connsiteY13" fmla="*/ 369332 h 369332"/>
                        <a:gd name="connsiteX14" fmla="*/ 2541138 w 2802726"/>
                        <a:gd name="connsiteY14" fmla="*/ 369332 h 369332"/>
                        <a:gd name="connsiteX15" fmla="*/ 2335605 w 2802726"/>
                        <a:gd name="connsiteY15" fmla="*/ 369332 h 369332"/>
                        <a:gd name="connsiteX16" fmla="*/ 2074017 w 2802726"/>
                        <a:gd name="connsiteY16" fmla="*/ 369332 h 369332"/>
                        <a:gd name="connsiteX17" fmla="*/ 1784402 w 2802726"/>
                        <a:gd name="connsiteY17" fmla="*/ 369332 h 369332"/>
                        <a:gd name="connsiteX18" fmla="*/ 1634923 w 2802726"/>
                        <a:gd name="connsiteY18" fmla="*/ 369332 h 369332"/>
                        <a:gd name="connsiteX19" fmla="*/ 1485444 w 2802726"/>
                        <a:gd name="connsiteY19" fmla="*/ 369332 h 369332"/>
                        <a:gd name="connsiteX20" fmla="*/ 1279911 w 2802726"/>
                        <a:gd name="connsiteY20" fmla="*/ 369332 h 369332"/>
                        <a:gd name="connsiteX21" fmla="*/ 990296 w 2802726"/>
                        <a:gd name="connsiteY21" fmla="*/ 369332 h 369332"/>
                        <a:gd name="connsiteX22" fmla="*/ 812790 w 2802726"/>
                        <a:gd name="connsiteY22" fmla="*/ 369332 h 369332"/>
                        <a:gd name="connsiteX23" fmla="*/ 635284 w 2802726"/>
                        <a:gd name="connsiteY23" fmla="*/ 369332 h 369332"/>
                        <a:gd name="connsiteX24" fmla="*/ 401724 w 2802726"/>
                        <a:gd name="connsiteY24" fmla="*/ 369332 h 369332"/>
                        <a:gd name="connsiteX25" fmla="*/ 0 w 2802726"/>
                        <a:gd name="connsiteY25" fmla="*/ 369332 h 369332"/>
                        <a:gd name="connsiteX26" fmla="*/ 0 w 2802726"/>
                        <a:gd name="connsiteY26" fmla="*/ 0 h 369332"/>
                        <a:gd name="connsiteX0" fmla="*/ 0 w 2802726"/>
                        <a:gd name="connsiteY0" fmla="*/ 0 h 369332"/>
                        <a:gd name="connsiteX1" fmla="*/ 233560 w 2802726"/>
                        <a:gd name="connsiteY1" fmla="*/ 0 h 369332"/>
                        <a:gd name="connsiteX2" fmla="*/ 467120 w 2802726"/>
                        <a:gd name="connsiteY2" fmla="*/ 0 h 369332"/>
                        <a:gd name="connsiteX3" fmla="*/ 756735 w 2802726"/>
                        <a:gd name="connsiteY3" fmla="*/ 0 h 369332"/>
                        <a:gd name="connsiteX4" fmla="*/ 990296 w 2802726"/>
                        <a:gd name="connsiteY4" fmla="*/ 0 h 369332"/>
                        <a:gd name="connsiteX5" fmla="*/ 1223856 w 2802726"/>
                        <a:gd name="connsiteY5" fmla="*/ 0 h 369332"/>
                        <a:gd name="connsiteX6" fmla="*/ 1485444 w 2802726"/>
                        <a:gd name="connsiteY6" fmla="*/ 0 h 369332"/>
                        <a:gd name="connsiteX7" fmla="*/ 1634923 w 2802726"/>
                        <a:gd name="connsiteY7" fmla="*/ 0 h 369332"/>
                        <a:gd name="connsiteX8" fmla="*/ 1784402 w 2802726"/>
                        <a:gd name="connsiteY8" fmla="*/ 0 h 369332"/>
                        <a:gd name="connsiteX9" fmla="*/ 1933881 w 2802726"/>
                        <a:gd name="connsiteY9" fmla="*/ 0 h 369332"/>
                        <a:gd name="connsiteX10" fmla="*/ 2223496 w 2802726"/>
                        <a:gd name="connsiteY10" fmla="*/ 0 h 369332"/>
                        <a:gd name="connsiteX11" fmla="*/ 2429029 w 2802726"/>
                        <a:gd name="connsiteY11" fmla="*/ 0 h 369332"/>
                        <a:gd name="connsiteX12" fmla="*/ 2578508 w 2802726"/>
                        <a:gd name="connsiteY12" fmla="*/ 0 h 369332"/>
                        <a:gd name="connsiteX13" fmla="*/ 2802726 w 2802726"/>
                        <a:gd name="connsiteY13" fmla="*/ 0 h 369332"/>
                        <a:gd name="connsiteX14" fmla="*/ 2802726 w 2802726"/>
                        <a:gd name="connsiteY14" fmla="*/ 369332 h 369332"/>
                        <a:gd name="connsiteX15" fmla="*/ 2569165 w 2802726"/>
                        <a:gd name="connsiteY15" fmla="*/ 369332 h 369332"/>
                        <a:gd name="connsiteX16" fmla="*/ 2279550 w 2802726"/>
                        <a:gd name="connsiteY16" fmla="*/ 369332 h 369332"/>
                        <a:gd name="connsiteX17" fmla="*/ 2130071 w 2802726"/>
                        <a:gd name="connsiteY17" fmla="*/ 369332 h 369332"/>
                        <a:gd name="connsiteX18" fmla="*/ 1868483 w 2802726"/>
                        <a:gd name="connsiteY18" fmla="*/ 369332 h 369332"/>
                        <a:gd name="connsiteX19" fmla="*/ 1606896 w 2802726"/>
                        <a:gd name="connsiteY19" fmla="*/ 369332 h 369332"/>
                        <a:gd name="connsiteX20" fmla="*/ 1401363 w 2802726"/>
                        <a:gd name="connsiteY20" fmla="*/ 369332 h 369332"/>
                        <a:gd name="connsiteX21" fmla="*/ 1251884 w 2802726"/>
                        <a:gd name="connsiteY21" fmla="*/ 369332 h 369332"/>
                        <a:gd name="connsiteX22" fmla="*/ 1074378 w 2802726"/>
                        <a:gd name="connsiteY22" fmla="*/ 369332 h 369332"/>
                        <a:gd name="connsiteX23" fmla="*/ 812790 w 2802726"/>
                        <a:gd name="connsiteY23" fmla="*/ 369332 h 369332"/>
                        <a:gd name="connsiteX24" fmla="*/ 607257 w 2802726"/>
                        <a:gd name="connsiteY24" fmla="*/ 369332 h 369332"/>
                        <a:gd name="connsiteX25" fmla="*/ 373696 w 2802726"/>
                        <a:gd name="connsiteY25" fmla="*/ 369332 h 369332"/>
                        <a:gd name="connsiteX26" fmla="*/ 0 w 2802726"/>
                        <a:gd name="connsiteY26" fmla="*/ 369332 h 369332"/>
                        <a:gd name="connsiteX27" fmla="*/ 0 w 2802726"/>
                        <a:gd name="connsiteY27" fmla="*/ 0 h 3693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2802726" h="369332" fill="none" extrusionOk="0">
                          <a:moveTo>
                            <a:pt x="0" y="0"/>
                          </a:moveTo>
                          <a:cubicBezTo>
                            <a:pt x="50376" y="-19364"/>
                            <a:pt x="123907" y="47555"/>
                            <a:pt x="233560" y="0"/>
                          </a:cubicBezTo>
                          <a:cubicBezTo>
                            <a:pt x="348956" y="-79670"/>
                            <a:pt x="365717" y="36764"/>
                            <a:pt x="467120" y="0"/>
                          </a:cubicBezTo>
                          <a:cubicBezTo>
                            <a:pt x="552693" y="7219"/>
                            <a:pt x="601100" y="56730"/>
                            <a:pt x="756735" y="0"/>
                          </a:cubicBezTo>
                          <a:cubicBezTo>
                            <a:pt x="818854" y="-36098"/>
                            <a:pt x="901806" y="92723"/>
                            <a:pt x="990296" y="0"/>
                          </a:cubicBezTo>
                          <a:cubicBezTo>
                            <a:pt x="1087064" y="-100918"/>
                            <a:pt x="1122525" y="35175"/>
                            <a:pt x="1223856" y="0"/>
                          </a:cubicBezTo>
                          <a:cubicBezTo>
                            <a:pt x="1351065" y="-60334"/>
                            <a:pt x="1358354" y="44327"/>
                            <a:pt x="1485444" y="0"/>
                          </a:cubicBezTo>
                          <a:cubicBezTo>
                            <a:pt x="1580187" y="17300"/>
                            <a:pt x="1564037" y="50210"/>
                            <a:pt x="1634923" y="0"/>
                          </a:cubicBezTo>
                          <a:cubicBezTo>
                            <a:pt x="1684802" y="-44341"/>
                            <a:pt x="1697492" y="-4010"/>
                            <a:pt x="1784402" y="0"/>
                          </a:cubicBezTo>
                          <a:cubicBezTo>
                            <a:pt x="1851811" y="-9892"/>
                            <a:pt x="1862463" y="3286"/>
                            <a:pt x="1933881" y="0"/>
                          </a:cubicBezTo>
                          <a:cubicBezTo>
                            <a:pt x="2021436" y="-37869"/>
                            <a:pt x="2190085" y="72498"/>
                            <a:pt x="2223496" y="0"/>
                          </a:cubicBezTo>
                          <a:cubicBezTo>
                            <a:pt x="2284293" y="-64451"/>
                            <a:pt x="2383242" y="-1719"/>
                            <a:pt x="2429029" y="0"/>
                          </a:cubicBezTo>
                          <a:cubicBezTo>
                            <a:pt x="2491373" y="12024"/>
                            <a:pt x="2498191" y="46158"/>
                            <a:pt x="2578508" y="0"/>
                          </a:cubicBezTo>
                          <a:cubicBezTo>
                            <a:pt x="2646032" y="-45903"/>
                            <a:pt x="2760887" y="26184"/>
                            <a:pt x="2802726" y="0"/>
                          </a:cubicBezTo>
                          <a:cubicBezTo>
                            <a:pt x="2818133" y="102270"/>
                            <a:pt x="2824499" y="183758"/>
                            <a:pt x="2802726" y="369332"/>
                          </a:cubicBezTo>
                          <a:cubicBezTo>
                            <a:pt x="2745708" y="412338"/>
                            <a:pt x="2695602" y="365694"/>
                            <a:pt x="2569165" y="369332"/>
                          </a:cubicBezTo>
                          <a:cubicBezTo>
                            <a:pt x="2451241" y="432112"/>
                            <a:pt x="2429597" y="335742"/>
                            <a:pt x="2279550" y="369332"/>
                          </a:cubicBezTo>
                          <a:cubicBezTo>
                            <a:pt x="2136711" y="424992"/>
                            <a:pt x="2160928" y="333594"/>
                            <a:pt x="2130071" y="369332"/>
                          </a:cubicBezTo>
                          <a:cubicBezTo>
                            <a:pt x="2129240" y="419964"/>
                            <a:pt x="2003262" y="277267"/>
                            <a:pt x="1868483" y="369332"/>
                          </a:cubicBezTo>
                          <a:cubicBezTo>
                            <a:pt x="1774442" y="409695"/>
                            <a:pt x="1693541" y="352601"/>
                            <a:pt x="1606896" y="369332"/>
                          </a:cubicBezTo>
                          <a:cubicBezTo>
                            <a:pt x="1492110" y="420369"/>
                            <a:pt x="1503879" y="340809"/>
                            <a:pt x="1401363" y="369332"/>
                          </a:cubicBezTo>
                          <a:cubicBezTo>
                            <a:pt x="1287013" y="449700"/>
                            <a:pt x="1362880" y="353985"/>
                            <a:pt x="1251884" y="369332"/>
                          </a:cubicBezTo>
                          <a:cubicBezTo>
                            <a:pt x="1177170" y="394640"/>
                            <a:pt x="1159599" y="304798"/>
                            <a:pt x="1074378" y="369332"/>
                          </a:cubicBezTo>
                          <a:cubicBezTo>
                            <a:pt x="1009742" y="369219"/>
                            <a:pt x="873339" y="307240"/>
                            <a:pt x="812790" y="369332"/>
                          </a:cubicBezTo>
                          <a:cubicBezTo>
                            <a:pt x="746818" y="432204"/>
                            <a:pt x="705539" y="345017"/>
                            <a:pt x="607257" y="369332"/>
                          </a:cubicBezTo>
                          <a:cubicBezTo>
                            <a:pt x="529200" y="374527"/>
                            <a:pt x="473991" y="320866"/>
                            <a:pt x="373696" y="369332"/>
                          </a:cubicBezTo>
                          <a:cubicBezTo>
                            <a:pt x="313565" y="387877"/>
                            <a:pt x="106085" y="336979"/>
                            <a:pt x="0" y="369332"/>
                          </a:cubicBezTo>
                          <a:cubicBezTo>
                            <a:pt x="50609" y="273425"/>
                            <a:pt x="27473" y="83192"/>
                            <a:pt x="0" y="0"/>
                          </a:cubicBezTo>
                          <a:close/>
                        </a:path>
                        <a:path w="2802726" h="369332" stroke="0" extrusionOk="0">
                          <a:moveTo>
                            <a:pt x="0" y="0"/>
                          </a:moveTo>
                          <a:cubicBezTo>
                            <a:pt x="86509" y="-42279"/>
                            <a:pt x="174247" y="28328"/>
                            <a:pt x="261587" y="0"/>
                          </a:cubicBezTo>
                          <a:cubicBezTo>
                            <a:pt x="349391" y="-32724"/>
                            <a:pt x="413166" y="56538"/>
                            <a:pt x="467120" y="0"/>
                          </a:cubicBezTo>
                          <a:cubicBezTo>
                            <a:pt x="534462" y="-64222"/>
                            <a:pt x="604529" y="-17378"/>
                            <a:pt x="700681" y="0"/>
                          </a:cubicBezTo>
                          <a:cubicBezTo>
                            <a:pt x="775446" y="-33453"/>
                            <a:pt x="823591" y="48442"/>
                            <a:pt x="878187" y="0"/>
                          </a:cubicBezTo>
                          <a:cubicBezTo>
                            <a:pt x="921566" y="-19996"/>
                            <a:pt x="1022023" y="25976"/>
                            <a:pt x="1111747" y="0"/>
                          </a:cubicBezTo>
                          <a:cubicBezTo>
                            <a:pt x="1216630" y="-3872"/>
                            <a:pt x="1209048" y="8930"/>
                            <a:pt x="1289254" y="0"/>
                          </a:cubicBezTo>
                          <a:cubicBezTo>
                            <a:pt x="1382146" y="-35992"/>
                            <a:pt x="1441424" y="16914"/>
                            <a:pt x="1522814" y="0"/>
                          </a:cubicBezTo>
                          <a:cubicBezTo>
                            <a:pt x="1568365" y="-24063"/>
                            <a:pt x="1653825" y="68760"/>
                            <a:pt x="1728347" y="0"/>
                          </a:cubicBezTo>
                          <a:cubicBezTo>
                            <a:pt x="1809644" y="-47197"/>
                            <a:pt x="1825416" y="8337"/>
                            <a:pt x="1905853" y="0"/>
                          </a:cubicBezTo>
                          <a:cubicBezTo>
                            <a:pt x="1981218" y="-39883"/>
                            <a:pt x="2077674" y="33957"/>
                            <a:pt x="2167441" y="0"/>
                          </a:cubicBezTo>
                          <a:cubicBezTo>
                            <a:pt x="2222906" y="-76352"/>
                            <a:pt x="2378523" y="25135"/>
                            <a:pt x="2457056" y="0"/>
                          </a:cubicBezTo>
                          <a:cubicBezTo>
                            <a:pt x="2586664" y="-783"/>
                            <a:pt x="2676745" y="58604"/>
                            <a:pt x="2802726" y="0"/>
                          </a:cubicBezTo>
                          <a:cubicBezTo>
                            <a:pt x="2790894" y="145492"/>
                            <a:pt x="2804102" y="289792"/>
                            <a:pt x="2802726" y="369332"/>
                          </a:cubicBezTo>
                          <a:cubicBezTo>
                            <a:pt x="2694950" y="441708"/>
                            <a:pt x="2630532" y="293674"/>
                            <a:pt x="2541138" y="369332"/>
                          </a:cubicBezTo>
                          <a:cubicBezTo>
                            <a:pt x="2458449" y="394270"/>
                            <a:pt x="2415959" y="362039"/>
                            <a:pt x="2335605" y="369332"/>
                          </a:cubicBezTo>
                          <a:cubicBezTo>
                            <a:pt x="2259238" y="381939"/>
                            <a:pt x="2143932" y="386377"/>
                            <a:pt x="2074017" y="369332"/>
                          </a:cubicBezTo>
                          <a:cubicBezTo>
                            <a:pt x="2007385" y="340978"/>
                            <a:pt x="1924260" y="324580"/>
                            <a:pt x="1784402" y="369332"/>
                          </a:cubicBezTo>
                          <a:cubicBezTo>
                            <a:pt x="1660692" y="448294"/>
                            <a:pt x="1674763" y="370207"/>
                            <a:pt x="1634923" y="369332"/>
                          </a:cubicBezTo>
                          <a:cubicBezTo>
                            <a:pt x="1594083" y="393155"/>
                            <a:pt x="1518891" y="374748"/>
                            <a:pt x="1485444" y="369332"/>
                          </a:cubicBezTo>
                          <a:cubicBezTo>
                            <a:pt x="1444389" y="364286"/>
                            <a:pt x="1376526" y="333203"/>
                            <a:pt x="1279911" y="369332"/>
                          </a:cubicBezTo>
                          <a:cubicBezTo>
                            <a:pt x="1142742" y="374047"/>
                            <a:pt x="1111816" y="328690"/>
                            <a:pt x="990296" y="369332"/>
                          </a:cubicBezTo>
                          <a:cubicBezTo>
                            <a:pt x="887845" y="442461"/>
                            <a:pt x="886871" y="321338"/>
                            <a:pt x="812790" y="369332"/>
                          </a:cubicBezTo>
                          <a:cubicBezTo>
                            <a:pt x="704924" y="419500"/>
                            <a:pt x="734751" y="321740"/>
                            <a:pt x="635284" y="369332"/>
                          </a:cubicBezTo>
                          <a:cubicBezTo>
                            <a:pt x="555401" y="388581"/>
                            <a:pt x="472335" y="370650"/>
                            <a:pt x="401724" y="369332"/>
                          </a:cubicBezTo>
                          <a:cubicBezTo>
                            <a:pt x="255611" y="378656"/>
                            <a:pt x="124330" y="335099"/>
                            <a:pt x="0" y="369332"/>
                          </a:cubicBezTo>
                          <a:cubicBezTo>
                            <a:pt x="658" y="293000"/>
                            <a:pt x="8013" y="204069"/>
                            <a:pt x="0" y="0"/>
                          </a:cubicBezTo>
                          <a:close/>
                        </a:path>
                        <a:path w="2802726" h="369332" fill="none" stroke="0" extrusionOk="0">
                          <a:moveTo>
                            <a:pt x="0" y="0"/>
                          </a:moveTo>
                          <a:cubicBezTo>
                            <a:pt x="93239" y="-50754"/>
                            <a:pt x="141748" y="42170"/>
                            <a:pt x="233560" y="0"/>
                          </a:cubicBezTo>
                          <a:cubicBezTo>
                            <a:pt x="353951" y="-45137"/>
                            <a:pt x="369153" y="26741"/>
                            <a:pt x="467120" y="0"/>
                          </a:cubicBezTo>
                          <a:cubicBezTo>
                            <a:pt x="573188" y="-61137"/>
                            <a:pt x="686345" y="82723"/>
                            <a:pt x="756735" y="0"/>
                          </a:cubicBezTo>
                          <a:cubicBezTo>
                            <a:pt x="871623" y="-64678"/>
                            <a:pt x="883287" y="69651"/>
                            <a:pt x="990296" y="0"/>
                          </a:cubicBezTo>
                          <a:cubicBezTo>
                            <a:pt x="1125600" y="-54396"/>
                            <a:pt x="1117127" y="33623"/>
                            <a:pt x="1223856" y="0"/>
                          </a:cubicBezTo>
                          <a:cubicBezTo>
                            <a:pt x="1346900" y="-88090"/>
                            <a:pt x="1406970" y="23272"/>
                            <a:pt x="1485444" y="0"/>
                          </a:cubicBezTo>
                          <a:cubicBezTo>
                            <a:pt x="1592467" y="219"/>
                            <a:pt x="1576382" y="39665"/>
                            <a:pt x="1634923" y="0"/>
                          </a:cubicBezTo>
                          <a:cubicBezTo>
                            <a:pt x="1708579" y="-45058"/>
                            <a:pt x="1701523" y="7986"/>
                            <a:pt x="1784402" y="0"/>
                          </a:cubicBezTo>
                          <a:cubicBezTo>
                            <a:pt x="1859622" y="-16462"/>
                            <a:pt x="1855915" y="5776"/>
                            <a:pt x="1933881" y="0"/>
                          </a:cubicBezTo>
                          <a:cubicBezTo>
                            <a:pt x="2006088" y="-6529"/>
                            <a:pt x="2156013" y="50713"/>
                            <a:pt x="2223496" y="0"/>
                          </a:cubicBezTo>
                          <a:cubicBezTo>
                            <a:pt x="2289416" y="-68410"/>
                            <a:pt x="2386721" y="17593"/>
                            <a:pt x="2429029" y="0"/>
                          </a:cubicBezTo>
                          <a:cubicBezTo>
                            <a:pt x="2487084" y="-12638"/>
                            <a:pt x="2525103" y="26855"/>
                            <a:pt x="2578508" y="0"/>
                          </a:cubicBezTo>
                          <a:cubicBezTo>
                            <a:pt x="2646233" y="-37310"/>
                            <a:pt x="2744531" y="29113"/>
                            <a:pt x="2802726" y="0"/>
                          </a:cubicBezTo>
                          <a:cubicBezTo>
                            <a:pt x="2835383" y="131223"/>
                            <a:pt x="2792825" y="190412"/>
                            <a:pt x="2802726" y="369332"/>
                          </a:cubicBezTo>
                          <a:cubicBezTo>
                            <a:pt x="2730342" y="414618"/>
                            <a:pt x="2694492" y="361989"/>
                            <a:pt x="2569165" y="369332"/>
                          </a:cubicBezTo>
                          <a:cubicBezTo>
                            <a:pt x="2474345" y="406188"/>
                            <a:pt x="2382752" y="360040"/>
                            <a:pt x="2279550" y="369332"/>
                          </a:cubicBezTo>
                          <a:cubicBezTo>
                            <a:pt x="2147243" y="407011"/>
                            <a:pt x="2157117" y="326755"/>
                            <a:pt x="2130071" y="369332"/>
                          </a:cubicBezTo>
                          <a:cubicBezTo>
                            <a:pt x="2116475" y="405080"/>
                            <a:pt x="1986540" y="294939"/>
                            <a:pt x="1868483" y="369332"/>
                          </a:cubicBezTo>
                          <a:cubicBezTo>
                            <a:pt x="1726039" y="418352"/>
                            <a:pt x="1669981" y="332377"/>
                            <a:pt x="1606896" y="369332"/>
                          </a:cubicBezTo>
                          <a:cubicBezTo>
                            <a:pt x="1511244" y="463511"/>
                            <a:pt x="1492328" y="309276"/>
                            <a:pt x="1401363" y="369332"/>
                          </a:cubicBezTo>
                          <a:cubicBezTo>
                            <a:pt x="1309878" y="390685"/>
                            <a:pt x="1354845" y="311865"/>
                            <a:pt x="1251884" y="369332"/>
                          </a:cubicBezTo>
                          <a:cubicBezTo>
                            <a:pt x="1169844" y="425417"/>
                            <a:pt x="1164946" y="336942"/>
                            <a:pt x="1074378" y="369332"/>
                          </a:cubicBezTo>
                          <a:cubicBezTo>
                            <a:pt x="1000611" y="368366"/>
                            <a:pt x="887204" y="328028"/>
                            <a:pt x="812790" y="369332"/>
                          </a:cubicBezTo>
                          <a:cubicBezTo>
                            <a:pt x="756563" y="405169"/>
                            <a:pt x="689692" y="335871"/>
                            <a:pt x="607257" y="369332"/>
                          </a:cubicBezTo>
                          <a:cubicBezTo>
                            <a:pt x="537218" y="394790"/>
                            <a:pt x="435952" y="321378"/>
                            <a:pt x="373696" y="369332"/>
                          </a:cubicBezTo>
                          <a:cubicBezTo>
                            <a:pt x="322124" y="413927"/>
                            <a:pt x="79869" y="362240"/>
                            <a:pt x="0" y="369332"/>
                          </a:cubicBezTo>
                          <a:cubicBezTo>
                            <a:pt x="-6736" y="236614"/>
                            <a:pt x="-18831" y="86595"/>
                            <a:pt x="0" y="0"/>
                          </a:cubicBezTo>
                          <a:close/>
                        </a:path>
                        <a:path w="2802726" h="369332" fill="none" stroke="0" extrusionOk="0">
                          <a:moveTo>
                            <a:pt x="0" y="0"/>
                          </a:moveTo>
                          <a:cubicBezTo>
                            <a:pt x="92819" y="-50549"/>
                            <a:pt x="117186" y="46076"/>
                            <a:pt x="233560" y="0"/>
                          </a:cubicBezTo>
                          <a:cubicBezTo>
                            <a:pt x="366091" y="-58547"/>
                            <a:pt x="387777" y="9487"/>
                            <a:pt x="467120" y="0"/>
                          </a:cubicBezTo>
                          <a:cubicBezTo>
                            <a:pt x="556792" y="-13708"/>
                            <a:pt x="633731" y="72292"/>
                            <a:pt x="756735" y="0"/>
                          </a:cubicBezTo>
                          <a:cubicBezTo>
                            <a:pt x="836826" y="-60627"/>
                            <a:pt x="898274" y="90482"/>
                            <a:pt x="990296" y="0"/>
                          </a:cubicBezTo>
                          <a:cubicBezTo>
                            <a:pt x="1083229" y="-68277"/>
                            <a:pt x="1119671" y="62524"/>
                            <a:pt x="1223856" y="0"/>
                          </a:cubicBezTo>
                          <a:cubicBezTo>
                            <a:pt x="1336239" y="-77179"/>
                            <a:pt x="1376083" y="41418"/>
                            <a:pt x="1485444" y="0"/>
                          </a:cubicBezTo>
                          <a:cubicBezTo>
                            <a:pt x="1592834" y="8687"/>
                            <a:pt x="1565413" y="54909"/>
                            <a:pt x="1634923" y="0"/>
                          </a:cubicBezTo>
                          <a:cubicBezTo>
                            <a:pt x="1694421" y="-50549"/>
                            <a:pt x="1708910" y="-7620"/>
                            <a:pt x="1784402" y="0"/>
                          </a:cubicBezTo>
                          <a:cubicBezTo>
                            <a:pt x="1854981" y="-11394"/>
                            <a:pt x="1860289" y="2252"/>
                            <a:pt x="1933881" y="0"/>
                          </a:cubicBezTo>
                          <a:cubicBezTo>
                            <a:pt x="1986703" y="-19724"/>
                            <a:pt x="2183047" y="69726"/>
                            <a:pt x="2223496" y="0"/>
                          </a:cubicBezTo>
                          <a:cubicBezTo>
                            <a:pt x="2289216" y="-65604"/>
                            <a:pt x="2383549" y="439"/>
                            <a:pt x="2429029" y="0"/>
                          </a:cubicBezTo>
                          <a:cubicBezTo>
                            <a:pt x="2486154" y="3685"/>
                            <a:pt x="2505567" y="39919"/>
                            <a:pt x="2578508" y="0"/>
                          </a:cubicBezTo>
                          <a:cubicBezTo>
                            <a:pt x="2651182" y="-47062"/>
                            <a:pt x="2754972" y="31808"/>
                            <a:pt x="2802726" y="0"/>
                          </a:cubicBezTo>
                          <a:cubicBezTo>
                            <a:pt x="2824589" y="111888"/>
                            <a:pt x="2808771" y="186035"/>
                            <a:pt x="2802726" y="369332"/>
                          </a:cubicBezTo>
                          <a:cubicBezTo>
                            <a:pt x="2742725" y="427434"/>
                            <a:pt x="2680161" y="369701"/>
                            <a:pt x="2569165" y="369332"/>
                          </a:cubicBezTo>
                          <a:cubicBezTo>
                            <a:pt x="2449046" y="429412"/>
                            <a:pt x="2406224" y="347017"/>
                            <a:pt x="2279550" y="369332"/>
                          </a:cubicBezTo>
                          <a:cubicBezTo>
                            <a:pt x="2137793" y="410154"/>
                            <a:pt x="2160083" y="316258"/>
                            <a:pt x="2130071" y="369332"/>
                          </a:cubicBezTo>
                          <a:cubicBezTo>
                            <a:pt x="2134822" y="402848"/>
                            <a:pt x="2008491" y="250106"/>
                            <a:pt x="1868483" y="369332"/>
                          </a:cubicBezTo>
                          <a:cubicBezTo>
                            <a:pt x="1751965" y="426625"/>
                            <a:pt x="1692148" y="326936"/>
                            <a:pt x="1606896" y="369332"/>
                          </a:cubicBezTo>
                          <a:cubicBezTo>
                            <a:pt x="1500403" y="432791"/>
                            <a:pt x="1498845" y="299137"/>
                            <a:pt x="1401363" y="369332"/>
                          </a:cubicBezTo>
                          <a:cubicBezTo>
                            <a:pt x="1287983" y="429804"/>
                            <a:pt x="1345436" y="323567"/>
                            <a:pt x="1251884" y="369332"/>
                          </a:cubicBezTo>
                          <a:cubicBezTo>
                            <a:pt x="1185628" y="410930"/>
                            <a:pt x="1170458" y="312503"/>
                            <a:pt x="1074378" y="369332"/>
                          </a:cubicBezTo>
                          <a:cubicBezTo>
                            <a:pt x="1016779" y="373381"/>
                            <a:pt x="887230" y="325064"/>
                            <a:pt x="812790" y="369332"/>
                          </a:cubicBezTo>
                          <a:cubicBezTo>
                            <a:pt x="747513" y="414237"/>
                            <a:pt x="703213" y="343601"/>
                            <a:pt x="607257" y="369332"/>
                          </a:cubicBezTo>
                          <a:cubicBezTo>
                            <a:pt x="527663" y="371849"/>
                            <a:pt x="461466" y="344352"/>
                            <a:pt x="373696" y="369332"/>
                          </a:cubicBezTo>
                          <a:cubicBezTo>
                            <a:pt x="323175" y="398281"/>
                            <a:pt x="77367" y="346835"/>
                            <a:pt x="0" y="369332"/>
                          </a:cubicBezTo>
                          <a:cubicBezTo>
                            <a:pt x="19602" y="252766"/>
                            <a:pt x="14358" y="10325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Make your choice secretly.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E27086-9D8F-C016-B2E4-49F185B80EC2}"/>
                </a:ext>
              </a:extLst>
            </p:cNvPr>
            <p:cNvSpPr txBox="1"/>
            <p:nvPr/>
          </p:nvSpPr>
          <p:spPr>
            <a:xfrm>
              <a:off x="262431" y="194745"/>
              <a:ext cx="2874948" cy="646331"/>
            </a:xfrm>
            <a:custGeom>
              <a:avLst/>
              <a:gdLst>
                <a:gd name="connsiteX0" fmla="*/ 0 w 2874948"/>
                <a:gd name="connsiteY0" fmla="*/ 0 h 646331"/>
                <a:gd name="connsiteX1" fmla="*/ 239578 w 2874948"/>
                <a:gd name="connsiteY1" fmla="*/ 0 h 646331"/>
                <a:gd name="connsiteX2" fmla="*/ 479157 w 2874948"/>
                <a:gd name="connsiteY2" fmla="*/ 0 h 646331"/>
                <a:gd name="connsiteX3" fmla="*/ 776235 w 2874948"/>
                <a:gd name="connsiteY3" fmla="*/ 0 h 646331"/>
                <a:gd name="connsiteX4" fmla="*/ 1015814 w 2874948"/>
                <a:gd name="connsiteY4" fmla="*/ 0 h 646331"/>
                <a:gd name="connsiteX5" fmla="*/ 1255393 w 2874948"/>
                <a:gd name="connsiteY5" fmla="*/ 0 h 646331"/>
                <a:gd name="connsiteX6" fmla="*/ 1523722 w 2874948"/>
                <a:gd name="connsiteY6" fmla="*/ 0 h 646331"/>
                <a:gd name="connsiteX7" fmla="*/ 1677052 w 2874948"/>
                <a:gd name="connsiteY7" fmla="*/ 0 h 646331"/>
                <a:gd name="connsiteX8" fmla="*/ 1830383 w 2874948"/>
                <a:gd name="connsiteY8" fmla="*/ 0 h 646331"/>
                <a:gd name="connsiteX9" fmla="*/ 1983714 w 2874948"/>
                <a:gd name="connsiteY9" fmla="*/ 0 h 646331"/>
                <a:gd name="connsiteX10" fmla="*/ 2280792 w 2874948"/>
                <a:gd name="connsiteY10" fmla="*/ 0 h 646331"/>
                <a:gd name="connsiteX11" fmla="*/ 2491621 w 2874948"/>
                <a:gd name="connsiteY11" fmla="*/ 0 h 646331"/>
                <a:gd name="connsiteX12" fmla="*/ 2644952 w 2874948"/>
                <a:gd name="connsiteY12" fmla="*/ 0 h 646331"/>
                <a:gd name="connsiteX13" fmla="*/ 2874948 w 2874948"/>
                <a:gd name="connsiteY13" fmla="*/ 0 h 646331"/>
                <a:gd name="connsiteX14" fmla="*/ 2874948 w 2874948"/>
                <a:gd name="connsiteY14" fmla="*/ 646331 h 646331"/>
                <a:gd name="connsiteX15" fmla="*/ 2635369 w 2874948"/>
                <a:gd name="connsiteY15" fmla="*/ 646331 h 646331"/>
                <a:gd name="connsiteX16" fmla="*/ 2338290 w 2874948"/>
                <a:gd name="connsiteY16" fmla="*/ 646331 h 646331"/>
                <a:gd name="connsiteX17" fmla="*/ 2184960 w 2874948"/>
                <a:gd name="connsiteY17" fmla="*/ 646331 h 646331"/>
                <a:gd name="connsiteX18" fmla="*/ 1916631 w 2874948"/>
                <a:gd name="connsiteY18" fmla="*/ 646331 h 646331"/>
                <a:gd name="connsiteX19" fmla="*/ 1648303 w 2874948"/>
                <a:gd name="connsiteY19" fmla="*/ 646331 h 646331"/>
                <a:gd name="connsiteX20" fmla="*/ 1437474 w 2874948"/>
                <a:gd name="connsiteY20" fmla="*/ 646331 h 646331"/>
                <a:gd name="connsiteX21" fmla="*/ 1284143 w 2874948"/>
                <a:gd name="connsiteY21" fmla="*/ 646331 h 646331"/>
                <a:gd name="connsiteX22" fmla="*/ 1102063 w 2874948"/>
                <a:gd name="connsiteY22" fmla="*/ 646331 h 646331"/>
                <a:gd name="connsiteX23" fmla="*/ 833735 w 2874948"/>
                <a:gd name="connsiteY23" fmla="*/ 646331 h 646331"/>
                <a:gd name="connsiteX24" fmla="*/ 622905 w 2874948"/>
                <a:gd name="connsiteY24" fmla="*/ 646331 h 646331"/>
                <a:gd name="connsiteX25" fmla="*/ 383326 w 2874948"/>
                <a:gd name="connsiteY25" fmla="*/ 646331 h 646331"/>
                <a:gd name="connsiteX26" fmla="*/ 0 w 2874948"/>
                <a:gd name="connsiteY26" fmla="*/ 646331 h 646331"/>
                <a:gd name="connsiteX27" fmla="*/ 0 w 2874948"/>
                <a:gd name="connsiteY27" fmla="*/ 0 h 646331"/>
                <a:gd name="connsiteX0" fmla="*/ 0 w 2874948"/>
                <a:gd name="connsiteY0" fmla="*/ 0 h 646331"/>
                <a:gd name="connsiteX1" fmla="*/ 268328 w 2874948"/>
                <a:gd name="connsiteY1" fmla="*/ 0 h 646331"/>
                <a:gd name="connsiteX2" fmla="*/ 479157 w 2874948"/>
                <a:gd name="connsiteY2" fmla="*/ 0 h 646331"/>
                <a:gd name="connsiteX3" fmla="*/ 718737 w 2874948"/>
                <a:gd name="connsiteY3" fmla="*/ 0 h 646331"/>
                <a:gd name="connsiteX4" fmla="*/ 900816 w 2874948"/>
                <a:gd name="connsiteY4" fmla="*/ 0 h 646331"/>
                <a:gd name="connsiteX5" fmla="*/ 1140395 w 2874948"/>
                <a:gd name="connsiteY5" fmla="*/ 0 h 646331"/>
                <a:gd name="connsiteX6" fmla="*/ 1322476 w 2874948"/>
                <a:gd name="connsiteY6" fmla="*/ 0 h 646331"/>
                <a:gd name="connsiteX7" fmla="*/ 1562055 w 2874948"/>
                <a:gd name="connsiteY7" fmla="*/ 0 h 646331"/>
                <a:gd name="connsiteX8" fmla="*/ 1772884 w 2874948"/>
                <a:gd name="connsiteY8" fmla="*/ 0 h 646331"/>
                <a:gd name="connsiteX9" fmla="*/ 1954964 w 2874948"/>
                <a:gd name="connsiteY9" fmla="*/ 0 h 646331"/>
                <a:gd name="connsiteX10" fmla="*/ 2223293 w 2874948"/>
                <a:gd name="connsiteY10" fmla="*/ 0 h 646331"/>
                <a:gd name="connsiteX11" fmla="*/ 2520371 w 2874948"/>
                <a:gd name="connsiteY11" fmla="*/ 0 h 646331"/>
                <a:gd name="connsiteX12" fmla="*/ 2874948 w 2874948"/>
                <a:gd name="connsiteY12" fmla="*/ 0 h 646331"/>
                <a:gd name="connsiteX13" fmla="*/ 2874948 w 2874948"/>
                <a:gd name="connsiteY13" fmla="*/ 646331 h 646331"/>
                <a:gd name="connsiteX14" fmla="*/ 2606619 w 2874948"/>
                <a:gd name="connsiteY14" fmla="*/ 646331 h 646331"/>
                <a:gd name="connsiteX15" fmla="*/ 2395790 w 2874948"/>
                <a:gd name="connsiteY15" fmla="*/ 646331 h 646331"/>
                <a:gd name="connsiteX16" fmla="*/ 2127461 w 2874948"/>
                <a:gd name="connsiteY16" fmla="*/ 646331 h 646331"/>
                <a:gd name="connsiteX17" fmla="*/ 1830383 w 2874948"/>
                <a:gd name="connsiteY17" fmla="*/ 646331 h 646331"/>
                <a:gd name="connsiteX18" fmla="*/ 1677052 w 2874948"/>
                <a:gd name="connsiteY18" fmla="*/ 646331 h 646331"/>
                <a:gd name="connsiteX19" fmla="*/ 1523722 w 2874948"/>
                <a:gd name="connsiteY19" fmla="*/ 646331 h 646331"/>
                <a:gd name="connsiteX20" fmla="*/ 1312892 w 2874948"/>
                <a:gd name="connsiteY20" fmla="*/ 646331 h 646331"/>
                <a:gd name="connsiteX21" fmla="*/ 1015814 w 2874948"/>
                <a:gd name="connsiteY21" fmla="*/ 646331 h 646331"/>
                <a:gd name="connsiteX22" fmla="*/ 833735 w 2874948"/>
                <a:gd name="connsiteY22" fmla="*/ 646331 h 646331"/>
                <a:gd name="connsiteX23" fmla="*/ 651654 w 2874948"/>
                <a:gd name="connsiteY23" fmla="*/ 646331 h 646331"/>
                <a:gd name="connsiteX24" fmla="*/ 412075 w 2874948"/>
                <a:gd name="connsiteY24" fmla="*/ 646331 h 646331"/>
                <a:gd name="connsiteX25" fmla="*/ 0 w 2874948"/>
                <a:gd name="connsiteY25" fmla="*/ 646331 h 646331"/>
                <a:gd name="connsiteX26" fmla="*/ 0 w 2874948"/>
                <a:gd name="connsiteY26" fmla="*/ 0 h 64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874948" h="646331" fill="none" extrusionOk="0">
                  <a:moveTo>
                    <a:pt x="0" y="0"/>
                  </a:moveTo>
                  <a:cubicBezTo>
                    <a:pt x="85326" y="-73046"/>
                    <a:pt x="119047" y="65412"/>
                    <a:pt x="239578" y="0"/>
                  </a:cubicBezTo>
                  <a:cubicBezTo>
                    <a:pt x="350121" y="-113976"/>
                    <a:pt x="358989" y="68373"/>
                    <a:pt x="479157" y="0"/>
                  </a:cubicBezTo>
                  <a:cubicBezTo>
                    <a:pt x="569558" y="-32082"/>
                    <a:pt x="657843" y="84630"/>
                    <a:pt x="776235" y="0"/>
                  </a:cubicBezTo>
                  <a:cubicBezTo>
                    <a:pt x="866259" y="-78084"/>
                    <a:pt x="925533" y="153625"/>
                    <a:pt x="1015814" y="0"/>
                  </a:cubicBezTo>
                  <a:cubicBezTo>
                    <a:pt x="1109563" y="-123399"/>
                    <a:pt x="1155863" y="112053"/>
                    <a:pt x="1255393" y="0"/>
                  </a:cubicBezTo>
                  <a:cubicBezTo>
                    <a:pt x="1358585" y="-115379"/>
                    <a:pt x="1410849" y="29679"/>
                    <a:pt x="1523722" y="0"/>
                  </a:cubicBezTo>
                  <a:cubicBezTo>
                    <a:pt x="1623977" y="-3661"/>
                    <a:pt x="1603586" y="80361"/>
                    <a:pt x="1677052" y="0"/>
                  </a:cubicBezTo>
                  <a:cubicBezTo>
                    <a:pt x="1729100" y="-72969"/>
                    <a:pt x="1741906" y="3986"/>
                    <a:pt x="1830383" y="0"/>
                  </a:cubicBezTo>
                  <a:cubicBezTo>
                    <a:pt x="1901177" y="-17743"/>
                    <a:pt x="1909814" y="13544"/>
                    <a:pt x="1983714" y="0"/>
                  </a:cubicBezTo>
                  <a:cubicBezTo>
                    <a:pt x="2067305" y="-33309"/>
                    <a:pt x="2222380" y="138700"/>
                    <a:pt x="2280792" y="0"/>
                  </a:cubicBezTo>
                  <a:cubicBezTo>
                    <a:pt x="2345378" y="-132352"/>
                    <a:pt x="2444460" y="1109"/>
                    <a:pt x="2491621" y="0"/>
                  </a:cubicBezTo>
                  <a:cubicBezTo>
                    <a:pt x="2545976" y="-855"/>
                    <a:pt x="2578393" y="55322"/>
                    <a:pt x="2644952" y="0"/>
                  </a:cubicBezTo>
                  <a:cubicBezTo>
                    <a:pt x="2709900" y="-55234"/>
                    <a:pt x="2833044" y="40419"/>
                    <a:pt x="2874948" y="0"/>
                  </a:cubicBezTo>
                  <a:cubicBezTo>
                    <a:pt x="2891325" y="168576"/>
                    <a:pt x="2877361" y="332307"/>
                    <a:pt x="2874948" y="646331"/>
                  </a:cubicBezTo>
                  <a:cubicBezTo>
                    <a:pt x="2803807" y="729930"/>
                    <a:pt x="2767286" y="627862"/>
                    <a:pt x="2635369" y="646331"/>
                  </a:cubicBezTo>
                  <a:cubicBezTo>
                    <a:pt x="2518866" y="699543"/>
                    <a:pt x="2471922" y="576606"/>
                    <a:pt x="2338290" y="646331"/>
                  </a:cubicBezTo>
                  <a:cubicBezTo>
                    <a:pt x="2191763" y="732787"/>
                    <a:pt x="2220430" y="576647"/>
                    <a:pt x="2184960" y="646331"/>
                  </a:cubicBezTo>
                  <a:cubicBezTo>
                    <a:pt x="2166731" y="724375"/>
                    <a:pt x="2046491" y="535651"/>
                    <a:pt x="1916631" y="646331"/>
                  </a:cubicBezTo>
                  <a:cubicBezTo>
                    <a:pt x="1792749" y="744885"/>
                    <a:pt x="1737086" y="601928"/>
                    <a:pt x="1648303" y="646331"/>
                  </a:cubicBezTo>
                  <a:cubicBezTo>
                    <a:pt x="1539227" y="727278"/>
                    <a:pt x="1537092" y="571358"/>
                    <a:pt x="1437474" y="646331"/>
                  </a:cubicBezTo>
                  <a:cubicBezTo>
                    <a:pt x="1330741" y="746405"/>
                    <a:pt x="1363053" y="577335"/>
                    <a:pt x="1284143" y="646331"/>
                  </a:cubicBezTo>
                  <a:cubicBezTo>
                    <a:pt x="1208323" y="711192"/>
                    <a:pt x="1189908" y="594112"/>
                    <a:pt x="1102063" y="646331"/>
                  </a:cubicBezTo>
                  <a:cubicBezTo>
                    <a:pt x="1019964" y="686191"/>
                    <a:pt x="891797" y="543651"/>
                    <a:pt x="833735" y="646331"/>
                  </a:cubicBezTo>
                  <a:cubicBezTo>
                    <a:pt x="766166" y="743640"/>
                    <a:pt x="718141" y="598384"/>
                    <a:pt x="622905" y="646331"/>
                  </a:cubicBezTo>
                  <a:cubicBezTo>
                    <a:pt x="546097" y="686996"/>
                    <a:pt x="455442" y="572829"/>
                    <a:pt x="383326" y="646331"/>
                  </a:cubicBezTo>
                  <a:cubicBezTo>
                    <a:pt x="321460" y="696104"/>
                    <a:pt x="101141" y="627847"/>
                    <a:pt x="0" y="646331"/>
                  </a:cubicBezTo>
                  <a:cubicBezTo>
                    <a:pt x="51313" y="458438"/>
                    <a:pt x="34328" y="149603"/>
                    <a:pt x="0" y="0"/>
                  </a:cubicBezTo>
                  <a:close/>
                </a:path>
                <a:path w="2874948" h="646331" stroke="0" extrusionOk="0">
                  <a:moveTo>
                    <a:pt x="0" y="0"/>
                  </a:moveTo>
                  <a:cubicBezTo>
                    <a:pt x="92206" y="-82337"/>
                    <a:pt x="188415" y="90778"/>
                    <a:pt x="268328" y="0"/>
                  </a:cubicBezTo>
                  <a:cubicBezTo>
                    <a:pt x="356146" y="-78886"/>
                    <a:pt x="415142" y="90645"/>
                    <a:pt x="479157" y="0"/>
                  </a:cubicBezTo>
                  <a:cubicBezTo>
                    <a:pt x="565250" y="-86154"/>
                    <a:pt x="628160" y="21303"/>
                    <a:pt x="718737" y="0"/>
                  </a:cubicBezTo>
                  <a:cubicBezTo>
                    <a:pt x="806580" y="-27398"/>
                    <a:pt x="845927" y="76958"/>
                    <a:pt x="900816" y="0"/>
                  </a:cubicBezTo>
                  <a:cubicBezTo>
                    <a:pt x="958944" y="-55710"/>
                    <a:pt x="1041203" y="28793"/>
                    <a:pt x="1140395" y="0"/>
                  </a:cubicBezTo>
                  <a:cubicBezTo>
                    <a:pt x="1247584" y="-15676"/>
                    <a:pt x="1238567" y="15102"/>
                    <a:pt x="1322476" y="0"/>
                  </a:cubicBezTo>
                  <a:cubicBezTo>
                    <a:pt x="1408577" y="-23480"/>
                    <a:pt x="1485328" y="38216"/>
                    <a:pt x="1562055" y="0"/>
                  </a:cubicBezTo>
                  <a:cubicBezTo>
                    <a:pt x="1594185" y="-40756"/>
                    <a:pt x="1702477" y="83984"/>
                    <a:pt x="1772884" y="0"/>
                  </a:cubicBezTo>
                  <a:cubicBezTo>
                    <a:pt x="1852848" y="-79216"/>
                    <a:pt x="1872440" y="26214"/>
                    <a:pt x="1954964" y="0"/>
                  </a:cubicBezTo>
                  <a:cubicBezTo>
                    <a:pt x="2032840" y="-56589"/>
                    <a:pt x="2129420" y="64845"/>
                    <a:pt x="2223293" y="0"/>
                  </a:cubicBezTo>
                  <a:cubicBezTo>
                    <a:pt x="2307738" y="-91041"/>
                    <a:pt x="2431519" y="66376"/>
                    <a:pt x="2520371" y="0"/>
                  </a:cubicBezTo>
                  <a:cubicBezTo>
                    <a:pt x="2637254" y="-49716"/>
                    <a:pt x="2754853" y="70344"/>
                    <a:pt x="2874948" y="0"/>
                  </a:cubicBezTo>
                  <a:cubicBezTo>
                    <a:pt x="2866548" y="228530"/>
                    <a:pt x="2894264" y="513310"/>
                    <a:pt x="2874948" y="646331"/>
                  </a:cubicBezTo>
                  <a:cubicBezTo>
                    <a:pt x="2761269" y="764535"/>
                    <a:pt x="2691919" y="538472"/>
                    <a:pt x="2606619" y="646331"/>
                  </a:cubicBezTo>
                  <a:cubicBezTo>
                    <a:pt x="2529006" y="719523"/>
                    <a:pt x="2459763" y="615124"/>
                    <a:pt x="2395790" y="646331"/>
                  </a:cubicBezTo>
                  <a:cubicBezTo>
                    <a:pt x="2332768" y="678492"/>
                    <a:pt x="2201522" y="630129"/>
                    <a:pt x="2127461" y="646331"/>
                  </a:cubicBezTo>
                  <a:cubicBezTo>
                    <a:pt x="2054157" y="658521"/>
                    <a:pt x="1969938" y="542027"/>
                    <a:pt x="1830383" y="646331"/>
                  </a:cubicBezTo>
                  <a:cubicBezTo>
                    <a:pt x="1696707" y="763517"/>
                    <a:pt x="1723374" y="635288"/>
                    <a:pt x="1677052" y="646331"/>
                  </a:cubicBezTo>
                  <a:cubicBezTo>
                    <a:pt x="1629340" y="663765"/>
                    <a:pt x="1566211" y="635411"/>
                    <a:pt x="1523722" y="646331"/>
                  </a:cubicBezTo>
                  <a:cubicBezTo>
                    <a:pt x="1474837" y="660133"/>
                    <a:pt x="1412378" y="585779"/>
                    <a:pt x="1312892" y="646331"/>
                  </a:cubicBezTo>
                  <a:cubicBezTo>
                    <a:pt x="1179236" y="669104"/>
                    <a:pt x="1134836" y="552414"/>
                    <a:pt x="1015814" y="646331"/>
                  </a:cubicBezTo>
                  <a:cubicBezTo>
                    <a:pt x="905480" y="771452"/>
                    <a:pt x="910801" y="582762"/>
                    <a:pt x="833735" y="646331"/>
                  </a:cubicBezTo>
                  <a:cubicBezTo>
                    <a:pt x="730313" y="718510"/>
                    <a:pt x="772333" y="564661"/>
                    <a:pt x="651654" y="646331"/>
                  </a:cubicBezTo>
                  <a:cubicBezTo>
                    <a:pt x="567994" y="719052"/>
                    <a:pt x="486396" y="629834"/>
                    <a:pt x="412075" y="646331"/>
                  </a:cubicBezTo>
                  <a:cubicBezTo>
                    <a:pt x="304058" y="680118"/>
                    <a:pt x="136435" y="586095"/>
                    <a:pt x="0" y="646331"/>
                  </a:cubicBezTo>
                  <a:cubicBezTo>
                    <a:pt x="-3121" y="450532"/>
                    <a:pt x="4008" y="304151"/>
                    <a:pt x="0" y="0"/>
                  </a:cubicBezTo>
                  <a:close/>
                </a:path>
                <a:path w="2874948" h="646331" fill="none" stroke="0" extrusionOk="0">
                  <a:moveTo>
                    <a:pt x="0" y="0"/>
                  </a:moveTo>
                  <a:cubicBezTo>
                    <a:pt x="123288" y="-104409"/>
                    <a:pt x="110101" y="84561"/>
                    <a:pt x="239578" y="0"/>
                  </a:cubicBezTo>
                  <a:cubicBezTo>
                    <a:pt x="361282" y="-98604"/>
                    <a:pt x="389279" y="50203"/>
                    <a:pt x="479157" y="0"/>
                  </a:cubicBezTo>
                  <a:cubicBezTo>
                    <a:pt x="577722" y="-73913"/>
                    <a:pt x="681339" y="102287"/>
                    <a:pt x="776235" y="0"/>
                  </a:cubicBezTo>
                  <a:cubicBezTo>
                    <a:pt x="878427" y="-91557"/>
                    <a:pt x="912209" y="125786"/>
                    <a:pt x="1015814" y="0"/>
                  </a:cubicBezTo>
                  <a:cubicBezTo>
                    <a:pt x="1136248" y="-106723"/>
                    <a:pt x="1132815" y="114670"/>
                    <a:pt x="1255393" y="0"/>
                  </a:cubicBezTo>
                  <a:cubicBezTo>
                    <a:pt x="1359776" y="-122097"/>
                    <a:pt x="1431406" y="28725"/>
                    <a:pt x="1523722" y="0"/>
                  </a:cubicBezTo>
                  <a:cubicBezTo>
                    <a:pt x="1640845" y="-11093"/>
                    <a:pt x="1611442" y="87689"/>
                    <a:pt x="1677052" y="0"/>
                  </a:cubicBezTo>
                  <a:cubicBezTo>
                    <a:pt x="1741808" y="-68898"/>
                    <a:pt x="1757505" y="15117"/>
                    <a:pt x="1830383" y="0"/>
                  </a:cubicBezTo>
                  <a:cubicBezTo>
                    <a:pt x="1907082" y="-25659"/>
                    <a:pt x="1904809" y="6482"/>
                    <a:pt x="1983714" y="0"/>
                  </a:cubicBezTo>
                  <a:cubicBezTo>
                    <a:pt x="2023396" y="-17965"/>
                    <a:pt x="2235983" y="104035"/>
                    <a:pt x="2280792" y="0"/>
                  </a:cubicBezTo>
                  <a:cubicBezTo>
                    <a:pt x="2349506" y="-133997"/>
                    <a:pt x="2447399" y="7387"/>
                    <a:pt x="2491621" y="0"/>
                  </a:cubicBezTo>
                  <a:cubicBezTo>
                    <a:pt x="2543604" y="-23457"/>
                    <a:pt x="2593172" y="46859"/>
                    <a:pt x="2644952" y="0"/>
                  </a:cubicBezTo>
                  <a:cubicBezTo>
                    <a:pt x="2716292" y="-62991"/>
                    <a:pt x="2820535" y="39513"/>
                    <a:pt x="2874948" y="0"/>
                  </a:cubicBezTo>
                  <a:cubicBezTo>
                    <a:pt x="2915174" y="213482"/>
                    <a:pt x="2842191" y="334954"/>
                    <a:pt x="2874948" y="646331"/>
                  </a:cubicBezTo>
                  <a:cubicBezTo>
                    <a:pt x="2793357" y="743340"/>
                    <a:pt x="2748168" y="608663"/>
                    <a:pt x="2635369" y="646331"/>
                  </a:cubicBezTo>
                  <a:cubicBezTo>
                    <a:pt x="2512996" y="714368"/>
                    <a:pt x="2463907" y="609434"/>
                    <a:pt x="2338290" y="646331"/>
                  </a:cubicBezTo>
                  <a:cubicBezTo>
                    <a:pt x="2201268" y="711450"/>
                    <a:pt x="2213117" y="555368"/>
                    <a:pt x="2184960" y="646331"/>
                  </a:cubicBezTo>
                  <a:cubicBezTo>
                    <a:pt x="2166140" y="704550"/>
                    <a:pt x="2048762" y="519286"/>
                    <a:pt x="1916631" y="646331"/>
                  </a:cubicBezTo>
                  <a:cubicBezTo>
                    <a:pt x="1786803" y="751254"/>
                    <a:pt x="1736144" y="567875"/>
                    <a:pt x="1648303" y="646331"/>
                  </a:cubicBezTo>
                  <a:cubicBezTo>
                    <a:pt x="1559079" y="733829"/>
                    <a:pt x="1534367" y="551403"/>
                    <a:pt x="1437474" y="646331"/>
                  </a:cubicBezTo>
                  <a:cubicBezTo>
                    <a:pt x="1323325" y="710309"/>
                    <a:pt x="1360729" y="570719"/>
                    <a:pt x="1284143" y="646331"/>
                  </a:cubicBezTo>
                  <a:cubicBezTo>
                    <a:pt x="1214672" y="726822"/>
                    <a:pt x="1206852" y="579723"/>
                    <a:pt x="1102063" y="646331"/>
                  </a:cubicBezTo>
                  <a:cubicBezTo>
                    <a:pt x="1021942" y="691791"/>
                    <a:pt x="914825" y="572514"/>
                    <a:pt x="833735" y="646331"/>
                  </a:cubicBezTo>
                  <a:cubicBezTo>
                    <a:pt x="763303" y="699697"/>
                    <a:pt x="717973" y="594981"/>
                    <a:pt x="622905" y="646331"/>
                  </a:cubicBezTo>
                  <a:cubicBezTo>
                    <a:pt x="543728" y="683492"/>
                    <a:pt x="451679" y="594555"/>
                    <a:pt x="383326" y="646331"/>
                  </a:cubicBezTo>
                  <a:cubicBezTo>
                    <a:pt x="333732" y="717770"/>
                    <a:pt x="83134" y="644256"/>
                    <a:pt x="0" y="646331"/>
                  </a:cubicBezTo>
                  <a:cubicBezTo>
                    <a:pt x="-40132" y="391457"/>
                    <a:pt x="526" y="180057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custGeom>
                      <a:avLst/>
                      <a:gdLst>
                        <a:gd name="connsiteX0" fmla="*/ 0 w 2874948"/>
                        <a:gd name="connsiteY0" fmla="*/ 0 h 646331"/>
                        <a:gd name="connsiteX1" fmla="*/ 23957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76235 w 2874948"/>
                        <a:gd name="connsiteY3" fmla="*/ 0 h 646331"/>
                        <a:gd name="connsiteX4" fmla="*/ 1015814 w 2874948"/>
                        <a:gd name="connsiteY4" fmla="*/ 0 h 646331"/>
                        <a:gd name="connsiteX5" fmla="*/ 1255393 w 2874948"/>
                        <a:gd name="connsiteY5" fmla="*/ 0 h 646331"/>
                        <a:gd name="connsiteX6" fmla="*/ 1523722 w 2874948"/>
                        <a:gd name="connsiteY6" fmla="*/ 0 h 646331"/>
                        <a:gd name="connsiteX7" fmla="*/ 1677052 w 2874948"/>
                        <a:gd name="connsiteY7" fmla="*/ 0 h 646331"/>
                        <a:gd name="connsiteX8" fmla="*/ 1830383 w 2874948"/>
                        <a:gd name="connsiteY8" fmla="*/ 0 h 646331"/>
                        <a:gd name="connsiteX9" fmla="*/ 1983714 w 2874948"/>
                        <a:gd name="connsiteY9" fmla="*/ 0 h 646331"/>
                        <a:gd name="connsiteX10" fmla="*/ 2280792 w 2874948"/>
                        <a:gd name="connsiteY10" fmla="*/ 0 h 646331"/>
                        <a:gd name="connsiteX11" fmla="*/ 2491621 w 2874948"/>
                        <a:gd name="connsiteY11" fmla="*/ 0 h 646331"/>
                        <a:gd name="connsiteX12" fmla="*/ 2644952 w 2874948"/>
                        <a:gd name="connsiteY12" fmla="*/ 0 h 646331"/>
                        <a:gd name="connsiteX13" fmla="*/ 2874948 w 2874948"/>
                        <a:gd name="connsiteY13" fmla="*/ 0 h 646331"/>
                        <a:gd name="connsiteX14" fmla="*/ 2874948 w 2874948"/>
                        <a:gd name="connsiteY14" fmla="*/ 646331 h 646331"/>
                        <a:gd name="connsiteX15" fmla="*/ 2635369 w 2874948"/>
                        <a:gd name="connsiteY15" fmla="*/ 646331 h 646331"/>
                        <a:gd name="connsiteX16" fmla="*/ 2338290 w 2874948"/>
                        <a:gd name="connsiteY16" fmla="*/ 646331 h 646331"/>
                        <a:gd name="connsiteX17" fmla="*/ 2184960 w 2874948"/>
                        <a:gd name="connsiteY17" fmla="*/ 646331 h 646331"/>
                        <a:gd name="connsiteX18" fmla="*/ 1916631 w 2874948"/>
                        <a:gd name="connsiteY18" fmla="*/ 646331 h 646331"/>
                        <a:gd name="connsiteX19" fmla="*/ 1648303 w 2874948"/>
                        <a:gd name="connsiteY19" fmla="*/ 646331 h 646331"/>
                        <a:gd name="connsiteX20" fmla="*/ 1437474 w 2874948"/>
                        <a:gd name="connsiteY20" fmla="*/ 646331 h 646331"/>
                        <a:gd name="connsiteX21" fmla="*/ 1284143 w 2874948"/>
                        <a:gd name="connsiteY21" fmla="*/ 646331 h 646331"/>
                        <a:gd name="connsiteX22" fmla="*/ 1102063 w 2874948"/>
                        <a:gd name="connsiteY22" fmla="*/ 646331 h 646331"/>
                        <a:gd name="connsiteX23" fmla="*/ 833735 w 2874948"/>
                        <a:gd name="connsiteY23" fmla="*/ 646331 h 646331"/>
                        <a:gd name="connsiteX24" fmla="*/ 622905 w 2874948"/>
                        <a:gd name="connsiteY24" fmla="*/ 646331 h 646331"/>
                        <a:gd name="connsiteX25" fmla="*/ 383326 w 2874948"/>
                        <a:gd name="connsiteY25" fmla="*/ 646331 h 646331"/>
                        <a:gd name="connsiteX26" fmla="*/ 0 w 2874948"/>
                        <a:gd name="connsiteY26" fmla="*/ 646331 h 646331"/>
                        <a:gd name="connsiteX27" fmla="*/ 0 w 2874948"/>
                        <a:gd name="connsiteY27" fmla="*/ 0 h 646331"/>
                        <a:gd name="connsiteX0" fmla="*/ 0 w 2874948"/>
                        <a:gd name="connsiteY0" fmla="*/ 0 h 646331"/>
                        <a:gd name="connsiteX1" fmla="*/ 26832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18737 w 2874948"/>
                        <a:gd name="connsiteY3" fmla="*/ 0 h 646331"/>
                        <a:gd name="connsiteX4" fmla="*/ 900816 w 2874948"/>
                        <a:gd name="connsiteY4" fmla="*/ 0 h 646331"/>
                        <a:gd name="connsiteX5" fmla="*/ 1140395 w 2874948"/>
                        <a:gd name="connsiteY5" fmla="*/ 0 h 646331"/>
                        <a:gd name="connsiteX6" fmla="*/ 1322476 w 2874948"/>
                        <a:gd name="connsiteY6" fmla="*/ 0 h 646331"/>
                        <a:gd name="connsiteX7" fmla="*/ 1562055 w 2874948"/>
                        <a:gd name="connsiteY7" fmla="*/ 0 h 646331"/>
                        <a:gd name="connsiteX8" fmla="*/ 1772884 w 2874948"/>
                        <a:gd name="connsiteY8" fmla="*/ 0 h 646331"/>
                        <a:gd name="connsiteX9" fmla="*/ 1954964 w 2874948"/>
                        <a:gd name="connsiteY9" fmla="*/ 0 h 646331"/>
                        <a:gd name="connsiteX10" fmla="*/ 2223293 w 2874948"/>
                        <a:gd name="connsiteY10" fmla="*/ 0 h 646331"/>
                        <a:gd name="connsiteX11" fmla="*/ 2520371 w 2874948"/>
                        <a:gd name="connsiteY11" fmla="*/ 0 h 646331"/>
                        <a:gd name="connsiteX12" fmla="*/ 2874948 w 2874948"/>
                        <a:gd name="connsiteY12" fmla="*/ 0 h 646331"/>
                        <a:gd name="connsiteX13" fmla="*/ 2874948 w 2874948"/>
                        <a:gd name="connsiteY13" fmla="*/ 646331 h 646331"/>
                        <a:gd name="connsiteX14" fmla="*/ 2606619 w 2874948"/>
                        <a:gd name="connsiteY14" fmla="*/ 646331 h 646331"/>
                        <a:gd name="connsiteX15" fmla="*/ 2395790 w 2874948"/>
                        <a:gd name="connsiteY15" fmla="*/ 646331 h 646331"/>
                        <a:gd name="connsiteX16" fmla="*/ 2127461 w 2874948"/>
                        <a:gd name="connsiteY16" fmla="*/ 646331 h 646331"/>
                        <a:gd name="connsiteX17" fmla="*/ 1830383 w 2874948"/>
                        <a:gd name="connsiteY17" fmla="*/ 646331 h 646331"/>
                        <a:gd name="connsiteX18" fmla="*/ 1677052 w 2874948"/>
                        <a:gd name="connsiteY18" fmla="*/ 646331 h 646331"/>
                        <a:gd name="connsiteX19" fmla="*/ 1523722 w 2874948"/>
                        <a:gd name="connsiteY19" fmla="*/ 646331 h 646331"/>
                        <a:gd name="connsiteX20" fmla="*/ 1312892 w 2874948"/>
                        <a:gd name="connsiteY20" fmla="*/ 646331 h 646331"/>
                        <a:gd name="connsiteX21" fmla="*/ 1015814 w 2874948"/>
                        <a:gd name="connsiteY21" fmla="*/ 646331 h 646331"/>
                        <a:gd name="connsiteX22" fmla="*/ 833735 w 2874948"/>
                        <a:gd name="connsiteY22" fmla="*/ 646331 h 646331"/>
                        <a:gd name="connsiteX23" fmla="*/ 651654 w 2874948"/>
                        <a:gd name="connsiteY23" fmla="*/ 646331 h 646331"/>
                        <a:gd name="connsiteX24" fmla="*/ 412075 w 2874948"/>
                        <a:gd name="connsiteY24" fmla="*/ 646331 h 646331"/>
                        <a:gd name="connsiteX25" fmla="*/ 0 w 2874948"/>
                        <a:gd name="connsiteY25" fmla="*/ 646331 h 646331"/>
                        <a:gd name="connsiteX26" fmla="*/ 0 w 2874948"/>
                        <a:gd name="connsiteY26" fmla="*/ 0 h 646331"/>
                        <a:gd name="connsiteX0" fmla="*/ 0 w 2874948"/>
                        <a:gd name="connsiteY0" fmla="*/ 0 h 646331"/>
                        <a:gd name="connsiteX1" fmla="*/ 239578 w 2874948"/>
                        <a:gd name="connsiteY1" fmla="*/ 0 h 646331"/>
                        <a:gd name="connsiteX2" fmla="*/ 479157 w 2874948"/>
                        <a:gd name="connsiteY2" fmla="*/ 0 h 646331"/>
                        <a:gd name="connsiteX3" fmla="*/ 776235 w 2874948"/>
                        <a:gd name="connsiteY3" fmla="*/ 0 h 646331"/>
                        <a:gd name="connsiteX4" fmla="*/ 1015814 w 2874948"/>
                        <a:gd name="connsiteY4" fmla="*/ 0 h 646331"/>
                        <a:gd name="connsiteX5" fmla="*/ 1255393 w 2874948"/>
                        <a:gd name="connsiteY5" fmla="*/ 0 h 646331"/>
                        <a:gd name="connsiteX6" fmla="*/ 1523722 w 2874948"/>
                        <a:gd name="connsiteY6" fmla="*/ 0 h 646331"/>
                        <a:gd name="connsiteX7" fmla="*/ 1677052 w 2874948"/>
                        <a:gd name="connsiteY7" fmla="*/ 0 h 646331"/>
                        <a:gd name="connsiteX8" fmla="*/ 1830383 w 2874948"/>
                        <a:gd name="connsiteY8" fmla="*/ 0 h 646331"/>
                        <a:gd name="connsiteX9" fmla="*/ 1983714 w 2874948"/>
                        <a:gd name="connsiteY9" fmla="*/ 0 h 646331"/>
                        <a:gd name="connsiteX10" fmla="*/ 2280792 w 2874948"/>
                        <a:gd name="connsiteY10" fmla="*/ 0 h 646331"/>
                        <a:gd name="connsiteX11" fmla="*/ 2491621 w 2874948"/>
                        <a:gd name="connsiteY11" fmla="*/ 0 h 646331"/>
                        <a:gd name="connsiteX12" fmla="*/ 2644952 w 2874948"/>
                        <a:gd name="connsiteY12" fmla="*/ 0 h 646331"/>
                        <a:gd name="connsiteX13" fmla="*/ 2874948 w 2874948"/>
                        <a:gd name="connsiteY13" fmla="*/ 0 h 646331"/>
                        <a:gd name="connsiteX14" fmla="*/ 2874948 w 2874948"/>
                        <a:gd name="connsiteY14" fmla="*/ 646331 h 646331"/>
                        <a:gd name="connsiteX15" fmla="*/ 2635369 w 2874948"/>
                        <a:gd name="connsiteY15" fmla="*/ 646331 h 646331"/>
                        <a:gd name="connsiteX16" fmla="*/ 2338290 w 2874948"/>
                        <a:gd name="connsiteY16" fmla="*/ 646331 h 646331"/>
                        <a:gd name="connsiteX17" fmla="*/ 2184960 w 2874948"/>
                        <a:gd name="connsiteY17" fmla="*/ 646331 h 646331"/>
                        <a:gd name="connsiteX18" fmla="*/ 1916631 w 2874948"/>
                        <a:gd name="connsiteY18" fmla="*/ 646331 h 646331"/>
                        <a:gd name="connsiteX19" fmla="*/ 1648303 w 2874948"/>
                        <a:gd name="connsiteY19" fmla="*/ 646331 h 646331"/>
                        <a:gd name="connsiteX20" fmla="*/ 1437474 w 2874948"/>
                        <a:gd name="connsiteY20" fmla="*/ 646331 h 646331"/>
                        <a:gd name="connsiteX21" fmla="*/ 1284143 w 2874948"/>
                        <a:gd name="connsiteY21" fmla="*/ 646331 h 646331"/>
                        <a:gd name="connsiteX22" fmla="*/ 1102063 w 2874948"/>
                        <a:gd name="connsiteY22" fmla="*/ 646331 h 646331"/>
                        <a:gd name="connsiteX23" fmla="*/ 833735 w 2874948"/>
                        <a:gd name="connsiteY23" fmla="*/ 646331 h 646331"/>
                        <a:gd name="connsiteX24" fmla="*/ 622905 w 2874948"/>
                        <a:gd name="connsiteY24" fmla="*/ 646331 h 646331"/>
                        <a:gd name="connsiteX25" fmla="*/ 383326 w 2874948"/>
                        <a:gd name="connsiteY25" fmla="*/ 646331 h 646331"/>
                        <a:gd name="connsiteX26" fmla="*/ 0 w 2874948"/>
                        <a:gd name="connsiteY26" fmla="*/ 646331 h 646331"/>
                        <a:gd name="connsiteX27" fmla="*/ 0 w 2874948"/>
                        <a:gd name="connsiteY27" fmla="*/ 0 h 6463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2874948" h="646331" fill="none" extrusionOk="0">
                          <a:moveTo>
                            <a:pt x="0" y="0"/>
                          </a:moveTo>
                          <a:cubicBezTo>
                            <a:pt x="73045" y="-65324"/>
                            <a:pt x="111488" y="38343"/>
                            <a:pt x="239578" y="0"/>
                          </a:cubicBezTo>
                          <a:cubicBezTo>
                            <a:pt x="362076" y="-134170"/>
                            <a:pt x="343270" y="75010"/>
                            <a:pt x="479157" y="0"/>
                          </a:cubicBezTo>
                          <a:cubicBezTo>
                            <a:pt x="568912" y="-28230"/>
                            <a:pt x="616815" y="92238"/>
                            <a:pt x="776235" y="0"/>
                          </a:cubicBezTo>
                          <a:cubicBezTo>
                            <a:pt x="825680" y="-67336"/>
                            <a:pt x="925789" y="159414"/>
                            <a:pt x="1015814" y="0"/>
                          </a:cubicBezTo>
                          <a:cubicBezTo>
                            <a:pt x="1114872" y="-149961"/>
                            <a:pt x="1154203" y="101564"/>
                            <a:pt x="1255393" y="0"/>
                          </a:cubicBezTo>
                          <a:cubicBezTo>
                            <a:pt x="1366794" y="-113759"/>
                            <a:pt x="1391901" y="54368"/>
                            <a:pt x="1523722" y="0"/>
                          </a:cubicBezTo>
                          <a:cubicBezTo>
                            <a:pt x="1619618" y="16782"/>
                            <a:pt x="1593116" y="93335"/>
                            <a:pt x="1677052" y="0"/>
                          </a:cubicBezTo>
                          <a:cubicBezTo>
                            <a:pt x="1720005" y="-77501"/>
                            <a:pt x="1727088" y="-10271"/>
                            <a:pt x="1830383" y="0"/>
                          </a:cubicBezTo>
                          <a:cubicBezTo>
                            <a:pt x="1891588" y="-16918"/>
                            <a:pt x="1910336" y="10438"/>
                            <a:pt x="1983714" y="0"/>
                          </a:cubicBezTo>
                          <a:cubicBezTo>
                            <a:pt x="2076857" y="-51573"/>
                            <a:pt x="2255738" y="130343"/>
                            <a:pt x="2280792" y="0"/>
                          </a:cubicBezTo>
                          <a:cubicBezTo>
                            <a:pt x="2342733" y="-122881"/>
                            <a:pt x="2446385" y="-2612"/>
                            <a:pt x="2491621" y="0"/>
                          </a:cubicBezTo>
                          <a:cubicBezTo>
                            <a:pt x="2555630" y="9902"/>
                            <a:pt x="2575421" y="57972"/>
                            <a:pt x="2644952" y="0"/>
                          </a:cubicBezTo>
                          <a:cubicBezTo>
                            <a:pt x="2712692" y="-64251"/>
                            <a:pt x="2837949" y="47582"/>
                            <a:pt x="2874948" y="0"/>
                          </a:cubicBezTo>
                          <a:cubicBezTo>
                            <a:pt x="2892666" y="123285"/>
                            <a:pt x="2883436" y="330614"/>
                            <a:pt x="2874948" y="646331"/>
                          </a:cubicBezTo>
                          <a:cubicBezTo>
                            <a:pt x="2818495" y="726027"/>
                            <a:pt x="2773400" y="636970"/>
                            <a:pt x="2635369" y="646331"/>
                          </a:cubicBezTo>
                          <a:cubicBezTo>
                            <a:pt x="2516992" y="711828"/>
                            <a:pt x="2503513" y="585819"/>
                            <a:pt x="2338290" y="646331"/>
                          </a:cubicBezTo>
                          <a:cubicBezTo>
                            <a:pt x="2180079" y="743441"/>
                            <a:pt x="2214042" y="581388"/>
                            <a:pt x="2184960" y="646331"/>
                          </a:cubicBezTo>
                          <a:cubicBezTo>
                            <a:pt x="2207684" y="734004"/>
                            <a:pt x="2056227" y="506517"/>
                            <a:pt x="1916631" y="646331"/>
                          </a:cubicBezTo>
                          <a:cubicBezTo>
                            <a:pt x="1809314" y="735341"/>
                            <a:pt x="1736720" y="616810"/>
                            <a:pt x="1648303" y="646331"/>
                          </a:cubicBezTo>
                          <a:cubicBezTo>
                            <a:pt x="1530456" y="729846"/>
                            <a:pt x="1550953" y="599951"/>
                            <a:pt x="1437474" y="646331"/>
                          </a:cubicBezTo>
                          <a:cubicBezTo>
                            <a:pt x="1325658" y="754415"/>
                            <a:pt x="1374857" y="585330"/>
                            <a:pt x="1284143" y="646331"/>
                          </a:cubicBezTo>
                          <a:cubicBezTo>
                            <a:pt x="1207809" y="705347"/>
                            <a:pt x="1189518" y="563500"/>
                            <a:pt x="1102063" y="646331"/>
                          </a:cubicBezTo>
                          <a:cubicBezTo>
                            <a:pt x="1034903" y="666920"/>
                            <a:pt x="874808" y="516227"/>
                            <a:pt x="833735" y="646331"/>
                          </a:cubicBezTo>
                          <a:cubicBezTo>
                            <a:pt x="768389" y="751245"/>
                            <a:pt x="739488" y="603073"/>
                            <a:pt x="622905" y="646331"/>
                          </a:cubicBezTo>
                          <a:cubicBezTo>
                            <a:pt x="543033" y="674253"/>
                            <a:pt x="478364" y="568089"/>
                            <a:pt x="383326" y="646331"/>
                          </a:cubicBezTo>
                          <a:cubicBezTo>
                            <a:pt x="328545" y="673042"/>
                            <a:pt x="111528" y="606451"/>
                            <a:pt x="0" y="646331"/>
                          </a:cubicBezTo>
                          <a:cubicBezTo>
                            <a:pt x="65123" y="465786"/>
                            <a:pt x="37662" y="138730"/>
                            <a:pt x="0" y="0"/>
                          </a:cubicBezTo>
                          <a:close/>
                        </a:path>
                        <a:path w="2874948" h="646331" stroke="0" extrusionOk="0">
                          <a:moveTo>
                            <a:pt x="0" y="0"/>
                          </a:moveTo>
                          <a:cubicBezTo>
                            <a:pt x="98508" y="-71283"/>
                            <a:pt x="179149" y="71378"/>
                            <a:pt x="268328" y="0"/>
                          </a:cubicBezTo>
                          <a:cubicBezTo>
                            <a:pt x="368718" y="-57288"/>
                            <a:pt x="433637" y="95461"/>
                            <a:pt x="479157" y="0"/>
                          </a:cubicBezTo>
                          <a:cubicBezTo>
                            <a:pt x="557119" y="-93145"/>
                            <a:pt x="626063" y="13766"/>
                            <a:pt x="718737" y="0"/>
                          </a:cubicBezTo>
                          <a:cubicBezTo>
                            <a:pt x="794831" y="-45421"/>
                            <a:pt x="849164" y="79837"/>
                            <a:pt x="900816" y="0"/>
                          </a:cubicBezTo>
                          <a:cubicBezTo>
                            <a:pt x="951961" y="-51140"/>
                            <a:pt x="1044745" y="32229"/>
                            <a:pt x="1140395" y="0"/>
                          </a:cubicBezTo>
                          <a:cubicBezTo>
                            <a:pt x="1248845" y="-7367"/>
                            <a:pt x="1233964" y="19871"/>
                            <a:pt x="1322476" y="0"/>
                          </a:cubicBezTo>
                          <a:cubicBezTo>
                            <a:pt x="1412366" y="-30776"/>
                            <a:pt x="1463557" y="30971"/>
                            <a:pt x="1562055" y="0"/>
                          </a:cubicBezTo>
                          <a:cubicBezTo>
                            <a:pt x="1572789" y="-37029"/>
                            <a:pt x="1693181" y="111943"/>
                            <a:pt x="1772884" y="0"/>
                          </a:cubicBezTo>
                          <a:cubicBezTo>
                            <a:pt x="1869619" y="-83157"/>
                            <a:pt x="1873272" y="3464"/>
                            <a:pt x="1954964" y="0"/>
                          </a:cubicBezTo>
                          <a:cubicBezTo>
                            <a:pt x="2027981" y="-70369"/>
                            <a:pt x="2124983" y="48547"/>
                            <a:pt x="2223293" y="0"/>
                          </a:cubicBezTo>
                          <a:cubicBezTo>
                            <a:pt x="2291287" y="-105300"/>
                            <a:pt x="2439379" y="56986"/>
                            <a:pt x="2520371" y="0"/>
                          </a:cubicBezTo>
                          <a:cubicBezTo>
                            <a:pt x="2639736" y="-46900"/>
                            <a:pt x="2746921" y="80297"/>
                            <a:pt x="2874948" y="0"/>
                          </a:cubicBezTo>
                          <a:cubicBezTo>
                            <a:pt x="2845263" y="257644"/>
                            <a:pt x="2913298" y="523937"/>
                            <a:pt x="2874948" y="646331"/>
                          </a:cubicBezTo>
                          <a:cubicBezTo>
                            <a:pt x="2750773" y="788963"/>
                            <a:pt x="2701287" y="528820"/>
                            <a:pt x="2606619" y="646331"/>
                          </a:cubicBezTo>
                          <a:cubicBezTo>
                            <a:pt x="2518342" y="703586"/>
                            <a:pt x="2469904" y="620651"/>
                            <a:pt x="2395790" y="646331"/>
                          </a:cubicBezTo>
                          <a:cubicBezTo>
                            <a:pt x="2312588" y="671165"/>
                            <a:pt x="2200985" y="636034"/>
                            <a:pt x="2127461" y="646331"/>
                          </a:cubicBezTo>
                          <a:cubicBezTo>
                            <a:pt x="2058559" y="628838"/>
                            <a:pt x="1978766" y="569066"/>
                            <a:pt x="1830383" y="646331"/>
                          </a:cubicBezTo>
                          <a:cubicBezTo>
                            <a:pt x="1699353" y="767515"/>
                            <a:pt x="1716926" y="642451"/>
                            <a:pt x="1677052" y="646331"/>
                          </a:cubicBezTo>
                          <a:cubicBezTo>
                            <a:pt x="1634360" y="674878"/>
                            <a:pt x="1556654" y="644178"/>
                            <a:pt x="1523722" y="646331"/>
                          </a:cubicBezTo>
                          <a:cubicBezTo>
                            <a:pt x="1481822" y="649813"/>
                            <a:pt x="1412647" y="579917"/>
                            <a:pt x="1312892" y="646331"/>
                          </a:cubicBezTo>
                          <a:cubicBezTo>
                            <a:pt x="1157660" y="660617"/>
                            <a:pt x="1164610" y="572758"/>
                            <a:pt x="1015814" y="646331"/>
                          </a:cubicBezTo>
                          <a:cubicBezTo>
                            <a:pt x="900382" y="773130"/>
                            <a:pt x="910517" y="580102"/>
                            <a:pt x="833735" y="646331"/>
                          </a:cubicBezTo>
                          <a:cubicBezTo>
                            <a:pt x="693746" y="737178"/>
                            <a:pt x="809649" y="573287"/>
                            <a:pt x="651654" y="646331"/>
                          </a:cubicBezTo>
                          <a:cubicBezTo>
                            <a:pt x="568319" y="716063"/>
                            <a:pt x="485316" y="631196"/>
                            <a:pt x="412075" y="646331"/>
                          </a:cubicBezTo>
                          <a:cubicBezTo>
                            <a:pt x="275524" y="674150"/>
                            <a:pt x="92930" y="586748"/>
                            <a:pt x="0" y="646331"/>
                          </a:cubicBezTo>
                          <a:cubicBezTo>
                            <a:pt x="2039" y="492862"/>
                            <a:pt x="8920" y="337024"/>
                            <a:pt x="0" y="0"/>
                          </a:cubicBezTo>
                          <a:close/>
                        </a:path>
                        <a:path w="2874948" h="646331" fill="none" stroke="0" extrusionOk="0">
                          <a:moveTo>
                            <a:pt x="0" y="0"/>
                          </a:moveTo>
                          <a:cubicBezTo>
                            <a:pt x="87389" y="-104025"/>
                            <a:pt x="139706" y="65975"/>
                            <a:pt x="239578" y="0"/>
                          </a:cubicBezTo>
                          <a:cubicBezTo>
                            <a:pt x="369174" y="-83826"/>
                            <a:pt x="365766" y="62445"/>
                            <a:pt x="479157" y="0"/>
                          </a:cubicBezTo>
                          <a:cubicBezTo>
                            <a:pt x="595717" y="-86127"/>
                            <a:pt x="693924" y="109523"/>
                            <a:pt x="776235" y="0"/>
                          </a:cubicBezTo>
                          <a:cubicBezTo>
                            <a:pt x="905139" y="-83675"/>
                            <a:pt x="903697" y="126219"/>
                            <a:pt x="1015814" y="0"/>
                          </a:cubicBezTo>
                          <a:cubicBezTo>
                            <a:pt x="1153371" y="-103171"/>
                            <a:pt x="1126854" y="66785"/>
                            <a:pt x="1255393" y="0"/>
                          </a:cubicBezTo>
                          <a:cubicBezTo>
                            <a:pt x="1374607" y="-128413"/>
                            <a:pt x="1448817" y="27929"/>
                            <a:pt x="1523722" y="0"/>
                          </a:cubicBezTo>
                          <a:cubicBezTo>
                            <a:pt x="1624408" y="-503"/>
                            <a:pt x="1625012" y="79980"/>
                            <a:pt x="1677052" y="0"/>
                          </a:cubicBezTo>
                          <a:cubicBezTo>
                            <a:pt x="1759786" y="-75161"/>
                            <a:pt x="1748651" y="16954"/>
                            <a:pt x="1830383" y="0"/>
                          </a:cubicBezTo>
                          <a:cubicBezTo>
                            <a:pt x="1911040" y="-32411"/>
                            <a:pt x="1900342" y="5098"/>
                            <a:pt x="1983714" y="0"/>
                          </a:cubicBezTo>
                          <a:cubicBezTo>
                            <a:pt x="2025836" y="-15419"/>
                            <a:pt x="2214623" y="81159"/>
                            <a:pt x="2280792" y="0"/>
                          </a:cubicBezTo>
                          <a:cubicBezTo>
                            <a:pt x="2345847" y="-133445"/>
                            <a:pt x="2447143" y="9977"/>
                            <a:pt x="2491621" y="0"/>
                          </a:cubicBezTo>
                          <a:cubicBezTo>
                            <a:pt x="2549515" y="-22572"/>
                            <a:pt x="2613713" y="46111"/>
                            <a:pt x="2644952" y="0"/>
                          </a:cubicBezTo>
                          <a:cubicBezTo>
                            <a:pt x="2705864" y="-48157"/>
                            <a:pt x="2815332" y="41656"/>
                            <a:pt x="2874948" y="0"/>
                          </a:cubicBezTo>
                          <a:cubicBezTo>
                            <a:pt x="2917029" y="239153"/>
                            <a:pt x="2861371" y="332443"/>
                            <a:pt x="2874948" y="646331"/>
                          </a:cubicBezTo>
                          <a:cubicBezTo>
                            <a:pt x="2795389" y="733797"/>
                            <a:pt x="2777303" y="611858"/>
                            <a:pt x="2635369" y="646331"/>
                          </a:cubicBezTo>
                          <a:cubicBezTo>
                            <a:pt x="2533124" y="712437"/>
                            <a:pt x="2454559" y="613665"/>
                            <a:pt x="2338290" y="646331"/>
                          </a:cubicBezTo>
                          <a:cubicBezTo>
                            <a:pt x="2205042" y="720602"/>
                            <a:pt x="2199340" y="562460"/>
                            <a:pt x="2184960" y="646331"/>
                          </a:cubicBezTo>
                          <a:cubicBezTo>
                            <a:pt x="2176033" y="703498"/>
                            <a:pt x="2036951" y="512628"/>
                            <a:pt x="1916631" y="646331"/>
                          </a:cubicBezTo>
                          <a:cubicBezTo>
                            <a:pt x="1780963" y="746969"/>
                            <a:pt x="1722944" y="576285"/>
                            <a:pt x="1648303" y="646331"/>
                          </a:cubicBezTo>
                          <a:cubicBezTo>
                            <a:pt x="1550256" y="763410"/>
                            <a:pt x="1522295" y="547628"/>
                            <a:pt x="1437474" y="646331"/>
                          </a:cubicBezTo>
                          <a:cubicBezTo>
                            <a:pt x="1326031" y="704734"/>
                            <a:pt x="1376126" y="573332"/>
                            <a:pt x="1284143" y="646331"/>
                          </a:cubicBezTo>
                          <a:cubicBezTo>
                            <a:pt x="1190939" y="753229"/>
                            <a:pt x="1183992" y="608955"/>
                            <a:pt x="1102063" y="646331"/>
                          </a:cubicBezTo>
                          <a:cubicBezTo>
                            <a:pt x="1013439" y="668170"/>
                            <a:pt x="897913" y="566918"/>
                            <a:pt x="833735" y="646331"/>
                          </a:cubicBezTo>
                          <a:cubicBezTo>
                            <a:pt x="769091" y="697885"/>
                            <a:pt x="696805" y="586806"/>
                            <a:pt x="622905" y="646331"/>
                          </a:cubicBezTo>
                          <a:cubicBezTo>
                            <a:pt x="555554" y="695412"/>
                            <a:pt x="448950" y="587636"/>
                            <a:pt x="383326" y="646331"/>
                          </a:cubicBezTo>
                          <a:cubicBezTo>
                            <a:pt x="319408" y="723886"/>
                            <a:pt x="88741" y="637869"/>
                            <a:pt x="0" y="646331"/>
                          </a:cubicBezTo>
                          <a:cubicBezTo>
                            <a:pt x="-32436" y="364250"/>
                            <a:pt x="-17299" y="175140"/>
                            <a:pt x="0" y="0"/>
                          </a:cubicBezTo>
                          <a:close/>
                        </a:path>
                        <a:path w="2874948" h="646331" fill="none" stroke="0" extrusionOk="0">
                          <a:moveTo>
                            <a:pt x="0" y="0"/>
                          </a:moveTo>
                          <a:cubicBezTo>
                            <a:pt x="87866" y="-75256"/>
                            <a:pt x="99740" y="42533"/>
                            <a:pt x="239578" y="0"/>
                          </a:cubicBezTo>
                          <a:cubicBezTo>
                            <a:pt x="354728" y="-110154"/>
                            <a:pt x="373439" y="46093"/>
                            <a:pt x="479157" y="0"/>
                          </a:cubicBezTo>
                          <a:cubicBezTo>
                            <a:pt x="571703" y="-41090"/>
                            <a:pt x="667388" y="101446"/>
                            <a:pt x="776235" y="0"/>
                          </a:cubicBezTo>
                          <a:cubicBezTo>
                            <a:pt x="847914" y="-120116"/>
                            <a:pt x="913847" y="164816"/>
                            <a:pt x="1015814" y="0"/>
                          </a:cubicBezTo>
                          <a:cubicBezTo>
                            <a:pt x="1121891" y="-119949"/>
                            <a:pt x="1131456" y="110446"/>
                            <a:pt x="1255393" y="0"/>
                          </a:cubicBezTo>
                          <a:cubicBezTo>
                            <a:pt x="1363946" y="-121082"/>
                            <a:pt x="1430217" y="50904"/>
                            <a:pt x="1523722" y="0"/>
                          </a:cubicBezTo>
                          <a:cubicBezTo>
                            <a:pt x="1633935" y="475"/>
                            <a:pt x="1602425" y="89594"/>
                            <a:pt x="1677052" y="0"/>
                          </a:cubicBezTo>
                          <a:cubicBezTo>
                            <a:pt x="1732403" y="-75750"/>
                            <a:pt x="1747206" y="-10986"/>
                            <a:pt x="1830383" y="0"/>
                          </a:cubicBezTo>
                          <a:cubicBezTo>
                            <a:pt x="1903118" y="-23049"/>
                            <a:pt x="1909032" y="12066"/>
                            <a:pt x="1983714" y="0"/>
                          </a:cubicBezTo>
                          <a:cubicBezTo>
                            <a:pt x="2026953" y="-36354"/>
                            <a:pt x="2226556" y="131760"/>
                            <a:pt x="2280792" y="0"/>
                          </a:cubicBezTo>
                          <a:cubicBezTo>
                            <a:pt x="2345975" y="-130025"/>
                            <a:pt x="2446934" y="1720"/>
                            <a:pt x="2491621" y="0"/>
                          </a:cubicBezTo>
                          <a:cubicBezTo>
                            <a:pt x="2547948" y="-15955"/>
                            <a:pt x="2579679" y="54657"/>
                            <a:pt x="2644952" y="0"/>
                          </a:cubicBezTo>
                          <a:cubicBezTo>
                            <a:pt x="2712852" y="-59309"/>
                            <a:pt x="2830963" y="44870"/>
                            <a:pt x="2874948" y="0"/>
                          </a:cubicBezTo>
                          <a:cubicBezTo>
                            <a:pt x="2904659" y="175521"/>
                            <a:pt x="2849443" y="333145"/>
                            <a:pt x="2874948" y="646331"/>
                          </a:cubicBezTo>
                          <a:cubicBezTo>
                            <a:pt x="2811132" y="750780"/>
                            <a:pt x="2764763" y="634562"/>
                            <a:pt x="2635369" y="646331"/>
                          </a:cubicBezTo>
                          <a:cubicBezTo>
                            <a:pt x="2512538" y="720616"/>
                            <a:pt x="2469345" y="599198"/>
                            <a:pt x="2338290" y="646331"/>
                          </a:cubicBezTo>
                          <a:cubicBezTo>
                            <a:pt x="2180223" y="723875"/>
                            <a:pt x="2217571" y="572254"/>
                            <a:pt x="2184960" y="646331"/>
                          </a:cubicBezTo>
                          <a:cubicBezTo>
                            <a:pt x="2191492" y="707048"/>
                            <a:pt x="2051466" y="512645"/>
                            <a:pt x="1916631" y="646331"/>
                          </a:cubicBezTo>
                          <a:cubicBezTo>
                            <a:pt x="1779780" y="763076"/>
                            <a:pt x="1729911" y="588315"/>
                            <a:pt x="1648303" y="646331"/>
                          </a:cubicBezTo>
                          <a:cubicBezTo>
                            <a:pt x="1539414" y="734507"/>
                            <a:pt x="1540007" y="539110"/>
                            <a:pt x="1437474" y="646331"/>
                          </a:cubicBezTo>
                          <a:cubicBezTo>
                            <a:pt x="1328199" y="743791"/>
                            <a:pt x="1371541" y="551332"/>
                            <a:pt x="1284143" y="646331"/>
                          </a:cubicBezTo>
                          <a:cubicBezTo>
                            <a:pt x="1212485" y="717694"/>
                            <a:pt x="1199418" y="583264"/>
                            <a:pt x="1102063" y="646331"/>
                          </a:cubicBezTo>
                          <a:cubicBezTo>
                            <a:pt x="1032779" y="683079"/>
                            <a:pt x="895185" y="545602"/>
                            <a:pt x="833735" y="646331"/>
                          </a:cubicBezTo>
                          <a:cubicBezTo>
                            <a:pt x="768647" y="720219"/>
                            <a:pt x="720816" y="598546"/>
                            <a:pt x="622905" y="646331"/>
                          </a:cubicBezTo>
                          <a:cubicBezTo>
                            <a:pt x="537855" y="662696"/>
                            <a:pt x="454630" y="601309"/>
                            <a:pt x="383326" y="646331"/>
                          </a:cubicBezTo>
                          <a:cubicBezTo>
                            <a:pt x="329684" y="695506"/>
                            <a:pt x="87837" y="628636"/>
                            <a:pt x="0" y="646331"/>
                          </a:cubicBezTo>
                          <a:cubicBezTo>
                            <a:pt x="37909" y="445088"/>
                            <a:pt x="12408" y="119438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Discuss your options with your friend (neighbor) first…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D859A9D1-14CC-61E2-B75F-7033A1A2F9DD}"/>
                </a:ext>
              </a:extLst>
            </p:cNvPr>
            <p:cNvSpPr/>
            <p:nvPr/>
          </p:nvSpPr>
          <p:spPr>
            <a:xfrm>
              <a:off x="3137379" y="477704"/>
              <a:ext cx="671409" cy="150150"/>
            </a:xfrm>
            <a:prstGeom prst="right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742DF4-8076-0E2C-3564-FD8B632EE693}"/>
              </a:ext>
            </a:extLst>
          </p:cNvPr>
          <p:cNvGrpSpPr/>
          <p:nvPr/>
        </p:nvGrpSpPr>
        <p:grpSpPr>
          <a:xfrm>
            <a:off x="9840632" y="1917395"/>
            <a:ext cx="1504204" cy="914400"/>
            <a:chOff x="9840632" y="1917395"/>
            <a:chExt cx="1504204" cy="91440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194CEC-F56B-CDF1-CF4C-9AB5BC9C7EE8}"/>
                </a:ext>
              </a:extLst>
            </p:cNvPr>
            <p:cNvSpPr txBox="1"/>
            <p:nvPr/>
          </p:nvSpPr>
          <p:spPr>
            <a:xfrm>
              <a:off x="10078455" y="2132444"/>
              <a:ext cx="126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Irrational choices! </a:t>
              </a:r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6E6C2E61-9E39-A78C-2098-1DFFED0E6F93}"/>
                </a:ext>
              </a:extLst>
            </p:cNvPr>
            <p:cNvSpPr/>
            <p:nvPr/>
          </p:nvSpPr>
          <p:spPr>
            <a:xfrm>
              <a:off x="9840632" y="1917395"/>
              <a:ext cx="164494" cy="914400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B0176B9-4651-8AC8-88BC-C864DC946AE2}"/>
              </a:ext>
            </a:extLst>
          </p:cNvPr>
          <p:cNvSpPr/>
          <p:nvPr/>
        </p:nvSpPr>
        <p:spPr>
          <a:xfrm>
            <a:off x="10938734" y="757423"/>
            <a:ext cx="1115568" cy="32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1D85E8A-9C70-F7AA-C468-4ABF874D1451}"/>
              </a:ext>
            </a:extLst>
          </p:cNvPr>
          <p:cNvGrpSpPr/>
          <p:nvPr/>
        </p:nvGrpSpPr>
        <p:grpSpPr>
          <a:xfrm>
            <a:off x="3929248" y="1956042"/>
            <a:ext cx="2941970" cy="338554"/>
            <a:chOff x="3929248" y="1956042"/>
            <a:chExt cx="2941970" cy="338554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84987405-94B1-D0A8-89F7-8E3DC2B3E61F}"/>
                </a:ext>
              </a:extLst>
            </p:cNvPr>
            <p:cNvSpPr/>
            <p:nvPr/>
          </p:nvSpPr>
          <p:spPr>
            <a:xfrm>
              <a:off x="6362190" y="2017538"/>
              <a:ext cx="509028" cy="1942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5D851C-477C-03B3-2B45-E03117E366C1}"/>
                </a:ext>
              </a:extLst>
            </p:cNvPr>
            <p:cNvSpPr txBox="1"/>
            <p:nvPr/>
          </p:nvSpPr>
          <p:spPr>
            <a:xfrm>
              <a:off x="3929248" y="1956042"/>
              <a:ext cx="23678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The rational choice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545B51A-3077-DD2B-8E52-EBC769E233A3}"/>
              </a:ext>
            </a:extLst>
          </p:cNvPr>
          <p:cNvSpPr txBox="1"/>
          <p:nvPr/>
        </p:nvSpPr>
        <p:spPr>
          <a:xfrm>
            <a:off x="1656252" y="2343851"/>
            <a:ext cx="4037353" cy="1446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037353"/>
                      <a:gd name="connsiteY0" fmla="*/ 0 h 1446550"/>
                      <a:gd name="connsiteX1" fmla="*/ 536391 w 4037353"/>
                      <a:gd name="connsiteY1" fmla="*/ 0 h 1446550"/>
                      <a:gd name="connsiteX2" fmla="*/ 1032409 w 4037353"/>
                      <a:gd name="connsiteY2" fmla="*/ 0 h 1446550"/>
                      <a:gd name="connsiteX3" fmla="*/ 1649547 w 4037353"/>
                      <a:gd name="connsiteY3" fmla="*/ 0 h 1446550"/>
                      <a:gd name="connsiteX4" fmla="*/ 2226312 w 4037353"/>
                      <a:gd name="connsiteY4" fmla="*/ 0 h 1446550"/>
                      <a:gd name="connsiteX5" fmla="*/ 2803077 w 4037353"/>
                      <a:gd name="connsiteY5" fmla="*/ 0 h 1446550"/>
                      <a:gd name="connsiteX6" fmla="*/ 3460588 w 4037353"/>
                      <a:gd name="connsiteY6" fmla="*/ 0 h 1446550"/>
                      <a:gd name="connsiteX7" fmla="*/ 4037353 w 4037353"/>
                      <a:gd name="connsiteY7" fmla="*/ 0 h 1446550"/>
                      <a:gd name="connsiteX8" fmla="*/ 4037353 w 4037353"/>
                      <a:gd name="connsiteY8" fmla="*/ 438787 h 1446550"/>
                      <a:gd name="connsiteX9" fmla="*/ 4037353 w 4037353"/>
                      <a:gd name="connsiteY9" fmla="*/ 935436 h 1446550"/>
                      <a:gd name="connsiteX10" fmla="*/ 4037353 w 4037353"/>
                      <a:gd name="connsiteY10" fmla="*/ 1446550 h 1446550"/>
                      <a:gd name="connsiteX11" fmla="*/ 3420215 w 4037353"/>
                      <a:gd name="connsiteY11" fmla="*/ 1446550 h 1446550"/>
                      <a:gd name="connsiteX12" fmla="*/ 2803077 w 4037353"/>
                      <a:gd name="connsiteY12" fmla="*/ 1446550 h 1446550"/>
                      <a:gd name="connsiteX13" fmla="*/ 2145565 w 4037353"/>
                      <a:gd name="connsiteY13" fmla="*/ 1446550 h 1446550"/>
                      <a:gd name="connsiteX14" fmla="*/ 1609174 w 4037353"/>
                      <a:gd name="connsiteY14" fmla="*/ 1446550 h 1446550"/>
                      <a:gd name="connsiteX15" fmla="*/ 951662 w 4037353"/>
                      <a:gd name="connsiteY15" fmla="*/ 1446550 h 1446550"/>
                      <a:gd name="connsiteX16" fmla="*/ 0 w 4037353"/>
                      <a:gd name="connsiteY16" fmla="*/ 1446550 h 1446550"/>
                      <a:gd name="connsiteX17" fmla="*/ 0 w 4037353"/>
                      <a:gd name="connsiteY17" fmla="*/ 1007763 h 1446550"/>
                      <a:gd name="connsiteX18" fmla="*/ 0 w 4037353"/>
                      <a:gd name="connsiteY18" fmla="*/ 511114 h 1446550"/>
                      <a:gd name="connsiteX19" fmla="*/ 0 w 4037353"/>
                      <a:gd name="connsiteY19" fmla="*/ 0 h 1446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037353" h="1446550" fill="none" extrusionOk="0">
                        <a:moveTo>
                          <a:pt x="0" y="0"/>
                        </a:moveTo>
                        <a:cubicBezTo>
                          <a:pt x="214023" y="-4055"/>
                          <a:pt x="320922" y="52036"/>
                          <a:pt x="536391" y="0"/>
                        </a:cubicBezTo>
                        <a:cubicBezTo>
                          <a:pt x="751860" y="-52036"/>
                          <a:pt x="849062" y="18217"/>
                          <a:pt x="1032409" y="0"/>
                        </a:cubicBezTo>
                        <a:cubicBezTo>
                          <a:pt x="1215756" y="-18217"/>
                          <a:pt x="1450553" y="10127"/>
                          <a:pt x="1649547" y="0"/>
                        </a:cubicBezTo>
                        <a:cubicBezTo>
                          <a:pt x="1848541" y="-10127"/>
                          <a:pt x="2099540" y="41090"/>
                          <a:pt x="2226312" y="0"/>
                        </a:cubicBezTo>
                        <a:cubicBezTo>
                          <a:pt x="2353085" y="-41090"/>
                          <a:pt x="2539400" y="50303"/>
                          <a:pt x="2803077" y="0"/>
                        </a:cubicBezTo>
                        <a:cubicBezTo>
                          <a:pt x="3066754" y="-50303"/>
                          <a:pt x="3319746" y="13014"/>
                          <a:pt x="3460588" y="0"/>
                        </a:cubicBezTo>
                        <a:cubicBezTo>
                          <a:pt x="3601430" y="-13014"/>
                          <a:pt x="3760319" y="45384"/>
                          <a:pt x="4037353" y="0"/>
                        </a:cubicBezTo>
                        <a:cubicBezTo>
                          <a:pt x="4037819" y="149645"/>
                          <a:pt x="3993519" y="250064"/>
                          <a:pt x="4037353" y="438787"/>
                        </a:cubicBezTo>
                        <a:cubicBezTo>
                          <a:pt x="4081187" y="627510"/>
                          <a:pt x="4019237" y="807726"/>
                          <a:pt x="4037353" y="935436"/>
                        </a:cubicBezTo>
                        <a:cubicBezTo>
                          <a:pt x="4055469" y="1063146"/>
                          <a:pt x="4020074" y="1295552"/>
                          <a:pt x="4037353" y="1446550"/>
                        </a:cubicBezTo>
                        <a:cubicBezTo>
                          <a:pt x="3847290" y="1490735"/>
                          <a:pt x="3724455" y="1441256"/>
                          <a:pt x="3420215" y="1446550"/>
                        </a:cubicBezTo>
                        <a:cubicBezTo>
                          <a:pt x="3115975" y="1451844"/>
                          <a:pt x="3070177" y="1418414"/>
                          <a:pt x="2803077" y="1446550"/>
                        </a:cubicBezTo>
                        <a:cubicBezTo>
                          <a:pt x="2535977" y="1474686"/>
                          <a:pt x="2324834" y="1444033"/>
                          <a:pt x="2145565" y="1446550"/>
                        </a:cubicBezTo>
                        <a:cubicBezTo>
                          <a:pt x="1966296" y="1449067"/>
                          <a:pt x="1862970" y="1421052"/>
                          <a:pt x="1609174" y="1446550"/>
                        </a:cubicBezTo>
                        <a:cubicBezTo>
                          <a:pt x="1355378" y="1472048"/>
                          <a:pt x="1095223" y="1378167"/>
                          <a:pt x="951662" y="1446550"/>
                        </a:cubicBezTo>
                        <a:cubicBezTo>
                          <a:pt x="808101" y="1514933"/>
                          <a:pt x="206159" y="1337762"/>
                          <a:pt x="0" y="1446550"/>
                        </a:cubicBezTo>
                        <a:cubicBezTo>
                          <a:pt x="-41134" y="1319302"/>
                          <a:pt x="42119" y="1125685"/>
                          <a:pt x="0" y="1007763"/>
                        </a:cubicBezTo>
                        <a:cubicBezTo>
                          <a:pt x="-42119" y="889841"/>
                          <a:pt x="39810" y="757720"/>
                          <a:pt x="0" y="511114"/>
                        </a:cubicBezTo>
                        <a:cubicBezTo>
                          <a:pt x="-39810" y="264508"/>
                          <a:pt x="58361" y="249331"/>
                          <a:pt x="0" y="0"/>
                        </a:cubicBezTo>
                        <a:close/>
                      </a:path>
                      <a:path w="4037353" h="1446550" stroke="0" extrusionOk="0">
                        <a:moveTo>
                          <a:pt x="0" y="0"/>
                        </a:moveTo>
                        <a:cubicBezTo>
                          <a:pt x="256343" y="-25167"/>
                          <a:pt x="419783" y="23278"/>
                          <a:pt x="536391" y="0"/>
                        </a:cubicBezTo>
                        <a:cubicBezTo>
                          <a:pt x="652999" y="-23278"/>
                          <a:pt x="796369" y="22294"/>
                          <a:pt x="992035" y="0"/>
                        </a:cubicBezTo>
                        <a:cubicBezTo>
                          <a:pt x="1187701" y="-22294"/>
                          <a:pt x="1340495" y="68162"/>
                          <a:pt x="1649547" y="0"/>
                        </a:cubicBezTo>
                        <a:cubicBezTo>
                          <a:pt x="1958599" y="-68162"/>
                          <a:pt x="2048589" y="4904"/>
                          <a:pt x="2185938" y="0"/>
                        </a:cubicBezTo>
                        <a:cubicBezTo>
                          <a:pt x="2323287" y="-4904"/>
                          <a:pt x="2483203" y="37796"/>
                          <a:pt x="2722329" y="0"/>
                        </a:cubicBezTo>
                        <a:cubicBezTo>
                          <a:pt x="2961455" y="-37796"/>
                          <a:pt x="3169967" y="75063"/>
                          <a:pt x="3379841" y="0"/>
                        </a:cubicBezTo>
                        <a:cubicBezTo>
                          <a:pt x="3589715" y="-75063"/>
                          <a:pt x="3867900" y="4718"/>
                          <a:pt x="4037353" y="0"/>
                        </a:cubicBezTo>
                        <a:cubicBezTo>
                          <a:pt x="4049999" y="229955"/>
                          <a:pt x="3976577" y="288073"/>
                          <a:pt x="4037353" y="511114"/>
                        </a:cubicBezTo>
                        <a:cubicBezTo>
                          <a:pt x="4098129" y="734155"/>
                          <a:pt x="4003184" y="790322"/>
                          <a:pt x="4037353" y="964367"/>
                        </a:cubicBezTo>
                        <a:cubicBezTo>
                          <a:pt x="4071522" y="1138412"/>
                          <a:pt x="3988369" y="1336228"/>
                          <a:pt x="4037353" y="1446550"/>
                        </a:cubicBezTo>
                        <a:cubicBezTo>
                          <a:pt x="3798743" y="1460130"/>
                          <a:pt x="3628355" y="1426682"/>
                          <a:pt x="3460588" y="1446550"/>
                        </a:cubicBezTo>
                        <a:cubicBezTo>
                          <a:pt x="3292821" y="1466418"/>
                          <a:pt x="3121808" y="1443932"/>
                          <a:pt x="2924197" y="1446550"/>
                        </a:cubicBezTo>
                        <a:cubicBezTo>
                          <a:pt x="2726586" y="1449168"/>
                          <a:pt x="2485478" y="1394822"/>
                          <a:pt x="2266685" y="1446550"/>
                        </a:cubicBezTo>
                        <a:cubicBezTo>
                          <a:pt x="2047892" y="1498278"/>
                          <a:pt x="1858214" y="1429328"/>
                          <a:pt x="1609174" y="1446550"/>
                        </a:cubicBezTo>
                        <a:cubicBezTo>
                          <a:pt x="1360134" y="1463772"/>
                          <a:pt x="1280800" y="1433328"/>
                          <a:pt x="1113156" y="1446550"/>
                        </a:cubicBezTo>
                        <a:cubicBezTo>
                          <a:pt x="945512" y="1459772"/>
                          <a:pt x="753680" y="1424216"/>
                          <a:pt x="536391" y="1446550"/>
                        </a:cubicBezTo>
                        <a:cubicBezTo>
                          <a:pt x="319103" y="1468884"/>
                          <a:pt x="262253" y="1429298"/>
                          <a:pt x="0" y="1446550"/>
                        </a:cubicBezTo>
                        <a:cubicBezTo>
                          <a:pt x="-23891" y="1219950"/>
                          <a:pt x="27360" y="1169442"/>
                          <a:pt x="0" y="964367"/>
                        </a:cubicBezTo>
                        <a:cubicBezTo>
                          <a:pt x="-27360" y="759292"/>
                          <a:pt x="13844" y="611552"/>
                          <a:pt x="0" y="511114"/>
                        </a:cubicBezTo>
                        <a:cubicBezTo>
                          <a:pt x="-13844" y="410676"/>
                          <a:pt x="55041" y="252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Real-world human behavior doesn’t always follow the strict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rationality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that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traditional game theory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assumes.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78931-0AD6-E5DD-B68E-C3683C1DACD0}"/>
              </a:ext>
            </a:extLst>
          </p:cNvPr>
          <p:cNvSpPr txBox="1"/>
          <p:nvPr/>
        </p:nvSpPr>
        <p:spPr>
          <a:xfrm>
            <a:off x="1655245" y="4222942"/>
            <a:ext cx="4038360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038360"/>
                      <a:gd name="connsiteY0" fmla="*/ 0 h 1785104"/>
                      <a:gd name="connsiteX1" fmla="*/ 536525 w 4038360"/>
                      <a:gd name="connsiteY1" fmla="*/ 0 h 1785104"/>
                      <a:gd name="connsiteX2" fmla="*/ 1032666 w 4038360"/>
                      <a:gd name="connsiteY2" fmla="*/ 0 h 1785104"/>
                      <a:gd name="connsiteX3" fmla="*/ 1649959 w 4038360"/>
                      <a:gd name="connsiteY3" fmla="*/ 0 h 1785104"/>
                      <a:gd name="connsiteX4" fmla="*/ 2226867 w 4038360"/>
                      <a:gd name="connsiteY4" fmla="*/ 0 h 1785104"/>
                      <a:gd name="connsiteX5" fmla="*/ 2803776 w 4038360"/>
                      <a:gd name="connsiteY5" fmla="*/ 0 h 1785104"/>
                      <a:gd name="connsiteX6" fmla="*/ 3461451 w 4038360"/>
                      <a:gd name="connsiteY6" fmla="*/ 0 h 1785104"/>
                      <a:gd name="connsiteX7" fmla="*/ 4038360 w 4038360"/>
                      <a:gd name="connsiteY7" fmla="*/ 0 h 1785104"/>
                      <a:gd name="connsiteX8" fmla="*/ 4038360 w 4038360"/>
                      <a:gd name="connsiteY8" fmla="*/ 541482 h 1785104"/>
                      <a:gd name="connsiteX9" fmla="*/ 4038360 w 4038360"/>
                      <a:gd name="connsiteY9" fmla="*/ 1154367 h 1785104"/>
                      <a:gd name="connsiteX10" fmla="*/ 4038360 w 4038360"/>
                      <a:gd name="connsiteY10" fmla="*/ 1785104 h 1785104"/>
                      <a:gd name="connsiteX11" fmla="*/ 3421068 w 4038360"/>
                      <a:gd name="connsiteY11" fmla="*/ 1785104 h 1785104"/>
                      <a:gd name="connsiteX12" fmla="*/ 2803776 w 4038360"/>
                      <a:gd name="connsiteY12" fmla="*/ 1785104 h 1785104"/>
                      <a:gd name="connsiteX13" fmla="*/ 2146100 w 4038360"/>
                      <a:gd name="connsiteY13" fmla="*/ 1785104 h 1785104"/>
                      <a:gd name="connsiteX14" fmla="*/ 1609575 w 4038360"/>
                      <a:gd name="connsiteY14" fmla="*/ 1785104 h 1785104"/>
                      <a:gd name="connsiteX15" fmla="*/ 951899 w 4038360"/>
                      <a:gd name="connsiteY15" fmla="*/ 1785104 h 1785104"/>
                      <a:gd name="connsiteX16" fmla="*/ 0 w 4038360"/>
                      <a:gd name="connsiteY16" fmla="*/ 1785104 h 1785104"/>
                      <a:gd name="connsiteX17" fmla="*/ 0 w 4038360"/>
                      <a:gd name="connsiteY17" fmla="*/ 1243622 h 1785104"/>
                      <a:gd name="connsiteX18" fmla="*/ 0 w 4038360"/>
                      <a:gd name="connsiteY18" fmla="*/ 630737 h 1785104"/>
                      <a:gd name="connsiteX19" fmla="*/ 0 w 4038360"/>
                      <a:gd name="connsiteY19" fmla="*/ 0 h 1785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038360" h="1785104" fill="none" extrusionOk="0">
                        <a:moveTo>
                          <a:pt x="0" y="0"/>
                        </a:moveTo>
                        <a:cubicBezTo>
                          <a:pt x="180067" y="-62908"/>
                          <a:pt x="378392" y="53305"/>
                          <a:pt x="536525" y="0"/>
                        </a:cubicBezTo>
                        <a:cubicBezTo>
                          <a:pt x="694658" y="-53305"/>
                          <a:pt x="933310" y="5716"/>
                          <a:pt x="1032666" y="0"/>
                        </a:cubicBezTo>
                        <a:cubicBezTo>
                          <a:pt x="1132022" y="-5716"/>
                          <a:pt x="1368329" y="68351"/>
                          <a:pt x="1649959" y="0"/>
                        </a:cubicBezTo>
                        <a:cubicBezTo>
                          <a:pt x="1931589" y="-68351"/>
                          <a:pt x="2095893" y="49765"/>
                          <a:pt x="2226867" y="0"/>
                        </a:cubicBezTo>
                        <a:cubicBezTo>
                          <a:pt x="2357841" y="-49765"/>
                          <a:pt x="2665739" y="2208"/>
                          <a:pt x="2803776" y="0"/>
                        </a:cubicBezTo>
                        <a:cubicBezTo>
                          <a:pt x="2941813" y="-2208"/>
                          <a:pt x="3301116" y="38542"/>
                          <a:pt x="3461451" y="0"/>
                        </a:cubicBezTo>
                        <a:cubicBezTo>
                          <a:pt x="3621786" y="-38542"/>
                          <a:pt x="3825377" y="13363"/>
                          <a:pt x="4038360" y="0"/>
                        </a:cubicBezTo>
                        <a:cubicBezTo>
                          <a:pt x="4060287" y="218486"/>
                          <a:pt x="4037898" y="424293"/>
                          <a:pt x="4038360" y="541482"/>
                        </a:cubicBezTo>
                        <a:cubicBezTo>
                          <a:pt x="4038822" y="658671"/>
                          <a:pt x="3980751" y="1001210"/>
                          <a:pt x="4038360" y="1154367"/>
                        </a:cubicBezTo>
                        <a:cubicBezTo>
                          <a:pt x="4095969" y="1307524"/>
                          <a:pt x="3970687" y="1523256"/>
                          <a:pt x="4038360" y="1785104"/>
                        </a:cubicBezTo>
                        <a:cubicBezTo>
                          <a:pt x="3845198" y="1821481"/>
                          <a:pt x="3672280" y="1746847"/>
                          <a:pt x="3421068" y="1785104"/>
                        </a:cubicBezTo>
                        <a:cubicBezTo>
                          <a:pt x="3169856" y="1823361"/>
                          <a:pt x="3058061" y="1729143"/>
                          <a:pt x="2803776" y="1785104"/>
                        </a:cubicBezTo>
                        <a:cubicBezTo>
                          <a:pt x="2549491" y="1841065"/>
                          <a:pt x="2465008" y="1751712"/>
                          <a:pt x="2146100" y="1785104"/>
                        </a:cubicBezTo>
                        <a:cubicBezTo>
                          <a:pt x="1827192" y="1818496"/>
                          <a:pt x="1851229" y="1757806"/>
                          <a:pt x="1609575" y="1785104"/>
                        </a:cubicBezTo>
                        <a:cubicBezTo>
                          <a:pt x="1367921" y="1812402"/>
                          <a:pt x="1211654" y="1771720"/>
                          <a:pt x="951899" y="1785104"/>
                        </a:cubicBezTo>
                        <a:cubicBezTo>
                          <a:pt x="692144" y="1798488"/>
                          <a:pt x="342937" y="1766359"/>
                          <a:pt x="0" y="1785104"/>
                        </a:cubicBezTo>
                        <a:cubicBezTo>
                          <a:pt x="-36741" y="1519476"/>
                          <a:pt x="40220" y="1439451"/>
                          <a:pt x="0" y="1243622"/>
                        </a:cubicBezTo>
                        <a:cubicBezTo>
                          <a:pt x="-40220" y="1047793"/>
                          <a:pt x="27853" y="923497"/>
                          <a:pt x="0" y="630737"/>
                        </a:cubicBezTo>
                        <a:cubicBezTo>
                          <a:pt x="-27853" y="337977"/>
                          <a:pt x="54044" y="220355"/>
                          <a:pt x="0" y="0"/>
                        </a:cubicBezTo>
                        <a:close/>
                      </a:path>
                      <a:path w="4038360" h="1785104" stroke="0" extrusionOk="0">
                        <a:moveTo>
                          <a:pt x="0" y="0"/>
                        </a:moveTo>
                        <a:cubicBezTo>
                          <a:pt x="266617" y="-8323"/>
                          <a:pt x="337516" y="881"/>
                          <a:pt x="536525" y="0"/>
                        </a:cubicBezTo>
                        <a:cubicBezTo>
                          <a:pt x="735535" y="-881"/>
                          <a:pt x="816103" y="6198"/>
                          <a:pt x="992283" y="0"/>
                        </a:cubicBezTo>
                        <a:cubicBezTo>
                          <a:pt x="1168463" y="-6198"/>
                          <a:pt x="1353641" y="10602"/>
                          <a:pt x="1649959" y="0"/>
                        </a:cubicBezTo>
                        <a:cubicBezTo>
                          <a:pt x="1946277" y="-10602"/>
                          <a:pt x="2015036" y="2255"/>
                          <a:pt x="2186483" y="0"/>
                        </a:cubicBezTo>
                        <a:cubicBezTo>
                          <a:pt x="2357930" y="-2255"/>
                          <a:pt x="2550583" y="19564"/>
                          <a:pt x="2723008" y="0"/>
                        </a:cubicBezTo>
                        <a:cubicBezTo>
                          <a:pt x="2895433" y="-19564"/>
                          <a:pt x="3134170" y="55166"/>
                          <a:pt x="3380684" y="0"/>
                        </a:cubicBezTo>
                        <a:cubicBezTo>
                          <a:pt x="3627198" y="-55166"/>
                          <a:pt x="3867078" y="23706"/>
                          <a:pt x="4038360" y="0"/>
                        </a:cubicBezTo>
                        <a:cubicBezTo>
                          <a:pt x="4074530" y="143881"/>
                          <a:pt x="4033591" y="354739"/>
                          <a:pt x="4038360" y="630737"/>
                        </a:cubicBezTo>
                        <a:cubicBezTo>
                          <a:pt x="4043129" y="906735"/>
                          <a:pt x="4027605" y="984956"/>
                          <a:pt x="4038360" y="1190069"/>
                        </a:cubicBezTo>
                        <a:cubicBezTo>
                          <a:pt x="4049115" y="1395182"/>
                          <a:pt x="4008227" y="1618555"/>
                          <a:pt x="4038360" y="1785104"/>
                        </a:cubicBezTo>
                        <a:cubicBezTo>
                          <a:pt x="3846189" y="1846735"/>
                          <a:pt x="3596919" y="1753695"/>
                          <a:pt x="3461451" y="1785104"/>
                        </a:cubicBezTo>
                        <a:cubicBezTo>
                          <a:pt x="3325983" y="1816513"/>
                          <a:pt x="3057005" y="1755583"/>
                          <a:pt x="2924926" y="1785104"/>
                        </a:cubicBezTo>
                        <a:cubicBezTo>
                          <a:pt x="2792847" y="1814625"/>
                          <a:pt x="2482523" y="1719738"/>
                          <a:pt x="2267251" y="1785104"/>
                        </a:cubicBezTo>
                        <a:cubicBezTo>
                          <a:pt x="2051980" y="1850470"/>
                          <a:pt x="1894799" y="1755531"/>
                          <a:pt x="1609575" y="1785104"/>
                        </a:cubicBezTo>
                        <a:cubicBezTo>
                          <a:pt x="1324351" y="1814677"/>
                          <a:pt x="1293092" y="1751951"/>
                          <a:pt x="1113434" y="1785104"/>
                        </a:cubicBezTo>
                        <a:cubicBezTo>
                          <a:pt x="933776" y="1818257"/>
                          <a:pt x="813515" y="1766029"/>
                          <a:pt x="536525" y="1785104"/>
                        </a:cubicBezTo>
                        <a:cubicBezTo>
                          <a:pt x="259535" y="1804179"/>
                          <a:pt x="234627" y="1722273"/>
                          <a:pt x="0" y="1785104"/>
                        </a:cubicBezTo>
                        <a:cubicBezTo>
                          <a:pt x="-54648" y="1596956"/>
                          <a:pt x="7627" y="1346352"/>
                          <a:pt x="0" y="1190069"/>
                        </a:cubicBezTo>
                        <a:cubicBezTo>
                          <a:pt x="-7627" y="1033786"/>
                          <a:pt x="30002" y="748494"/>
                          <a:pt x="0" y="630737"/>
                        </a:cubicBezTo>
                        <a:cubicBezTo>
                          <a:pt x="-30002" y="512980"/>
                          <a:pt x="60177" y="13247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Behavioral game theory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Mangal" panose="02040503050203030202" pitchFamily="18" charset="0"/>
              </a:rPr>
              <a:t>Fairness, 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mpathy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Social norms, classroom vibe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 in my friend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Guilt avoidance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CDC7A0-71A7-CC87-D503-707BFE1BD0B9}"/>
              </a:ext>
            </a:extLst>
          </p:cNvPr>
          <p:cNvSpPr txBox="1"/>
          <p:nvPr/>
        </p:nvSpPr>
        <p:spPr>
          <a:xfrm>
            <a:off x="199942" y="2268039"/>
            <a:ext cx="1463044" cy="338554"/>
          </a:xfrm>
          <a:custGeom>
            <a:avLst/>
            <a:gdLst>
              <a:gd name="connsiteX0" fmla="*/ 0 w 1463044"/>
              <a:gd name="connsiteY0" fmla="*/ 0 h 338554"/>
              <a:gd name="connsiteX1" fmla="*/ 516942 w 1463044"/>
              <a:gd name="connsiteY1" fmla="*/ 0 h 338554"/>
              <a:gd name="connsiteX2" fmla="*/ 1019254 w 1463044"/>
              <a:gd name="connsiteY2" fmla="*/ 0 h 338554"/>
              <a:gd name="connsiteX3" fmla="*/ 1463044 w 1463044"/>
              <a:gd name="connsiteY3" fmla="*/ 0 h 338554"/>
              <a:gd name="connsiteX4" fmla="*/ 1463044 w 1463044"/>
              <a:gd name="connsiteY4" fmla="*/ 338554 h 338554"/>
              <a:gd name="connsiteX5" fmla="*/ 1004624 w 1463044"/>
              <a:gd name="connsiteY5" fmla="*/ 338554 h 338554"/>
              <a:gd name="connsiteX6" fmla="*/ 516942 w 1463044"/>
              <a:gd name="connsiteY6" fmla="*/ 338554 h 338554"/>
              <a:gd name="connsiteX7" fmla="*/ 0 w 1463044"/>
              <a:gd name="connsiteY7" fmla="*/ 338554 h 338554"/>
              <a:gd name="connsiteX8" fmla="*/ 0 w 1463044"/>
              <a:gd name="connsiteY8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3044" h="338554" fill="none" extrusionOk="0">
                <a:moveTo>
                  <a:pt x="0" y="0"/>
                </a:moveTo>
                <a:cubicBezTo>
                  <a:pt x="131692" y="-20937"/>
                  <a:pt x="381221" y="6286"/>
                  <a:pt x="516942" y="0"/>
                </a:cubicBezTo>
                <a:cubicBezTo>
                  <a:pt x="652663" y="-6286"/>
                  <a:pt x="862590" y="37976"/>
                  <a:pt x="1019254" y="0"/>
                </a:cubicBezTo>
                <a:cubicBezTo>
                  <a:pt x="1175918" y="-37976"/>
                  <a:pt x="1271375" y="29467"/>
                  <a:pt x="1463044" y="0"/>
                </a:cubicBezTo>
                <a:cubicBezTo>
                  <a:pt x="1486798" y="115344"/>
                  <a:pt x="1459419" y="246378"/>
                  <a:pt x="1463044" y="338554"/>
                </a:cubicBezTo>
                <a:cubicBezTo>
                  <a:pt x="1284463" y="385581"/>
                  <a:pt x="1180623" y="288834"/>
                  <a:pt x="1004624" y="338554"/>
                </a:cubicBezTo>
                <a:cubicBezTo>
                  <a:pt x="828625" y="388274"/>
                  <a:pt x="755841" y="323604"/>
                  <a:pt x="516942" y="338554"/>
                </a:cubicBezTo>
                <a:cubicBezTo>
                  <a:pt x="278043" y="353504"/>
                  <a:pt x="179799" y="318474"/>
                  <a:pt x="0" y="338554"/>
                </a:cubicBezTo>
                <a:cubicBezTo>
                  <a:pt x="-10732" y="255260"/>
                  <a:pt x="38809" y="159055"/>
                  <a:pt x="0" y="0"/>
                </a:cubicBezTo>
                <a:close/>
              </a:path>
              <a:path w="1463044" h="338554" stroke="0" extrusionOk="0">
                <a:moveTo>
                  <a:pt x="0" y="0"/>
                </a:moveTo>
                <a:cubicBezTo>
                  <a:pt x="115146" y="-1771"/>
                  <a:pt x="310969" y="1189"/>
                  <a:pt x="473051" y="0"/>
                </a:cubicBezTo>
                <a:cubicBezTo>
                  <a:pt x="635133" y="-1189"/>
                  <a:pt x="787831" y="3868"/>
                  <a:pt x="916841" y="0"/>
                </a:cubicBezTo>
                <a:cubicBezTo>
                  <a:pt x="1045851" y="-3868"/>
                  <a:pt x="1271335" y="24750"/>
                  <a:pt x="1463044" y="0"/>
                </a:cubicBezTo>
                <a:cubicBezTo>
                  <a:pt x="1498622" y="98340"/>
                  <a:pt x="1435231" y="172793"/>
                  <a:pt x="1463044" y="338554"/>
                </a:cubicBezTo>
                <a:cubicBezTo>
                  <a:pt x="1253664" y="354400"/>
                  <a:pt x="1215892" y="306284"/>
                  <a:pt x="1004624" y="338554"/>
                </a:cubicBezTo>
                <a:cubicBezTo>
                  <a:pt x="793356" y="370824"/>
                  <a:pt x="716838" y="286822"/>
                  <a:pt x="487681" y="338554"/>
                </a:cubicBezTo>
                <a:cubicBezTo>
                  <a:pt x="258524" y="390286"/>
                  <a:pt x="127156" y="337946"/>
                  <a:pt x="0" y="338554"/>
                </a:cubicBezTo>
                <a:cubicBezTo>
                  <a:pt x="-3130" y="256353"/>
                  <a:pt x="8384" y="7790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3044"/>
                      <a:gd name="connsiteY0" fmla="*/ 0 h 338554"/>
                      <a:gd name="connsiteX1" fmla="*/ 516942 w 1463044"/>
                      <a:gd name="connsiteY1" fmla="*/ 0 h 338554"/>
                      <a:gd name="connsiteX2" fmla="*/ 1019254 w 1463044"/>
                      <a:gd name="connsiteY2" fmla="*/ 0 h 338554"/>
                      <a:gd name="connsiteX3" fmla="*/ 1463044 w 1463044"/>
                      <a:gd name="connsiteY3" fmla="*/ 0 h 338554"/>
                      <a:gd name="connsiteX4" fmla="*/ 1463044 w 1463044"/>
                      <a:gd name="connsiteY4" fmla="*/ 338554 h 338554"/>
                      <a:gd name="connsiteX5" fmla="*/ 1004624 w 1463044"/>
                      <a:gd name="connsiteY5" fmla="*/ 338554 h 338554"/>
                      <a:gd name="connsiteX6" fmla="*/ 516942 w 1463044"/>
                      <a:gd name="connsiteY6" fmla="*/ 338554 h 338554"/>
                      <a:gd name="connsiteX7" fmla="*/ 0 w 1463044"/>
                      <a:gd name="connsiteY7" fmla="*/ 338554 h 338554"/>
                      <a:gd name="connsiteX8" fmla="*/ 0 w 1463044"/>
                      <a:gd name="connsiteY8" fmla="*/ 0 h 338554"/>
                      <a:gd name="connsiteX0" fmla="*/ 0 w 1463044"/>
                      <a:gd name="connsiteY0" fmla="*/ 0 h 338554"/>
                      <a:gd name="connsiteX1" fmla="*/ 473051 w 1463044"/>
                      <a:gd name="connsiteY1" fmla="*/ 0 h 338554"/>
                      <a:gd name="connsiteX2" fmla="*/ 916841 w 1463044"/>
                      <a:gd name="connsiteY2" fmla="*/ 0 h 338554"/>
                      <a:gd name="connsiteX3" fmla="*/ 1463044 w 1463044"/>
                      <a:gd name="connsiteY3" fmla="*/ 0 h 338554"/>
                      <a:gd name="connsiteX4" fmla="*/ 1463044 w 1463044"/>
                      <a:gd name="connsiteY4" fmla="*/ 338554 h 338554"/>
                      <a:gd name="connsiteX5" fmla="*/ 1004624 w 1463044"/>
                      <a:gd name="connsiteY5" fmla="*/ 338554 h 338554"/>
                      <a:gd name="connsiteX6" fmla="*/ 487681 w 1463044"/>
                      <a:gd name="connsiteY6" fmla="*/ 338554 h 338554"/>
                      <a:gd name="connsiteX7" fmla="*/ 0 w 1463044"/>
                      <a:gd name="connsiteY7" fmla="*/ 338554 h 338554"/>
                      <a:gd name="connsiteX8" fmla="*/ 0 w 1463044"/>
                      <a:gd name="connsiteY8" fmla="*/ 0 h 33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3044" h="338554" fill="none" extrusionOk="0">
                        <a:moveTo>
                          <a:pt x="0" y="0"/>
                        </a:moveTo>
                        <a:cubicBezTo>
                          <a:pt x="96715" y="-26594"/>
                          <a:pt x="400273" y="21867"/>
                          <a:pt x="516942" y="0"/>
                        </a:cubicBezTo>
                        <a:cubicBezTo>
                          <a:pt x="666946" y="14976"/>
                          <a:pt x="865482" y="67926"/>
                          <a:pt x="1019254" y="0"/>
                        </a:cubicBezTo>
                        <a:cubicBezTo>
                          <a:pt x="1187099" y="-20753"/>
                          <a:pt x="1278088" y="37690"/>
                          <a:pt x="1463044" y="0"/>
                        </a:cubicBezTo>
                        <a:cubicBezTo>
                          <a:pt x="1499497" y="104226"/>
                          <a:pt x="1464186" y="223957"/>
                          <a:pt x="1463044" y="338554"/>
                        </a:cubicBezTo>
                        <a:cubicBezTo>
                          <a:pt x="1256526" y="390169"/>
                          <a:pt x="1176280" y="285837"/>
                          <a:pt x="1004624" y="338554"/>
                        </a:cubicBezTo>
                        <a:cubicBezTo>
                          <a:pt x="812779" y="387149"/>
                          <a:pt x="747265" y="306123"/>
                          <a:pt x="516942" y="338554"/>
                        </a:cubicBezTo>
                        <a:cubicBezTo>
                          <a:pt x="280181" y="324590"/>
                          <a:pt x="163038" y="328261"/>
                          <a:pt x="0" y="338554"/>
                        </a:cubicBezTo>
                        <a:cubicBezTo>
                          <a:pt x="-18886" y="269840"/>
                          <a:pt x="59589" y="174496"/>
                          <a:pt x="0" y="0"/>
                        </a:cubicBezTo>
                        <a:close/>
                      </a:path>
                      <a:path w="1463044" h="338554" stroke="0" extrusionOk="0">
                        <a:moveTo>
                          <a:pt x="0" y="0"/>
                        </a:moveTo>
                        <a:cubicBezTo>
                          <a:pt x="113368" y="40484"/>
                          <a:pt x="343404" y="-18050"/>
                          <a:pt x="473051" y="0"/>
                        </a:cubicBezTo>
                        <a:cubicBezTo>
                          <a:pt x="626969" y="11772"/>
                          <a:pt x="753557" y="5696"/>
                          <a:pt x="916841" y="0"/>
                        </a:cubicBezTo>
                        <a:cubicBezTo>
                          <a:pt x="1057809" y="19809"/>
                          <a:pt x="1236453" y="43145"/>
                          <a:pt x="1463044" y="0"/>
                        </a:cubicBezTo>
                        <a:cubicBezTo>
                          <a:pt x="1502549" y="75884"/>
                          <a:pt x="1428773" y="172427"/>
                          <a:pt x="1463044" y="338554"/>
                        </a:cubicBezTo>
                        <a:cubicBezTo>
                          <a:pt x="1260947" y="360670"/>
                          <a:pt x="1211454" y="319684"/>
                          <a:pt x="1004624" y="338554"/>
                        </a:cubicBezTo>
                        <a:cubicBezTo>
                          <a:pt x="780017" y="397602"/>
                          <a:pt x="709341" y="276875"/>
                          <a:pt x="487681" y="338554"/>
                        </a:cubicBezTo>
                        <a:cubicBezTo>
                          <a:pt x="289702" y="400055"/>
                          <a:pt x="126346" y="321134"/>
                          <a:pt x="0" y="338554"/>
                        </a:cubicBezTo>
                        <a:cubicBezTo>
                          <a:pt x="2013" y="259593"/>
                          <a:pt x="-5941" y="81049"/>
                          <a:pt x="0" y="0"/>
                        </a:cubicBezTo>
                        <a:close/>
                      </a:path>
                      <a:path w="1463044" h="338554" fill="none" stroke="0" extrusionOk="0">
                        <a:moveTo>
                          <a:pt x="0" y="0"/>
                        </a:moveTo>
                        <a:cubicBezTo>
                          <a:pt x="108872" y="-35013"/>
                          <a:pt x="364763" y="12463"/>
                          <a:pt x="516942" y="0"/>
                        </a:cubicBezTo>
                        <a:cubicBezTo>
                          <a:pt x="675419" y="-1495"/>
                          <a:pt x="849698" y="38386"/>
                          <a:pt x="1019254" y="0"/>
                        </a:cubicBezTo>
                        <a:cubicBezTo>
                          <a:pt x="1165289" y="-27597"/>
                          <a:pt x="1266271" y="57678"/>
                          <a:pt x="1463044" y="0"/>
                        </a:cubicBezTo>
                        <a:cubicBezTo>
                          <a:pt x="1465633" y="103764"/>
                          <a:pt x="1474272" y="253475"/>
                          <a:pt x="1463044" y="338554"/>
                        </a:cubicBezTo>
                        <a:cubicBezTo>
                          <a:pt x="1287689" y="385964"/>
                          <a:pt x="1186071" y="277622"/>
                          <a:pt x="1004624" y="338554"/>
                        </a:cubicBezTo>
                        <a:cubicBezTo>
                          <a:pt x="806100" y="384825"/>
                          <a:pt x="752647" y="326611"/>
                          <a:pt x="516942" y="338554"/>
                        </a:cubicBezTo>
                        <a:cubicBezTo>
                          <a:pt x="275082" y="325266"/>
                          <a:pt x="169107" y="333333"/>
                          <a:pt x="0" y="338554"/>
                        </a:cubicBezTo>
                        <a:cubicBezTo>
                          <a:pt x="4170" y="263603"/>
                          <a:pt x="55130" y="1629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Times New Roman" panose="02020603050405020304" pitchFamily="18" charset="0"/>
                <a:cs typeface="Mangal" panose="02040503050203030202" pitchFamily="18" charset="0"/>
              </a:rPr>
              <a:t>Ideal gas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5D77E3-31AC-2EA9-A865-B35E026A71A6}"/>
              </a:ext>
            </a:extLst>
          </p:cNvPr>
          <p:cNvSpPr txBox="1"/>
          <p:nvPr/>
        </p:nvSpPr>
        <p:spPr>
          <a:xfrm>
            <a:off x="199941" y="2637371"/>
            <a:ext cx="146304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3045"/>
                      <a:gd name="connsiteY0" fmla="*/ 0 h 1077218"/>
                      <a:gd name="connsiteX1" fmla="*/ 473051 w 1463045"/>
                      <a:gd name="connsiteY1" fmla="*/ 0 h 1077218"/>
                      <a:gd name="connsiteX2" fmla="*/ 960733 w 1463045"/>
                      <a:gd name="connsiteY2" fmla="*/ 0 h 1077218"/>
                      <a:gd name="connsiteX3" fmla="*/ 1463045 w 1463045"/>
                      <a:gd name="connsiteY3" fmla="*/ 0 h 1077218"/>
                      <a:gd name="connsiteX4" fmla="*/ 1463045 w 1463045"/>
                      <a:gd name="connsiteY4" fmla="*/ 538609 h 1077218"/>
                      <a:gd name="connsiteX5" fmla="*/ 1463045 w 1463045"/>
                      <a:gd name="connsiteY5" fmla="*/ 1077218 h 1077218"/>
                      <a:gd name="connsiteX6" fmla="*/ 975363 w 1463045"/>
                      <a:gd name="connsiteY6" fmla="*/ 1077218 h 1077218"/>
                      <a:gd name="connsiteX7" fmla="*/ 516943 w 1463045"/>
                      <a:gd name="connsiteY7" fmla="*/ 1077218 h 1077218"/>
                      <a:gd name="connsiteX8" fmla="*/ 0 w 1463045"/>
                      <a:gd name="connsiteY8" fmla="*/ 1077218 h 1077218"/>
                      <a:gd name="connsiteX9" fmla="*/ 0 w 1463045"/>
                      <a:gd name="connsiteY9" fmla="*/ 549381 h 1077218"/>
                      <a:gd name="connsiteX10" fmla="*/ 0 w 1463045"/>
                      <a:gd name="connsiteY10" fmla="*/ 0 h 10772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463045" h="1077218" fill="none" extrusionOk="0">
                        <a:moveTo>
                          <a:pt x="0" y="0"/>
                        </a:moveTo>
                        <a:cubicBezTo>
                          <a:pt x="122073" y="-54075"/>
                          <a:pt x="260006" y="27872"/>
                          <a:pt x="473051" y="0"/>
                        </a:cubicBezTo>
                        <a:cubicBezTo>
                          <a:pt x="686096" y="-27872"/>
                          <a:pt x="731619" y="46943"/>
                          <a:pt x="960733" y="0"/>
                        </a:cubicBezTo>
                        <a:cubicBezTo>
                          <a:pt x="1189847" y="-46943"/>
                          <a:pt x="1273884" y="17383"/>
                          <a:pt x="1463045" y="0"/>
                        </a:cubicBezTo>
                        <a:cubicBezTo>
                          <a:pt x="1469605" y="173219"/>
                          <a:pt x="1456175" y="316807"/>
                          <a:pt x="1463045" y="538609"/>
                        </a:cubicBezTo>
                        <a:cubicBezTo>
                          <a:pt x="1469915" y="760411"/>
                          <a:pt x="1462379" y="952888"/>
                          <a:pt x="1463045" y="1077218"/>
                        </a:cubicBezTo>
                        <a:cubicBezTo>
                          <a:pt x="1263937" y="1086573"/>
                          <a:pt x="1124381" y="1034097"/>
                          <a:pt x="975363" y="1077218"/>
                        </a:cubicBezTo>
                        <a:cubicBezTo>
                          <a:pt x="826345" y="1120339"/>
                          <a:pt x="687506" y="1048760"/>
                          <a:pt x="516943" y="1077218"/>
                        </a:cubicBezTo>
                        <a:cubicBezTo>
                          <a:pt x="346380" y="1105676"/>
                          <a:pt x="169759" y="1058703"/>
                          <a:pt x="0" y="1077218"/>
                        </a:cubicBezTo>
                        <a:cubicBezTo>
                          <a:pt x="-47565" y="861975"/>
                          <a:pt x="27182" y="800830"/>
                          <a:pt x="0" y="549381"/>
                        </a:cubicBezTo>
                        <a:cubicBezTo>
                          <a:pt x="-27182" y="297932"/>
                          <a:pt x="39478" y="269684"/>
                          <a:pt x="0" y="0"/>
                        </a:cubicBezTo>
                        <a:close/>
                      </a:path>
                      <a:path w="1463045" h="1077218" stroke="0" extrusionOk="0">
                        <a:moveTo>
                          <a:pt x="0" y="0"/>
                        </a:moveTo>
                        <a:cubicBezTo>
                          <a:pt x="115146" y="-1771"/>
                          <a:pt x="310969" y="1189"/>
                          <a:pt x="473051" y="0"/>
                        </a:cubicBezTo>
                        <a:cubicBezTo>
                          <a:pt x="635133" y="-1189"/>
                          <a:pt x="780619" y="50574"/>
                          <a:pt x="916842" y="0"/>
                        </a:cubicBezTo>
                        <a:cubicBezTo>
                          <a:pt x="1053065" y="-50574"/>
                          <a:pt x="1271336" y="24750"/>
                          <a:pt x="1463045" y="0"/>
                        </a:cubicBezTo>
                        <a:cubicBezTo>
                          <a:pt x="1477766" y="168430"/>
                          <a:pt x="1450120" y="415401"/>
                          <a:pt x="1463045" y="527837"/>
                        </a:cubicBezTo>
                        <a:cubicBezTo>
                          <a:pt x="1475970" y="640273"/>
                          <a:pt x="1412615" y="906804"/>
                          <a:pt x="1463045" y="1077218"/>
                        </a:cubicBezTo>
                        <a:cubicBezTo>
                          <a:pt x="1253590" y="1088780"/>
                          <a:pt x="1184625" y="1044410"/>
                          <a:pt x="1004624" y="1077218"/>
                        </a:cubicBezTo>
                        <a:cubicBezTo>
                          <a:pt x="824623" y="1110026"/>
                          <a:pt x="767081" y="1069144"/>
                          <a:pt x="546203" y="1077218"/>
                        </a:cubicBezTo>
                        <a:cubicBezTo>
                          <a:pt x="325325" y="1085292"/>
                          <a:pt x="197074" y="1049356"/>
                          <a:pt x="0" y="1077218"/>
                        </a:cubicBezTo>
                        <a:cubicBezTo>
                          <a:pt x="-35739" y="936049"/>
                          <a:pt x="1902" y="740606"/>
                          <a:pt x="0" y="570926"/>
                        </a:cubicBezTo>
                        <a:cubicBezTo>
                          <a:pt x="-1902" y="401246"/>
                          <a:pt x="39970" y="2495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Times New Roman" panose="02020603050405020304" pitchFamily="18" charset="0"/>
                <a:cs typeface="Mangal" panose="02040503050203030202" pitchFamily="18" charset="0"/>
              </a:rPr>
              <a:t>‘Ideal’ human beings are rational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5BD984-504F-57D5-AB95-0289B7ABD6A3}"/>
              </a:ext>
            </a:extLst>
          </p:cNvPr>
          <p:cNvSpPr txBox="1"/>
          <p:nvPr/>
        </p:nvSpPr>
        <p:spPr>
          <a:xfrm>
            <a:off x="161847" y="4291884"/>
            <a:ext cx="146304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3045"/>
                      <a:gd name="connsiteY0" fmla="*/ 0 h 1323439"/>
                      <a:gd name="connsiteX1" fmla="*/ 473051 w 1463045"/>
                      <a:gd name="connsiteY1" fmla="*/ 0 h 1323439"/>
                      <a:gd name="connsiteX2" fmla="*/ 960733 w 1463045"/>
                      <a:gd name="connsiteY2" fmla="*/ 0 h 1323439"/>
                      <a:gd name="connsiteX3" fmla="*/ 1463045 w 1463045"/>
                      <a:gd name="connsiteY3" fmla="*/ 0 h 1323439"/>
                      <a:gd name="connsiteX4" fmla="*/ 1463045 w 1463045"/>
                      <a:gd name="connsiteY4" fmla="*/ 454381 h 1323439"/>
                      <a:gd name="connsiteX5" fmla="*/ 1463045 w 1463045"/>
                      <a:gd name="connsiteY5" fmla="*/ 855824 h 1323439"/>
                      <a:gd name="connsiteX6" fmla="*/ 1463045 w 1463045"/>
                      <a:gd name="connsiteY6" fmla="*/ 1323439 h 1323439"/>
                      <a:gd name="connsiteX7" fmla="*/ 946102 w 1463045"/>
                      <a:gd name="connsiteY7" fmla="*/ 1323439 h 1323439"/>
                      <a:gd name="connsiteX8" fmla="*/ 429160 w 1463045"/>
                      <a:gd name="connsiteY8" fmla="*/ 1323439 h 1323439"/>
                      <a:gd name="connsiteX9" fmla="*/ 0 w 1463045"/>
                      <a:gd name="connsiteY9" fmla="*/ 1323439 h 1323439"/>
                      <a:gd name="connsiteX10" fmla="*/ 0 w 1463045"/>
                      <a:gd name="connsiteY10" fmla="*/ 895527 h 1323439"/>
                      <a:gd name="connsiteX11" fmla="*/ 0 w 1463045"/>
                      <a:gd name="connsiteY11" fmla="*/ 454381 h 1323439"/>
                      <a:gd name="connsiteX12" fmla="*/ 0 w 1463045"/>
                      <a:gd name="connsiteY12" fmla="*/ 0 h 13234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463045" h="1323439" fill="none" extrusionOk="0">
                        <a:moveTo>
                          <a:pt x="0" y="0"/>
                        </a:moveTo>
                        <a:cubicBezTo>
                          <a:pt x="213213" y="-26690"/>
                          <a:pt x="292561" y="26076"/>
                          <a:pt x="473051" y="0"/>
                        </a:cubicBezTo>
                        <a:cubicBezTo>
                          <a:pt x="653541" y="-26076"/>
                          <a:pt x="833564" y="31702"/>
                          <a:pt x="960733" y="0"/>
                        </a:cubicBezTo>
                        <a:cubicBezTo>
                          <a:pt x="1087902" y="-31702"/>
                          <a:pt x="1263366" y="35138"/>
                          <a:pt x="1463045" y="0"/>
                        </a:cubicBezTo>
                        <a:cubicBezTo>
                          <a:pt x="1473459" y="144220"/>
                          <a:pt x="1461441" y="284349"/>
                          <a:pt x="1463045" y="454381"/>
                        </a:cubicBezTo>
                        <a:cubicBezTo>
                          <a:pt x="1464649" y="624413"/>
                          <a:pt x="1445897" y="712048"/>
                          <a:pt x="1463045" y="855824"/>
                        </a:cubicBezTo>
                        <a:cubicBezTo>
                          <a:pt x="1480193" y="999600"/>
                          <a:pt x="1421517" y="1148766"/>
                          <a:pt x="1463045" y="1323439"/>
                        </a:cubicBezTo>
                        <a:cubicBezTo>
                          <a:pt x="1205124" y="1350967"/>
                          <a:pt x="1160666" y="1284476"/>
                          <a:pt x="946102" y="1323439"/>
                        </a:cubicBezTo>
                        <a:cubicBezTo>
                          <a:pt x="731538" y="1362402"/>
                          <a:pt x="626618" y="1285838"/>
                          <a:pt x="429160" y="1323439"/>
                        </a:cubicBezTo>
                        <a:cubicBezTo>
                          <a:pt x="231702" y="1361040"/>
                          <a:pt x="194949" y="1301403"/>
                          <a:pt x="0" y="1323439"/>
                        </a:cubicBezTo>
                        <a:cubicBezTo>
                          <a:pt x="-43872" y="1155793"/>
                          <a:pt x="47743" y="1031396"/>
                          <a:pt x="0" y="895527"/>
                        </a:cubicBezTo>
                        <a:cubicBezTo>
                          <a:pt x="-47743" y="759658"/>
                          <a:pt x="12847" y="609647"/>
                          <a:pt x="0" y="454381"/>
                        </a:cubicBezTo>
                        <a:cubicBezTo>
                          <a:pt x="-12847" y="299115"/>
                          <a:pt x="50508" y="192066"/>
                          <a:pt x="0" y="0"/>
                        </a:cubicBezTo>
                        <a:close/>
                      </a:path>
                      <a:path w="1463045" h="1323439" stroke="0" extrusionOk="0">
                        <a:moveTo>
                          <a:pt x="0" y="0"/>
                        </a:moveTo>
                        <a:cubicBezTo>
                          <a:pt x="115146" y="-1771"/>
                          <a:pt x="310969" y="1189"/>
                          <a:pt x="473051" y="0"/>
                        </a:cubicBezTo>
                        <a:cubicBezTo>
                          <a:pt x="635133" y="-1189"/>
                          <a:pt x="780619" y="50574"/>
                          <a:pt x="916842" y="0"/>
                        </a:cubicBezTo>
                        <a:cubicBezTo>
                          <a:pt x="1053065" y="-50574"/>
                          <a:pt x="1271336" y="24750"/>
                          <a:pt x="1463045" y="0"/>
                        </a:cubicBezTo>
                        <a:cubicBezTo>
                          <a:pt x="1505265" y="155432"/>
                          <a:pt x="1425887" y="288477"/>
                          <a:pt x="1463045" y="427912"/>
                        </a:cubicBezTo>
                        <a:cubicBezTo>
                          <a:pt x="1500203" y="567347"/>
                          <a:pt x="1437299" y="757980"/>
                          <a:pt x="1463045" y="842589"/>
                        </a:cubicBezTo>
                        <a:cubicBezTo>
                          <a:pt x="1488791" y="927198"/>
                          <a:pt x="1449168" y="1085069"/>
                          <a:pt x="1463045" y="1323439"/>
                        </a:cubicBezTo>
                        <a:cubicBezTo>
                          <a:pt x="1306588" y="1336147"/>
                          <a:pt x="1102595" y="1266383"/>
                          <a:pt x="975363" y="1323439"/>
                        </a:cubicBezTo>
                        <a:cubicBezTo>
                          <a:pt x="848131" y="1380495"/>
                          <a:pt x="582428" y="1297643"/>
                          <a:pt x="458421" y="1323439"/>
                        </a:cubicBezTo>
                        <a:cubicBezTo>
                          <a:pt x="334414" y="1349235"/>
                          <a:pt x="102434" y="1275472"/>
                          <a:pt x="0" y="1323439"/>
                        </a:cubicBezTo>
                        <a:cubicBezTo>
                          <a:pt x="-36592" y="1211706"/>
                          <a:pt x="2241" y="998098"/>
                          <a:pt x="0" y="882293"/>
                        </a:cubicBezTo>
                        <a:cubicBezTo>
                          <a:pt x="-2241" y="766488"/>
                          <a:pt x="5255" y="594747"/>
                          <a:pt x="0" y="454381"/>
                        </a:cubicBezTo>
                        <a:cubicBezTo>
                          <a:pt x="-5255" y="314015"/>
                          <a:pt x="37717" y="2249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Times New Roman" panose="02020603050405020304" pitchFamily="18" charset="0"/>
                <a:cs typeface="Mangal" panose="02040503050203030202" pitchFamily="18" charset="0"/>
              </a:rPr>
              <a:t>Real humans aren’t always rational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452D6AB-7ADC-898B-B850-49A35EB1E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39076"/>
                  </p:ext>
                </p:extLst>
              </p:nvPr>
            </p:nvGraphicFramePr>
            <p:xfrm>
              <a:off x="7018386" y="3103523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95351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𝑊h𝑜𝑙𝑒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𝐻𝑎𝑙𝑓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𝑄𝑢𝑎𝑟𝑡𝑒𝑟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𝑁𝑜𝑡h𝑖𝑛𝑔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452D6AB-7ADC-898B-B850-49A35EB1E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39076"/>
                  </p:ext>
                </p:extLst>
              </p:nvPr>
            </p:nvGraphicFramePr>
            <p:xfrm>
              <a:off x="7018386" y="3103523"/>
              <a:ext cx="3187066" cy="18542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970088">
                      <a:extLst>
                        <a:ext uri="{9D8B030D-6E8A-4147-A177-3AD203B41FA5}">
                          <a16:colId xmlns:a16="http://schemas.microsoft.com/office/drawing/2014/main" val="126983771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1050554"/>
                        </a:ext>
                      </a:extLst>
                    </a:gridCol>
                    <a:gridCol w="608489">
                      <a:extLst>
                        <a:ext uri="{9D8B030D-6E8A-4147-A177-3AD203B41FA5}">
                          <a16:colId xmlns:a16="http://schemas.microsoft.com/office/drawing/2014/main" val="32595351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Treasure Portion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/>
                            <a:t>Frequency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586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108197" r="-6296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574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208197" r="-6296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8830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308197" r="-6296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9276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9" t="-408197" r="-6296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0331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02E5C3D-488D-3B8D-31B8-248DC5FD4FCF}"/>
              </a:ext>
            </a:extLst>
          </p:cNvPr>
          <p:cNvSpPr txBox="1"/>
          <p:nvPr/>
        </p:nvSpPr>
        <p:spPr>
          <a:xfrm>
            <a:off x="161847" y="6380892"/>
            <a:ext cx="379914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3799149"/>
                      <a:gd name="connsiteY0" fmla="*/ 0 h 369332"/>
                      <a:gd name="connsiteX1" fmla="*/ 428761 w 3799149"/>
                      <a:gd name="connsiteY1" fmla="*/ 0 h 369332"/>
                      <a:gd name="connsiteX2" fmla="*/ 857522 w 3799149"/>
                      <a:gd name="connsiteY2" fmla="*/ 0 h 369332"/>
                      <a:gd name="connsiteX3" fmla="*/ 1476241 w 3799149"/>
                      <a:gd name="connsiteY3" fmla="*/ 0 h 369332"/>
                      <a:gd name="connsiteX4" fmla="*/ 1980985 w 3799149"/>
                      <a:gd name="connsiteY4" fmla="*/ 0 h 369332"/>
                      <a:gd name="connsiteX5" fmla="*/ 2523720 w 3799149"/>
                      <a:gd name="connsiteY5" fmla="*/ 0 h 369332"/>
                      <a:gd name="connsiteX6" fmla="*/ 3104447 w 3799149"/>
                      <a:gd name="connsiteY6" fmla="*/ 0 h 369332"/>
                      <a:gd name="connsiteX7" fmla="*/ 3799149 w 3799149"/>
                      <a:gd name="connsiteY7" fmla="*/ 0 h 369332"/>
                      <a:gd name="connsiteX8" fmla="*/ 3799149 w 3799149"/>
                      <a:gd name="connsiteY8" fmla="*/ 369332 h 369332"/>
                      <a:gd name="connsiteX9" fmla="*/ 3218422 w 3799149"/>
                      <a:gd name="connsiteY9" fmla="*/ 369332 h 369332"/>
                      <a:gd name="connsiteX10" fmla="*/ 2599703 w 3799149"/>
                      <a:gd name="connsiteY10" fmla="*/ 369332 h 369332"/>
                      <a:gd name="connsiteX11" fmla="*/ 2018976 w 3799149"/>
                      <a:gd name="connsiteY11" fmla="*/ 369332 h 369332"/>
                      <a:gd name="connsiteX12" fmla="*/ 1438249 w 3799149"/>
                      <a:gd name="connsiteY12" fmla="*/ 369332 h 369332"/>
                      <a:gd name="connsiteX13" fmla="*/ 1009488 w 3799149"/>
                      <a:gd name="connsiteY13" fmla="*/ 369332 h 369332"/>
                      <a:gd name="connsiteX14" fmla="*/ 580727 w 3799149"/>
                      <a:gd name="connsiteY14" fmla="*/ 369332 h 369332"/>
                      <a:gd name="connsiteX15" fmla="*/ 0 w 3799149"/>
                      <a:gd name="connsiteY15" fmla="*/ 369332 h 369332"/>
                      <a:gd name="connsiteX16" fmla="*/ 0 w 3799149"/>
                      <a:gd name="connsiteY16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799149" h="369332" fill="none" extrusionOk="0">
                        <a:moveTo>
                          <a:pt x="0" y="0"/>
                        </a:moveTo>
                        <a:cubicBezTo>
                          <a:pt x="158259" y="-23713"/>
                          <a:pt x="333954" y="30176"/>
                          <a:pt x="428761" y="0"/>
                        </a:cubicBezTo>
                        <a:cubicBezTo>
                          <a:pt x="523568" y="-30176"/>
                          <a:pt x="737196" y="46251"/>
                          <a:pt x="857522" y="0"/>
                        </a:cubicBezTo>
                        <a:cubicBezTo>
                          <a:pt x="977848" y="-46251"/>
                          <a:pt x="1348924" y="19076"/>
                          <a:pt x="1476241" y="0"/>
                        </a:cubicBezTo>
                        <a:cubicBezTo>
                          <a:pt x="1603558" y="-19076"/>
                          <a:pt x="1871659" y="52124"/>
                          <a:pt x="1980985" y="0"/>
                        </a:cubicBezTo>
                        <a:cubicBezTo>
                          <a:pt x="2090311" y="-52124"/>
                          <a:pt x="2313405" y="45086"/>
                          <a:pt x="2523720" y="0"/>
                        </a:cubicBezTo>
                        <a:cubicBezTo>
                          <a:pt x="2734035" y="-45086"/>
                          <a:pt x="2936925" y="18180"/>
                          <a:pt x="3104447" y="0"/>
                        </a:cubicBezTo>
                        <a:cubicBezTo>
                          <a:pt x="3271969" y="-18180"/>
                          <a:pt x="3629268" y="80903"/>
                          <a:pt x="3799149" y="0"/>
                        </a:cubicBezTo>
                        <a:cubicBezTo>
                          <a:pt x="3810452" y="116838"/>
                          <a:pt x="3765957" y="230020"/>
                          <a:pt x="3799149" y="369332"/>
                        </a:cubicBezTo>
                        <a:cubicBezTo>
                          <a:pt x="3588630" y="382654"/>
                          <a:pt x="3391535" y="343570"/>
                          <a:pt x="3218422" y="369332"/>
                        </a:cubicBezTo>
                        <a:cubicBezTo>
                          <a:pt x="3045309" y="395094"/>
                          <a:pt x="2813510" y="323054"/>
                          <a:pt x="2599703" y="369332"/>
                        </a:cubicBezTo>
                        <a:cubicBezTo>
                          <a:pt x="2385896" y="415610"/>
                          <a:pt x="2249220" y="318427"/>
                          <a:pt x="2018976" y="369332"/>
                        </a:cubicBezTo>
                        <a:cubicBezTo>
                          <a:pt x="1788732" y="420237"/>
                          <a:pt x="1717197" y="319770"/>
                          <a:pt x="1438249" y="369332"/>
                        </a:cubicBezTo>
                        <a:cubicBezTo>
                          <a:pt x="1159301" y="418894"/>
                          <a:pt x="1208515" y="345256"/>
                          <a:pt x="1009488" y="369332"/>
                        </a:cubicBezTo>
                        <a:cubicBezTo>
                          <a:pt x="810461" y="393408"/>
                          <a:pt x="680146" y="342154"/>
                          <a:pt x="580727" y="369332"/>
                        </a:cubicBezTo>
                        <a:cubicBezTo>
                          <a:pt x="481308" y="396510"/>
                          <a:pt x="268916" y="308104"/>
                          <a:pt x="0" y="369332"/>
                        </a:cubicBezTo>
                        <a:cubicBezTo>
                          <a:pt x="-35342" y="190925"/>
                          <a:pt x="29075" y="128118"/>
                          <a:pt x="0" y="0"/>
                        </a:cubicBezTo>
                        <a:close/>
                      </a:path>
                      <a:path w="3799149" h="369332" stroke="0" extrusionOk="0">
                        <a:moveTo>
                          <a:pt x="0" y="0"/>
                        </a:moveTo>
                        <a:cubicBezTo>
                          <a:pt x="263146" y="-43903"/>
                          <a:pt x="463880" y="62186"/>
                          <a:pt x="580727" y="0"/>
                        </a:cubicBezTo>
                        <a:cubicBezTo>
                          <a:pt x="697574" y="-62186"/>
                          <a:pt x="921339" y="19457"/>
                          <a:pt x="1085471" y="0"/>
                        </a:cubicBezTo>
                        <a:cubicBezTo>
                          <a:pt x="1249603" y="-19457"/>
                          <a:pt x="1380143" y="52649"/>
                          <a:pt x="1628207" y="0"/>
                        </a:cubicBezTo>
                        <a:cubicBezTo>
                          <a:pt x="1876271" y="-52649"/>
                          <a:pt x="1863714" y="7563"/>
                          <a:pt x="2094959" y="0"/>
                        </a:cubicBezTo>
                        <a:cubicBezTo>
                          <a:pt x="2326204" y="-7563"/>
                          <a:pt x="2367263" y="63183"/>
                          <a:pt x="2637695" y="0"/>
                        </a:cubicBezTo>
                        <a:cubicBezTo>
                          <a:pt x="2908127" y="-63183"/>
                          <a:pt x="3006262" y="30538"/>
                          <a:pt x="3104447" y="0"/>
                        </a:cubicBezTo>
                        <a:cubicBezTo>
                          <a:pt x="3202632" y="-30538"/>
                          <a:pt x="3621390" y="59343"/>
                          <a:pt x="3799149" y="0"/>
                        </a:cubicBezTo>
                        <a:cubicBezTo>
                          <a:pt x="3826534" y="112926"/>
                          <a:pt x="3772982" y="240288"/>
                          <a:pt x="3799149" y="369332"/>
                        </a:cubicBezTo>
                        <a:cubicBezTo>
                          <a:pt x="3693004" y="404275"/>
                          <a:pt x="3479458" y="311445"/>
                          <a:pt x="3294405" y="369332"/>
                        </a:cubicBezTo>
                        <a:cubicBezTo>
                          <a:pt x="3109352" y="427219"/>
                          <a:pt x="2936692" y="349321"/>
                          <a:pt x="2827652" y="369332"/>
                        </a:cubicBezTo>
                        <a:cubicBezTo>
                          <a:pt x="2718612" y="389343"/>
                          <a:pt x="2474059" y="329715"/>
                          <a:pt x="2360900" y="369332"/>
                        </a:cubicBezTo>
                        <a:cubicBezTo>
                          <a:pt x="2247741" y="408949"/>
                          <a:pt x="2078515" y="333653"/>
                          <a:pt x="1856156" y="369332"/>
                        </a:cubicBezTo>
                        <a:cubicBezTo>
                          <a:pt x="1633797" y="405011"/>
                          <a:pt x="1431058" y="312075"/>
                          <a:pt x="1237437" y="369332"/>
                        </a:cubicBezTo>
                        <a:cubicBezTo>
                          <a:pt x="1043816" y="426589"/>
                          <a:pt x="926092" y="343904"/>
                          <a:pt x="694702" y="369332"/>
                        </a:cubicBezTo>
                        <a:cubicBezTo>
                          <a:pt x="463312" y="394760"/>
                          <a:pt x="173013" y="356001"/>
                          <a:pt x="0" y="369332"/>
                        </a:cubicBezTo>
                        <a:cubicBezTo>
                          <a:pt x="-10830" y="216770"/>
                          <a:pt x="38900" y="16195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…when communication ‘</a:t>
            </a:r>
            <a:r>
              <a:rPr lang="en-US" dirty="0">
                <a:solidFill>
                  <a:srgbClr val="00B050"/>
                </a:solidFill>
              </a:rPr>
              <a:t>works</a:t>
            </a:r>
            <a:r>
              <a:rPr lang="en-US" dirty="0"/>
              <a:t>.’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6CF1EC-8842-20C4-977A-3A4FE4951009}"/>
              </a:ext>
            </a:extLst>
          </p:cNvPr>
          <p:cNvSpPr txBox="1"/>
          <p:nvPr/>
        </p:nvSpPr>
        <p:spPr>
          <a:xfrm>
            <a:off x="5710280" y="5577802"/>
            <a:ext cx="6640014" cy="646331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640014"/>
                      <a:gd name="connsiteY0" fmla="*/ 0 h 646331"/>
                      <a:gd name="connsiteX1" fmla="*/ 619735 w 6640014"/>
                      <a:gd name="connsiteY1" fmla="*/ 0 h 646331"/>
                      <a:gd name="connsiteX2" fmla="*/ 1106669 w 6640014"/>
                      <a:gd name="connsiteY2" fmla="*/ 0 h 646331"/>
                      <a:gd name="connsiteX3" fmla="*/ 1660004 w 6640014"/>
                      <a:gd name="connsiteY3" fmla="*/ 0 h 646331"/>
                      <a:gd name="connsiteX4" fmla="*/ 2080538 w 6640014"/>
                      <a:gd name="connsiteY4" fmla="*/ 0 h 646331"/>
                      <a:gd name="connsiteX5" fmla="*/ 2633872 w 6640014"/>
                      <a:gd name="connsiteY5" fmla="*/ 0 h 646331"/>
                      <a:gd name="connsiteX6" fmla="*/ 3054406 w 6640014"/>
                      <a:gd name="connsiteY6" fmla="*/ 0 h 646331"/>
                      <a:gd name="connsiteX7" fmla="*/ 3607741 w 6640014"/>
                      <a:gd name="connsiteY7" fmla="*/ 0 h 646331"/>
                      <a:gd name="connsiteX8" fmla="*/ 4094675 w 6640014"/>
                      <a:gd name="connsiteY8" fmla="*/ 0 h 646331"/>
                      <a:gd name="connsiteX9" fmla="*/ 4515210 w 6640014"/>
                      <a:gd name="connsiteY9" fmla="*/ 0 h 646331"/>
                      <a:gd name="connsiteX10" fmla="*/ 5134944 w 6640014"/>
                      <a:gd name="connsiteY10" fmla="*/ 0 h 646331"/>
                      <a:gd name="connsiteX11" fmla="*/ 5821079 w 6640014"/>
                      <a:gd name="connsiteY11" fmla="*/ 0 h 646331"/>
                      <a:gd name="connsiteX12" fmla="*/ 6640014 w 6640014"/>
                      <a:gd name="connsiteY12" fmla="*/ 0 h 646331"/>
                      <a:gd name="connsiteX13" fmla="*/ 6640014 w 6640014"/>
                      <a:gd name="connsiteY13" fmla="*/ 316702 h 646331"/>
                      <a:gd name="connsiteX14" fmla="*/ 6640014 w 6640014"/>
                      <a:gd name="connsiteY14" fmla="*/ 646331 h 646331"/>
                      <a:gd name="connsiteX15" fmla="*/ 6020279 w 6640014"/>
                      <a:gd name="connsiteY15" fmla="*/ 646331 h 646331"/>
                      <a:gd name="connsiteX16" fmla="*/ 5400545 w 6640014"/>
                      <a:gd name="connsiteY16" fmla="*/ 646331 h 646331"/>
                      <a:gd name="connsiteX17" fmla="*/ 4714410 w 6640014"/>
                      <a:gd name="connsiteY17" fmla="*/ 646331 h 646331"/>
                      <a:gd name="connsiteX18" fmla="*/ 4360276 w 6640014"/>
                      <a:gd name="connsiteY18" fmla="*/ 646331 h 646331"/>
                      <a:gd name="connsiteX19" fmla="*/ 4006142 w 6640014"/>
                      <a:gd name="connsiteY19" fmla="*/ 646331 h 646331"/>
                      <a:gd name="connsiteX20" fmla="*/ 3519207 w 6640014"/>
                      <a:gd name="connsiteY20" fmla="*/ 646331 h 646331"/>
                      <a:gd name="connsiteX21" fmla="*/ 2833073 w 6640014"/>
                      <a:gd name="connsiteY21" fmla="*/ 646331 h 646331"/>
                      <a:gd name="connsiteX22" fmla="*/ 2412538 w 6640014"/>
                      <a:gd name="connsiteY22" fmla="*/ 646331 h 646331"/>
                      <a:gd name="connsiteX23" fmla="*/ 1992004 w 6640014"/>
                      <a:gd name="connsiteY23" fmla="*/ 646331 h 646331"/>
                      <a:gd name="connsiteX24" fmla="*/ 1438670 w 6640014"/>
                      <a:gd name="connsiteY24" fmla="*/ 646331 h 646331"/>
                      <a:gd name="connsiteX25" fmla="*/ 951735 w 6640014"/>
                      <a:gd name="connsiteY25" fmla="*/ 646331 h 646331"/>
                      <a:gd name="connsiteX26" fmla="*/ 0 w 6640014"/>
                      <a:gd name="connsiteY26" fmla="*/ 646331 h 646331"/>
                      <a:gd name="connsiteX27" fmla="*/ 0 w 6640014"/>
                      <a:gd name="connsiteY27" fmla="*/ 316702 h 646331"/>
                      <a:gd name="connsiteX28" fmla="*/ 0 w 6640014"/>
                      <a:gd name="connsiteY28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640014" h="646331" extrusionOk="0">
                        <a:moveTo>
                          <a:pt x="0" y="0"/>
                        </a:moveTo>
                        <a:cubicBezTo>
                          <a:pt x="160478" y="-15898"/>
                          <a:pt x="393355" y="49021"/>
                          <a:pt x="619735" y="0"/>
                        </a:cubicBezTo>
                        <a:cubicBezTo>
                          <a:pt x="846115" y="-49021"/>
                          <a:pt x="870299" y="43841"/>
                          <a:pt x="1106669" y="0"/>
                        </a:cubicBezTo>
                        <a:cubicBezTo>
                          <a:pt x="1343039" y="-43841"/>
                          <a:pt x="1442569" y="58675"/>
                          <a:pt x="1660004" y="0"/>
                        </a:cubicBezTo>
                        <a:cubicBezTo>
                          <a:pt x="1877439" y="-58675"/>
                          <a:pt x="1956838" y="1707"/>
                          <a:pt x="2080538" y="0"/>
                        </a:cubicBezTo>
                        <a:cubicBezTo>
                          <a:pt x="2204238" y="-1707"/>
                          <a:pt x="2402577" y="52763"/>
                          <a:pt x="2633872" y="0"/>
                        </a:cubicBezTo>
                        <a:cubicBezTo>
                          <a:pt x="2865167" y="-52763"/>
                          <a:pt x="2882819" y="36104"/>
                          <a:pt x="3054406" y="0"/>
                        </a:cubicBezTo>
                        <a:cubicBezTo>
                          <a:pt x="3225993" y="-36104"/>
                          <a:pt x="3481118" y="19854"/>
                          <a:pt x="3607741" y="0"/>
                        </a:cubicBezTo>
                        <a:cubicBezTo>
                          <a:pt x="3734364" y="-19854"/>
                          <a:pt x="3993617" y="24401"/>
                          <a:pt x="4094675" y="0"/>
                        </a:cubicBezTo>
                        <a:cubicBezTo>
                          <a:pt x="4195733" y="-24401"/>
                          <a:pt x="4332021" y="38983"/>
                          <a:pt x="4515210" y="0"/>
                        </a:cubicBezTo>
                        <a:cubicBezTo>
                          <a:pt x="4698400" y="-38983"/>
                          <a:pt x="4898836" y="32753"/>
                          <a:pt x="5134944" y="0"/>
                        </a:cubicBezTo>
                        <a:cubicBezTo>
                          <a:pt x="5371052" y="-32753"/>
                          <a:pt x="5504685" y="79028"/>
                          <a:pt x="5821079" y="0"/>
                        </a:cubicBezTo>
                        <a:cubicBezTo>
                          <a:pt x="6137474" y="-79028"/>
                          <a:pt x="6365395" y="11788"/>
                          <a:pt x="6640014" y="0"/>
                        </a:cubicBezTo>
                        <a:cubicBezTo>
                          <a:pt x="6669364" y="79782"/>
                          <a:pt x="6639833" y="193786"/>
                          <a:pt x="6640014" y="316702"/>
                        </a:cubicBezTo>
                        <a:cubicBezTo>
                          <a:pt x="6640195" y="439618"/>
                          <a:pt x="6639696" y="498744"/>
                          <a:pt x="6640014" y="646331"/>
                        </a:cubicBezTo>
                        <a:cubicBezTo>
                          <a:pt x="6418605" y="708478"/>
                          <a:pt x="6284550" y="576906"/>
                          <a:pt x="6020279" y="646331"/>
                        </a:cubicBezTo>
                        <a:cubicBezTo>
                          <a:pt x="5756008" y="715756"/>
                          <a:pt x="5684698" y="608825"/>
                          <a:pt x="5400545" y="646331"/>
                        </a:cubicBezTo>
                        <a:cubicBezTo>
                          <a:pt x="5116392" y="683837"/>
                          <a:pt x="4956684" y="641892"/>
                          <a:pt x="4714410" y="646331"/>
                        </a:cubicBezTo>
                        <a:cubicBezTo>
                          <a:pt x="4472136" y="650770"/>
                          <a:pt x="4506538" y="615999"/>
                          <a:pt x="4360276" y="646331"/>
                        </a:cubicBezTo>
                        <a:cubicBezTo>
                          <a:pt x="4214014" y="676663"/>
                          <a:pt x="4168883" y="609975"/>
                          <a:pt x="4006142" y="646331"/>
                        </a:cubicBezTo>
                        <a:cubicBezTo>
                          <a:pt x="3843401" y="682687"/>
                          <a:pt x="3686850" y="615086"/>
                          <a:pt x="3519207" y="646331"/>
                        </a:cubicBezTo>
                        <a:cubicBezTo>
                          <a:pt x="3351565" y="677576"/>
                          <a:pt x="2998854" y="599246"/>
                          <a:pt x="2833073" y="646331"/>
                        </a:cubicBezTo>
                        <a:cubicBezTo>
                          <a:pt x="2667292" y="693416"/>
                          <a:pt x="2552008" y="642668"/>
                          <a:pt x="2412538" y="646331"/>
                        </a:cubicBezTo>
                        <a:cubicBezTo>
                          <a:pt x="2273069" y="649994"/>
                          <a:pt x="2197695" y="602177"/>
                          <a:pt x="1992004" y="646331"/>
                        </a:cubicBezTo>
                        <a:cubicBezTo>
                          <a:pt x="1786313" y="690485"/>
                          <a:pt x="1554770" y="594480"/>
                          <a:pt x="1438670" y="646331"/>
                        </a:cubicBezTo>
                        <a:cubicBezTo>
                          <a:pt x="1322570" y="698182"/>
                          <a:pt x="1081018" y="636772"/>
                          <a:pt x="951735" y="646331"/>
                        </a:cubicBezTo>
                        <a:cubicBezTo>
                          <a:pt x="822452" y="655890"/>
                          <a:pt x="304558" y="607495"/>
                          <a:pt x="0" y="646331"/>
                        </a:cubicBezTo>
                        <a:cubicBezTo>
                          <a:pt x="-1980" y="564286"/>
                          <a:pt x="35960" y="460370"/>
                          <a:pt x="0" y="316702"/>
                        </a:cubicBezTo>
                        <a:cubicBezTo>
                          <a:pt x="-35960" y="173034"/>
                          <a:pt x="18219" y="844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The outcome associated with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is worse for both of us than the outcome associated with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CF55BE-CDC0-9389-97F1-8407F45154CC}"/>
              </a:ext>
            </a:extLst>
          </p:cNvPr>
          <p:cNvSpPr txBox="1"/>
          <p:nvPr/>
        </p:nvSpPr>
        <p:spPr>
          <a:xfrm>
            <a:off x="5202775" y="6324575"/>
            <a:ext cx="68273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6827378"/>
                      <a:gd name="connsiteY0" fmla="*/ 0 h 369332"/>
                      <a:gd name="connsiteX1" fmla="*/ 568948 w 6827378"/>
                      <a:gd name="connsiteY1" fmla="*/ 0 h 369332"/>
                      <a:gd name="connsiteX2" fmla="*/ 1137896 w 6827378"/>
                      <a:gd name="connsiteY2" fmla="*/ 0 h 369332"/>
                      <a:gd name="connsiteX3" fmla="*/ 1843392 w 6827378"/>
                      <a:gd name="connsiteY3" fmla="*/ 0 h 369332"/>
                      <a:gd name="connsiteX4" fmla="*/ 2412340 w 6827378"/>
                      <a:gd name="connsiteY4" fmla="*/ 0 h 369332"/>
                      <a:gd name="connsiteX5" fmla="*/ 2981288 w 6827378"/>
                      <a:gd name="connsiteY5" fmla="*/ 0 h 369332"/>
                      <a:gd name="connsiteX6" fmla="*/ 3618510 w 6827378"/>
                      <a:gd name="connsiteY6" fmla="*/ 0 h 369332"/>
                      <a:gd name="connsiteX7" fmla="*/ 3982637 w 6827378"/>
                      <a:gd name="connsiteY7" fmla="*/ 0 h 369332"/>
                      <a:gd name="connsiteX8" fmla="*/ 4346764 w 6827378"/>
                      <a:gd name="connsiteY8" fmla="*/ 0 h 369332"/>
                      <a:gd name="connsiteX9" fmla="*/ 4710891 w 6827378"/>
                      <a:gd name="connsiteY9" fmla="*/ 0 h 369332"/>
                      <a:gd name="connsiteX10" fmla="*/ 5416387 w 6827378"/>
                      <a:gd name="connsiteY10" fmla="*/ 0 h 369332"/>
                      <a:gd name="connsiteX11" fmla="*/ 5917061 w 6827378"/>
                      <a:gd name="connsiteY11" fmla="*/ 0 h 369332"/>
                      <a:gd name="connsiteX12" fmla="*/ 6281188 w 6827378"/>
                      <a:gd name="connsiteY12" fmla="*/ 0 h 369332"/>
                      <a:gd name="connsiteX13" fmla="*/ 6827378 w 6827378"/>
                      <a:gd name="connsiteY13" fmla="*/ 0 h 369332"/>
                      <a:gd name="connsiteX14" fmla="*/ 6827378 w 6827378"/>
                      <a:gd name="connsiteY14" fmla="*/ 369332 h 369332"/>
                      <a:gd name="connsiteX15" fmla="*/ 6258430 w 6827378"/>
                      <a:gd name="connsiteY15" fmla="*/ 369332 h 369332"/>
                      <a:gd name="connsiteX16" fmla="*/ 5552934 w 6827378"/>
                      <a:gd name="connsiteY16" fmla="*/ 369332 h 369332"/>
                      <a:gd name="connsiteX17" fmla="*/ 5188807 w 6827378"/>
                      <a:gd name="connsiteY17" fmla="*/ 369332 h 369332"/>
                      <a:gd name="connsiteX18" fmla="*/ 4551585 w 6827378"/>
                      <a:gd name="connsiteY18" fmla="*/ 369332 h 369332"/>
                      <a:gd name="connsiteX19" fmla="*/ 3914363 w 6827378"/>
                      <a:gd name="connsiteY19" fmla="*/ 369332 h 369332"/>
                      <a:gd name="connsiteX20" fmla="*/ 3413689 w 6827378"/>
                      <a:gd name="connsiteY20" fmla="*/ 369332 h 369332"/>
                      <a:gd name="connsiteX21" fmla="*/ 3049562 w 6827378"/>
                      <a:gd name="connsiteY21" fmla="*/ 369332 h 369332"/>
                      <a:gd name="connsiteX22" fmla="*/ 2617162 w 6827378"/>
                      <a:gd name="connsiteY22" fmla="*/ 369332 h 369332"/>
                      <a:gd name="connsiteX23" fmla="*/ 1979940 w 6827378"/>
                      <a:gd name="connsiteY23" fmla="*/ 369332 h 369332"/>
                      <a:gd name="connsiteX24" fmla="*/ 1479265 w 6827378"/>
                      <a:gd name="connsiteY24" fmla="*/ 369332 h 369332"/>
                      <a:gd name="connsiteX25" fmla="*/ 910317 w 6827378"/>
                      <a:gd name="connsiteY25" fmla="*/ 369332 h 369332"/>
                      <a:gd name="connsiteX26" fmla="*/ 0 w 6827378"/>
                      <a:gd name="connsiteY26" fmla="*/ 369332 h 369332"/>
                      <a:gd name="connsiteX27" fmla="*/ 0 w 6827378"/>
                      <a:gd name="connsiteY27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6827378" h="369332" fill="none" extrusionOk="0">
                        <a:moveTo>
                          <a:pt x="0" y="0"/>
                        </a:moveTo>
                        <a:cubicBezTo>
                          <a:pt x="219015" y="-44219"/>
                          <a:pt x="312197" y="62786"/>
                          <a:pt x="568948" y="0"/>
                        </a:cubicBezTo>
                        <a:cubicBezTo>
                          <a:pt x="825699" y="-62786"/>
                          <a:pt x="913042" y="32922"/>
                          <a:pt x="1137896" y="0"/>
                        </a:cubicBezTo>
                        <a:cubicBezTo>
                          <a:pt x="1362750" y="-32922"/>
                          <a:pt x="1591186" y="47068"/>
                          <a:pt x="1843392" y="0"/>
                        </a:cubicBezTo>
                        <a:cubicBezTo>
                          <a:pt x="2095598" y="-47068"/>
                          <a:pt x="2193847" y="65530"/>
                          <a:pt x="2412340" y="0"/>
                        </a:cubicBezTo>
                        <a:cubicBezTo>
                          <a:pt x="2630833" y="-65530"/>
                          <a:pt x="2746494" y="66418"/>
                          <a:pt x="2981288" y="0"/>
                        </a:cubicBezTo>
                        <a:cubicBezTo>
                          <a:pt x="3216082" y="-66418"/>
                          <a:pt x="3373709" y="9671"/>
                          <a:pt x="3618510" y="0"/>
                        </a:cubicBezTo>
                        <a:cubicBezTo>
                          <a:pt x="3863311" y="-9671"/>
                          <a:pt x="3832864" y="38558"/>
                          <a:pt x="3982637" y="0"/>
                        </a:cubicBezTo>
                        <a:cubicBezTo>
                          <a:pt x="4132410" y="-38558"/>
                          <a:pt x="4171263" y="10291"/>
                          <a:pt x="4346764" y="0"/>
                        </a:cubicBezTo>
                        <a:cubicBezTo>
                          <a:pt x="4522265" y="-10291"/>
                          <a:pt x="4534672" y="8777"/>
                          <a:pt x="4710891" y="0"/>
                        </a:cubicBezTo>
                        <a:cubicBezTo>
                          <a:pt x="4887110" y="-8777"/>
                          <a:pt x="5257379" y="80481"/>
                          <a:pt x="5416387" y="0"/>
                        </a:cubicBezTo>
                        <a:cubicBezTo>
                          <a:pt x="5575395" y="-80481"/>
                          <a:pt x="5799015" y="3447"/>
                          <a:pt x="5917061" y="0"/>
                        </a:cubicBezTo>
                        <a:cubicBezTo>
                          <a:pt x="6035107" y="-3447"/>
                          <a:pt x="6128321" y="30498"/>
                          <a:pt x="6281188" y="0"/>
                        </a:cubicBezTo>
                        <a:cubicBezTo>
                          <a:pt x="6434055" y="-30498"/>
                          <a:pt x="6709615" y="16683"/>
                          <a:pt x="6827378" y="0"/>
                        </a:cubicBezTo>
                        <a:cubicBezTo>
                          <a:pt x="6864021" y="114610"/>
                          <a:pt x="6817925" y="190909"/>
                          <a:pt x="6827378" y="369332"/>
                        </a:cubicBezTo>
                        <a:cubicBezTo>
                          <a:pt x="6625504" y="419208"/>
                          <a:pt x="6531619" y="344411"/>
                          <a:pt x="6258430" y="369332"/>
                        </a:cubicBezTo>
                        <a:cubicBezTo>
                          <a:pt x="5985241" y="394253"/>
                          <a:pt x="5860466" y="328801"/>
                          <a:pt x="5552934" y="369332"/>
                        </a:cubicBezTo>
                        <a:cubicBezTo>
                          <a:pt x="5245402" y="409863"/>
                          <a:pt x="5283506" y="327644"/>
                          <a:pt x="5188807" y="369332"/>
                        </a:cubicBezTo>
                        <a:cubicBezTo>
                          <a:pt x="5094108" y="411020"/>
                          <a:pt x="4851442" y="312230"/>
                          <a:pt x="4551585" y="369332"/>
                        </a:cubicBezTo>
                        <a:cubicBezTo>
                          <a:pt x="4251728" y="426434"/>
                          <a:pt x="4127006" y="326345"/>
                          <a:pt x="3914363" y="369332"/>
                        </a:cubicBezTo>
                        <a:cubicBezTo>
                          <a:pt x="3701720" y="412319"/>
                          <a:pt x="3641197" y="321991"/>
                          <a:pt x="3413689" y="369332"/>
                        </a:cubicBezTo>
                        <a:cubicBezTo>
                          <a:pt x="3186181" y="416673"/>
                          <a:pt x="3228236" y="328485"/>
                          <a:pt x="3049562" y="369332"/>
                        </a:cubicBezTo>
                        <a:cubicBezTo>
                          <a:pt x="2870888" y="410179"/>
                          <a:pt x="2825921" y="342274"/>
                          <a:pt x="2617162" y="369332"/>
                        </a:cubicBezTo>
                        <a:cubicBezTo>
                          <a:pt x="2408403" y="396390"/>
                          <a:pt x="2153505" y="324516"/>
                          <a:pt x="1979940" y="369332"/>
                        </a:cubicBezTo>
                        <a:cubicBezTo>
                          <a:pt x="1806375" y="414148"/>
                          <a:pt x="1654838" y="339260"/>
                          <a:pt x="1479265" y="369332"/>
                        </a:cubicBezTo>
                        <a:cubicBezTo>
                          <a:pt x="1303693" y="399404"/>
                          <a:pt x="1074069" y="327705"/>
                          <a:pt x="910317" y="369332"/>
                        </a:cubicBezTo>
                        <a:cubicBezTo>
                          <a:pt x="746565" y="410959"/>
                          <a:pt x="221977" y="367796"/>
                          <a:pt x="0" y="369332"/>
                        </a:cubicBezTo>
                        <a:cubicBezTo>
                          <a:pt x="-1480" y="246174"/>
                          <a:pt x="42104" y="116418"/>
                          <a:pt x="0" y="0"/>
                        </a:cubicBezTo>
                        <a:close/>
                      </a:path>
                      <a:path w="6827378" h="369332" stroke="0" extrusionOk="0">
                        <a:moveTo>
                          <a:pt x="0" y="0"/>
                        </a:moveTo>
                        <a:cubicBezTo>
                          <a:pt x="183062" y="-62205"/>
                          <a:pt x="458106" y="57244"/>
                          <a:pt x="637222" y="0"/>
                        </a:cubicBezTo>
                        <a:cubicBezTo>
                          <a:pt x="816338" y="-57244"/>
                          <a:pt x="928459" y="48200"/>
                          <a:pt x="1137896" y="0"/>
                        </a:cubicBezTo>
                        <a:cubicBezTo>
                          <a:pt x="1347333" y="-48200"/>
                          <a:pt x="1493931" y="14066"/>
                          <a:pt x="1706845" y="0"/>
                        </a:cubicBezTo>
                        <a:cubicBezTo>
                          <a:pt x="1919759" y="-14066"/>
                          <a:pt x="1972949" y="36284"/>
                          <a:pt x="2139245" y="0"/>
                        </a:cubicBezTo>
                        <a:cubicBezTo>
                          <a:pt x="2305541" y="-36284"/>
                          <a:pt x="2455910" y="12550"/>
                          <a:pt x="2708193" y="0"/>
                        </a:cubicBezTo>
                        <a:cubicBezTo>
                          <a:pt x="2960476" y="-12550"/>
                          <a:pt x="2952421" y="5865"/>
                          <a:pt x="3140594" y="0"/>
                        </a:cubicBezTo>
                        <a:cubicBezTo>
                          <a:pt x="3328767" y="-5865"/>
                          <a:pt x="3575623" y="25704"/>
                          <a:pt x="3709542" y="0"/>
                        </a:cubicBezTo>
                        <a:cubicBezTo>
                          <a:pt x="3843461" y="-25704"/>
                          <a:pt x="4049022" y="43643"/>
                          <a:pt x="4210216" y="0"/>
                        </a:cubicBezTo>
                        <a:cubicBezTo>
                          <a:pt x="4371410" y="-43643"/>
                          <a:pt x="4445287" y="23880"/>
                          <a:pt x="4642617" y="0"/>
                        </a:cubicBezTo>
                        <a:cubicBezTo>
                          <a:pt x="4839947" y="-23880"/>
                          <a:pt x="5072161" y="50534"/>
                          <a:pt x="5279839" y="0"/>
                        </a:cubicBezTo>
                        <a:cubicBezTo>
                          <a:pt x="5487517" y="-50534"/>
                          <a:pt x="5758891" y="42369"/>
                          <a:pt x="5985335" y="0"/>
                        </a:cubicBezTo>
                        <a:cubicBezTo>
                          <a:pt x="6211779" y="-42369"/>
                          <a:pt x="6576126" y="29947"/>
                          <a:pt x="6827378" y="0"/>
                        </a:cubicBezTo>
                        <a:cubicBezTo>
                          <a:pt x="6850121" y="116538"/>
                          <a:pt x="6807701" y="284514"/>
                          <a:pt x="6827378" y="369332"/>
                        </a:cubicBezTo>
                        <a:cubicBezTo>
                          <a:pt x="6587575" y="419987"/>
                          <a:pt x="6349313" y="318461"/>
                          <a:pt x="6190156" y="369332"/>
                        </a:cubicBezTo>
                        <a:cubicBezTo>
                          <a:pt x="6030999" y="420203"/>
                          <a:pt x="5833454" y="350457"/>
                          <a:pt x="5689482" y="369332"/>
                        </a:cubicBezTo>
                        <a:cubicBezTo>
                          <a:pt x="5545510" y="388207"/>
                          <a:pt x="5228749" y="358458"/>
                          <a:pt x="5052260" y="369332"/>
                        </a:cubicBezTo>
                        <a:cubicBezTo>
                          <a:pt x="4875771" y="380206"/>
                          <a:pt x="4672057" y="305220"/>
                          <a:pt x="4346764" y="369332"/>
                        </a:cubicBezTo>
                        <a:cubicBezTo>
                          <a:pt x="4021471" y="433444"/>
                          <a:pt x="4099405" y="361214"/>
                          <a:pt x="3982637" y="369332"/>
                        </a:cubicBezTo>
                        <a:cubicBezTo>
                          <a:pt x="3865869" y="377450"/>
                          <a:pt x="3747263" y="356944"/>
                          <a:pt x="3618510" y="369332"/>
                        </a:cubicBezTo>
                        <a:cubicBezTo>
                          <a:pt x="3489757" y="381720"/>
                          <a:pt x="3351491" y="348392"/>
                          <a:pt x="3117836" y="369332"/>
                        </a:cubicBezTo>
                        <a:cubicBezTo>
                          <a:pt x="2884181" y="390272"/>
                          <a:pt x="2615084" y="302528"/>
                          <a:pt x="2412340" y="369332"/>
                        </a:cubicBezTo>
                        <a:cubicBezTo>
                          <a:pt x="2209596" y="436136"/>
                          <a:pt x="2164122" y="335632"/>
                          <a:pt x="1979940" y="369332"/>
                        </a:cubicBezTo>
                        <a:cubicBezTo>
                          <a:pt x="1795758" y="403032"/>
                          <a:pt x="1750620" y="318019"/>
                          <a:pt x="1547539" y="369332"/>
                        </a:cubicBezTo>
                        <a:cubicBezTo>
                          <a:pt x="1344458" y="420645"/>
                          <a:pt x="1194393" y="347976"/>
                          <a:pt x="978591" y="369332"/>
                        </a:cubicBezTo>
                        <a:cubicBezTo>
                          <a:pt x="762789" y="390688"/>
                          <a:pt x="346337" y="334831"/>
                          <a:pt x="0" y="369332"/>
                        </a:cubicBezTo>
                        <a:cubicBezTo>
                          <a:pt x="-11128" y="250112"/>
                          <a:pt x="7066" y="1698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/>
              <a:t>How can we move the outcome from </a:t>
            </a:r>
            <a:r>
              <a:rPr lang="en-US">
                <a:solidFill>
                  <a:srgbClr val="C00000"/>
                </a:solidFill>
              </a:rPr>
              <a:t>(TAKE, TAKE)</a:t>
            </a:r>
            <a:r>
              <a:rPr lang="en-US"/>
              <a:t> to </a:t>
            </a:r>
            <a:r>
              <a:rPr lang="en-US">
                <a:solidFill>
                  <a:srgbClr val="00B050"/>
                </a:solidFill>
              </a:rPr>
              <a:t>(SHARE, SHARE)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766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33" grpId="0" animBg="1"/>
      <p:bldP spid="34" grpId="0" animBg="1"/>
      <p:bldP spid="31" grpId="0" animBg="1"/>
      <p:bldP spid="32" grpId="0" animBg="1"/>
      <p:bldP spid="35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EC622-B42B-B49F-82E0-52335ABE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F14F268F-30B4-7749-7102-183C77943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5EB19-08CA-31D2-6567-1D20F535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What is Game Theory?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113D997A-51DD-578D-B5D8-D4BE16425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F8419-1F15-5735-7462-3C9487E51EF6}"/>
              </a:ext>
            </a:extLst>
          </p:cNvPr>
          <p:cNvSpPr txBox="1"/>
          <p:nvPr/>
        </p:nvSpPr>
        <p:spPr>
          <a:xfrm>
            <a:off x="572493" y="4776800"/>
            <a:ext cx="541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 mathematical model of a strategic interaction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DE313-781E-F617-5314-09641FD2A693}"/>
              </a:ext>
            </a:extLst>
          </p:cNvPr>
          <p:cNvSpPr txBox="1"/>
          <p:nvPr/>
        </p:nvSpPr>
        <p:spPr>
          <a:xfrm>
            <a:off x="572494" y="2021618"/>
            <a:ext cx="633735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Game theory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study of making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decisions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strategic settings.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0290E-808B-C3F6-0966-EEF1903B606E}"/>
              </a:ext>
            </a:extLst>
          </p:cNvPr>
          <p:cNvSpPr txBox="1"/>
          <p:nvPr/>
        </p:nvSpPr>
        <p:spPr>
          <a:xfrm>
            <a:off x="4917440" y="2522823"/>
            <a:ext cx="328526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…where the outcome depends not only on your own choices but also on the choices of others.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2D273-77E5-8D77-9E24-9AF6CC078113}"/>
              </a:ext>
            </a:extLst>
          </p:cNvPr>
          <p:cNvSpPr/>
          <p:nvPr/>
        </p:nvSpPr>
        <p:spPr>
          <a:xfrm>
            <a:off x="4917440" y="2021618"/>
            <a:ext cx="1879286" cy="356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C26F33-885E-F262-D579-A24AA00B66FB}"/>
              </a:ext>
            </a:extLst>
          </p:cNvPr>
          <p:cNvSpPr txBox="1"/>
          <p:nvPr/>
        </p:nvSpPr>
        <p:spPr>
          <a:xfrm>
            <a:off x="572493" y="5244614"/>
            <a:ext cx="9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Players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D9DB9-C9B2-FDB2-8BE0-738B936CDA1D}"/>
              </a:ext>
            </a:extLst>
          </p:cNvPr>
          <p:cNvSpPr txBox="1"/>
          <p:nvPr/>
        </p:nvSpPr>
        <p:spPr>
          <a:xfrm>
            <a:off x="1677705" y="5244614"/>
            <a:ext cx="91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AC1E1-7FFC-3D8A-B67D-DD325B628E46}"/>
              </a:ext>
            </a:extLst>
          </p:cNvPr>
          <p:cNvSpPr txBox="1"/>
          <p:nvPr/>
        </p:nvSpPr>
        <p:spPr>
          <a:xfrm>
            <a:off x="2782918" y="5244614"/>
            <a:ext cx="114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048A8-03A3-8824-EECB-E79138051397}"/>
              </a:ext>
            </a:extLst>
          </p:cNvPr>
          <p:cNvSpPr txBox="1"/>
          <p:nvPr/>
        </p:nvSpPr>
        <p:spPr>
          <a:xfrm>
            <a:off x="4120821" y="5244614"/>
            <a:ext cx="131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6621B-E46D-E552-4FBA-2F11FD5BD936}"/>
              </a:ext>
            </a:extLst>
          </p:cNvPr>
          <p:cNvSpPr txBox="1"/>
          <p:nvPr/>
        </p:nvSpPr>
        <p:spPr>
          <a:xfrm>
            <a:off x="572493" y="3606515"/>
            <a:ext cx="109727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 mathematical framework for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modeling strategic interactions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rational agents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where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depend on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choices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all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participants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9F667-756C-2869-E4FE-A84A26A9CC08}"/>
              </a:ext>
            </a:extLst>
          </p:cNvPr>
          <p:cNvSpPr txBox="1"/>
          <p:nvPr/>
        </p:nvSpPr>
        <p:spPr>
          <a:xfrm>
            <a:off x="8438970" y="2513849"/>
            <a:ext cx="14654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TAKE-SHARE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3B8E2-4710-CA32-E044-0DC2FABC5FC1}"/>
              </a:ext>
            </a:extLst>
          </p:cNvPr>
          <p:cNvSpPr txBox="1"/>
          <p:nvPr/>
        </p:nvSpPr>
        <p:spPr>
          <a:xfrm>
            <a:off x="8438970" y="2880003"/>
            <a:ext cx="3152043" cy="64633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…distinct from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single-person decision problem</a:t>
            </a:r>
            <a:endParaRPr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8FE557-0D6D-B7CA-44E0-46E8BE0C77E9}"/>
              </a:ext>
            </a:extLst>
          </p:cNvPr>
          <p:cNvCxnSpPr>
            <a:cxnSpLocks/>
          </p:cNvCxnSpPr>
          <p:nvPr/>
        </p:nvCxnSpPr>
        <p:spPr>
          <a:xfrm>
            <a:off x="8328212" y="2390950"/>
            <a:ext cx="0" cy="1215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E06565-2AD9-E49E-4374-7444D3FDCACD}"/>
              </a:ext>
            </a:extLst>
          </p:cNvPr>
          <p:cNvSpPr txBox="1"/>
          <p:nvPr/>
        </p:nvSpPr>
        <p:spPr>
          <a:xfrm>
            <a:off x="6380723" y="4771656"/>
            <a:ext cx="162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Entertainment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736BCE-150F-CB98-25B4-D3243A1D4952}"/>
              </a:ext>
            </a:extLst>
          </p:cNvPr>
          <p:cNvSpPr txBox="1"/>
          <p:nvPr/>
        </p:nvSpPr>
        <p:spPr>
          <a:xfrm>
            <a:off x="8274216" y="4771656"/>
            <a:ext cx="101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Winners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7E8ED7-FAD9-66F5-E93E-43710F7B4994}"/>
              </a:ext>
            </a:extLst>
          </p:cNvPr>
          <p:cNvSpPr txBox="1"/>
          <p:nvPr/>
        </p:nvSpPr>
        <p:spPr>
          <a:xfrm>
            <a:off x="9536874" y="4771656"/>
            <a:ext cx="80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Losers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F8660F-5D70-EBCA-22E8-A5036CAC097E}"/>
              </a:ext>
            </a:extLst>
          </p:cNvPr>
          <p:cNvCxnSpPr>
            <a:cxnSpLocks/>
          </p:cNvCxnSpPr>
          <p:nvPr/>
        </p:nvCxnSpPr>
        <p:spPr>
          <a:xfrm>
            <a:off x="6380723" y="4973091"/>
            <a:ext cx="162476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CB48D8-0C47-3207-6A38-76D0C366B140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8274216" y="4956322"/>
            <a:ext cx="1013219" cy="1676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1FD03B-F78F-5EFC-72D5-BABC6D50FBD6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9556168" y="4956322"/>
            <a:ext cx="789103" cy="1676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13D161-553F-FA46-0D62-35626ABD9289}"/>
              </a:ext>
            </a:extLst>
          </p:cNvPr>
          <p:cNvSpPr txBox="1"/>
          <p:nvPr/>
        </p:nvSpPr>
        <p:spPr>
          <a:xfrm>
            <a:off x="5674659" y="1307917"/>
            <a:ext cx="233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‘…Human modeling’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AA24EC-D528-CDA0-D612-EDCA643E411E}"/>
              </a:ext>
            </a:extLst>
          </p:cNvPr>
          <p:cNvSpPr txBox="1"/>
          <p:nvPr/>
        </p:nvSpPr>
        <p:spPr>
          <a:xfrm>
            <a:off x="416817" y="5709678"/>
            <a:ext cx="1227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 agents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92A67-DA68-B28D-257D-FE319EDFCF33}"/>
              </a:ext>
            </a:extLst>
          </p:cNvPr>
          <p:cNvSpPr txBox="1"/>
          <p:nvPr/>
        </p:nvSpPr>
        <p:spPr>
          <a:xfrm>
            <a:off x="1522029" y="5709678"/>
            <a:ext cx="1227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Options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EB75AF-6D23-FB8E-DE8E-8FBE578C4E9D}"/>
              </a:ext>
            </a:extLst>
          </p:cNvPr>
          <p:cNvSpPr txBox="1"/>
          <p:nvPr/>
        </p:nvSpPr>
        <p:spPr>
          <a:xfrm>
            <a:off x="2749512" y="5709678"/>
            <a:ext cx="1227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Results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697F17-35CA-2CCF-A5E9-6A873FD7EE6F}"/>
              </a:ext>
            </a:extLst>
          </p:cNvPr>
          <p:cNvSpPr txBox="1"/>
          <p:nvPr/>
        </p:nvSpPr>
        <p:spPr>
          <a:xfrm>
            <a:off x="2894259" y="6141731"/>
            <a:ext cx="3089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Functions of combinations of actions of all players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94C73A-E164-B706-FCED-2EC6B56D8334}"/>
              </a:ext>
            </a:extLst>
          </p:cNvPr>
          <p:cNvSpPr txBox="1"/>
          <p:nvPr/>
        </p:nvSpPr>
        <p:spPr>
          <a:xfrm>
            <a:off x="4163107" y="5709678"/>
            <a:ext cx="1227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Payoffs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986D63-F52B-E4BF-B243-831C1AA6EE3F}"/>
              </a:ext>
            </a:extLst>
          </p:cNvPr>
          <p:cNvSpPr txBox="1"/>
          <p:nvPr/>
        </p:nvSpPr>
        <p:spPr>
          <a:xfrm>
            <a:off x="920856" y="3163674"/>
            <a:ext cx="340191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…human interactions are complex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927346-2D33-1FE0-725D-4FDDF186CFEA}"/>
              </a:ext>
            </a:extLst>
          </p:cNvPr>
          <p:cNvSpPr txBox="1"/>
          <p:nvPr/>
        </p:nvSpPr>
        <p:spPr>
          <a:xfrm>
            <a:off x="920856" y="2531674"/>
            <a:ext cx="301088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…systematic framework to analyze, predict, &amp; prescribe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9F4A49-3496-20C6-310E-C5EE651B9833}"/>
              </a:ext>
            </a:extLst>
          </p:cNvPr>
          <p:cNvGrpSpPr/>
          <p:nvPr/>
        </p:nvGrpSpPr>
        <p:grpSpPr>
          <a:xfrm>
            <a:off x="7470781" y="168552"/>
            <a:ext cx="4486537" cy="1963815"/>
            <a:chOff x="7470781" y="168552"/>
            <a:chExt cx="4486537" cy="1963815"/>
          </a:xfrm>
        </p:grpSpPr>
        <p:graphicFrame>
          <p:nvGraphicFramePr>
            <p:cNvPr id="30" name="Diagram 29">
              <a:extLst>
                <a:ext uri="{FF2B5EF4-FFF2-40B4-BE49-F238E27FC236}">
                  <a16:creationId xmlns:a16="http://schemas.microsoft.com/office/drawing/2014/main" id="{FCE7D73B-2352-E33B-9BD1-287FF8F54A8A}"/>
                </a:ext>
              </a:extLst>
            </p:cNvPr>
            <p:cNvGraphicFramePr/>
            <p:nvPr/>
          </p:nvGraphicFramePr>
          <p:xfrm>
            <a:off x="8780825" y="241117"/>
            <a:ext cx="3176493" cy="18912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F4F485-02A9-9F44-B31F-19BC41821A1D}"/>
                </a:ext>
              </a:extLst>
            </p:cNvPr>
            <p:cNvSpPr txBox="1"/>
            <p:nvPr/>
          </p:nvSpPr>
          <p:spPr>
            <a:xfrm>
              <a:off x="7470781" y="168552"/>
              <a:ext cx="1936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 strategic dance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7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9" grpId="0" animBg="1"/>
      <p:bldP spid="11" grpId="0"/>
      <p:bldP spid="12" grpId="0"/>
      <p:bldP spid="13" grpId="0"/>
      <p:bldP spid="14" grpId="0"/>
      <p:bldP spid="5" grpId="0" animBg="1"/>
      <p:bldP spid="6" grpId="0" animBg="1"/>
      <p:bldP spid="8" grpId="0" animBg="1"/>
      <p:bldP spid="16" grpId="0"/>
      <p:bldP spid="17" grpId="0"/>
      <p:bldP spid="18" grpId="0"/>
      <p:bldP spid="26" grpId="0"/>
      <p:bldP spid="10" grpId="0"/>
      <p:bldP spid="19" grpId="0"/>
      <p:bldP spid="22" grpId="0"/>
      <p:bldP spid="24" grpId="0"/>
      <p:bldP spid="25" grpId="0"/>
      <p:bldP spid="27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5F2DB-8D6D-AE35-D4D0-D90646A5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9BECE2E-B9D8-CEB8-4661-F8B8A40CD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50E41-D907-8F30-A7EB-F03AE442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/>
              <a:t>Our Approach</a:t>
            </a:r>
            <a:endParaRPr lang="en-US" sz="24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642023CC-6996-9E9E-3B43-AC120A506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prstGeom prst="rect">
            <a:avLst/>
          </a:pr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10972800"/>
                      <a:gd name="connsiteY0" fmla="*/ 0 h 18288"/>
                      <a:gd name="connsiteX1" fmla="*/ 356616 w 10972800"/>
                      <a:gd name="connsiteY1" fmla="*/ 0 h 18288"/>
                      <a:gd name="connsiteX2" fmla="*/ 1042416 w 10972800"/>
                      <a:gd name="connsiteY2" fmla="*/ 0 h 18288"/>
                      <a:gd name="connsiteX3" fmla="*/ 1947672 w 10972800"/>
                      <a:gd name="connsiteY3" fmla="*/ 0 h 18288"/>
                      <a:gd name="connsiteX4" fmla="*/ 2633472 w 10972800"/>
                      <a:gd name="connsiteY4" fmla="*/ 0 h 18288"/>
                      <a:gd name="connsiteX5" fmla="*/ 2990088 w 10972800"/>
                      <a:gd name="connsiteY5" fmla="*/ 0 h 18288"/>
                      <a:gd name="connsiteX6" fmla="*/ 3456432 w 10972800"/>
                      <a:gd name="connsiteY6" fmla="*/ 0 h 18288"/>
                      <a:gd name="connsiteX7" fmla="*/ 4361688 w 10972800"/>
                      <a:gd name="connsiteY7" fmla="*/ 0 h 18288"/>
                      <a:gd name="connsiteX8" fmla="*/ 5266944 w 10972800"/>
                      <a:gd name="connsiteY8" fmla="*/ 0 h 18288"/>
                      <a:gd name="connsiteX9" fmla="*/ 6172200 w 10972800"/>
                      <a:gd name="connsiteY9" fmla="*/ 0 h 18288"/>
                      <a:gd name="connsiteX10" fmla="*/ 6528816 w 10972800"/>
                      <a:gd name="connsiteY10" fmla="*/ 0 h 18288"/>
                      <a:gd name="connsiteX11" fmla="*/ 7214616 w 10972800"/>
                      <a:gd name="connsiteY11" fmla="*/ 0 h 18288"/>
                      <a:gd name="connsiteX12" fmla="*/ 7790688 w 10972800"/>
                      <a:gd name="connsiteY12" fmla="*/ 0 h 18288"/>
                      <a:gd name="connsiteX13" fmla="*/ 8147304 w 10972800"/>
                      <a:gd name="connsiteY13" fmla="*/ 0 h 18288"/>
                      <a:gd name="connsiteX14" fmla="*/ 9052560 w 10972800"/>
                      <a:gd name="connsiteY14" fmla="*/ 0 h 18288"/>
                      <a:gd name="connsiteX15" fmla="*/ 9409176 w 10972800"/>
                      <a:gd name="connsiteY15" fmla="*/ 0 h 18288"/>
                      <a:gd name="connsiteX16" fmla="*/ 9765792 w 10972800"/>
                      <a:gd name="connsiteY16" fmla="*/ 0 h 18288"/>
                      <a:gd name="connsiteX17" fmla="*/ 10341864 w 10972800"/>
                      <a:gd name="connsiteY17" fmla="*/ 0 h 18288"/>
                      <a:gd name="connsiteX18" fmla="*/ 10972800 w 10972800"/>
                      <a:gd name="connsiteY18" fmla="*/ 0 h 18288"/>
                      <a:gd name="connsiteX19" fmla="*/ 10972800 w 10972800"/>
                      <a:gd name="connsiteY19" fmla="*/ 18288 h 18288"/>
                      <a:gd name="connsiteX20" fmla="*/ 10177272 w 10972800"/>
                      <a:gd name="connsiteY20" fmla="*/ 18288 h 18288"/>
                      <a:gd name="connsiteX21" fmla="*/ 9820656 w 10972800"/>
                      <a:gd name="connsiteY21" fmla="*/ 18288 h 18288"/>
                      <a:gd name="connsiteX22" fmla="*/ 9464040 w 10972800"/>
                      <a:gd name="connsiteY22" fmla="*/ 18288 h 18288"/>
                      <a:gd name="connsiteX23" fmla="*/ 8778240 w 10972800"/>
                      <a:gd name="connsiteY23" fmla="*/ 18288 h 18288"/>
                      <a:gd name="connsiteX24" fmla="*/ 8421624 w 10972800"/>
                      <a:gd name="connsiteY24" fmla="*/ 18288 h 18288"/>
                      <a:gd name="connsiteX25" fmla="*/ 7735824 w 10972800"/>
                      <a:gd name="connsiteY25" fmla="*/ 18288 h 18288"/>
                      <a:gd name="connsiteX26" fmla="*/ 6940296 w 10972800"/>
                      <a:gd name="connsiteY26" fmla="*/ 18288 h 18288"/>
                      <a:gd name="connsiteX27" fmla="*/ 6254496 w 10972800"/>
                      <a:gd name="connsiteY27" fmla="*/ 18288 h 18288"/>
                      <a:gd name="connsiteX28" fmla="*/ 5458968 w 10972800"/>
                      <a:gd name="connsiteY28" fmla="*/ 18288 h 18288"/>
                      <a:gd name="connsiteX29" fmla="*/ 4663440 w 10972800"/>
                      <a:gd name="connsiteY29" fmla="*/ 18288 h 18288"/>
                      <a:gd name="connsiteX30" fmla="*/ 4306824 w 10972800"/>
                      <a:gd name="connsiteY30" fmla="*/ 18288 h 18288"/>
                      <a:gd name="connsiteX31" fmla="*/ 3840480 w 10972800"/>
                      <a:gd name="connsiteY31" fmla="*/ 18288 h 18288"/>
                      <a:gd name="connsiteX32" fmla="*/ 3264408 w 10972800"/>
                      <a:gd name="connsiteY32" fmla="*/ 18288 h 18288"/>
                      <a:gd name="connsiteX33" fmla="*/ 2578608 w 10972800"/>
                      <a:gd name="connsiteY33" fmla="*/ 18288 h 18288"/>
                      <a:gd name="connsiteX34" fmla="*/ 1673352 w 10972800"/>
                      <a:gd name="connsiteY34" fmla="*/ 18288 h 18288"/>
                      <a:gd name="connsiteX35" fmla="*/ 877824 w 10972800"/>
                      <a:gd name="connsiteY35" fmla="*/ 18288 h 18288"/>
                      <a:gd name="connsiteX36" fmla="*/ 0 w 10972800"/>
                      <a:gd name="connsiteY36" fmla="*/ 18288 h 18288"/>
                      <a:gd name="connsiteX37" fmla="*/ 0 w 10972800"/>
                      <a:gd name="connsiteY3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10972800" h="18288" fill="none" extrusionOk="0">
                        <a:moveTo>
                          <a:pt x="0" y="0"/>
                        </a:moveTo>
                        <a:cubicBezTo>
                          <a:pt x="165916" y="-1866"/>
                          <a:pt x="188720" y="13756"/>
                          <a:pt x="356616" y="0"/>
                        </a:cubicBezTo>
                        <a:cubicBezTo>
                          <a:pt x="524512" y="-13756"/>
                          <a:pt x="734781" y="8922"/>
                          <a:pt x="1042416" y="0"/>
                        </a:cubicBezTo>
                        <a:cubicBezTo>
                          <a:pt x="1350051" y="-8922"/>
                          <a:pt x="1595982" y="-26315"/>
                          <a:pt x="1947672" y="0"/>
                        </a:cubicBezTo>
                        <a:cubicBezTo>
                          <a:pt x="2299362" y="26315"/>
                          <a:pt x="2292691" y="-19526"/>
                          <a:pt x="2633472" y="0"/>
                        </a:cubicBezTo>
                        <a:cubicBezTo>
                          <a:pt x="2974253" y="19526"/>
                          <a:pt x="2857309" y="10773"/>
                          <a:pt x="2990088" y="0"/>
                        </a:cubicBezTo>
                        <a:cubicBezTo>
                          <a:pt x="3122867" y="-10773"/>
                          <a:pt x="3359343" y="7194"/>
                          <a:pt x="3456432" y="0"/>
                        </a:cubicBezTo>
                        <a:cubicBezTo>
                          <a:pt x="3553521" y="-7194"/>
                          <a:pt x="4136258" y="5108"/>
                          <a:pt x="4361688" y="0"/>
                        </a:cubicBezTo>
                        <a:cubicBezTo>
                          <a:pt x="4587118" y="-5108"/>
                          <a:pt x="4992424" y="-42958"/>
                          <a:pt x="5266944" y="0"/>
                        </a:cubicBezTo>
                        <a:cubicBezTo>
                          <a:pt x="5541464" y="42958"/>
                          <a:pt x="5882966" y="-3430"/>
                          <a:pt x="6172200" y="0"/>
                        </a:cubicBezTo>
                        <a:cubicBezTo>
                          <a:pt x="6461434" y="3430"/>
                          <a:pt x="6432127" y="6688"/>
                          <a:pt x="6528816" y="0"/>
                        </a:cubicBezTo>
                        <a:cubicBezTo>
                          <a:pt x="6625505" y="-6688"/>
                          <a:pt x="6916805" y="-436"/>
                          <a:pt x="7214616" y="0"/>
                        </a:cubicBezTo>
                        <a:cubicBezTo>
                          <a:pt x="7512427" y="436"/>
                          <a:pt x="7626159" y="-6909"/>
                          <a:pt x="7790688" y="0"/>
                        </a:cubicBezTo>
                        <a:cubicBezTo>
                          <a:pt x="7955217" y="6909"/>
                          <a:pt x="8048891" y="15307"/>
                          <a:pt x="8147304" y="0"/>
                        </a:cubicBezTo>
                        <a:cubicBezTo>
                          <a:pt x="8245717" y="-15307"/>
                          <a:pt x="8645618" y="-11734"/>
                          <a:pt x="9052560" y="0"/>
                        </a:cubicBezTo>
                        <a:cubicBezTo>
                          <a:pt x="9459502" y="11734"/>
                          <a:pt x="9320584" y="8388"/>
                          <a:pt x="9409176" y="0"/>
                        </a:cubicBezTo>
                        <a:cubicBezTo>
                          <a:pt x="9497768" y="-8388"/>
                          <a:pt x="9644192" y="8379"/>
                          <a:pt x="9765792" y="0"/>
                        </a:cubicBezTo>
                        <a:cubicBezTo>
                          <a:pt x="9887392" y="-8379"/>
                          <a:pt x="10105220" y="-12663"/>
                          <a:pt x="10341864" y="0"/>
                        </a:cubicBezTo>
                        <a:cubicBezTo>
                          <a:pt x="10578508" y="12663"/>
                          <a:pt x="10773103" y="-5786"/>
                          <a:pt x="10972800" y="0"/>
                        </a:cubicBezTo>
                        <a:cubicBezTo>
                          <a:pt x="10972146" y="8818"/>
                          <a:pt x="10972240" y="13823"/>
                          <a:pt x="10972800" y="18288"/>
                        </a:cubicBezTo>
                        <a:cubicBezTo>
                          <a:pt x="10588778" y="31598"/>
                          <a:pt x="10543381" y="-12698"/>
                          <a:pt x="10177272" y="18288"/>
                        </a:cubicBezTo>
                        <a:cubicBezTo>
                          <a:pt x="9811163" y="49274"/>
                          <a:pt x="9996817" y="25662"/>
                          <a:pt x="9820656" y="18288"/>
                        </a:cubicBezTo>
                        <a:cubicBezTo>
                          <a:pt x="9644495" y="10914"/>
                          <a:pt x="9607007" y="31631"/>
                          <a:pt x="9464040" y="18288"/>
                        </a:cubicBezTo>
                        <a:cubicBezTo>
                          <a:pt x="9321073" y="4945"/>
                          <a:pt x="9114189" y="28940"/>
                          <a:pt x="8778240" y="18288"/>
                        </a:cubicBezTo>
                        <a:cubicBezTo>
                          <a:pt x="8442291" y="7636"/>
                          <a:pt x="8594763" y="987"/>
                          <a:pt x="8421624" y="18288"/>
                        </a:cubicBezTo>
                        <a:cubicBezTo>
                          <a:pt x="8248485" y="35589"/>
                          <a:pt x="7929515" y="37573"/>
                          <a:pt x="7735824" y="18288"/>
                        </a:cubicBezTo>
                        <a:cubicBezTo>
                          <a:pt x="7542133" y="-997"/>
                          <a:pt x="7252504" y="33858"/>
                          <a:pt x="6940296" y="18288"/>
                        </a:cubicBezTo>
                        <a:cubicBezTo>
                          <a:pt x="6628088" y="2718"/>
                          <a:pt x="6528503" y="48389"/>
                          <a:pt x="6254496" y="18288"/>
                        </a:cubicBezTo>
                        <a:cubicBezTo>
                          <a:pt x="5980489" y="-11813"/>
                          <a:pt x="5695784" y="-3740"/>
                          <a:pt x="5458968" y="18288"/>
                        </a:cubicBezTo>
                        <a:cubicBezTo>
                          <a:pt x="5222152" y="40316"/>
                          <a:pt x="5010751" y="19095"/>
                          <a:pt x="4663440" y="18288"/>
                        </a:cubicBezTo>
                        <a:cubicBezTo>
                          <a:pt x="4316129" y="17481"/>
                          <a:pt x="4425552" y="1606"/>
                          <a:pt x="4306824" y="18288"/>
                        </a:cubicBezTo>
                        <a:cubicBezTo>
                          <a:pt x="4188096" y="34970"/>
                          <a:pt x="3941535" y="7481"/>
                          <a:pt x="3840480" y="18288"/>
                        </a:cubicBezTo>
                        <a:cubicBezTo>
                          <a:pt x="3739425" y="29095"/>
                          <a:pt x="3402388" y="17641"/>
                          <a:pt x="3264408" y="18288"/>
                        </a:cubicBezTo>
                        <a:cubicBezTo>
                          <a:pt x="3126428" y="18935"/>
                          <a:pt x="2776779" y="9983"/>
                          <a:pt x="2578608" y="18288"/>
                        </a:cubicBezTo>
                        <a:cubicBezTo>
                          <a:pt x="2380437" y="26593"/>
                          <a:pt x="1909468" y="25818"/>
                          <a:pt x="1673352" y="18288"/>
                        </a:cubicBezTo>
                        <a:cubicBezTo>
                          <a:pt x="1437236" y="10758"/>
                          <a:pt x="1131180" y="49884"/>
                          <a:pt x="877824" y="18288"/>
                        </a:cubicBezTo>
                        <a:cubicBezTo>
                          <a:pt x="624468" y="-13308"/>
                          <a:pt x="206753" y="2195"/>
                          <a:pt x="0" y="18288"/>
                        </a:cubicBezTo>
                        <a:cubicBezTo>
                          <a:pt x="313" y="10654"/>
                          <a:pt x="-263" y="4056"/>
                          <a:pt x="0" y="0"/>
                        </a:cubicBezTo>
                        <a:close/>
                      </a:path>
                      <a:path w="10972800" h="18288" stroke="0" extrusionOk="0">
                        <a:moveTo>
                          <a:pt x="0" y="0"/>
                        </a:moveTo>
                        <a:cubicBezTo>
                          <a:pt x="164017" y="-17675"/>
                          <a:pt x="309425" y="9913"/>
                          <a:pt x="466344" y="0"/>
                        </a:cubicBezTo>
                        <a:cubicBezTo>
                          <a:pt x="623263" y="-9913"/>
                          <a:pt x="659300" y="-14524"/>
                          <a:pt x="822960" y="0"/>
                        </a:cubicBezTo>
                        <a:cubicBezTo>
                          <a:pt x="986620" y="14524"/>
                          <a:pt x="1105222" y="-16481"/>
                          <a:pt x="1289304" y="0"/>
                        </a:cubicBezTo>
                        <a:cubicBezTo>
                          <a:pt x="1473386" y="16481"/>
                          <a:pt x="1693223" y="26161"/>
                          <a:pt x="1975104" y="0"/>
                        </a:cubicBezTo>
                        <a:cubicBezTo>
                          <a:pt x="2256985" y="-26161"/>
                          <a:pt x="2435781" y="23061"/>
                          <a:pt x="2770632" y="0"/>
                        </a:cubicBezTo>
                        <a:cubicBezTo>
                          <a:pt x="3105483" y="-23061"/>
                          <a:pt x="3247479" y="-44011"/>
                          <a:pt x="3675888" y="0"/>
                        </a:cubicBezTo>
                        <a:cubicBezTo>
                          <a:pt x="4104297" y="44011"/>
                          <a:pt x="4280918" y="4017"/>
                          <a:pt x="4581144" y="0"/>
                        </a:cubicBezTo>
                        <a:cubicBezTo>
                          <a:pt x="4881370" y="-4017"/>
                          <a:pt x="5021699" y="-11889"/>
                          <a:pt x="5157216" y="0"/>
                        </a:cubicBezTo>
                        <a:cubicBezTo>
                          <a:pt x="5292733" y="11889"/>
                          <a:pt x="5603398" y="-17698"/>
                          <a:pt x="5952744" y="0"/>
                        </a:cubicBezTo>
                        <a:cubicBezTo>
                          <a:pt x="6302090" y="17698"/>
                          <a:pt x="6353093" y="-11909"/>
                          <a:pt x="6638544" y="0"/>
                        </a:cubicBezTo>
                        <a:cubicBezTo>
                          <a:pt x="6923995" y="11909"/>
                          <a:pt x="7053404" y="21630"/>
                          <a:pt x="7214616" y="0"/>
                        </a:cubicBezTo>
                        <a:cubicBezTo>
                          <a:pt x="7375828" y="-21630"/>
                          <a:pt x="7837963" y="3886"/>
                          <a:pt x="8010144" y="0"/>
                        </a:cubicBezTo>
                        <a:cubicBezTo>
                          <a:pt x="8182325" y="-3886"/>
                          <a:pt x="8224183" y="16009"/>
                          <a:pt x="8366760" y="0"/>
                        </a:cubicBezTo>
                        <a:cubicBezTo>
                          <a:pt x="8509337" y="-16009"/>
                          <a:pt x="8687920" y="-5720"/>
                          <a:pt x="8942832" y="0"/>
                        </a:cubicBezTo>
                        <a:cubicBezTo>
                          <a:pt x="9197744" y="5720"/>
                          <a:pt x="9368437" y="20479"/>
                          <a:pt x="9628632" y="0"/>
                        </a:cubicBezTo>
                        <a:cubicBezTo>
                          <a:pt x="9888827" y="-20479"/>
                          <a:pt x="10560858" y="-20746"/>
                          <a:pt x="10972800" y="0"/>
                        </a:cubicBezTo>
                        <a:cubicBezTo>
                          <a:pt x="10972186" y="5722"/>
                          <a:pt x="10972980" y="12495"/>
                          <a:pt x="10972800" y="18288"/>
                        </a:cubicBezTo>
                        <a:cubicBezTo>
                          <a:pt x="10786146" y="12536"/>
                          <a:pt x="10623717" y="14033"/>
                          <a:pt x="10506456" y="18288"/>
                        </a:cubicBezTo>
                        <a:cubicBezTo>
                          <a:pt x="10389195" y="22543"/>
                          <a:pt x="10296178" y="20107"/>
                          <a:pt x="10149840" y="18288"/>
                        </a:cubicBezTo>
                        <a:cubicBezTo>
                          <a:pt x="10003502" y="16469"/>
                          <a:pt x="9767530" y="28891"/>
                          <a:pt x="9464040" y="18288"/>
                        </a:cubicBezTo>
                        <a:cubicBezTo>
                          <a:pt x="9160550" y="7685"/>
                          <a:pt x="9229050" y="2659"/>
                          <a:pt x="8997696" y="18288"/>
                        </a:cubicBezTo>
                        <a:cubicBezTo>
                          <a:pt x="8766342" y="33917"/>
                          <a:pt x="8340136" y="34864"/>
                          <a:pt x="8092440" y="18288"/>
                        </a:cubicBezTo>
                        <a:cubicBezTo>
                          <a:pt x="7844744" y="1712"/>
                          <a:pt x="7863720" y="27405"/>
                          <a:pt x="7735824" y="18288"/>
                        </a:cubicBezTo>
                        <a:cubicBezTo>
                          <a:pt x="7607928" y="9171"/>
                          <a:pt x="7323619" y="461"/>
                          <a:pt x="7050024" y="18288"/>
                        </a:cubicBezTo>
                        <a:cubicBezTo>
                          <a:pt x="6776429" y="36115"/>
                          <a:pt x="6787899" y="28206"/>
                          <a:pt x="6693408" y="18288"/>
                        </a:cubicBezTo>
                        <a:cubicBezTo>
                          <a:pt x="6598917" y="8370"/>
                          <a:pt x="6395231" y="19114"/>
                          <a:pt x="6227064" y="18288"/>
                        </a:cubicBezTo>
                        <a:cubicBezTo>
                          <a:pt x="6058897" y="17462"/>
                          <a:pt x="5618582" y="1091"/>
                          <a:pt x="5431536" y="18288"/>
                        </a:cubicBezTo>
                        <a:cubicBezTo>
                          <a:pt x="5244490" y="35485"/>
                          <a:pt x="4729797" y="-9650"/>
                          <a:pt x="4526280" y="18288"/>
                        </a:cubicBezTo>
                        <a:cubicBezTo>
                          <a:pt x="4322763" y="46226"/>
                          <a:pt x="4216797" y="756"/>
                          <a:pt x="4059936" y="18288"/>
                        </a:cubicBezTo>
                        <a:cubicBezTo>
                          <a:pt x="3903075" y="35820"/>
                          <a:pt x="3537912" y="42098"/>
                          <a:pt x="3374136" y="18288"/>
                        </a:cubicBezTo>
                        <a:cubicBezTo>
                          <a:pt x="3210360" y="-5522"/>
                          <a:pt x="3126842" y="39135"/>
                          <a:pt x="2907792" y="18288"/>
                        </a:cubicBezTo>
                        <a:cubicBezTo>
                          <a:pt x="2688742" y="-2559"/>
                          <a:pt x="2490436" y="34100"/>
                          <a:pt x="2112264" y="18288"/>
                        </a:cubicBezTo>
                        <a:cubicBezTo>
                          <a:pt x="1734092" y="2476"/>
                          <a:pt x="1744622" y="-7274"/>
                          <a:pt x="1536192" y="18288"/>
                        </a:cubicBezTo>
                        <a:cubicBezTo>
                          <a:pt x="1327762" y="43850"/>
                          <a:pt x="1189025" y="6435"/>
                          <a:pt x="1069848" y="18288"/>
                        </a:cubicBezTo>
                        <a:cubicBezTo>
                          <a:pt x="950671" y="30141"/>
                          <a:pt x="858345" y="33684"/>
                          <a:pt x="713232" y="18288"/>
                        </a:cubicBezTo>
                        <a:cubicBezTo>
                          <a:pt x="568119" y="2892"/>
                          <a:pt x="250292" y="5410"/>
                          <a:pt x="0" y="18288"/>
                        </a:cubicBezTo>
                        <a:cubicBezTo>
                          <a:pt x="465" y="13062"/>
                          <a:pt x="-894" y="90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DBD16-AE24-FAF0-7749-51C2F8CB967C}"/>
              </a:ext>
            </a:extLst>
          </p:cNvPr>
          <p:cNvSpPr txBox="1"/>
          <p:nvPr/>
        </p:nvSpPr>
        <p:spPr>
          <a:xfrm>
            <a:off x="572492" y="3184240"/>
            <a:ext cx="4263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first course in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0A00C-544B-8D5B-CC16-A62B34328B5B}"/>
              </a:ext>
            </a:extLst>
          </p:cNvPr>
          <p:cNvSpPr txBox="1"/>
          <p:nvPr/>
        </p:nvSpPr>
        <p:spPr>
          <a:xfrm>
            <a:off x="572492" y="1915295"/>
            <a:ext cx="5295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Conceptual Foundation: Depth over breadth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7B2C4-BFE4-F6C1-08D4-7AF960D58B3C}"/>
              </a:ext>
            </a:extLst>
          </p:cNvPr>
          <p:cNvSpPr txBox="1"/>
          <p:nvPr/>
        </p:nvSpPr>
        <p:spPr>
          <a:xfrm>
            <a:off x="572491" y="3911529"/>
            <a:ext cx="3327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Principles, not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5761F-4529-1384-435E-A5FEB67F504B}"/>
              </a:ext>
            </a:extLst>
          </p:cNvPr>
          <p:cNvSpPr txBox="1"/>
          <p:nvPr/>
        </p:nvSpPr>
        <p:spPr>
          <a:xfrm>
            <a:off x="572491" y="4638818"/>
            <a:ext cx="2406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Formal 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A86B7-0DC9-855B-3EAC-FACE7E650ADC}"/>
              </a:ext>
            </a:extLst>
          </p:cNvPr>
          <p:cNvSpPr txBox="1"/>
          <p:nvPr/>
        </p:nvSpPr>
        <p:spPr>
          <a:xfrm>
            <a:off x="3101001" y="4638818"/>
            <a:ext cx="15983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Some Fun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FDE22F-7CA7-31E7-C9B5-0889D08F66D5}"/>
              </a:ext>
            </a:extLst>
          </p:cNvPr>
          <p:cNvGrpSpPr/>
          <p:nvPr/>
        </p:nvGrpSpPr>
        <p:grpSpPr>
          <a:xfrm>
            <a:off x="1395166" y="2456951"/>
            <a:ext cx="2677214" cy="430887"/>
            <a:chOff x="1395166" y="2456951"/>
            <a:chExt cx="2677214" cy="4308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EC8CD6-8FF2-56BE-AC3A-B85559FCCA22}"/>
                </a:ext>
              </a:extLst>
            </p:cNvPr>
            <p:cNvSpPr txBox="1"/>
            <p:nvPr/>
          </p:nvSpPr>
          <p:spPr>
            <a:xfrm>
              <a:off x="2052501" y="2456951"/>
              <a:ext cx="20198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Self-sufficient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E997F0C6-6FAE-26E1-3A60-9AAFFEEFDF6B}"/>
                </a:ext>
              </a:extLst>
            </p:cNvPr>
            <p:cNvSpPr/>
            <p:nvPr/>
          </p:nvSpPr>
          <p:spPr>
            <a:xfrm>
              <a:off x="1395166" y="2546558"/>
              <a:ext cx="509047" cy="24381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Picture 13" descr="A book cover with a rock and scissors&#10;&#10;Description automatically generated">
            <a:extLst>
              <a:ext uri="{FF2B5EF4-FFF2-40B4-BE49-F238E27FC236}">
                <a16:creationId xmlns:a16="http://schemas.microsoft.com/office/drawing/2014/main" id="{F0BD9273-CFA1-AA31-64A4-45C32D79B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650" y="1911493"/>
            <a:ext cx="2735541" cy="4160520"/>
          </a:xfrm>
          <a:prstGeom prst="rect">
            <a:avLst/>
          </a:pr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735541"/>
                      <a:gd name="connsiteY0" fmla="*/ 0 h 4160520"/>
                      <a:gd name="connsiteX1" fmla="*/ 465042 w 2735541"/>
                      <a:gd name="connsiteY1" fmla="*/ 0 h 4160520"/>
                      <a:gd name="connsiteX2" fmla="*/ 1066861 w 2735541"/>
                      <a:gd name="connsiteY2" fmla="*/ 0 h 4160520"/>
                      <a:gd name="connsiteX3" fmla="*/ 1641325 w 2735541"/>
                      <a:gd name="connsiteY3" fmla="*/ 0 h 4160520"/>
                      <a:gd name="connsiteX4" fmla="*/ 2106367 w 2735541"/>
                      <a:gd name="connsiteY4" fmla="*/ 0 h 4160520"/>
                      <a:gd name="connsiteX5" fmla="*/ 2735541 w 2735541"/>
                      <a:gd name="connsiteY5" fmla="*/ 0 h 4160520"/>
                      <a:gd name="connsiteX6" fmla="*/ 2735541 w 2735541"/>
                      <a:gd name="connsiteY6" fmla="*/ 677570 h 4160520"/>
                      <a:gd name="connsiteX7" fmla="*/ 2735541 w 2735541"/>
                      <a:gd name="connsiteY7" fmla="*/ 1313536 h 4160520"/>
                      <a:gd name="connsiteX8" fmla="*/ 2735541 w 2735541"/>
                      <a:gd name="connsiteY8" fmla="*/ 1824685 h 4160520"/>
                      <a:gd name="connsiteX9" fmla="*/ 2735541 w 2735541"/>
                      <a:gd name="connsiteY9" fmla="*/ 2294230 h 4160520"/>
                      <a:gd name="connsiteX10" fmla="*/ 2735541 w 2735541"/>
                      <a:gd name="connsiteY10" fmla="*/ 2805379 h 4160520"/>
                      <a:gd name="connsiteX11" fmla="*/ 2735541 w 2735541"/>
                      <a:gd name="connsiteY11" fmla="*/ 3441344 h 4160520"/>
                      <a:gd name="connsiteX12" fmla="*/ 2735541 w 2735541"/>
                      <a:gd name="connsiteY12" fmla="*/ 4160520 h 4160520"/>
                      <a:gd name="connsiteX13" fmla="*/ 2270499 w 2735541"/>
                      <a:gd name="connsiteY13" fmla="*/ 4160520 h 4160520"/>
                      <a:gd name="connsiteX14" fmla="*/ 1805457 w 2735541"/>
                      <a:gd name="connsiteY14" fmla="*/ 4160520 h 4160520"/>
                      <a:gd name="connsiteX15" fmla="*/ 1230993 w 2735541"/>
                      <a:gd name="connsiteY15" fmla="*/ 4160520 h 4160520"/>
                      <a:gd name="connsiteX16" fmla="*/ 765951 w 2735541"/>
                      <a:gd name="connsiteY16" fmla="*/ 4160520 h 4160520"/>
                      <a:gd name="connsiteX17" fmla="*/ 0 w 2735541"/>
                      <a:gd name="connsiteY17" fmla="*/ 4160520 h 4160520"/>
                      <a:gd name="connsiteX18" fmla="*/ 0 w 2735541"/>
                      <a:gd name="connsiteY18" fmla="*/ 3649370 h 4160520"/>
                      <a:gd name="connsiteX19" fmla="*/ 0 w 2735541"/>
                      <a:gd name="connsiteY19" fmla="*/ 3179826 h 4160520"/>
                      <a:gd name="connsiteX20" fmla="*/ 0 w 2735541"/>
                      <a:gd name="connsiteY20" fmla="*/ 2585466 h 4160520"/>
                      <a:gd name="connsiteX21" fmla="*/ 0 w 2735541"/>
                      <a:gd name="connsiteY21" fmla="*/ 1907896 h 4160520"/>
                      <a:gd name="connsiteX22" fmla="*/ 0 w 2735541"/>
                      <a:gd name="connsiteY22" fmla="*/ 1355141 h 4160520"/>
                      <a:gd name="connsiteX23" fmla="*/ 0 w 2735541"/>
                      <a:gd name="connsiteY23" fmla="*/ 802386 h 4160520"/>
                      <a:gd name="connsiteX24" fmla="*/ 0 w 2735541"/>
                      <a:gd name="connsiteY24" fmla="*/ 0 h 4160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2735541" h="4160520" fill="none" extrusionOk="0">
                        <a:moveTo>
                          <a:pt x="0" y="0"/>
                        </a:moveTo>
                        <a:cubicBezTo>
                          <a:pt x="189436" y="-48536"/>
                          <a:pt x="306912" y="22926"/>
                          <a:pt x="465042" y="0"/>
                        </a:cubicBezTo>
                        <a:cubicBezTo>
                          <a:pt x="623172" y="-22926"/>
                          <a:pt x="902440" y="12538"/>
                          <a:pt x="1066861" y="0"/>
                        </a:cubicBezTo>
                        <a:cubicBezTo>
                          <a:pt x="1231282" y="-12538"/>
                          <a:pt x="1382976" y="15323"/>
                          <a:pt x="1641325" y="0"/>
                        </a:cubicBezTo>
                        <a:cubicBezTo>
                          <a:pt x="1899674" y="-15323"/>
                          <a:pt x="1968004" y="4544"/>
                          <a:pt x="2106367" y="0"/>
                        </a:cubicBezTo>
                        <a:cubicBezTo>
                          <a:pt x="2244730" y="-4544"/>
                          <a:pt x="2600582" y="49711"/>
                          <a:pt x="2735541" y="0"/>
                        </a:cubicBezTo>
                        <a:cubicBezTo>
                          <a:pt x="2749282" y="155280"/>
                          <a:pt x="2675913" y="367286"/>
                          <a:pt x="2735541" y="677570"/>
                        </a:cubicBezTo>
                        <a:cubicBezTo>
                          <a:pt x="2795169" y="987854"/>
                          <a:pt x="2666760" y="1118719"/>
                          <a:pt x="2735541" y="1313536"/>
                        </a:cubicBezTo>
                        <a:cubicBezTo>
                          <a:pt x="2804322" y="1508353"/>
                          <a:pt x="2696674" y="1615477"/>
                          <a:pt x="2735541" y="1824685"/>
                        </a:cubicBezTo>
                        <a:cubicBezTo>
                          <a:pt x="2774408" y="2033893"/>
                          <a:pt x="2726654" y="2136215"/>
                          <a:pt x="2735541" y="2294230"/>
                        </a:cubicBezTo>
                        <a:cubicBezTo>
                          <a:pt x="2744428" y="2452246"/>
                          <a:pt x="2709762" y="2683002"/>
                          <a:pt x="2735541" y="2805379"/>
                        </a:cubicBezTo>
                        <a:cubicBezTo>
                          <a:pt x="2761320" y="2927756"/>
                          <a:pt x="2688466" y="3156986"/>
                          <a:pt x="2735541" y="3441344"/>
                        </a:cubicBezTo>
                        <a:cubicBezTo>
                          <a:pt x="2782616" y="3725702"/>
                          <a:pt x="2672340" y="3928318"/>
                          <a:pt x="2735541" y="4160520"/>
                        </a:cubicBezTo>
                        <a:cubicBezTo>
                          <a:pt x="2535387" y="4188472"/>
                          <a:pt x="2500561" y="4145931"/>
                          <a:pt x="2270499" y="4160520"/>
                        </a:cubicBezTo>
                        <a:cubicBezTo>
                          <a:pt x="2040437" y="4175109"/>
                          <a:pt x="2026227" y="4134012"/>
                          <a:pt x="1805457" y="4160520"/>
                        </a:cubicBezTo>
                        <a:cubicBezTo>
                          <a:pt x="1584687" y="4187028"/>
                          <a:pt x="1380438" y="4159054"/>
                          <a:pt x="1230993" y="4160520"/>
                        </a:cubicBezTo>
                        <a:cubicBezTo>
                          <a:pt x="1081548" y="4161986"/>
                          <a:pt x="919793" y="4136808"/>
                          <a:pt x="765951" y="4160520"/>
                        </a:cubicBezTo>
                        <a:cubicBezTo>
                          <a:pt x="612109" y="4184232"/>
                          <a:pt x="286802" y="4138486"/>
                          <a:pt x="0" y="4160520"/>
                        </a:cubicBezTo>
                        <a:cubicBezTo>
                          <a:pt x="-57105" y="4033345"/>
                          <a:pt x="6137" y="3882740"/>
                          <a:pt x="0" y="3649370"/>
                        </a:cubicBezTo>
                        <a:cubicBezTo>
                          <a:pt x="-6137" y="3416000"/>
                          <a:pt x="3602" y="3374634"/>
                          <a:pt x="0" y="3179826"/>
                        </a:cubicBezTo>
                        <a:cubicBezTo>
                          <a:pt x="-3602" y="2985018"/>
                          <a:pt x="60026" y="2836981"/>
                          <a:pt x="0" y="2585466"/>
                        </a:cubicBezTo>
                        <a:cubicBezTo>
                          <a:pt x="-60026" y="2333951"/>
                          <a:pt x="51938" y="2234938"/>
                          <a:pt x="0" y="1907896"/>
                        </a:cubicBezTo>
                        <a:cubicBezTo>
                          <a:pt x="-51938" y="1580854"/>
                          <a:pt x="58568" y="1555066"/>
                          <a:pt x="0" y="1355141"/>
                        </a:cubicBezTo>
                        <a:cubicBezTo>
                          <a:pt x="-58568" y="1155216"/>
                          <a:pt x="413" y="1009347"/>
                          <a:pt x="0" y="802386"/>
                        </a:cubicBezTo>
                        <a:cubicBezTo>
                          <a:pt x="-413" y="595426"/>
                          <a:pt x="25970" y="233016"/>
                          <a:pt x="0" y="0"/>
                        </a:cubicBezTo>
                        <a:close/>
                      </a:path>
                      <a:path w="2735541" h="4160520" stroke="0" extrusionOk="0">
                        <a:moveTo>
                          <a:pt x="0" y="0"/>
                        </a:moveTo>
                        <a:cubicBezTo>
                          <a:pt x="125542" y="-56789"/>
                          <a:pt x="396520" y="41654"/>
                          <a:pt x="519753" y="0"/>
                        </a:cubicBezTo>
                        <a:cubicBezTo>
                          <a:pt x="642986" y="-41654"/>
                          <a:pt x="755292" y="17591"/>
                          <a:pt x="984795" y="0"/>
                        </a:cubicBezTo>
                        <a:cubicBezTo>
                          <a:pt x="1214298" y="-17591"/>
                          <a:pt x="1326182" y="51296"/>
                          <a:pt x="1586614" y="0"/>
                        </a:cubicBezTo>
                        <a:cubicBezTo>
                          <a:pt x="1847046" y="-51296"/>
                          <a:pt x="1910523" y="24481"/>
                          <a:pt x="2106367" y="0"/>
                        </a:cubicBezTo>
                        <a:cubicBezTo>
                          <a:pt x="2302211" y="-24481"/>
                          <a:pt x="2454909" y="60604"/>
                          <a:pt x="2735541" y="0"/>
                        </a:cubicBezTo>
                        <a:cubicBezTo>
                          <a:pt x="2770600" y="284538"/>
                          <a:pt x="2665858" y="339224"/>
                          <a:pt x="2735541" y="677570"/>
                        </a:cubicBezTo>
                        <a:cubicBezTo>
                          <a:pt x="2805224" y="1015916"/>
                          <a:pt x="2672617" y="1108844"/>
                          <a:pt x="2735541" y="1271930"/>
                        </a:cubicBezTo>
                        <a:cubicBezTo>
                          <a:pt x="2798465" y="1435016"/>
                          <a:pt x="2675097" y="1631957"/>
                          <a:pt x="2735541" y="1866290"/>
                        </a:cubicBezTo>
                        <a:cubicBezTo>
                          <a:pt x="2795985" y="2100623"/>
                          <a:pt x="2705949" y="2152694"/>
                          <a:pt x="2735541" y="2377440"/>
                        </a:cubicBezTo>
                        <a:cubicBezTo>
                          <a:pt x="2765133" y="2602186"/>
                          <a:pt x="2712474" y="2677630"/>
                          <a:pt x="2735541" y="2888590"/>
                        </a:cubicBezTo>
                        <a:cubicBezTo>
                          <a:pt x="2758608" y="3099550"/>
                          <a:pt x="2729087" y="3265753"/>
                          <a:pt x="2735541" y="3482950"/>
                        </a:cubicBezTo>
                        <a:cubicBezTo>
                          <a:pt x="2741995" y="3700147"/>
                          <a:pt x="2689561" y="3886065"/>
                          <a:pt x="2735541" y="4160520"/>
                        </a:cubicBezTo>
                        <a:cubicBezTo>
                          <a:pt x="2625367" y="4181459"/>
                          <a:pt x="2486037" y="4159999"/>
                          <a:pt x="2270499" y="4160520"/>
                        </a:cubicBezTo>
                        <a:cubicBezTo>
                          <a:pt x="2054961" y="4161041"/>
                          <a:pt x="1932856" y="4144751"/>
                          <a:pt x="1668680" y="4160520"/>
                        </a:cubicBezTo>
                        <a:cubicBezTo>
                          <a:pt x="1404504" y="4176289"/>
                          <a:pt x="1287368" y="4123921"/>
                          <a:pt x="1176283" y="4160520"/>
                        </a:cubicBezTo>
                        <a:cubicBezTo>
                          <a:pt x="1065198" y="4197119"/>
                          <a:pt x="892579" y="4105994"/>
                          <a:pt x="629174" y="4160520"/>
                        </a:cubicBezTo>
                        <a:cubicBezTo>
                          <a:pt x="365769" y="4215046"/>
                          <a:pt x="178822" y="4120496"/>
                          <a:pt x="0" y="4160520"/>
                        </a:cubicBezTo>
                        <a:cubicBezTo>
                          <a:pt x="-28652" y="4017492"/>
                          <a:pt x="20376" y="3721435"/>
                          <a:pt x="0" y="3566160"/>
                        </a:cubicBezTo>
                        <a:cubicBezTo>
                          <a:pt x="-20376" y="3410885"/>
                          <a:pt x="11137" y="3172144"/>
                          <a:pt x="0" y="3055010"/>
                        </a:cubicBezTo>
                        <a:cubicBezTo>
                          <a:pt x="-11137" y="2937876"/>
                          <a:pt x="36581" y="2666442"/>
                          <a:pt x="0" y="2543861"/>
                        </a:cubicBezTo>
                        <a:cubicBezTo>
                          <a:pt x="-36581" y="2421280"/>
                          <a:pt x="38911" y="2198594"/>
                          <a:pt x="0" y="1991106"/>
                        </a:cubicBezTo>
                        <a:cubicBezTo>
                          <a:pt x="-38911" y="1783618"/>
                          <a:pt x="65891" y="1627220"/>
                          <a:pt x="0" y="1313536"/>
                        </a:cubicBezTo>
                        <a:cubicBezTo>
                          <a:pt x="-65891" y="999852"/>
                          <a:pt x="22026" y="956709"/>
                          <a:pt x="0" y="719176"/>
                        </a:cubicBezTo>
                        <a:cubicBezTo>
                          <a:pt x="-22026" y="481643"/>
                          <a:pt x="18877" y="2631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63101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8C2F4-8A01-A939-9607-42F4B008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B8E6605-0899-DAE2-B207-3BE147220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E4989-5E7E-6A41-2832-89FD44EA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Types of Games</a:t>
            </a:r>
            <a:endParaRPr lang="en-US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54E1EB1-9417-F2B4-3534-D1A74714B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prstGeom prst="rect">
            <a:avLst/>
          </a:pr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24160"/>
                      <a:gd name="connsiteY0" fmla="*/ 0 h 18288"/>
                      <a:gd name="connsiteX1" fmla="*/ 903427 w 10424160"/>
                      <a:gd name="connsiteY1" fmla="*/ 0 h 18288"/>
                      <a:gd name="connsiteX2" fmla="*/ 1389888 w 10424160"/>
                      <a:gd name="connsiteY2" fmla="*/ 0 h 18288"/>
                      <a:gd name="connsiteX3" fmla="*/ 2189074 w 10424160"/>
                      <a:gd name="connsiteY3" fmla="*/ 0 h 18288"/>
                      <a:gd name="connsiteX4" fmla="*/ 2675534 w 10424160"/>
                      <a:gd name="connsiteY4" fmla="*/ 0 h 18288"/>
                      <a:gd name="connsiteX5" fmla="*/ 3370478 w 10424160"/>
                      <a:gd name="connsiteY5" fmla="*/ 0 h 18288"/>
                      <a:gd name="connsiteX6" fmla="*/ 4169664 w 10424160"/>
                      <a:gd name="connsiteY6" fmla="*/ 0 h 18288"/>
                      <a:gd name="connsiteX7" fmla="*/ 4551883 w 10424160"/>
                      <a:gd name="connsiteY7" fmla="*/ 0 h 18288"/>
                      <a:gd name="connsiteX8" fmla="*/ 4934102 w 10424160"/>
                      <a:gd name="connsiteY8" fmla="*/ 0 h 18288"/>
                      <a:gd name="connsiteX9" fmla="*/ 5837530 w 10424160"/>
                      <a:gd name="connsiteY9" fmla="*/ 0 h 18288"/>
                      <a:gd name="connsiteX10" fmla="*/ 6532474 w 10424160"/>
                      <a:gd name="connsiteY10" fmla="*/ 0 h 18288"/>
                      <a:gd name="connsiteX11" fmla="*/ 6914693 w 10424160"/>
                      <a:gd name="connsiteY11" fmla="*/ 0 h 18288"/>
                      <a:gd name="connsiteX12" fmla="*/ 7609637 w 10424160"/>
                      <a:gd name="connsiteY12" fmla="*/ 0 h 18288"/>
                      <a:gd name="connsiteX13" fmla="*/ 8513064 w 10424160"/>
                      <a:gd name="connsiteY13" fmla="*/ 0 h 18288"/>
                      <a:gd name="connsiteX14" fmla="*/ 9103766 w 10424160"/>
                      <a:gd name="connsiteY14" fmla="*/ 0 h 18288"/>
                      <a:gd name="connsiteX15" fmla="*/ 9694469 w 10424160"/>
                      <a:gd name="connsiteY15" fmla="*/ 0 h 18288"/>
                      <a:gd name="connsiteX16" fmla="*/ 10424160 w 10424160"/>
                      <a:gd name="connsiteY16" fmla="*/ 0 h 18288"/>
                      <a:gd name="connsiteX17" fmla="*/ 10424160 w 10424160"/>
                      <a:gd name="connsiteY17" fmla="*/ 18288 h 18288"/>
                      <a:gd name="connsiteX18" fmla="*/ 9729216 w 10424160"/>
                      <a:gd name="connsiteY18" fmla="*/ 18288 h 18288"/>
                      <a:gd name="connsiteX19" fmla="*/ 8930030 w 10424160"/>
                      <a:gd name="connsiteY19" fmla="*/ 18288 h 18288"/>
                      <a:gd name="connsiteX20" fmla="*/ 8130845 w 10424160"/>
                      <a:gd name="connsiteY20" fmla="*/ 18288 h 18288"/>
                      <a:gd name="connsiteX21" fmla="*/ 7644384 w 10424160"/>
                      <a:gd name="connsiteY21" fmla="*/ 18288 h 18288"/>
                      <a:gd name="connsiteX22" fmla="*/ 6740957 w 10424160"/>
                      <a:gd name="connsiteY22" fmla="*/ 18288 h 18288"/>
                      <a:gd name="connsiteX23" fmla="*/ 6046013 w 10424160"/>
                      <a:gd name="connsiteY23" fmla="*/ 18288 h 18288"/>
                      <a:gd name="connsiteX24" fmla="*/ 5663794 w 10424160"/>
                      <a:gd name="connsiteY24" fmla="*/ 18288 h 18288"/>
                      <a:gd name="connsiteX25" fmla="*/ 4968850 w 10424160"/>
                      <a:gd name="connsiteY25" fmla="*/ 18288 h 18288"/>
                      <a:gd name="connsiteX26" fmla="*/ 4378147 w 10424160"/>
                      <a:gd name="connsiteY26" fmla="*/ 18288 h 18288"/>
                      <a:gd name="connsiteX27" fmla="*/ 3787445 w 10424160"/>
                      <a:gd name="connsiteY27" fmla="*/ 18288 h 18288"/>
                      <a:gd name="connsiteX28" fmla="*/ 3196742 w 10424160"/>
                      <a:gd name="connsiteY28" fmla="*/ 18288 h 18288"/>
                      <a:gd name="connsiteX29" fmla="*/ 2606040 w 10424160"/>
                      <a:gd name="connsiteY29" fmla="*/ 18288 h 18288"/>
                      <a:gd name="connsiteX30" fmla="*/ 1806854 w 10424160"/>
                      <a:gd name="connsiteY30" fmla="*/ 18288 h 18288"/>
                      <a:gd name="connsiteX31" fmla="*/ 1111910 w 10424160"/>
                      <a:gd name="connsiteY31" fmla="*/ 18288 h 18288"/>
                      <a:gd name="connsiteX32" fmla="*/ 729691 w 10424160"/>
                      <a:gd name="connsiteY32" fmla="*/ 18288 h 18288"/>
                      <a:gd name="connsiteX33" fmla="*/ 0 w 10424160"/>
                      <a:gd name="connsiteY33" fmla="*/ 18288 h 18288"/>
                      <a:gd name="connsiteX34" fmla="*/ 0 w 10424160"/>
                      <a:gd name="connsiteY34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10424160" h="18288" fill="none" extrusionOk="0">
                        <a:moveTo>
                          <a:pt x="0" y="0"/>
                        </a:moveTo>
                        <a:cubicBezTo>
                          <a:pt x="251416" y="-3874"/>
                          <a:pt x="479411" y="-20508"/>
                          <a:pt x="903427" y="0"/>
                        </a:cubicBezTo>
                        <a:cubicBezTo>
                          <a:pt x="1327443" y="20508"/>
                          <a:pt x="1177990" y="-7387"/>
                          <a:pt x="1389888" y="0"/>
                        </a:cubicBezTo>
                        <a:cubicBezTo>
                          <a:pt x="1601786" y="7387"/>
                          <a:pt x="1928602" y="-6697"/>
                          <a:pt x="2189074" y="0"/>
                        </a:cubicBezTo>
                        <a:cubicBezTo>
                          <a:pt x="2449546" y="6697"/>
                          <a:pt x="2440085" y="-21144"/>
                          <a:pt x="2675534" y="0"/>
                        </a:cubicBezTo>
                        <a:cubicBezTo>
                          <a:pt x="2910983" y="21144"/>
                          <a:pt x="3026158" y="-11124"/>
                          <a:pt x="3370478" y="0"/>
                        </a:cubicBezTo>
                        <a:cubicBezTo>
                          <a:pt x="3714798" y="11124"/>
                          <a:pt x="3864539" y="-10660"/>
                          <a:pt x="4169664" y="0"/>
                        </a:cubicBezTo>
                        <a:cubicBezTo>
                          <a:pt x="4474789" y="10660"/>
                          <a:pt x="4471218" y="16488"/>
                          <a:pt x="4551883" y="0"/>
                        </a:cubicBezTo>
                        <a:cubicBezTo>
                          <a:pt x="4632548" y="-16488"/>
                          <a:pt x="4786830" y="7986"/>
                          <a:pt x="4934102" y="0"/>
                        </a:cubicBezTo>
                        <a:cubicBezTo>
                          <a:pt x="5081374" y="-7986"/>
                          <a:pt x="5575881" y="-33003"/>
                          <a:pt x="5837530" y="0"/>
                        </a:cubicBezTo>
                        <a:cubicBezTo>
                          <a:pt x="6099179" y="33003"/>
                          <a:pt x="6305895" y="14170"/>
                          <a:pt x="6532474" y="0"/>
                        </a:cubicBezTo>
                        <a:cubicBezTo>
                          <a:pt x="6759053" y="-14170"/>
                          <a:pt x="6726707" y="16121"/>
                          <a:pt x="6914693" y="0"/>
                        </a:cubicBezTo>
                        <a:cubicBezTo>
                          <a:pt x="7102679" y="-16121"/>
                          <a:pt x="7397857" y="32594"/>
                          <a:pt x="7609637" y="0"/>
                        </a:cubicBezTo>
                        <a:cubicBezTo>
                          <a:pt x="7821417" y="-32594"/>
                          <a:pt x="8141235" y="-3745"/>
                          <a:pt x="8513064" y="0"/>
                        </a:cubicBezTo>
                        <a:cubicBezTo>
                          <a:pt x="8884893" y="3745"/>
                          <a:pt x="8877548" y="3359"/>
                          <a:pt x="9103766" y="0"/>
                        </a:cubicBezTo>
                        <a:cubicBezTo>
                          <a:pt x="9329984" y="-3359"/>
                          <a:pt x="9545570" y="-17843"/>
                          <a:pt x="9694469" y="0"/>
                        </a:cubicBezTo>
                        <a:cubicBezTo>
                          <a:pt x="9843368" y="17843"/>
                          <a:pt x="10162477" y="-1217"/>
                          <a:pt x="10424160" y="0"/>
                        </a:cubicBezTo>
                        <a:cubicBezTo>
                          <a:pt x="10424498" y="7640"/>
                          <a:pt x="10423710" y="11289"/>
                          <a:pt x="10424160" y="18288"/>
                        </a:cubicBezTo>
                        <a:cubicBezTo>
                          <a:pt x="10184680" y="20716"/>
                          <a:pt x="10034768" y="-9357"/>
                          <a:pt x="9729216" y="18288"/>
                        </a:cubicBezTo>
                        <a:cubicBezTo>
                          <a:pt x="9423664" y="45933"/>
                          <a:pt x="9309220" y="36372"/>
                          <a:pt x="8930030" y="18288"/>
                        </a:cubicBezTo>
                        <a:cubicBezTo>
                          <a:pt x="8550840" y="204"/>
                          <a:pt x="8513376" y="34707"/>
                          <a:pt x="8130845" y="18288"/>
                        </a:cubicBezTo>
                        <a:cubicBezTo>
                          <a:pt x="7748315" y="1869"/>
                          <a:pt x="7864674" y="19659"/>
                          <a:pt x="7644384" y="18288"/>
                        </a:cubicBezTo>
                        <a:cubicBezTo>
                          <a:pt x="7424094" y="16917"/>
                          <a:pt x="6947001" y="55680"/>
                          <a:pt x="6740957" y="18288"/>
                        </a:cubicBezTo>
                        <a:cubicBezTo>
                          <a:pt x="6534913" y="-19104"/>
                          <a:pt x="6313809" y="33391"/>
                          <a:pt x="6046013" y="18288"/>
                        </a:cubicBezTo>
                        <a:cubicBezTo>
                          <a:pt x="5778217" y="3185"/>
                          <a:pt x="5786775" y="1439"/>
                          <a:pt x="5663794" y="18288"/>
                        </a:cubicBezTo>
                        <a:cubicBezTo>
                          <a:pt x="5540813" y="35137"/>
                          <a:pt x="5204724" y="25434"/>
                          <a:pt x="4968850" y="18288"/>
                        </a:cubicBezTo>
                        <a:cubicBezTo>
                          <a:pt x="4732976" y="11142"/>
                          <a:pt x="4559928" y="34568"/>
                          <a:pt x="4378147" y="18288"/>
                        </a:cubicBezTo>
                        <a:cubicBezTo>
                          <a:pt x="4196366" y="2008"/>
                          <a:pt x="3992200" y="35409"/>
                          <a:pt x="3787445" y="18288"/>
                        </a:cubicBezTo>
                        <a:cubicBezTo>
                          <a:pt x="3582690" y="1167"/>
                          <a:pt x="3488876" y="-7583"/>
                          <a:pt x="3196742" y="18288"/>
                        </a:cubicBezTo>
                        <a:cubicBezTo>
                          <a:pt x="2904608" y="44159"/>
                          <a:pt x="2729828" y="45906"/>
                          <a:pt x="2606040" y="18288"/>
                        </a:cubicBezTo>
                        <a:cubicBezTo>
                          <a:pt x="2482252" y="-9330"/>
                          <a:pt x="2000672" y="-5498"/>
                          <a:pt x="1806854" y="18288"/>
                        </a:cubicBezTo>
                        <a:cubicBezTo>
                          <a:pt x="1613036" y="42074"/>
                          <a:pt x="1310933" y="-4240"/>
                          <a:pt x="1111910" y="18288"/>
                        </a:cubicBezTo>
                        <a:cubicBezTo>
                          <a:pt x="912887" y="40816"/>
                          <a:pt x="891560" y="1701"/>
                          <a:pt x="729691" y="18288"/>
                        </a:cubicBezTo>
                        <a:cubicBezTo>
                          <a:pt x="567822" y="34875"/>
                          <a:pt x="203025" y="34462"/>
                          <a:pt x="0" y="18288"/>
                        </a:cubicBezTo>
                        <a:cubicBezTo>
                          <a:pt x="-82" y="11708"/>
                          <a:pt x="-178" y="8956"/>
                          <a:pt x="0" y="0"/>
                        </a:cubicBezTo>
                        <a:close/>
                      </a:path>
                      <a:path w="10424160" h="18288" stroke="0" extrusionOk="0">
                        <a:moveTo>
                          <a:pt x="0" y="0"/>
                        </a:moveTo>
                        <a:cubicBezTo>
                          <a:pt x="119910" y="17195"/>
                          <a:pt x="345032" y="1652"/>
                          <a:pt x="590702" y="0"/>
                        </a:cubicBezTo>
                        <a:cubicBezTo>
                          <a:pt x="836372" y="-1652"/>
                          <a:pt x="830717" y="-10944"/>
                          <a:pt x="972922" y="0"/>
                        </a:cubicBezTo>
                        <a:cubicBezTo>
                          <a:pt x="1115127" y="10944"/>
                          <a:pt x="1638708" y="17269"/>
                          <a:pt x="1876349" y="0"/>
                        </a:cubicBezTo>
                        <a:cubicBezTo>
                          <a:pt x="2113990" y="-17269"/>
                          <a:pt x="2263529" y="27642"/>
                          <a:pt x="2467051" y="0"/>
                        </a:cubicBezTo>
                        <a:cubicBezTo>
                          <a:pt x="2670573" y="-27642"/>
                          <a:pt x="2867743" y="-1552"/>
                          <a:pt x="3057754" y="0"/>
                        </a:cubicBezTo>
                        <a:cubicBezTo>
                          <a:pt x="3247765" y="1552"/>
                          <a:pt x="3729099" y="45169"/>
                          <a:pt x="3961181" y="0"/>
                        </a:cubicBezTo>
                        <a:cubicBezTo>
                          <a:pt x="4193263" y="-45169"/>
                          <a:pt x="4313735" y="4067"/>
                          <a:pt x="4447642" y="0"/>
                        </a:cubicBezTo>
                        <a:cubicBezTo>
                          <a:pt x="4581549" y="-4067"/>
                          <a:pt x="5123626" y="11867"/>
                          <a:pt x="5351069" y="0"/>
                        </a:cubicBezTo>
                        <a:cubicBezTo>
                          <a:pt x="5578512" y="-11867"/>
                          <a:pt x="6044105" y="-19983"/>
                          <a:pt x="6254496" y="0"/>
                        </a:cubicBezTo>
                        <a:cubicBezTo>
                          <a:pt x="6464887" y="19983"/>
                          <a:pt x="6664731" y="4232"/>
                          <a:pt x="6949440" y="0"/>
                        </a:cubicBezTo>
                        <a:cubicBezTo>
                          <a:pt x="7234149" y="-4232"/>
                          <a:pt x="7497205" y="28731"/>
                          <a:pt x="7852867" y="0"/>
                        </a:cubicBezTo>
                        <a:cubicBezTo>
                          <a:pt x="8208529" y="-28731"/>
                          <a:pt x="8287556" y="2616"/>
                          <a:pt x="8443570" y="0"/>
                        </a:cubicBezTo>
                        <a:cubicBezTo>
                          <a:pt x="8599584" y="-2616"/>
                          <a:pt x="8871283" y="-14113"/>
                          <a:pt x="9034272" y="0"/>
                        </a:cubicBezTo>
                        <a:cubicBezTo>
                          <a:pt x="9197261" y="14113"/>
                          <a:pt x="9604978" y="-35623"/>
                          <a:pt x="9833458" y="0"/>
                        </a:cubicBezTo>
                        <a:cubicBezTo>
                          <a:pt x="10061938" y="35623"/>
                          <a:pt x="10231944" y="-8194"/>
                          <a:pt x="10424160" y="0"/>
                        </a:cubicBezTo>
                        <a:cubicBezTo>
                          <a:pt x="10424285" y="4395"/>
                          <a:pt x="10424085" y="9776"/>
                          <a:pt x="10424160" y="18288"/>
                        </a:cubicBezTo>
                        <a:cubicBezTo>
                          <a:pt x="10058736" y="-5772"/>
                          <a:pt x="9942989" y="-18764"/>
                          <a:pt x="9624974" y="18288"/>
                        </a:cubicBezTo>
                        <a:cubicBezTo>
                          <a:pt x="9306959" y="55340"/>
                          <a:pt x="9229263" y="24995"/>
                          <a:pt x="8930030" y="18288"/>
                        </a:cubicBezTo>
                        <a:cubicBezTo>
                          <a:pt x="8630797" y="11581"/>
                          <a:pt x="8647263" y="10931"/>
                          <a:pt x="8547811" y="18288"/>
                        </a:cubicBezTo>
                        <a:cubicBezTo>
                          <a:pt x="8448359" y="25645"/>
                          <a:pt x="8173221" y="219"/>
                          <a:pt x="8061350" y="18288"/>
                        </a:cubicBezTo>
                        <a:cubicBezTo>
                          <a:pt x="7949479" y="36357"/>
                          <a:pt x="7437002" y="17516"/>
                          <a:pt x="7157923" y="18288"/>
                        </a:cubicBezTo>
                        <a:cubicBezTo>
                          <a:pt x="6878844" y="19060"/>
                          <a:pt x="6610241" y="8864"/>
                          <a:pt x="6462979" y="18288"/>
                        </a:cubicBezTo>
                        <a:cubicBezTo>
                          <a:pt x="6315717" y="27712"/>
                          <a:pt x="6124879" y="4989"/>
                          <a:pt x="5976518" y="18288"/>
                        </a:cubicBezTo>
                        <a:cubicBezTo>
                          <a:pt x="5828157" y="31587"/>
                          <a:pt x="5566880" y="7112"/>
                          <a:pt x="5281574" y="18288"/>
                        </a:cubicBezTo>
                        <a:cubicBezTo>
                          <a:pt x="4996268" y="29464"/>
                          <a:pt x="5085614" y="20493"/>
                          <a:pt x="4899355" y="18288"/>
                        </a:cubicBezTo>
                        <a:cubicBezTo>
                          <a:pt x="4713096" y="16083"/>
                          <a:pt x="4606138" y="34359"/>
                          <a:pt x="4517136" y="18288"/>
                        </a:cubicBezTo>
                        <a:cubicBezTo>
                          <a:pt x="4428134" y="2217"/>
                          <a:pt x="4125335" y="52414"/>
                          <a:pt x="3822192" y="18288"/>
                        </a:cubicBezTo>
                        <a:cubicBezTo>
                          <a:pt x="3519049" y="-15838"/>
                          <a:pt x="3453132" y="3859"/>
                          <a:pt x="3335731" y="18288"/>
                        </a:cubicBezTo>
                        <a:cubicBezTo>
                          <a:pt x="3218330" y="32717"/>
                          <a:pt x="2718749" y="-13936"/>
                          <a:pt x="2536546" y="18288"/>
                        </a:cubicBezTo>
                        <a:cubicBezTo>
                          <a:pt x="2354343" y="50512"/>
                          <a:pt x="2190669" y="3238"/>
                          <a:pt x="2050085" y="18288"/>
                        </a:cubicBezTo>
                        <a:cubicBezTo>
                          <a:pt x="1909501" y="33338"/>
                          <a:pt x="1520975" y="3062"/>
                          <a:pt x="1250899" y="18288"/>
                        </a:cubicBezTo>
                        <a:cubicBezTo>
                          <a:pt x="980823" y="33514"/>
                          <a:pt x="992936" y="28036"/>
                          <a:pt x="868680" y="18288"/>
                        </a:cubicBezTo>
                        <a:cubicBezTo>
                          <a:pt x="744424" y="8540"/>
                          <a:pt x="230364" y="33365"/>
                          <a:pt x="0" y="18288"/>
                        </a:cubicBezTo>
                        <a:cubicBezTo>
                          <a:pt x="-504" y="12101"/>
                          <a:pt x="-591" y="77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2B79A3A5-1C0B-D88A-33DE-F65DBA822E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8E45F4-4DA1-FAF9-E973-28EAA5E83453}"/>
              </a:ext>
            </a:extLst>
          </p:cNvPr>
          <p:cNvSpPr txBox="1"/>
          <p:nvPr/>
        </p:nvSpPr>
        <p:spPr>
          <a:xfrm>
            <a:off x="5016722" y="6148149"/>
            <a:ext cx="185651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Time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4F6F9EF-692E-ABBF-1D35-049643C1ABD9}"/>
              </a:ext>
            </a:extLst>
          </p:cNvPr>
          <p:cNvSpPr/>
          <p:nvPr/>
        </p:nvSpPr>
        <p:spPr>
          <a:xfrm>
            <a:off x="3118104" y="5166360"/>
            <a:ext cx="1911096" cy="1179576"/>
          </a:xfrm>
          <a:custGeom>
            <a:avLst/>
            <a:gdLst>
              <a:gd name="connsiteX0" fmla="*/ 1911096 w 1911096"/>
              <a:gd name="connsiteY0" fmla="*/ 1179576 h 1179576"/>
              <a:gd name="connsiteX1" fmla="*/ 1856232 w 1911096"/>
              <a:gd name="connsiteY1" fmla="*/ 1161288 h 1179576"/>
              <a:gd name="connsiteX2" fmla="*/ 1609344 w 1911096"/>
              <a:gd name="connsiteY2" fmla="*/ 1115568 h 1179576"/>
              <a:gd name="connsiteX3" fmla="*/ 1170432 w 1911096"/>
              <a:gd name="connsiteY3" fmla="*/ 969264 h 1179576"/>
              <a:gd name="connsiteX4" fmla="*/ 868680 w 1911096"/>
              <a:gd name="connsiteY4" fmla="*/ 832104 h 1179576"/>
              <a:gd name="connsiteX5" fmla="*/ 722376 w 1911096"/>
              <a:gd name="connsiteY5" fmla="*/ 740664 h 1179576"/>
              <a:gd name="connsiteX6" fmla="*/ 640080 w 1911096"/>
              <a:gd name="connsiteY6" fmla="*/ 676656 h 1179576"/>
              <a:gd name="connsiteX7" fmla="*/ 557784 w 1911096"/>
              <a:gd name="connsiteY7" fmla="*/ 649224 h 1179576"/>
              <a:gd name="connsiteX8" fmla="*/ 512064 w 1911096"/>
              <a:gd name="connsiteY8" fmla="*/ 603504 h 1179576"/>
              <a:gd name="connsiteX9" fmla="*/ 484632 w 1911096"/>
              <a:gd name="connsiteY9" fmla="*/ 566928 h 1179576"/>
              <a:gd name="connsiteX10" fmla="*/ 356616 w 1911096"/>
              <a:gd name="connsiteY10" fmla="*/ 438912 h 1179576"/>
              <a:gd name="connsiteX11" fmla="*/ 301752 w 1911096"/>
              <a:gd name="connsiteY11" fmla="*/ 384048 h 1179576"/>
              <a:gd name="connsiteX12" fmla="*/ 256032 w 1911096"/>
              <a:gd name="connsiteY12" fmla="*/ 338328 h 1179576"/>
              <a:gd name="connsiteX13" fmla="*/ 192024 w 1911096"/>
              <a:gd name="connsiteY13" fmla="*/ 283464 h 1179576"/>
              <a:gd name="connsiteX14" fmla="*/ 164592 w 1911096"/>
              <a:gd name="connsiteY14" fmla="*/ 237744 h 1179576"/>
              <a:gd name="connsiteX15" fmla="*/ 100584 w 1911096"/>
              <a:gd name="connsiteY15" fmla="*/ 164592 h 1179576"/>
              <a:gd name="connsiteX16" fmla="*/ 73152 w 1911096"/>
              <a:gd name="connsiteY16" fmla="*/ 109728 h 1179576"/>
              <a:gd name="connsiteX17" fmla="*/ 36576 w 1911096"/>
              <a:gd name="connsiteY17" fmla="*/ 54864 h 1179576"/>
              <a:gd name="connsiteX18" fmla="*/ 0 w 1911096"/>
              <a:gd name="connsiteY18" fmla="*/ 0 h 117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11096" h="1179576">
                <a:moveTo>
                  <a:pt x="1911096" y="1179576"/>
                </a:moveTo>
                <a:cubicBezTo>
                  <a:pt x="1892808" y="1173480"/>
                  <a:pt x="1875090" y="1165288"/>
                  <a:pt x="1856232" y="1161288"/>
                </a:cubicBezTo>
                <a:cubicBezTo>
                  <a:pt x="1774358" y="1143921"/>
                  <a:pt x="1689939" y="1138135"/>
                  <a:pt x="1609344" y="1115568"/>
                </a:cubicBezTo>
                <a:cubicBezTo>
                  <a:pt x="1460838" y="1073986"/>
                  <a:pt x="1310827" y="1033080"/>
                  <a:pt x="1170432" y="969264"/>
                </a:cubicBezTo>
                <a:cubicBezTo>
                  <a:pt x="1069848" y="923544"/>
                  <a:pt x="962373" y="890662"/>
                  <a:pt x="868680" y="832104"/>
                </a:cubicBezTo>
                <a:cubicBezTo>
                  <a:pt x="819912" y="801624"/>
                  <a:pt x="769932" y="773002"/>
                  <a:pt x="722376" y="740664"/>
                </a:cubicBezTo>
                <a:cubicBezTo>
                  <a:pt x="693638" y="721122"/>
                  <a:pt x="670459" y="693533"/>
                  <a:pt x="640080" y="676656"/>
                </a:cubicBezTo>
                <a:cubicBezTo>
                  <a:pt x="614803" y="662613"/>
                  <a:pt x="585216" y="658368"/>
                  <a:pt x="557784" y="649224"/>
                </a:cubicBezTo>
                <a:cubicBezTo>
                  <a:pt x="542544" y="633984"/>
                  <a:pt x="526383" y="619613"/>
                  <a:pt x="512064" y="603504"/>
                </a:cubicBezTo>
                <a:cubicBezTo>
                  <a:pt x="501939" y="592113"/>
                  <a:pt x="495096" y="578008"/>
                  <a:pt x="484632" y="566928"/>
                </a:cubicBezTo>
                <a:cubicBezTo>
                  <a:pt x="443196" y="523055"/>
                  <a:pt x="399288" y="481584"/>
                  <a:pt x="356616" y="438912"/>
                </a:cubicBezTo>
                <a:lnTo>
                  <a:pt x="301752" y="384048"/>
                </a:lnTo>
                <a:cubicBezTo>
                  <a:pt x="286512" y="368808"/>
                  <a:pt x="272396" y="352354"/>
                  <a:pt x="256032" y="338328"/>
                </a:cubicBezTo>
                <a:cubicBezTo>
                  <a:pt x="234696" y="320040"/>
                  <a:pt x="210927" y="304257"/>
                  <a:pt x="192024" y="283464"/>
                </a:cubicBezTo>
                <a:cubicBezTo>
                  <a:pt x="180069" y="270313"/>
                  <a:pt x="175428" y="251831"/>
                  <a:pt x="164592" y="237744"/>
                </a:cubicBezTo>
                <a:cubicBezTo>
                  <a:pt x="144837" y="212062"/>
                  <a:pt x="119417" y="190958"/>
                  <a:pt x="100584" y="164592"/>
                </a:cubicBezTo>
                <a:cubicBezTo>
                  <a:pt x="88700" y="147954"/>
                  <a:pt x="83454" y="127389"/>
                  <a:pt x="73152" y="109728"/>
                </a:cubicBezTo>
                <a:cubicBezTo>
                  <a:pt x="62077" y="90743"/>
                  <a:pt x="48376" y="73407"/>
                  <a:pt x="36576" y="54864"/>
                </a:cubicBezTo>
                <a:cubicBezTo>
                  <a:pt x="1985" y="506"/>
                  <a:pt x="22910" y="22910"/>
                  <a:pt x="0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0279252-00F6-6870-D336-E5149193E18E}"/>
              </a:ext>
            </a:extLst>
          </p:cNvPr>
          <p:cNvSpPr/>
          <p:nvPr/>
        </p:nvSpPr>
        <p:spPr>
          <a:xfrm>
            <a:off x="6903720" y="5239512"/>
            <a:ext cx="1619756" cy="1088136"/>
          </a:xfrm>
          <a:custGeom>
            <a:avLst/>
            <a:gdLst>
              <a:gd name="connsiteX0" fmla="*/ 0 w 1619756"/>
              <a:gd name="connsiteY0" fmla="*/ 1088136 h 1088136"/>
              <a:gd name="connsiteX1" fmla="*/ 859536 w 1619756"/>
              <a:gd name="connsiteY1" fmla="*/ 914400 h 1088136"/>
              <a:gd name="connsiteX2" fmla="*/ 1005840 w 1619756"/>
              <a:gd name="connsiteY2" fmla="*/ 832104 h 1088136"/>
              <a:gd name="connsiteX3" fmla="*/ 1161288 w 1619756"/>
              <a:gd name="connsiteY3" fmla="*/ 731520 h 1088136"/>
              <a:gd name="connsiteX4" fmla="*/ 1225296 w 1619756"/>
              <a:gd name="connsiteY4" fmla="*/ 640080 h 1088136"/>
              <a:gd name="connsiteX5" fmla="*/ 1298448 w 1619756"/>
              <a:gd name="connsiteY5" fmla="*/ 548640 h 1088136"/>
              <a:gd name="connsiteX6" fmla="*/ 1353312 w 1619756"/>
              <a:gd name="connsiteY6" fmla="*/ 466344 h 1088136"/>
              <a:gd name="connsiteX7" fmla="*/ 1408176 w 1619756"/>
              <a:gd name="connsiteY7" fmla="*/ 393192 h 1088136"/>
              <a:gd name="connsiteX8" fmla="*/ 1453896 w 1619756"/>
              <a:gd name="connsiteY8" fmla="*/ 320040 h 1088136"/>
              <a:gd name="connsiteX9" fmla="*/ 1536192 w 1619756"/>
              <a:gd name="connsiteY9" fmla="*/ 219456 h 1088136"/>
              <a:gd name="connsiteX10" fmla="*/ 1572768 w 1619756"/>
              <a:gd name="connsiteY10" fmla="*/ 146304 h 1088136"/>
              <a:gd name="connsiteX11" fmla="*/ 1591056 w 1619756"/>
              <a:gd name="connsiteY11" fmla="*/ 100584 h 1088136"/>
              <a:gd name="connsiteX12" fmla="*/ 1600200 w 1619756"/>
              <a:gd name="connsiteY12" fmla="*/ 73152 h 1088136"/>
              <a:gd name="connsiteX13" fmla="*/ 1618488 w 1619756"/>
              <a:gd name="connsiteY13" fmla="*/ 0 h 1088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19756" h="1088136">
                <a:moveTo>
                  <a:pt x="0" y="1088136"/>
                </a:moveTo>
                <a:cubicBezTo>
                  <a:pt x="297498" y="1039181"/>
                  <a:pt x="591338" y="1044173"/>
                  <a:pt x="859536" y="914400"/>
                </a:cubicBezTo>
                <a:cubicBezTo>
                  <a:pt x="909903" y="890029"/>
                  <a:pt x="957988" y="861105"/>
                  <a:pt x="1005840" y="832104"/>
                </a:cubicBezTo>
                <a:cubicBezTo>
                  <a:pt x="1058620" y="800116"/>
                  <a:pt x="1109472" y="765048"/>
                  <a:pt x="1161288" y="731520"/>
                </a:cubicBezTo>
                <a:cubicBezTo>
                  <a:pt x="1182624" y="701040"/>
                  <a:pt x="1202973" y="669844"/>
                  <a:pt x="1225296" y="640080"/>
                </a:cubicBezTo>
                <a:cubicBezTo>
                  <a:pt x="1248716" y="608853"/>
                  <a:pt x="1275293" y="580064"/>
                  <a:pt x="1298448" y="548640"/>
                </a:cubicBezTo>
                <a:cubicBezTo>
                  <a:pt x="1318005" y="522098"/>
                  <a:pt x="1334299" y="493279"/>
                  <a:pt x="1353312" y="466344"/>
                </a:cubicBezTo>
                <a:cubicBezTo>
                  <a:pt x="1370889" y="441443"/>
                  <a:pt x="1390908" y="418309"/>
                  <a:pt x="1408176" y="393192"/>
                </a:cubicBezTo>
                <a:cubicBezTo>
                  <a:pt x="1424466" y="369497"/>
                  <a:pt x="1436839" y="343189"/>
                  <a:pt x="1453896" y="320040"/>
                </a:cubicBezTo>
                <a:cubicBezTo>
                  <a:pt x="1479594" y="285165"/>
                  <a:pt x="1516819" y="258203"/>
                  <a:pt x="1536192" y="219456"/>
                </a:cubicBezTo>
                <a:cubicBezTo>
                  <a:pt x="1548384" y="195072"/>
                  <a:pt x="1562643" y="171616"/>
                  <a:pt x="1572768" y="146304"/>
                </a:cubicBezTo>
                <a:cubicBezTo>
                  <a:pt x="1578864" y="131064"/>
                  <a:pt x="1585293" y="115953"/>
                  <a:pt x="1591056" y="100584"/>
                </a:cubicBezTo>
                <a:cubicBezTo>
                  <a:pt x="1594440" y="91559"/>
                  <a:pt x="1595889" y="81773"/>
                  <a:pt x="1600200" y="73152"/>
                </a:cubicBezTo>
                <a:cubicBezTo>
                  <a:pt x="1626942" y="19669"/>
                  <a:pt x="1618488" y="75252"/>
                  <a:pt x="1618488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73DF1-18AD-B169-EA87-DA46F80A0787}"/>
              </a:ext>
            </a:extLst>
          </p:cNvPr>
          <p:cNvSpPr txBox="1"/>
          <p:nvPr/>
        </p:nvSpPr>
        <p:spPr>
          <a:xfrm>
            <a:off x="6277578" y="959922"/>
            <a:ext cx="185651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Information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2C8CD7-01B9-4C5C-25A6-7DE6B5422A41}"/>
              </a:ext>
            </a:extLst>
          </p:cNvPr>
          <p:cNvSpPr/>
          <p:nvPr/>
        </p:nvSpPr>
        <p:spPr>
          <a:xfrm>
            <a:off x="4359490" y="1145309"/>
            <a:ext cx="1902765" cy="1653309"/>
          </a:xfrm>
          <a:custGeom>
            <a:avLst/>
            <a:gdLst>
              <a:gd name="connsiteX0" fmla="*/ 1902765 w 1902765"/>
              <a:gd name="connsiteY0" fmla="*/ 0 h 1653309"/>
              <a:gd name="connsiteX1" fmla="*/ 1634910 w 1902765"/>
              <a:gd name="connsiteY1" fmla="*/ 64655 h 1653309"/>
              <a:gd name="connsiteX2" fmla="*/ 1404001 w 1902765"/>
              <a:gd name="connsiteY2" fmla="*/ 129309 h 1653309"/>
              <a:gd name="connsiteX3" fmla="*/ 1219274 w 1902765"/>
              <a:gd name="connsiteY3" fmla="*/ 175491 h 1653309"/>
              <a:gd name="connsiteX4" fmla="*/ 849819 w 1902765"/>
              <a:gd name="connsiteY4" fmla="*/ 397164 h 1653309"/>
              <a:gd name="connsiteX5" fmla="*/ 738983 w 1902765"/>
              <a:gd name="connsiteY5" fmla="*/ 517236 h 1653309"/>
              <a:gd name="connsiteX6" fmla="*/ 434183 w 1902765"/>
              <a:gd name="connsiteY6" fmla="*/ 840509 h 1653309"/>
              <a:gd name="connsiteX7" fmla="*/ 184801 w 1902765"/>
              <a:gd name="connsiteY7" fmla="*/ 1228436 h 1653309"/>
              <a:gd name="connsiteX8" fmla="*/ 147855 w 1902765"/>
              <a:gd name="connsiteY8" fmla="*/ 1311564 h 1653309"/>
              <a:gd name="connsiteX9" fmla="*/ 101674 w 1902765"/>
              <a:gd name="connsiteY9" fmla="*/ 1394691 h 1653309"/>
              <a:gd name="connsiteX10" fmla="*/ 46255 w 1902765"/>
              <a:gd name="connsiteY10" fmla="*/ 1533236 h 1653309"/>
              <a:gd name="connsiteX11" fmla="*/ 27783 w 1902765"/>
              <a:gd name="connsiteY11" fmla="*/ 1560946 h 1653309"/>
              <a:gd name="connsiteX12" fmla="*/ 18546 w 1902765"/>
              <a:gd name="connsiteY12" fmla="*/ 1588655 h 1653309"/>
              <a:gd name="connsiteX13" fmla="*/ 74 w 1902765"/>
              <a:gd name="connsiteY13" fmla="*/ 1653309 h 1653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02765" h="1653309">
                <a:moveTo>
                  <a:pt x="1902765" y="0"/>
                </a:moveTo>
                <a:lnTo>
                  <a:pt x="1634910" y="64655"/>
                </a:lnTo>
                <a:cubicBezTo>
                  <a:pt x="1557538" y="84714"/>
                  <a:pt x="1481232" y="108714"/>
                  <a:pt x="1404001" y="129309"/>
                </a:cubicBezTo>
                <a:cubicBezTo>
                  <a:pt x="1342673" y="145663"/>
                  <a:pt x="1280850" y="160097"/>
                  <a:pt x="1219274" y="175491"/>
                </a:cubicBezTo>
                <a:cubicBezTo>
                  <a:pt x="1070748" y="252725"/>
                  <a:pt x="970399" y="289982"/>
                  <a:pt x="849819" y="397164"/>
                </a:cubicBezTo>
                <a:cubicBezTo>
                  <a:pt x="809108" y="433351"/>
                  <a:pt x="777499" y="478721"/>
                  <a:pt x="738983" y="517236"/>
                </a:cubicBezTo>
                <a:cubicBezTo>
                  <a:pt x="607987" y="648232"/>
                  <a:pt x="558855" y="653501"/>
                  <a:pt x="434183" y="840509"/>
                </a:cubicBezTo>
                <a:cubicBezTo>
                  <a:pt x="374754" y="929653"/>
                  <a:pt x="247969" y="1107843"/>
                  <a:pt x="184801" y="1228436"/>
                </a:cubicBezTo>
                <a:cubicBezTo>
                  <a:pt x="170731" y="1255297"/>
                  <a:pt x="161416" y="1284442"/>
                  <a:pt x="147855" y="1311564"/>
                </a:cubicBezTo>
                <a:cubicBezTo>
                  <a:pt x="133679" y="1339915"/>
                  <a:pt x="115850" y="1366340"/>
                  <a:pt x="101674" y="1394691"/>
                </a:cubicBezTo>
                <a:cubicBezTo>
                  <a:pt x="52313" y="1493415"/>
                  <a:pt x="94864" y="1426296"/>
                  <a:pt x="46255" y="1533236"/>
                </a:cubicBezTo>
                <a:cubicBezTo>
                  <a:pt x="41661" y="1543342"/>
                  <a:pt x="32747" y="1551017"/>
                  <a:pt x="27783" y="1560946"/>
                </a:cubicBezTo>
                <a:cubicBezTo>
                  <a:pt x="23429" y="1569654"/>
                  <a:pt x="21965" y="1579539"/>
                  <a:pt x="18546" y="1588655"/>
                </a:cubicBezTo>
                <a:cubicBezTo>
                  <a:pt x="-2213" y="1644011"/>
                  <a:pt x="74" y="1616972"/>
                  <a:pt x="74" y="1653309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BEE9825-98E2-2521-FEEE-E3DB288B878B}"/>
              </a:ext>
            </a:extLst>
          </p:cNvPr>
          <p:cNvSpPr/>
          <p:nvPr/>
        </p:nvSpPr>
        <p:spPr>
          <a:xfrm>
            <a:off x="8128000" y="1154545"/>
            <a:ext cx="1727200" cy="1597891"/>
          </a:xfrm>
          <a:custGeom>
            <a:avLst/>
            <a:gdLst>
              <a:gd name="connsiteX0" fmla="*/ 0 w 1727200"/>
              <a:gd name="connsiteY0" fmla="*/ 0 h 1597891"/>
              <a:gd name="connsiteX1" fmla="*/ 258618 w 1727200"/>
              <a:gd name="connsiteY1" fmla="*/ 46182 h 1597891"/>
              <a:gd name="connsiteX2" fmla="*/ 794327 w 1727200"/>
              <a:gd name="connsiteY2" fmla="*/ 230910 h 1597891"/>
              <a:gd name="connsiteX3" fmla="*/ 997527 w 1727200"/>
              <a:gd name="connsiteY3" fmla="*/ 332510 h 1597891"/>
              <a:gd name="connsiteX4" fmla="*/ 1136073 w 1727200"/>
              <a:gd name="connsiteY4" fmla="*/ 461819 h 1597891"/>
              <a:gd name="connsiteX5" fmla="*/ 1357745 w 1727200"/>
              <a:gd name="connsiteY5" fmla="*/ 757382 h 1597891"/>
              <a:gd name="connsiteX6" fmla="*/ 1533236 w 1727200"/>
              <a:gd name="connsiteY6" fmla="*/ 979055 h 1597891"/>
              <a:gd name="connsiteX7" fmla="*/ 1579418 w 1727200"/>
              <a:gd name="connsiteY7" fmla="*/ 1071419 h 1597891"/>
              <a:gd name="connsiteX8" fmla="*/ 1625600 w 1727200"/>
              <a:gd name="connsiteY8" fmla="*/ 1154546 h 1597891"/>
              <a:gd name="connsiteX9" fmla="*/ 1671782 w 1727200"/>
              <a:gd name="connsiteY9" fmla="*/ 1293091 h 1597891"/>
              <a:gd name="connsiteX10" fmla="*/ 1708727 w 1727200"/>
              <a:gd name="connsiteY10" fmla="*/ 1431637 h 1597891"/>
              <a:gd name="connsiteX11" fmla="*/ 1727200 w 1727200"/>
              <a:gd name="connsiteY11" fmla="*/ 1542473 h 1597891"/>
              <a:gd name="connsiteX12" fmla="*/ 1727200 w 1727200"/>
              <a:gd name="connsiteY12" fmla="*/ 1597891 h 1597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27200" h="1597891">
                <a:moveTo>
                  <a:pt x="0" y="0"/>
                </a:moveTo>
                <a:cubicBezTo>
                  <a:pt x="86206" y="15394"/>
                  <a:pt x="173582" y="25271"/>
                  <a:pt x="258618" y="46182"/>
                </a:cubicBezTo>
                <a:cubicBezTo>
                  <a:pt x="435219" y="89609"/>
                  <a:pt x="626906" y="156105"/>
                  <a:pt x="794327" y="230910"/>
                </a:cubicBezTo>
                <a:cubicBezTo>
                  <a:pt x="863467" y="261803"/>
                  <a:pt x="934779" y="290113"/>
                  <a:pt x="997527" y="332510"/>
                </a:cubicBezTo>
                <a:cubicBezTo>
                  <a:pt x="1049870" y="367877"/>
                  <a:pt x="1093027" y="415584"/>
                  <a:pt x="1136073" y="461819"/>
                </a:cubicBezTo>
                <a:cubicBezTo>
                  <a:pt x="1230792" y="563554"/>
                  <a:pt x="1273616" y="646114"/>
                  <a:pt x="1357745" y="757382"/>
                </a:cubicBezTo>
                <a:cubicBezTo>
                  <a:pt x="1414584" y="832556"/>
                  <a:pt x="1491089" y="894761"/>
                  <a:pt x="1533236" y="979055"/>
                </a:cubicBezTo>
                <a:cubicBezTo>
                  <a:pt x="1548630" y="1009843"/>
                  <a:pt x="1563386" y="1040958"/>
                  <a:pt x="1579418" y="1071419"/>
                </a:cubicBezTo>
                <a:cubicBezTo>
                  <a:pt x="1594181" y="1099469"/>
                  <a:pt x="1613408" y="1125286"/>
                  <a:pt x="1625600" y="1154546"/>
                </a:cubicBezTo>
                <a:cubicBezTo>
                  <a:pt x="1644323" y="1199481"/>
                  <a:pt x="1658409" y="1246284"/>
                  <a:pt x="1671782" y="1293091"/>
                </a:cubicBezTo>
                <a:cubicBezTo>
                  <a:pt x="1683161" y="1332916"/>
                  <a:pt x="1700755" y="1391777"/>
                  <a:pt x="1708727" y="1431637"/>
                </a:cubicBezTo>
                <a:cubicBezTo>
                  <a:pt x="1716072" y="1468365"/>
                  <a:pt x="1727200" y="1505018"/>
                  <a:pt x="1727200" y="1542473"/>
                </a:cubicBezTo>
                <a:lnTo>
                  <a:pt x="1727200" y="1597891"/>
                </a:ln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25975-DE0D-FBD9-0AD0-6DFB66EC600B}"/>
              </a:ext>
            </a:extLst>
          </p:cNvPr>
          <p:cNvSpPr txBox="1"/>
          <p:nvPr/>
        </p:nvSpPr>
        <p:spPr>
          <a:xfrm>
            <a:off x="1097478" y="1436449"/>
            <a:ext cx="361168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…strategic decision making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0CCFE-CC50-22AF-2174-6EADC13315EE}"/>
              </a:ext>
            </a:extLst>
          </p:cNvPr>
          <p:cNvGrpSpPr/>
          <p:nvPr/>
        </p:nvGrpSpPr>
        <p:grpSpPr>
          <a:xfrm>
            <a:off x="2657320" y="2758248"/>
            <a:ext cx="6595900" cy="2464692"/>
            <a:chOff x="2657320" y="2758248"/>
            <a:chExt cx="6595900" cy="246469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10EBB6-9C2A-6451-7F81-767AB4F30500}"/>
                </a:ext>
              </a:extLst>
            </p:cNvPr>
            <p:cNvSpPr/>
            <p:nvPr/>
          </p:nvSpPr>
          <p:spPr>
            <a:xfrm>
              <a:off x="2657320" y="2761296"/>
              <a:ext cx="829083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9187343-E9DA-E031-42DE-22AEA8065D41}"/>
                </a:ext>
              </a:extLst>
            </p:cNvPr>
            <p:cNvSpPr/>
            <p:nvPr/>
          </p:nvSpPr>
          <p:spPr>
            <a:xfrm>
              <a:off x="7964424" y="2758248"/>
              <a:ext cx="1288796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186028-FD3F-74D4-C363-4C2CA9A0F203}"/>
                </a:ext>
              </a:extLst>
            </p:cNvPr>
            <p:cNvSpPr/>
            <p:nvPr/>
          </p:nvSpPr>
          <p:spPr>
            <a:xfrm>
              <a:off x="2657320" y="4793264"/>
              <a:ext cx="829084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381119-65C7-B03E-9522-AAAD49D806F6}"/>
                </a:ext>
              </a:extLst>
            </p:cNvPr>
            <p:cNvSpPr/>
            <p:nvPr/>
          </p:nvSpPr>
          <p:spPr>
            <a:xfrm>
              <a:off x="7903464" y="4790216"/>
              <a:ext cx="1349756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A0FC43-C06E-7F34-37D5-44F47A6EE75F}"/>
              </a:ext>
            </a:extLst>
          </p:cNvPr>
          <p:cNvGrpSpPr/>
          <p:nvPr/>
        </p:nvGrpSpPr>
        <p:grpSpPr>
          <a:xfrm>
            <a:off x="3538728" y="2749388"/>
            <a:ext cx="7431024" cy="2464692"/>
            <a:chOff x="3538728" y="2749388"/>
            <a:chExt cx="7431024" cy="246469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A854840-A17C-D505-AEFC-9CEA8BB4F5C3}"/>
                </a:ext>
              </a:extLst>
            </p:cNvPr>
            <p:cNvSpPr/>
            <p:nvPr/>
          </p:nvSpPr>
          <p:spPr>
            <a:xfrm>
              <a:off x="3538728" y="2752436"/>
              <a:ext cx="1477994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936113-1DC6-69CB-1CDB-4FFB9C6706C8}"/>
                </a:ext>
              </a:extLst>
            </p:cNvPr>
            <p:cNvSpPr/>
            <p:nvPr/>
          </p:nvSpPr>
          <p:spPr>
            <a:xfrm>
              <a:off x="9305544" y="2749388"/>
              <a:ext cx="1477994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041026-D109-AA6B-FB1A-A086055BBF0D}"/>
                </a:ext>
              </a:extLst>
            </p:cNvPr>
            <p:cNvSpPr/>
            <p:nvPr/>
          </p:nvSpPr>
          <p:spPr>
            <a:xfrm>
              <a:off x="3538728" y="4784404"/>
              <a:ext cx="1664208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B4FF58-E910-ECE5-3B88-C5F3CF88D682}"/>
                </a:ext>
              </a:extLst>
            </p:cNvPr>
            <p:cNvSpPr/>
            <p:nvPr/>
          </p:nvSpPr>
          <p:spPr>
            <a:xfrm>
              <a:off x="9305544" y="4781356"/>
              <a:ext cx="1664208" cy="429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CE8AE5-698D-C955-1388-091D27F5D836}"/>
              </a:ext>
            </a:extLst>
          </p:cNvPr>
          <p:cNvSpPr txBox="1"/>
          <p:nvPr/>
        </p:nvSpPr>
        <p:spPr>
          <a:xfrm>
            <a:off x="356718" y="6004482"/>
            <a:ext cx="1989056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386140594">
                  <a:custGeom>
                    <a:avLst/>
                    <a:gdLst>
                      <a:gd name="connsiteX0" fmla="*/ 0 w 1989056"/>
                      <a:gd name="connsiteY0" fmla="*/ 0 h 646331"/>
                      <a:gd name="connsiteX1" fmla="*/ 457483 w 1989056"/>
                      <a:gd name="connsiteY1" fmla="*/ 0 h 646331"/>
                      <a:gd name="connsiteX2" fmla="*/ 974637 w 1989056"/>
                      <a:gd name="connsiteY2" fmla="*/ 0 h 646331"/>
                      <a:gd name="connsiteX3" fmla="*/ 1432120 w 1989056"/>
                      <a:gd name="connsiteY3" fmla="*/ 0 h 646331"/>
                      <a:gd name="connsiteX4" fmla="*/ 1989056 w 1989056"/>
                      <a:gd name="connsiteY4" fmla="*/ 0 h 646331"/>
                      <a:gd name="connsiteX5" fmla="*/ 1989056 w 1989056"/>
                      <a:gd name="connsiteY5" fmla="*/ 303776 h 646331"/>
                      <a:gd name="connsiteX6" fmla="*/ 1989056 w 1989056"/>
                      <a:gd name="connsiteY6" fmla="*/ 646331 h 646331"/>
                      <a:gd name="connsiteX7" fmla="*/ 1452011 w 1989056"/>
                      <a:gd name="connsiteY7" fmla="*/ 646331 h 646331"/>
                      <a:gd name="connsiteX8" fmla="*/ 1014419 w 1989056"/>
                      <a:gd name="connsiteY8" fmla="*/ 646331 h 646331"/>
                      <a:gd name="connsiteX9" fmla="*/ 477373 w 1989056"/>
                      <a:gd name="connsiteY9" fmla="*/ 646331 h 646331"/>
                      <a:gd name="connsiteX10" fmla="*/ 0 w 1989056"/>
                      <a:gd name="connsiteY10" fmla="*/ 646331 h 646331"/>
                      <a:gd name="connsiteX11" fmla="*/ 0 w 1989056"/>
                      <a:gd name="connsiteY11" fmla="*/ 310239 h 646331"/>
                      <a:gd name="connsiteX12" fmla="*/ 0 w 1989056"/>
                      <a:gd name="connsiteY12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89056" h="646331" extrusionOk="0">
                        <a:moveTo>
                          <a:pt x="0" y="0"/>
                        </a:moveTo>
                        <a:cubicBezTo>
                          <a:pt x="162579" y="-28418"/>
                          <a:pt x="266223" y="7111"/>
                          <a:pt x="457483" y="0"/>
                        </a:cubicBezTo>
                        <a:cubicBezTo>
                          <a:pt x="648743" y="-7111"/>
                          <a:pt x="740477" y="49561"/>
                          <a:pt x="974637" y="0"/>
                        </a:cubicBezTo>
                        <a:cubicBezTo>
                          <a:pt x="1208797" y="-49561"/>
                          <a:pt x="1333275" y="34419"/>
                          <a:pt x="1432120" y="0"/>
                        </a:cubicBezTo>
                        <a:cubicBezTo>
                          <a:pt x="1530965" y="-34419"/>
                          <a:pt x="1761926" y="24584"/>
                          <a:pt x="1989056" y="0"/>
                        </a:cubicBezTo>
                        <a:cubicBezTo>
                          <a:pt x="2011912" y="108346"/>
                          <a:pt x="1958213" y="201231"/>
                          <a:pt x="1989056" y="303776"/>
                        </a:cubicBezTo>
                        <a:cubicBezTo>
                          <a:pt x="2019899" y="406321"/>
                          <a:pt x="1953398" y="509050"/>
                          <a:pt x="1989056" y="646331"/>
                        </a:cubicBezTo>
                        <a:cubicBezTo>
                          <a:pt x="1843184" y="666039"/>
                          <a:pt x="1681184" y="618400"/>
                          <a:pt x="1452011" y="646331"/>
                        </a:cubicBezTo>
                        <a:cubicBezTo>
                          <a:pt x="1222838" y="674262"/>
                          <a:pt x="1154194" y="636363"/>
                          <a:pt x="1014419" y="646331"/>
                        </a:cubicBezTo>
                        <a:cubicBezTo>
                          <a:pt x="874644" y="656299"/>
                          <a:pt x="720998" y="627255"/>
                          <a:pt x="477373" y="646331"/>
                        </a:cubicBezTo>
                        <a:cubicBezTo>
                          <a:pt x="233748" y="665407"/>
                          <a:pt x="188954" y="635779"/>
                          <a:pt x="0" y="646331"/>
                        </a:cubicBezTo>
                        <a:cubicBezTo>
                          <a:pt x="-21999" y="553143"/>
                          <a:pt x="14873" y="385505"/>
                          <a:pt x="0" y="310239"/>
                        </a:cubicBezTo>
                        <a:cubicBezTo>
                          <a:pt x="-14873" y="234973"/>
                          <a:pt x="11352" y="1470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Simultaneous one-move games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D10EB-E5FD-2889-4493-C285DF3FE0F0}"/>
              </a:ext>
            </a:extLst>
          </p:cNvPr>
          <p:cNvSpPr txBox="1"/>
          <p:nvPr/>
        </p:nvSpPr>
        <p:spPr>
          <a:xfrm>
            <a:off x="9343936" y="6060476"/>
            <a:ext cx="2111186" cy="36933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363887920">
                  <a:custGeom>
                    <a:avLst/>
                    <a:gdLst>
                      <a:gd name="connsiteX0" fmla="*/ 0 w 2111186"/>
                      <a:gd name="connsiteY0" fmla="*/ 0 h 369332"/>
                      <a:gd name="connsiteX1" fmla="*/ 548908 w 2111186"/>
                      <a:gd name="connsiteY1" fmla="*/ 0 h 369332"/>
                      <a:gd name="connsiteX2" fmla="*/ 1055593 w 2111186"/>
                      <a:gd name="connsiteY2" fmla="*/ 0 h 369332"/>
                      <a:gd name="connsiteX3" fmla="*/ 1625613 w 2111186"/>
                      <a:gd name="connsiteY3" fmla="*/ 0 h 369332"/>
                      <a:gd name="connsiteX4" fmla="*/ 2111186 w 2111186"/>
                      <a:gd name="connsiteY4" fmla="*/ 0 h 369332"/>
                      <a:gd name="connsiteX5" fmla="*/ 2111186 w 2111186"/>
                      <a:gd name="connsiteY5" fmla="*/ 369332 h 369332"/>
                      <a:gd name="connsiteX6" fmla="*/ 1541166 w 2111186"/>
                      <a:gd name="connsiteY6" fmla="*/ 369332 h 369332"/>
                      <a:gd name="connsiteX7" fmla="*/ 992257 w 2111186"/>
                      <a:gd name="connsiteY7" fmla="*/ 369332 h 369332"/>
                      <a:gd name="connsiteX8" fmla="*/ 485573 w 2111186"/>
                      <a:gd name="connsiteY8" fmla="*/ 369332 h 369332"/>
                      <a:gd name="connsiteX9" fmla="*/ 0 w 2111186"/>
                      <a:gd name="connsiteY9" fmla="*/ 369332 h 369332"/>
                      <a:gd name="connsiteX10" fmla="*/ 0 w 2111186"/>
                      <a:gd name="connsiteY10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111186" h="369332" extrusionOk="0">
                        <a:moveTo>
                          <a:pt x="0" y="0"/>
                        </a:moveTo>
                        <a:cubicBezTo>
                          <a:pt x="146395" y="-40831"/>
                          <a:pt x="386988" y="19936"/>
                          <a:pt x="548908" y="0"/>
                        </a:cubicBezTo>
                        <a:cubicBezTo>
                          <a:pt x="710828" y="-19936"/>
                          <a:pt x="863061" y="13968"/>
                          <a:pt x="1055593" y="0"/>
                        </a:cubicBezTo>
                        <a:cubicBezTo>
                          <a:pt x="1248125" y="-13968"/>
                          <a:pt x="1504270" y="15200"/>
                          <a:pt x="1625613" y="0"/>
                        </a:cubicBezTo>
                        <a:cubicBezTo>
                          <a:pt x="1746956" y="-15200"/>
                          <a:pt x="1873286" y="24100"/>
                          <a:pt x="2111186" y="0"/>
                        </a:cubicBezTo>
                        <a:cubicBezTo>
                          <a:pt x="2152563" y="177739"/>
                          <a:pt x="2092754" y="272493"/>
                          <a:pt x="2111186" y="369332"/>
                        </a:cubicBezTo>
                        <a:cubicBezTo>
                          <a:pt x="1905291" y="407205"/>
                          <a:pt x="1728838" y="328092"/>
                          <a:pt x="1541166" y="369332"/>
                        </a:cubicBezTo>
                        <a:cubicBezTo>
                          <a:pt x="1353494" y="410572"/>
                          <a:pt x="1197400" y="313728"/>
                          <a:pt x="992257" y="369332"/>
                        </a:cubicBezTo>
                        <a:cubicBezTo>
                          <a:pt x="787114" y="424936"/>
                          <a:pt x="694914" y="346420"/>
                          <a:pt x="485573" y="369332"/>
                        </a:cubicBezTo>
                        <a:cubicBezTo>
                          <a:pt x="276232" y="392244"/>
                          <a:pt x="223768" y="344409"/>
                          <a:pt x="0" y="369332"/>
                        </a:cubicBezTo>
                        <a:cubicBezTo>
                          <a:pt x="-38105" y="199869"/>
                          <a:pt x="13592" y="13571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Sequential moves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0480A-3A23-09CC-9113-1DEA318474E1}"/>
              </a:ext>
            </a:extLst>
          </p:cNvPr>
          <p:cNvSpPr txBox="1"/>
          <p:nvPr/>
        </p:nvSpPr>
        <p:spPr>
          <a:xfrm>
            <a:off x="3538728" y="3292980"/>
            <a:ext cx="2269001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135459201">
                  <a:custGeom>
                    <a:avLst/>
                    <a:gdLst>
                      <a:gd name="connsiteX0" fmla="*/ 0 w 2269001"/>
                      <a:gd name="connsiteY0" fmla="*/ 0 h 646331"/>
                      <a:gd name="connsiteX1" fmla="*/ 521870 w 2269001"/>
                      <a:gd name="connsiteY1" fmla="*/ 0 h 646331"/>
                      <a:gd name="connsiteX2" fmla="*/ 1043740 w 2269001"/>
                      <a:gd name="connsiteY2" fmla="*/ 0 h 646331"/>
                      <a:gd name="connsiteX3" fmla="*/ 1610991 w 2269001"/>
                      <a:gd name="connsiteY3" fmla="*/ 0 h 646331"/>
                      <a:gd name="connsiteX4" fmla="*/ 2269001 w 2269001"/>
                      <a:gd name="connsiteY4" fmla="*/ 0 h 646331"/>
                      <a:gd name="connsiteX5" fmla="*/ 2269001 w 2269001"/>
                      <a:gd name="connsiteY5" fmla="*/ 303776 h 646331"/>
                      <a:gd name="connsiteX6" fmla="*/ 2269001 w 2269001"/>
                      <a:gd name="connsiteY6" fmla="*/ 646331 h 646331"/>
                      <a:gd name="connsiteX7" fmla="*/ 1679061 w 2269001"/>
                      <a:gd name="connsiteY7" fmla="*/ 646331 h 646331"/>
                      <a:gd name="connsiteX8" fmla="*/ 1111810 w 2269001"/>
                      <a:gd name="connsiteY8" fmla="*/ 646331 h 646331"/>
                      <a:gd name="connsiteX9" fmla="*/ 499180 w 2269001"/>
                      <a:gd name="connsiteY9" fmla="*/ 646331 h 646331"/>
                      <a:gd name="connsiteX10" fmla="*/ 0 w 2269001"/>
                      <a:gd name="connsiteY10" fmla="*/ 646331 h 646331"/>
                      <a:gd name="connsiteX11" fmla="*/ 0 w 2269001"/>
                      <a:gd name="connsiteY11" fmla="*/ 336092 h 646331"/>
                      <a:gd name="connsiteX12" fmla="*/ 0 w 2269001"/>
                      <a:gd name="connsiteY12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269001" h="646331" extrusionOk="0">
                        <a:moveTo>
                          <a:pt x="0" y="0"/>
                        </a:moveTo>
                        <a:cubicBezTo>
                          <a:pt x="144324" y="-21806"/>
                          <a:pt x="337004" y="17082"/>
                          <a:pt x="521870" y="0"/>
                        </a:cubicBezTo>
                        <a:cubicBezTo>
                          <a:pt x="706736" y="-17082"/>
                          <a:pt x="928378" y="25722"/>
                          <a:pt x="1043740" y="0"/>
                        </a:cubicBezTo>
                        <a:cubicBezTo>
                          <a:pt x="1159102" y="-25722"/>
                          <a:pt x="1421260" y="15375"/>
                          <a:pt x="1610991" y="0"/>
                        </a:cubicBezTo>
                        <a:cubicBezTo>
                          <a:pt x="1800722" y="-15375"/>
                          <a:pt x="1953565" y="18258"/>
                          <a:pt x="2269001" y="0"/>
                        </a:cubicBezTo>
                        <a:cubicBezTo>
                          <a:pt x="2273973" y="89152"/>
                          <a:pt x="2234693" y="241080"/>
                          <a:pt x="2269001" y="303776"/>
                        </a:cubicBezTo>
                        <a:cubicBezTo>
                          <a:pt x="2303309" y="366472"/>
                          <a:pt x="2240089" y="520718"/>
                          <a:pt x="2269001" y="646331"/>
                        </a:cubicBezTo>
                        <a:cubicBezTo>
                          <a:pt x="2140479" y="683250"/>
                          <a:pt x="1963841" y="619900"/>
                          <a:pt x="1679061" y="646331"/>
                        </a:cubicBezTo>
                        <a:cubicBezTo>
                          <a:pt x="1394281" y="672762"/>
                          <a:pt x="1263554" y="619507"/>
                          <a:pt x="1111810" y="646331"/>
                        </a:cubicBezTo>
                        <a:cubicBezTo>
                          <a:pt x="960066" y="673155"/>
                          <a:pt x="798574" y="579739"/>
                          <a:pt x="499180" y="646331"/>
                        </a:cubicBezTo>
                        <a:cubicBezTo>
                          <a:pt x="199786" y="712923"/>
                          <a:pt x="179476" y="589949"/>
                          <a:pt x="0" y="646331"/>
                        </a:cubicBezTo>
                        <a:cubicBezTo>
                          <a:pt x="-19936" y="575619"/>
                          <a:pt x="21302" y="437552"/>
                          <a:pt x="0" y="336092"/>
                        </a:cubicBezTo>
                        <a:cubicBezTo>
                          <a:pt x="-21302" y="234632"/>
                          <a:pt x="21544" y="12524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Full knowledge of the game 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7E75E6-9203-1D57-6522-710E4A4CC621}"/>
              </a:ext>
            </a:extLst>
          </p:cNvPr>
          <p:cNvSpPr txBox="1"/>
          <p:nvPr/>
        </p:nvSpPr>
        <p:spPr>
          <a:xfrm>
            <a:off x="8128000" y="3993200"/>
            <a:ext cx="3567271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67271"/>
                      <a:gd name="connsiteY0" fmla="*/ 0 h 646331"/>
                      <a:gd name="connsiteX1" fmla="*/ 558872 w 3567271"/>
                      <a:gd name="connsiteY1" fmla="*/ 0 h 646331"/>
                      <a:gd name="connsiteX2" fmla="*/ 1046399 w 3567271"/>
                      <a:gd name="connsiteY2" fmla="*/ 0 h 646331"/>
                      <a:gd name="connsiteX3" fmla="*/ 1712290 w 3567271"/>
                      <a:gd name="connsiteY3" fmla="*/ 0 h 646331"/>
                      <a:gd name="connsiteX4" fmla="*/ 2271163 w 3567271"/>
                      <a:gd name="connsiteY4" fmla="*/ 0 h 646331"/>
                      <a:gd name="connsiteX5" fmla="*/ 2830035 w 3567271"/>
                      <a:gd name="connsiteY5" fmla="*/ 0 h 646331"/>
                      <a:gd name="connsiteX6" fmla="*/ 3567271 w 3567271"/>
                      <a:gd name="connsiteY6" fmla="*/ 0 h 646331"/>
                      <a:gd name="connsiteX7" fmla="*/ 3567271 w 3567271"/>
                      <a:gd name="connsiteY7" fmla="*/ 310239 h 646331"/>
                      <a:gd name="connsiteX8" fmla="*/ 3567271 w 3567271"/>
                      <a:gd name="connsiteY8" fmla="*/ 646331 h 646331"/>
                      <a:gd name="connsiteX9" fmla="*/ 3044071 w 3567271"/>
                      <a:gd name="connsiteY9" fmla="*/ 646331 h 646331"/>
                      <a:gd name="connsiteX10" fmla="*/ 2449526 w 3567271"/>
                      <a:gd name="connsiteY10" fmla="*/ 646331 h 646331"/>
                      <a:gd name="connsiteX11" fmla="*/ 1854981 w 3567271"/>
                      <a:gd name="connsiteY11" fmla="*/ 646331 h 646331"/>
                      <a:gd name="connsiteX12" fmla="*/ 1296108 w 3567271"/>
                      <a:gd name="connsiteY12" fmla="*/ 646331 h 646331"/>
                      <a:gd name="connsiteX13" fmla="*/ 630218 w 3567271"/>
                      <a:gd name="connsiteY13" fmla="*/ 646331 h 646331"/>
                      <a:gd name="connsiteX14" fmla="*/ 0 w 3567271"/>
                      <a:gd name="connsiteY14" fmla="*/ 646331 h 646331"/>
                      <a:gd name="connsiteX15" fmla="*/ 0 w 3567271"/>
                      <a:gd name="connsiteY15" fmla="*/ 336092 h 646331"/>
                      <a:gd name="connsiteX16" fmla="*/ 0 w 3567271"/>
                      <a:gd name="connsiteY16" fmla="*/ 0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567271" h="646331" extrusionOk="0">
                        <a:moveTo>
                          <a:pt x="0" y="0"/>
                        </a:moveTo>
                        <a:cubicBezTo>
                          <a:pt x="115350" y="-40254"/>
                          <a:pt x="346033" y="48097"/>
                          <a:pt x="558872" y="0"/>
                        </a:cubicBezTo>
                        <a:cubicBezTo>
                          <a:pt x="771711" y="-48097"/>
                          <a:pt x="932034" y="33608"/>
                          <a:pt x="1046399" y="0"/>
                        </a:cubicBezTo>
                        <a:cubicBezTo>
                          <a:pt x="1160764" y="-33608"/>
                          <a:pt x="1470030" y="35018"/>
                          <a:pt x="1712290" y="0"/>
                        </a:cubicBezTo>
                        <a:cubicBezTo>
                          <a:pt x="1954550" y="-35018"/>
                          <a:pt x="2144978" y="26516"/>
                          <a:pt x="2271163" y="0"/>
                        </a:cubicBezTo>
                        <a:cubicBezTo>
                          <a:pt x="2397348" y="-26516"/>
                          <a:pt x="2695222" y="23614"/>
                          <a:pt x="2830035" y="0"/>
                        </a:cubicBezTo>
                        <a:cubicBezTo>
                          <a:pt x="2964848" y="-23614"/>
                          <a:pt x="3318067" y="50014"/>
                          <a:pt x="3567271" y="0"/>
                        </a:cubicBezTo>
                        <a:cubicBezTo>
                          <a:pt x="3575227" y="88056"/>
                          <a:pt x="3560025" y="222591"/>
                          <a:pt x="3567271" y="310239"/>
                        </a:cubicBezTo>
                        <a:cubicBezTo>
                          <a:pt x="3574517" y="397887"/>
                          <a:pt x="3539589" y="498093"/>
                          <a:pt x="3567271" y="646331"/>
                        </a:cubicBezTo>
                        <a:cubicBezTo>
                          <a:pt x="3396696" y="692015"/>
                          <a:pt x="3186604" y="634032"/>
                          <a:pt x="3044071" y="646331"/>
                        </a:cubicBezTo>
                        <a:cubicBezTo>
                          <a:pt x="2901538" y="658630"/>
                          <a:pt x="2646532" y="578958"/>
                          <a:pt x="2449526" y="646331"/>
                        </a:cubicBezTo>
                        <a:cubicBezTo>
                          <a:pt x="2252521" y="713704"/>
                          <a:pt x="2103120" y="618260"/>
                          <a:pt x="1854981" y="646331"/>
                        </a:cubicBezTo>
                        <a:cubicBezTo>
                          <a:pt x="1606843" y="674402"/>
                          <a:pt x="1430816" y="605778"/>
                          <a:pt x="1296108" y="646331"/>
                        </a:cubicBezTo>
                        <a:cubicBezTo>
                          <a:pt x="1161400" y="686884"/>
                          <a:pt x="773778" y="617453"/>
                          <a:pt x="630218" y="646331"/>
                        </a:cubicBezTo>
                        <a:cubicBezTo>
                          <a:pt x="486658" y="675209"/>
                          <a:pt x="295996" y="612353"/>
                          <a:pt x="0" y="646331"/>
                        </a:cubicBezTo>
                        <a:cubicBezTo>
                          <a:pt x="-12452" y="566656"/>
                          <a:pt x="1926" y="454460"/>
                          <a:pt x="0" y="336092"/>
                        </a:cubicBezTo>
                        <a:cubicBezTo>
                          <a:pt x="-1926" y="217724"/>
                          <a:pt x="19950" y="13968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Uncertainty about other players' preferences, or actions</a:t>
            </a:r>
          </a:p>
        </p:txBody>
      </p:sp>
    </p:spTree>
    <p:extLst>
      <p:ext uri="{BB962C8B-B14F-4D97-AF65-F5344CB8AC3E}">
        <p14:creationId xmlns:p14="http://schemas.microsoft.com/office/powerpoint/2010/main" val="116595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" grpId="0" animBg="1"/>
      <p:bldP spid="8" grpId="0" animBg="1"/>
      <p:bldP spid="11" grpId="0" animBg="1"/>
      <p:bldP spid="3" grpId="0" animBg="1"/>
      <p:bldP spid="9" grpId="0" animBg="1"/>
      <p:bldP spid="20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83547-28FA-B6F1-7325-B33434DA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636C1E-CC44-8E4F-B7C7-82C9345C5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E3D4F-6DB9-CB2F-23C6-A3E7128C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1AF1E-FFDD-786D-391F-2282042A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4FB00-CC73-1BC6-9816-648A7AEE3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C9AD576-E03A-D821-5414-6588DD2F64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E08A21-A9D7-B0BB-7805-DBE767FB9396}"/>
              </a:ext>
            </a:extLst>
          </p:cNvPr>
          <p:cNvSpPr txBox="1"/>
          <p:nvPr/>
        </p:nvSpPr>
        <p:spPr>
          <a:xfrm>
            <a:off x="2912533" y="1092944"/>
            <a:ext cx="328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 first course in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C8B4-8856-3E59-DD49-3B756B5BEB10}"/>
              </a:ext>
            </a:extLst>
          </p:cNvPr>
          <p:cNvSpPr txBox="1"/>
          <p:nvPr/>
        </p:nvSpPr>
        <p:spPr>
          <a:xfrm>
            <a:off x="2564091" y="3631962"/>
            <a:ext cx="90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 1,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34625-2527-D84C-EBE5-2737DED0AB6B}"/>
              </a:ext>
            </a:extLst>
          </p:cNvPr>
          <p:cNvSpPr txBox="1"/>
          <p:nvPr/>
        </p:nvSpPr>
        <p:spPr>
          <a:xfrm>
            <a:off x="7929514" y="3631962"/>
            <a:ext cx="79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 3-6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3EF39-9195-9E36-1B10-D1BBC3AF2E7B}"/>
              </a:ext>
            </a:extLst>
          </p:cNvPr>
          <p:cNvSpPr txBox="1"/>
          <p:nvPr/>
        </p:nvSpPr>
        <p:spPr>
          <a:xfrm>
            <a:off x="2564091" y="5712659"/>
            <a:ext cx="90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 7-11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6AC71-A68F-FC87-AD8B-D50BDB165876}"/>
              </a:ext>
            </a:extLst>
          </p:cNvPr>
          <p:cNvSpPr txBox="1"/>
          <p:nvPr/>
        </p:nvSpPr>
        <p:spPr>
          <a:xfrm>
            <a:off x="7929513" y="5712659"/>
            <a:ext cx="1073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 12, 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932C3-DBE6-A029-04C4-F09FC783BC7A}"/>
              </a:ext>
            </a:extLst>
          </p:cNvPr>
          <p:cNvSpPr txBox="1"/>
          <p:nvPr/>
        </p:nvSpPr>
        <p:spPr>
          <a:xfrm>
            <a:off x="3604268" y="3631962"/>
            <a:ext cx="2095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Language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Preparatory ideas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7C3F50-4202-1A81-2A0C-6FF2E7143E0A}"/>
              </a:ext>
            </a:extLst>
          </p:cNvPr>
          <p:cNvSpPr txBox="1"/>
          <p:nvPr/>
        </p:nvSpPr>
        <p:spPr>
          <a:xfrm rot="21240951">
            <a:off x="4190301" y="2034736"/>
            <a:ext cx="174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Rational Choice Paradigm</a:t>
            </a:r>
          </a:p>
        </p:txBody>
      </p:sp>
    </p:spTree>
    <p:extLst>
      <p:ext uri="{BB962C8B-B14F-4D97-AF65-F5344CB8AC3E}">
        <p14:creationId xmlns:p14="http://schemas.microsoft.com/office/powerpoint/2010/main" val="1938318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890AA-5F10-4479-AE11-D9BDDD7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7B3FECA-E184-4FDA-A999-C47EF20A756D}"/>
              </a:ext>
            </a:extLst>
          </p:cNvPr>
          <p:cNvSpPr txBox="1">
            <a:spLocks/>
          </p:cNvSpPr>
          <p:nvPr/>
        </p:nvSpPr>
        <p:spPr>
          <a:xfrm>
            <a:off x="279400" y="2881745"/>
            <a:ext cx="2847109" cy="1347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Language of Game Theory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Expected Utility Theory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41588F-943D-41D7-B1D0-01D31D24F3FE}"/>
              </a:ext>
            </a:extLst>
          </p:cNvPr>
          <p:cNvSpPr txBox="1">
            <a:spLocks/>
          </p:cNvSpPr>
          <p:nvPr/>
        </p:nvSpPr>
        <p:spPr>
          <a:xfrm>
            <a:off x="3248890" y="2881745"/>
            <a:ext cx="2847109" cy="3273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Normal-Form Representation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Pure Strategies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Solution Concepts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Strict Dominance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IESDS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Rationalizability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Nash Equilibrium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Mixed Strategies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AF2779-C21A-44A2-AFA9-6B0A3321A613}"/>
              </a:ext>
            </a:extLst>
          </p:cNvPr>
          <p:cNvSpPr txBox="1">
            <a:spLocks/>
          </p:cNvSpPr>
          <p:nvPr/>
        </p:nvSpPr>
        <p:spPr>
          <a:xfrm>
            <a:off x="6218382" y="2881745"/>
            <a:ext cx="2847109" cy="3273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Extensive-Form Representation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Game Trees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 Sets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Backward Induction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Subgame-Perfect Equilibria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AF81A78-8926-4AF5-A129-8393DE4AEBEE}"/>
              </a:ext>
            </a:extLst>
          </p:cNvPr>
          <p:cNvSpPr txBox="1">
            <a:spLocks/>
          </p:cNvSpPr>
          <p:nvPr/>
        </p:nvSpPr>
        <p:spPr>
          <a:xfrm>
            <a:off x="9187872" y="2882114"/>
            <a:ext cx="2847109" cy="1661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Player Types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Beliefs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Bayesian-Nash Equilibrium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F1FECC-8234-4D74-A6CA-5C1B22202C3C}"/>
              </a:ext>
            </a:extLst>
          </p:cNvPr>
          <p:cNvGrpSpPr/>
          <p:nvPr/>
        </p:nvGrpSpPr>
        <p:grpSpPr>
          <a:xfrm>
            <a:off x="279400" y="1853334"/>
            <a:ext cx="11755582" cy="1028411"/>
            <a:chOff x="279400" y="1853334"/>
            <a:chExt cx="11755582" cy="1028411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4EB1D7EB-80EF-49B9-B9DF-C21395EA7AFE}"/>
                </a:ext>
              </a:extLst>
            </p:cNvPr>
            <p:cNvSpPr txBox="1">
              <a:spLocks/>
            </p:cNvSpPr>
            <p:nvPr/>
          </p:nvSpPr>
          <p:spPr>
            <a:xfrm>
              <a:off x="3248891" y="1853334"/>
              <a:ext cx="2847109" cy="10284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Section 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Static Games of Complete Information</a:t>
              </a: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794E61C4-C7D9-4C45-A74A-A7AAC0D46CCD}"/>
                </a:ext>
              </a:extLst>
            </p:cNvPr>
            <p:cNvSpPr txBox="1">
              <a:spLocks/>
            </p:cNvSpPr>
            <p:nvPr/>
          </p:nvSpPr>
          <p:spPr>
            <a:xfrm>
              <a:off x="6218382" y="1853334"/>
              <a:ext cx="2847109" cy="10284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Section 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Dynamic Games of Complete Information</a:t>
              </a:r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50652DEB-2EF2-4115-97B8-634C546DDE66}"/>
                </a:ext>
              </a:extLst>
            </p:cNvPr>
            <p:cNvSpPr txBox="1">
              <a:spLocks/>
            </p:cNvSpPr>
            <p:nvPr/>
          </p:nvSpPr>
          <p:spPr>
            <a:xfrm>
              <a:off x="9187873" y="1853334"/>
              <a:ext cx="2847109" cy="10284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Section 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Games of Incomplete Information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0B006271-0337-4C68-8CF7-4902BCD74A06}"/>
                </a:ext>
              </a:extLst>
            </p:cNvPr>
            <p:cNvSpPr txBox="1">
              <a:spLocks/>
            </p:cNvSpPr>
            <p:nvPr/>
          </p:nvSpPr>
          <p:spPr>
            <a:xfrm>
              <a:off x="279400" y="1853334"/>
              <a:ext cx="2847109" cy="10284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Section 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The Single-Person Decision Problem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F246BF6-895D-944E-0797-2827950A16A1}"/>
              </a:ext>
            </a:extLst>
          </p:cNvPr>
          <p:cNvSpPr/>
          <p:nvPr/>
        </p:nvSpPr>
        <p:spPr>
          <a:xfrm>
            <a:off x="279400" y="1853334"/>
            <a:ext cx="2847108" cy="44643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7DBE81-F27D-9B96-1056-29E3BDCA602C}"/>
              </a:ext>
            </a:extLst>
          </p:cNvPr>
          <p:cNvSpPr/>
          <p:nvPr/>
        </p:nvSpPr>
        <p:spPr>
          <a:xfrm>
            <a:off x="3231572" y="1853334"/>
            <a:ext cx="2847108" cy="44643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631D78-2923-9E68-41B2-DB16F1F8F5B0}"/>
              </a:ext>
            </a:extLst>
          </p:cNvPr>
          <p:cNvSpPr/>
          <p:nvPr/>
        </p:nvSpPr>
        <p:spPr>
          <a:xfrm>
            <a:off x="9153233" y="1853334"/>
            <a:ext cx="2847108" cy="446433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148548-B429-5B96-86FC-20935AA8C1CE}"/>
              </a:ext>
            </a:extLst>
          </p:cNvPr>
          <p:cNvSpPr/>
          <p:nvPr/>
        </p:nvSpPr>
        <p:spPr>
          <a:xfrm>
            <a:off x="6183744" y="1853334"/>
            <a:ext cx="2847108" cy="4464338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47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1542</Words>
  <Application>Microsoft Office PowerPoint</Application>
  <PresentationFormat>Widescreen</PresentationFormat>
  <Paragraphs>386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Aptos</vt:lpstr>
      <vt:lpstr>Aptos Display</vt:lpstr>
      <vt:lpstr>Arial</vt:lpstr>
      <vt:lpstr>Bradley Hand ITC</vt:lpstr>
      <vt:lpstr>Calibri</vt:lpstr>
      <vt:lpstr>Calibri Light</vt:lpstr>
      <vt:lpstr>Cambria Math</vt:lpstr>
      <vt:lpstr>Russo One</vt:lpstr>
      <vt:lpstr>Segoe Script</vt:lpstr>
      <vt:lpstr>Univers</vt:lpstr>
      <vt:lpstr>Univers Condensed</vt:lpstr>
      <vt:lpstr>Wingdings</vt:lpstr>
      <vt:lpstr>RetrospectVTI</vt:lpstr>
      <vt:lpstr>Office Theme</vt:lpstr>
      <vt:lpstr>2_Office Theme</vt:lpstr>
      <vt:lpstr>1_Office Theme</vt:lpstr>
      <vt:lpstr>C H  5 4 3 0  Principles of Game Theory</vt:lpstr>
      <vt:lpstr>What is Game Theory?</vt:lpstr>
      <vt:lpstr>Jungle Treasure</vt:lpstr>
      <vt:lpstr>Reflections: Why Select TAKE?</vt:lpstr>
      <vt:lpstr>Reflections: Why Select TAKE?</vt:lpstr>
      <vt:lpstr>Reflections: Why Select SHARE?</vt:lpstr>
      <vt:lpstr>Outcomes vs. Payoffs</vt:lpstr>
      <vt:lpstr>Game Outcomes</vt:lpstr>
      <vt:lpstr>The Consequences of Strategic Thinking</vt:lpstr>
      <vt:lpstr>Jungle Treasure: A Second Attempt (A Pact)</vt:lpstr>
      <vt:lpstr>The Consequences of Strategic Thinking</vt:lpstr>
      <vt:lpstr>Jungle Treasure: A Second Attempt (A Pact)</vt:lpstr>
      <vt:lpstr>What is Game Theory?</vt:lpstr>
      <vt:lpstr>Our Approach</vt:lpstr>
      <vt:lpstr>Types of Games</vt:lpstr>
      <vt:lpstr>Structure</vt:lpstr>
      <vt:lpstr>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12</cp:revision>
  <dcterms:created xsi:type="dcterms:W3CDTF">2024-12-20T10:47:28Z</dcterms:created>
  <dcterms:modified xsi:type="dcterms:W3CDTF">2026-01-13T11:28:30Z</dcterms:modified>
</cp:coreProperties>
</file>