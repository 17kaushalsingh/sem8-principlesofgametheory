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3"/>
  </p:notesMasterIdLst>
  <p:sldIdLst>
    <p:sldId id="333" r:id="rId4"/>
    <p:sldId id="352" r:id="rId5"/>
    <p:sldId id="366" r:id="rId6"/>
    <p:sldId id="335" r:id="rId7"/>
    <p:sldId id="354" r:id="rId8"/>
    <p:sldId id="355" r:id="rId9"/>
    <p:sldId id="356" r:id="rId10"/>
    <p:sldId id="357" r:id="rId11"/>
    <p:sldId id="359" r:id="rId12"/>
    <p:sldId id="360" r:id="rId13"/>
    <p:sldId id="361" r:id="rId14"/>
    <p:sldId id="368" r:id="rId15"/>
    <p:sldId id="362" r:id="rId16"/>
    <p:sldId id="364" r:id="rId17"/>
    <p:sldId id="363" r:id="rId18"/>
    <p:sldId id="365" r:id="rId19"/>
    <p:sldId id="348" r:id="rId20"/>
    <p:sldId id="350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E5AD57-BFDD-4E67-8853-8D243722F9BE}" v="439" dt="2026-02-10T09:51:19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microsoft.com/office/2015/10/relationships/revisionInfo" Target="revisionInfo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Parag D. Pawar" userId="45f730c0-1703-4ce0-909b-efb17736071d" providerId="ADAL" clId="{629D698C-9F10-422F-9730-D8DB01D503EC}"/>
    <pc:docChg chg="undo custSel addSld delSld modSld sldOrd">
      <pc:chgData name="Dr Parag D. Pawar" userId="45f730c0-1703-4ce0-909b-efb17736071d" providerId="ADAL" clId="{629D698C-9F10-422F-9730-D8DB01D503EC}" dt="2026-02-10T12:50:13.663" v="1223" actId="20577"/>
      <pc:docMkLst>
        <pc:docMk/>
      </pc:docMkLst>
      <pc:sldChg chg="modSp mod addAnim delAnim">
        <pc:chgData name="Dr Parag D. Pawar" userId="45f730c0-1703-4ce0-909b-efb17736071d" providerId="ADAL" clId="{629D698C-9F10-422F-9730-D8DB01D503EC}" dt="2026-02-10T12:50:13.663" v="1223" actId="20577"/>
        <pc:sldMkLst>
          <pc:docMk/>
          <pc:sldMk cId="25901897" sldId="333"/>
        </pc:sldMkLst>
        <pc:spChg chg="mod">
          <ac:chgData name="Dr Parag D. Pawar" userId="45f730c0-1703-4ce0-909b-efb17736071d" providerId="ADAL" clId="{629D698C-9F10-422F-9730-D8DB01D503EC}" dt="2026-02-10T12:50:13.663" v="1223" actId="20577"/>
          <ac:spMkLst>
            <pc:docMk/>
            <pc:sldMk cId="25901897" sldId="333"/>
            <ac:spMk id="3" creationId="{800686E8-70B4-A3D4-0F28-79D9BD2AF6CD}"/>
          </ac:spMkLst>
        </pc:spChg>
      </pc:sldChg>
      <pc:sldChg chg="addSp modSp mod modAnim">
        <pc:chgData name="Dr Parag D. Pawar" userId="45f730c0-1703-4ce0-909b-efb17736071d" providerId="ADAL" clId="{629D698C-9F10-422F-9730-D8DB01D503EC}" dt="2026-02-10T01:37:34.109" v="367" actId="207"/>
        <pc:sldMkLst>
          <pc:docMk/>
          <pc:sldMk cId="3978306282" sldId="335"/>
        </pc:sldMkLst>
        <pc:spChg chg="add mod">
          <ac:chgData name="Dr Parag D. Pawar" userId="45f730c0-1703-4ce0-909b-efb17736071d" providerId="ADAL" clId="{629D698C-9F10-422F-9730-D8DB01D503EC}" dt="2026-02-10T01:34:07.527" v="361" actId="1076"/>
          <ac:spMkLst>
            <pc:docMk/>
            <pc:sldMk cId="3978306282" sldId="335"/>
            <ac:spMk id="12" creationId="{8BA54863-5EDE-1E43-3772-72BFD7955D68}"/>
          </ac:spMkLst>
        </pc:spChg>
        <pc:spChg chg="add mod">
          <ac:chgData name="Dr Parag D. Pawar" userId="45f730c0-1703-4ce0-909b-efb17736071d" providerId="ADAL" clId="{629D698C-9F10-422F-9730-D8DB01D503EC}" dt="2026-02-10T01:34:01.070" v="359" actId="1076"/>
          <ac:spMkLst>
            <pc:docMk/>
            <pc:sldMk cId="3978306282" sldId="335"/>
            <ac:spMk id="13" creationId="{6F8A2215-5AE3-A571-9AEF-1873060E84A2}"/>
          </ac:spMkLst>
        </pc:spChg>
        <pc:spChg chg="add mod">
          <ac:chgData name="Dr Parag D. Pawar" userId="45f730c0-1703-4ce0-909b-efb17736071d" providerId="ADAL" clId="{629D698C-9F10-422F-9730-D8DB01D503EC}" dt="2026-02-10T01:34:13.312" v="363" actId="1076"/>
          <ac:spMkLst>
            <pc:docMk/>
            <pc:sldMk cId="3978306282" sldId="335"/>
            <ac:spMk id="19" creationId="{BA96D3E1-3F03-29D7-04C8-8C1F3D660E35}"/>
          </ac:spMkLst>
        </pc:spChg>
        <pc:spChg chg="add mod">
          <ac:chgData name="Dr Parag D. Pawar" userId="45f730c0-1703-4ce0-909b-efb17736071d" providerId="ADAL" clId="{629D698C-9F10-422F-9730-D8DB01D503EC}" dt="2026-02-10T01:34:34.721" v="366" actId="1037"/>
          <ac:spMkLst>
            <pc:docMk/>
            <pc:sldMk cId="3978306282" sldId="335"/>
            <ac:spMk id="20" creationId="{FE983AA6-1F94-06CE-4305-E3D1751DF948}"/>
          </ac:spMkLst>
        </pc:spChg>
        <pc:spChg chg="mod">
          <ac:chgData name="Dr Parag D. Pawar" userId="45f730c0-1703-4ce0-909b-efb17736071d" providerId="ADAL" clId="{629D698C-9F10-422F-9730-D8DB01D503EC}" dt="2026-02-09T11:33:18.400" v="304" actId="692"/>
          <ac:spMkLst>
            <pc:docMk/>
            <pc:sldMk cId="3978306282" sldId="335"/>
            <ac:spMk id="30" creationId="{71A080FA-5E70-D3EC-BD40-99509CA60413}"/>
          </ac:spMkLst>
        </pc:spChg>
        <pc:spChg chg="mod">
          <ac:chgData name="Dr Parag D. Pawar" userId="45f730c0-1703-4ce0-909b-efb17736071d" providerId="ADAL" clId="{629D698C-9F10-422F-9730-D8DB01D503EC}" dt="2026-02-10T01:37:34.109" v="367" actId="207"/>
          <ac:spMkLst>
            <pc:docMk/>
            <pc:sldMk cId="3978306282" sldId="335"/>
            <ac:spMk id="31" creationId="{5EA360B2-8343-DFD9-B5CE-32DA25CEF857}"/>
          </ac:spMkLst>
        </pc:spChg>
      </pc:sldChg>
      <pc:sldChg chg="addSp modSp mod addAnim delAnim modAnim">
        <pc:chgData name="Dr Parag D. Pawar" userId="45f730c0-1703-4ce0-909b-efb17736071d" providerId="ADAL" clId="{629D698C-9F10-422F-9730-D8DB01D503EC}" dt="2026-02-10T02:36:07.968" v="1060" actId="207"/>
        <pc:sldMkLst>
          <pc:docMk/>
          <pc:sldMk cId="599328655" sldId="337"/>
        </pc:sldMkLst>
        <pc:spChg chg="add mod">
          <ac:chgData name="Dr Parag D. Pawar" userId="45f730c0-1703-4ce0-909b-efb17736071d" providerId="ADAL" clId="{629D698C-9F10-422F-9730-D8DB01D503EC}" dt="2026-02-10T02:24:58.007" v="1015" actId="1076"/>
          <ac:spMkLst>
            <pc:docMk/>
            <pc:sldMk cId="599328655" sldId="337"/>
            <ac:spMk id="36" creationId="{1960B405-2DC0-7CEF-C7A1-7C536160AEBD}"/>
          </ac:spMkLst>
        </pc:spChg>
        <pc:spChg chg="mod">
          <ac:chgData name="Dr Parag D. Pawar" userId="45f730c0-1703-4ce0-909b-efb17736071d" providerId="ADAL" clId="{629D698C-9F10-422F-9730-D8DB01D503EC}" dt="2026-02-10T02:36:07.968" v="1060" actId="207"/>
          <ac:spMkLst>
            <pc:docMk/>
            <pc:sldMk cId="599328655" sldId="337"/>
            <ac:spMk id="74" creationId="{34589C7F-B6B5-5535-9DE8-0C5E6AB97B62}"/>
          </ac:spMkLst>
        </pc:spChg>
        <pc:spChg chg="mod">
          <ac:chgData name="Dr Parag D. Pawar" userId="45f730c0-1703-4ce0-909b-efb17736071d" providerId="ADAL" clId="{629D698C-9F10-422F-9730-D8DB01D503EC}" dt="2026-02-10T02:36:07.173" v="1059" actId="207"/>
          <ac:spMkLst>
            <pc:docMk/>
            <pc:sldMk cId="599328655" sldId="337"/>
            <ac:spMk id="75" creationId="{FCDC14FF-3D1F-06EC-BEBA-E6F790FDD67D}"/>
          </ac:spMkLst>
        </pc:spChg>
        <pc:spChg chg="add mod">
          <ac:chgData name="Dr Parag D. Pawar" userId="45f730c0-1703-4ce0-909b-efb17736071d" providerId="ADAL" clId="{629D698C-9F10-422F-9730-D8DB01D503EC}" dt="2026-02-10T02:27:45.600" v="1030" actId="1076"/>
          <ac:spMkLst>
            <pc:docMk/>
            <pc:sldMk cId="599328655" sldId="337"/>
            <ac:spMk id="77" creationId="{49C78F08-BDA8-2B8E-DAB6-0D152ADCFCFF}"/>
          </ac:spMkLst>
        </pc:spChg>
        <pc:spChg chg="add mod">
          <ac:chgData name="Dr Parag D. Pawar" userId="45f730c0-1703-4ce0-909b-efb17736071d" providerId="ADAL" clId="{629D698C-9F10-422F-9730-D8DB01D503EC}" dt="2026-02-10T02:27:49.685" v="1032" actId="1076"/>
          <ac:spMkLst>
            <pc:docMk/>
            <pc:sldMk cId="599328655" sldId="337"/>
            <ac:spMk id="85" creationId="{910D6514-9547-89B2-0737-CF722997E7BA}"/>
          </ac:spMkLst>
        </pc:spChg>
        <pc:spChg chg="mod">
          <ac:chgData name="Dr Parag D. Pawar" userId="45f730c0-1703-4ce0-909b-efb17736071d" providerId="ADAL" clId="{629D698C-9F10-422F-9730-D8DB01D503EC}" dt="2026-02-10T02:35:57.665" v="1051" actId="207"/>
          <ac:spMkLst>
            <pc:docMk/>
            <pc:sldMk cId="599328655" sldId="337"/>
            <ac:spMk id="92" creationId="{A960B2D7-56FC-C61A-A106-D22A8BF1AF30}"/>
          </ac:spMkLst>
        </pc:spChg>
        <pc:spChg chg="mod">
          <ac:chgData name="Dr Parag D. Pawar" userId="45f730c0-1703-4ce0-909b-efb17736071d" providerId="ADAL" clId="{629D698C-9F10-422F-9730-D8DB01D503EC}" dt="2026-02-10T02:35:56.328" v="1050" actId="207"/>
          <ac:spMkLst>
            <pc:docMk/>
            <pc:sldMk cId="599328655" sldId="337"/>
            <ac:spMk id="93" creationId="{26FB2EE4-6A14-2E33-663F-7184DBC0F156}"/>
          </ac:spMkLst>
        </pc:spChg>
        <pc:spChg chg="mod">
          <ac:chgData name="Dr Parag D. Pawar" userId="45f730c0-1703-4ce0-909b-efb17736071d" providerId="ADAL" clId="{629D698C-9F10-422F-9730-D8DB01D503EC}" dt="2026-02-10T02:35:49.479" v="1047" actId="207"/>
          <ac:spMkLst>
            <pc:docMk/>
            <pc:sldMk cId="599328655" sldId="337"/>
            <ac:spMk id="94" creationId="{60EE31C3-6065-5618-49B2-73705B23EC70}"/>
          </ac:spMkLst>
        </pc:spChg>
        <pc:spChg chg="mod">
          <ac:chgData name="Dr Parag D. Pawar" userId="45f730c0-1703-4ce0-909b-efb17736071d" providerId="ADAL" clId="{629D698C-9F10-422F-9730-D8DB01D503EC}" dt="2026-02-10T02:35:53.035" v="1048" actId="207"/>
          <ac:spMkLst>
            <pc:docMk/>
            <pc:sldMk cId="599328655" sldId="337"/>
            <ac:spMk id="95" creationId="{86F0CEED-101A-CB49-1307-611E1A9A9E3B}"/>
          </ac:spMkLst>
        </pc:spChg>
        <pc:spChg chg="mod">
          <ac:chgData name="Dr Parag D. Pawar" userId="45f730c0-1703-4ce0-909b-efb17736071d" providerId="ADAL" clId="{629D698C-9F10-422F-9730-D8DB01D503EC}" dt="2026-02-10T02:35:55.168" v="1049" actId="207"/>
          <ac:spMkLst>
            <pc:docMk/>
            <pc:sldMk cId="599328655" sldId="337"/>
            <ac:spMk id="96" creationId="{22E48F70-E946-F97E-F314-D4C8A3BAD14B}"/>
          </ac:spMkLst>
        </pc:spChg>
        <pc:spChg chg="mod">
          <ac:chgData name="Dr Parag D. Pawar" userId="45f730c0-1703-4ce0-909b-efb17736071d" providerId="ADAL" clId="{629D698C-9F10-422F-9730-D8DB01D503EC}" dt="2026-02-10T02:36:06.392" v="1058" actId="207"/>
          <ac:spMkLst>
            <pc:docMk/>
            <pc:sldMk cId="599328655" sldId="337"/>
            <ac:spMk id="108" creationId="{306C4F2A-AD2A-8841-F095-D1902D3ECB6E}"/>
          </ac:spMkLst>
        </pc:spChg>
        <pc:spChg chg="mod">
          <ac:chgData name="Dr Parag D. Pawar" userId="45f730c0-1703-4ce0-909b-efb17736071d" providerId="ADAL" clId="{629D698C-9F10-422F-9730-D8DB01D503EC}" dt="2026-02-10T02:36:05.394" v="1057" actId="207"/>
          <ac:spMkLst>
            <pc:docMk/>
            <pc:sldMk cId="599328655" sldId="337"/>
            <ac:spMk id="109" creationId="{ADC1387C-8063-1281-9CCF-37E917554BB6}"/>
          </ac:spMkLst>
        </pc:spChg>
        <pc:spChg chg="mod">
          <ac:chgData name="Dr Parag D. Pawar" userId="45f730c0-1703-4ce0-909b-efb17736071d" providerId="ADAL" clId="{629D698C-9F10-422F-9730-D8DB01D503EC}" dt="2026-02-10T02:36:04.289" v="1056" actId="207"/>
          <ac:spMkLst>
            <pc:docMk/>
            <pc:sldMk cId="599328655" sldId="337"/>
            <ac:spMk id="120" creationId="{3A1A5C18-7DB5-4307-86A1-B81B28BC8AAD}"/>
          </ac:spMkLst>
        </pc:spChg>
        <pc:spChg chg="mod">
          <ac:chgData name="Dr Parag D. Pawar" userId="45f730c0-1703-4ce0-909b-efb17736071d" providerId="ADAL" clId="{629D698C-9F10-422F-9730-D8DB01D503EC}" dt="2026-02-10T02:36:03.373" v="1055" actId="207"/>
          <ac:spMkLst>
            <pc:docMk/>
            <pc:sldMk cId="599328655" sldId="337"/>
            <ac:spMk id="121" creationId="{3E1C18CE-B678-5C4B-EDFF-6DDF3B613A4D}"/>
          </ac:spMkLst>
        </pc:spChg>
        <pc:spChg chg="mod">
          <ac:chgData name="Dr Parag D. Pawar" userId="45f730c0-1703-4ce0-909b-efb17736071d" providerId="ADAL" clId="{629D698C-9F10-422F-9730-D8DB01D503EC}" dt="2026-02-10T02:36:00.436" v="1053" actId="207"/>
          <ac:spMkLst>
            <pc:docMk/>
            <pc:sldMk cId="599328655" sldId="337"/>
            <ac:spMk id="126" creationId="{23397F35-BE71-D542-DD38-61F9DBFCE16D}"/>
          </ac:spMkLst>
        </pc:spChg>
        <pc:spChg chg="mod">
          <ac:chgData name="Dr Parag D. Pawar" userId="45f730c0-1703-4ce0-909b-efb17736071d" providerId="ADAL" clId="{629D698C-9F10-422F-9730-D8DB01D503EC}" dt="2026-02-10T02:35:58.590" v="1052" actId="207"/>
          <ac:spMkLst>
            <pc:docMk/>
            <pc:sldMk cId="599328655" sldId="337"/>
            <ac:spMk id="127" creationId="{5935692D-6EF2-F508-2C9D-5999CCA7AC5F}"/>
          </ac:spMkLst>
        </pc:spChg>
        <pc:spChg chg="mod">
          <ac:chgData name="Dr Parag D. Pawar" userId="45f730c0-1703-4ce0-909b-efb17736071d" providerId="ADAL" clId="{629D698C-9F10-422F-9730-D8DB01D503EC}" dt="2026-02-10T02:36:01.956" v="1054" actId="207"/>
          <ac:spMkLst>
            <pc:docMk/>
            <pc:sldMk cId="599328655" sldId="337"/>
            <ac:spMk id="130" creationId="{2F469EEE-0FEE-0316-5DB0-658A73028210}"/>
          </ac:spMkLst>
        </pc:spChg>
      </pc:sldChg>
      <pc:sldChg chg="addSp delSp modSp mod modAnim">
        <pc:chgData name="Dr Parag D. Pawar" userId="45f730c0-1703-4ce0-909b-efb17736071d" providerId="ADAL" clId="{629D698C-9F10-422F-9730-D8DB01D503EC}" dt="2026-02-10T02:45:12.221" v="1216" actId="207"/>
        <pc:sldMkLst>
          <pc:docMk/>
          <pc:sldMk cId="897796930" sldId="338"/>
        </pc:sldMkLst>
        <pc:spChg chg="mod">
          <ac:chgData name="Dr Parag D. Pawar" userId="45f730c0-1703-4ce0-909b-efb17736071d" providerId="ADAL" clId="{629D698C-9F10-422F-9730-D8DB01D503EC}" dt="2026-02-10T02:41:40.064" v="1179" actId="207"/>
          <ac:spMkLst>
            <pc:docMk/>
            <pc:sldMk cId="897796930" sldId="338"/>
            <ac:spMk id="30" creationId="{6B79551E-0FB3-A497-D84E-8D2D9D2E01BD}"/>
          </ac:spMkLst>
        </pc:spChg>
        <pc:spChg chg="mod">
          <ac:chgData name="Dr Parag D. Pawar" userId="45f730c0-1703-4ce0-909b-efb17736071d" providerId="ADAL" clId="{629D698C-9F10-422F-9730-D8DB01D503EC}" dt="2026-02-10T02:41:49.683" v="1181" actId="207"/>
          <ac:spMkLst>
            <pc:docMk/>
            <pc:sldMk cId="897796930" sldId="338"/>
            <ac:spMk id="31" creationId="{FFC26699-7A7A-22C9-87AF-C4A308EE4DF5}"/>
          </ac:spMkLst>
        </pc:spChg>
        <pc:spChg chg="mod">
          <ac:chgData name="Dr Parag D. Pawar" userId="45f730c0-1703-4ce0-909b-efb17736071d" providerId="ADAL" clId="{629D698C-9F10-422F-9730-D8DB01D503EC}" dt="2026-02-10T02:45:12.221" v="1216" actId="207"/>
          <ac:spMkLst>
            <pc:docMk/>
            <pc:sldMk cId="897796930" sldId="338"/>
            <ac:spMk id="32" creationId="{9AC7FC6D-C685-0E0F-190A-358A863BB28C}"/>
          </ac:spMkLst>
        </pc:spChg>
        <pc:spChg chg="mod">
          <ac:chgData name="Dr Parag D. Pawar" userId="45f730c0-1703-4ce0-909b-efb17736071d" providerId="ADAL" clId="{629D698C-9F10-422F-9730-D8DB01D503EC}" dt="2026-02-10T02:36:20.883" v="1066" actId="207"/>
          <ac:spMkLst>
            <pc:docMk/>
            <pc:sldMk cId="897796930" sldId="338"/>
            <ac:spMk id="74" creationId="{27B48A71-9EDE-C779-9CE9-3EDD661F42C5}"/>
          </ac:spMkLst>
        </pc:spChg>
        <pc:spChg chg="mod">
          <ac:chgData name="Dr Parag D. Pawar" userId="45f730c0-1703-4ce0-909b-efb17736071d" providerId="ADAL" clId="{629D698C-9F10-422F-9730-D8DB01D503EC}" dt="2026-02-10T02:36:22.913" v="1067" actId="207"/>
          <ac:spMkLst>
            <pc:docMk/>
            <pc:sldMk cId="897796930" sldId="338"/>
            <ac:spMk id="75" creationId="{78EBA820-2DC3-C4E8-94A0-A2994B976114}"/>
          </ac:spMkLst>
        </pc:spChg>
        <pc:spChg chg="mod">
          <ac:chgData name="Dr Parag D. Pawar" userId="45f730c0-1703-4ce0-909b-efb17736071d" providerId="ADAL" clId="{629D698C-9F10-422F-9730-D8DB01D503EC}" dt="2026-02-10T02:36:12.066" v="1061" actId="207"/>
          <ac:spMkLst>
            <pc:docMk/>
            <pc:sldMk cId="897796930" sldId="338"/>
            <ac:spMk id="93" creationId="{5A35A01D-9D0E-40E3-E9BB-AB1AFF1290A9}"/>
          </ac:spMkLst>
        </pc:spChg>
        <pc:spChg chg="mod">
          <ac:chgData name="Dr Parag D. Pawar" userId="45f730c0-1703-4ce0-909b-efb17736071d" providerId="ADAL" clId="{629D698C-9F10-422F-9730-D8DB01D503EC}" dt="2026-02-10T02:36:13.677" v="1062" actId="207"/>
          <ac:spMkLst>
            <pc:docMk/>
            <pc:sldMk cId="897796930" sldId="338"/>
            <ac:spMk id="96" creationId="{8254F37F-E6F3-EFAC-EB87-63BECE4F1AF1}"/>
          </ac:spMkLst>
        </pc:spChg>
        <pc:spChg chg="mod">
          <ac:chgData name="Dr Parag D. Pawar" userId="45f730c0-1703-4ce0-909b-efb17736071d" providerId="ADAL" clId="{629D698C-9F10-422F-9730-D8DB01D503EC}" dt="2026-02-10T02:36:26.632" v="1068" actId="207"/>
          <ac:spMkLst>
            <pc:docMk/>
            <pc:sldMk cId="897796930" sldId="338"/>
            <ac:spMk id="108" creationId="{D92AC1D4-4D2B-8A8A-9C84-50632C3B67DF}"/>
          </ac:spMkLst>
        </pc:spChg>
        <pc:spChg chg="mod">
          <ac:chgData name="Dr Parag D. Pawar" userId="45f730c0-1703-4ce0-909b-efb17736071d" providerId="ADAL" clId="{629D698C-9F10-422F-9730-D8DB01D503EC}" dt="2026-02-10T02:36:31.687" v="1071" actId="207"/>
          <ac:spMkLst>
            <pc:docMk/>
            <pc:sldMk cId="897796930" sldId="338"/>
            <ac:spMk id="109" creationId="{15C1C7E6-E3F4-F174-0331-4DE015F66C01}"/>
          </ac:spMkLst>
        </pc:spChg>
        <pc:spChg chg="mod">
          <ac:chgData name="Dr Parag D. Pawar" userId="45f730c0-1703-4ce0-909b-efb17736071d" providerId="ADAL" clId="{629D698C-9F10-422F-9730-D8DB01D503EC}" dt="2026-02-10T02:36:29.845" v="1070" actId="207"/>
          <ac:spMkLst>
            <pc:docMk/>
            <pc:sldMk cId="897796930" sldId="338"/>
            <ac:spMk id="120" creationId="{A262E7CD-111F-5AAD-4233-5EFEB0763BC5}"/>
          </ac:spMkLst>
        </pc:spChg>
        <pc:spChg chg="mod">
          <ac:chgData name="Dr Parag D. Pawar" userId="45f730c0-1703-4ce0-909b-efb17736071d" providerId="ADAL" clId="{629D698C-9F10-422F-9730-D8DB01D503EC}" dt="2026-02-10T02:36:28.935" v="1069" actId="207"/>
          <ac:spMkLst>
            <pc:docMk/>
            <pc:sldMk cId="897796930" sldId="338"/>
            <ac:spMk id="121" creationId="{3A77A9FD-40D6-2F27-3BDB-9EF3FF6AE3FB}"/>
          </ac:spMkLst>
        </pc:spChg>
        <pc:spChg chg="mod">
          <ac:chgData name="Dr Parag D. Pawar" userId="45f730c0-1703-4ce0-909b-efb17736071d" providerId="ADAL" clId="{629D698C-9F10-422F-9730-D8DB01D503EC}" dt="2026-02-10T02:36:17.555" v="1064" actId="207"/>
          <ac:spMkLst>
            <pc:docMk/>
            <pc:sldMk cId="897796930" sldId="338"/>
            <ac:spMk id="126" creationId="{ECBC73FA-9CFC-481A-F043-666C23FDD646}"/>
          </ac:spMkLst>
        </pc:spChg>
        <pc:spChg chg="mod">
          <ac:chgData name="Dr Parag D. Pawar" userId="45f730c0-1703-4ce0-909b-efb17736071d" providerId="ADAL" clId="{629D698C-9F10-422F-9730-D8DB01D503EC}" dt="2026-02-10T02:36:18.635" v="1065" actId="207"/>
          <ac:spMkLst>
            <pc:docMk/>
            <pc:sldMk cId="897796930" sldId="338"/>
            <ac:spMk id="127" creationId="{7F2414FD-15D2-F275-7CBF-6AC91442FF7E}"/>
          </ac:spMkLst>
        </pc:spChg>
        <pc:spChg chg="mod">
          <ac:chgData name="Dr Parag D. Pawar" userId="45f730c0-1703-4ce0-909b-efb17736071d" providerId="ADAL" clId="{629D698C-9F10-422F-9730-D8DB01D503EC}" dt="2026-02-10T02:36:15.712" v="1063" actId="207"/>
          <ac:spMkLst>
            <pc:docMk/>
            <pc:sldMk cId="897796930" sldId="338"/>
            <ac:spMk id="130" creationId="{0448CF87-2A8E-3899-F176-39DA4ED56168}"/>
          </ac:spMkLst>
        </pc:spChg>
        <pc:picChg chg="add mod">
          <ac:chgData name="Dr Parag D. Pawar" userId="45f730c0-1703-4ce0-909b-efb17736071d" providerId="ADAL" clId="{629D698C-9F10-422F-9730-D8DB01D503EC}" dt="2026-02-05T13:30:14.456" v="62"/>
          <ac:picMkLst>
            <pc:docMk/>
            <pc:sldMk cId="897796930" sldId="338"/>
            <ac:picMk id="34" creationId="{1B5F4602-B73C-4DE8-1874-95F5C295E635}"/>
          </ac:picMkLst>
        </pc:picChg>
      </pc:sldChg>
      <pc:sldChg chg="addSp delSp modSp mod modAnim">
        <pc:chgData name="Dr Parag D. Pawar" userId="45f730c0-1703-4ce0-909b-efb17736071d" providerId="ADAL" clId="{629D698C-9F10-422F-9730-D8DB01D503EC}" dt="2026-02-10T02:44:48.247" v="1210" actId="207"/>
        <pc:sldMkLst>
          <pc:docMk/>
          <pc:sldMk cId="3311990167" sldId="339"/>
        </pc:sldMkLst>
        <pc:spChg chg="mod">
          <ac:chgData name="Dr Parag D. Pawar" userId="45f730c0-1703-4ce0-909b-efb17736071d" providerId="ADAL" clId="{629D698C-9F10-422F-9730-D8DB01D503EC}" dt="2026-02-10T02:36:44.671" v="1077" actId="207"/>
          <ac:spMkLst>
            <pc:docMk/>
            <pc:sldMk cId="3311990167" sldId="339"/>
            <ac:spMk id="5" creationId="{600E7A28-BB0F-0F55-4C7D-9D958480C1FC}"/>
          </ac:spMkLst>
        </pc:spChg>
        <pc:spChg chg="mod">
          <ac:chgData name="Dr Parag D. Pawar" userId="45f730c0-1703-4ce0-909b-efb17736071d" providerId="ADAL" clId="{629D698C-9F10-422F-9730-D8DB01D503EC}" dt="2026-02-10T02:43:33.849" v="1207" actId="207"/>
          <ac:spMkLst>
            <pc:docMk/>
            <pc:sldMk cId="3311990167" sldId="339"/>
            <ac:spMk id="30" creationId="{ED22C7FC-55E3-BC0B-4244-D0450257115A}"/>
          </ac:spMkLst>
        </pc:spChg>
        <pc:spChg chg="mod">
          <ac:chgData name="Dr Parag D. Pawar" userId="45f730c0-1703-4ce0-909b-efb17736071d" providerId="ADAL" clId="{629D698C-9F10-422F-9730-D8DB01D503EC}" dt="2026-02-10T02:43:44.768" v="1209" actId="207"/>
          <ac:spMkLst>
            <pc:docMk/>
            <pc:sldMk cId="3311990167" sldId="339"/>
            <ac:spMk id="31" creationId="{9822E7F2-8B69-83B0-3D0F-96ADD420FDE2}"/>
          </ac:spMkLst>
        </pc:spChg>
        <pc:spChg chg="mod">
          <ac:chgData name="Dr Parag D. Pawar" userId="45f730c0-1703-4ce0-909b-efb17736071d" providerId="ADAL" clId="{629D698C-9F10-422F-9730-D8DB01D503EC}" dt="2026-02-10T02:44:48.247" v="1210" actId="207"/>
          <ac:spMkLst>
            <pc:docMk/>
            <pc:sldMk cId="3311990167" sldId="339"/>
            <ac:spMk id="32" creationId="{242A58C1-B84E-FB96-26E0-55AF2D141B91}"/>
          </ac:spMkLst>
        </pc:spChg>
        <pc:spChg chg="mod">
          <ac:chgData name="Dr Parag D. Pawar" userId="45f730c0-1703-4ce0-909b-efb17736071d" providerId="ADAL" clId="{629D698C-9F10-422F-9730-D8DB01D503EC}" dt="2026-02-10T02:36:45.709" v="1078" actId="207"/>
          <ac:spMkLst>
            <pc:docMk/>
            <pc:sldMk cId="3311990167" sldId="339"/>
            <ac:spMk id="74" creationId="{85E044C0-B1EA-5035-1492-62F882C18AEB}"/>
          </ac:spMkLst>
        </pc:spChg>
        <pc:spChg chg="mod">
          <ac:chgData name="Dr Parag D. Pawar" userId="45f730c0-1703-4ce0-909b-efb17736071d" providerId="ADAL" clId="{629D698C-9F10-422F-9730-D8DB01D503EC}" dt="2026-02-10T02:36:46.857" v="1079" actId="207"/>
          <ac:spMkLst>
            <pc:docMk/>
            <pc:sldMk cId="3311990167" sldId="339"/>
            <ac:spMk id="75" creationId="{F0CA793E-2A27-30F2-7020-2BE87103446A}"/>
          </ac:spMkLst>
        </pc:spChg>
        <pc:spChg chg="mod">
          <ac:chgData name="Dr Parag D. Pawar" userId="45f730c0-1703-4ce0-909b-efb17736071d" providerId="ADAL" clId="{629D698C-9F10-422F-9730-D8DB01D503EC}" dt="2026-02-10T02:36:43.432" v="1076" actId="207"/>
          <ac:spMkLst>
            <pc:docMk/>
            <pc:sldMk cId="3311990167" sldId="339"/>
            <ac:spMk id="93" creationId="{AE42F7EB-06D4-31B3-3CC0-C4AE57B3987C}"/>
          </ac:spMkLst>
        </pc:spChg>
        <pc:spChg chg="mod">
          <ac:chgData name="Dr Parag D. Pawar" userId="45f730c0-1703-4ce0-909b-efb17736071d" providerId="ADAL" clId="{629D698C-9F10-422F-9730-D8DB01D503EC}" dt="2026-02-10T02:36:37.347" v="1072" actId="207"/>
          <ac:spMkLst>
            <pc:docMk/>
            <pc:sldMk cId="3311990167" sldId="339"/>
            <ac:spMk id="96" creationId="{21C9FA05-20FC-4427-C425-0F60AAD86079}"/>
          </ac:spMkLst>
        </pc:spChg>
        <pc:spChg chg="mod">
          <ac:chgData name="Dr Parag D. Pawar" userId="45f730c0-1703-4ce0-909b-efb17736071d" providerId="ADAL" clId="{629D698C-9F10-422F-9730-D8DB01D503EC}" dt="2026-02-10T02:36:51.014" v="1083" actId="207"/>
          <ac:spMkLst>
            <pc:docMk/>
            <pc:sldMk cId="3311990167" sldId="339"/>
            <ac:spMk id="108" creationId="{E7FBA654-89E3-1F94-CCB5-0907D30E4DF5}"/>
          </ac:spMkLst>
        </pc:spChg>
        <pc:spChg chg="mod">
          <ac:chgData name="Dr Parag D. Pawar" userId="45f730c0-1703-4ce0-909b-efb17736071d" providerId="ADAL" clId="{629D698C-9F10-422F-9730-D8DB01D503EC}" dt="2026-02-10T02:36:50.189" v="1082" actId="207"/>
          <ac:spMkLst>
            <pc:docMk/>
            <pc:sldMk cId="3311990167" sldId="339"/>
            <ac:spMk id="109" creationId="{D2C90DDA-E755-F8AC-3120-E8BA8EC6080C}"/>
          </ac:spMkLst>
        </pc:spChg>
        <pc:spChg chg="mod">
          <ac:chgData name="Dr Parag D. Pawar" userId="45f730c0-1703-4ce0-909b-efb17736071d" providerId="ADAL" clId="{629D698C-9F10-422F-9730-D8DB01D503EC}" dt="2026-02-10T02:36:49.134" v="1081" actId="207"/>
          <ac:spMkLst>
            <pc:docMk/>
            <pc:sldMk cId="3311990167" sldId="339"/>
            <ac:spMk id="120" creationId="{EC5EB621-9BD3-4E1C-2610-CF0F5E65E098}"/>
          </ac:spMkLst>
        </pc:spChg>
        <pc:spChg chg="mod">
          <ac:chgData name="Dr Parag D. Pawar" userId="45f730c0-1703-4ce0-909b-efb17736071d" providerId="ADAL" clId="{629D698C-9F10-422F-9730-D8DB01D503EC}" dt="2026-02-10T02:36:48.095" v="1080" actId="207"/>
          <ac:spMkLst>
            <pc:docMk/>
            <pc:sldMk cId="3311990167" sldId="339"/>
            <ac:spMk id="121" creationId="{F56A61ED-7FA6-04DE-A94F-667424677871}"/>
          </ac:spMkLst>
        </pc:spChg>
        <pc:spChg chg="mod">
          <ac:chgData name="Dr Parag D. Pawar" userId="45f730c0-1703-4ce0-909b-efb17736071d" providerId="ADAL" clId="{629D698C-9F10-422F-9730-D8DB01D503EC}" dt="2026-02-10T02:36:40.787" v="1074" actId="207"/>
          <ac:spMkLst>
            <pc:docMk/>
            <pc:sldMk cId="3311990167" sldId="339"/>
            <ac:spMk id="126" creationId="{9EF6CE57-73D8-B3A7-DCFD-2D0E685A6363}"/>
          </ac:spMkLst>
        </pc:spChg>
        <pc:spChg chg="mod">
          <ac:chgData name="Dr Parag D. Pawar" userId="45f730c0-1703-4ce0-909b-efb17736071d" providerId="ADAL" clId="{629D698C-9F10-422F-9730-D8DB01D503EC}" dt="2026-02-10T02:36:42.473" v="1075" actId="207"/>
          <ac:spMkLst>
            <pc:docMk/>
            <pc:sldMk cId="3311990167" sldId="339"/>
            <ac:spMk id="127" creationId="{6D748779-9F31-DCC1-AFCF-2BBC495BB959}"/>
          </ac:spMkLst>
        </pc:spChg>
        <pc:spChg chg="mod">
          <ac:chgData name="Dr Parag D. Pawar" userId="45f730c0-1703-4ce0-909b-efb17736071d" providerId="ADAL" clId="{629D698C-9F10-422F-9730-D8DB01D503EC}" dt="2026-02-10T02:36:39.464" v="1073" actId="207"/>
          <ac:spMkLst>
            <pc:docMk/>
            <pc:sldMk cId="3311990167" sldId="339"/>
            <ac:spMk id="130" creationId="{ED143448-C88F-5971-A202-C3BCE0AF27CE}"/>
          </ac:spMkLst>
        </pc:spChg>
        <pc:picChg chg="add mod">
          <ac:chgData name="Dr Parag D. Pawar" userId="45f730c0-1703-4ce0-909b-efb17736071d" providerId="ADAL" clId="{629D698C-9F10-422F-9730-D8DB01D503EC}" dt="2026-02-05T13:30:13.726" v="61"/>
          <ac:picMkLst>
            <pc:docMk/>
            <pc:sldMk cId="3311990167" sldId="339"/>
            <ac:picMk id="8" creationId="{843BA879-4603-6A9F-73FA-DAF182CB33D9}"/>
          </ac:picMkLst>
        </pc:picChg>
      </pc:sldChg>
      <pc:sldChg chg="modSp mod modAnim">
        <pc:chgData name="Dr Parag D. Pawar" userId="45f730c0-1703-4ce0-909b-efb17736071d" providerId="ADAL" clId="{629D698C-9F10-422F-9730-D8DB01D503EC}" dt="2026-02-10T02:45:06.610" v="1215" actId="207"/>
        <pc:sldMkLst>
          <pc:docMk/>
          <pc:sldMk cId="1465212395" sldId="340"/>
        </pc:sldMkLst>
        <pc:spChg chg="mod">
          <ac:chgData name="Dr Parag D. Pawar" userId="45f730c0-1703-4ce0-909b-efb17736071d" providerId="ADAL" clId="{629D698C-9F10-422F-9730-D8DB01D503EC}" dt="2026-02-10T02:37:04.645" v="1093" actId="207"/>
          <ac:spMkLst>
            <pc:docMk/>
            <pc:sldMk cId="1465212395" sldId="340"/>
            <ac:spMk id="5" creationId="{E7F685AD-1872-D43F-1010-75AFF3DD6193}"/>
          </ac:spMkLst>
        </pc:spChg>
        <pc:spChg chg="mod">
          <ac:chgData name="Dr Parag D. Pawar" userId="45f730c0-1703-4ce0-909b-efb17736071d" providerId="ADAL" clId="{629D698C-9F10-422F-9730-D8DB01D503EC}" dt="2026-02-10T02:43:15.854" v="1203" actId="207"/>
          <ac:spMkLst>
            <pc:docMk/>
            <pc:sldMk cId="1465212395" sldId="340"/>
            <ac:spMk id="30" creationId="{27120129-4A63-67BE-C352-C130825C32ED}"/>
          </ac:spMkLst>
        </pc:spChg>
        <pc:spChg chg="mod">
          <ac:chgData name="Dr Parag D. Pawar" userId="45f730c0-1703-4ce0-909b-efb17736071d" providerId="ADAL" clId="{629D698C-9F10-422F-9730-D8DB01D503EC}" dt="2026-02-10T02:43:26.599" v="1205" actId="207"/>
          <ac:spMkLst>
            <pc:docMk/>
            <pc:sldMk cId="1465212395" sldId="340"/>
            <ac:spMk id="31" creationId="{6329658C-BAE1-08FA-4096-7EDD338EBDC3}"/>
          </ac:spMkLst>
        </pc:spChg>
        <pc:spChg chg="mod">
          <ac:chgData name="Dr Parag D. Pawar" userId="45f730c0-1703-4ce0-909b-efb17736071d" providerId="ADAL" clId="{629D698C-9F10-422F-9730-D8DB01D503EC}" dt="2026-02-10T02:45:06.610" v="1215" actId="207"/>
          <ac:spMkLst>
            <pc:docMk/>
            <pc:sldMk cId="1465212395" sldId="340"/>
            <ac:spMk id="32" creationId="{E8A07279-72CC-8FE3-2786-909249F6AF85}"/>
          </ac:spMkLst>
        </pc:spChg>
        <pc:spChg chg="mod">
          <ac:chgData name="Dr Parag D. Pawar" userId="45f730c0-1703-4ce0-909b-efb17736071d" providerId="ADAL" clId="{629D698C-9F10-422F-9730-D8DB01D503EC}" dt="2026-02-10T02:37:02.354" v="1091" actId="207"/>
          <ac:spMkLst>
            <pc:docMk/>
            <pc:sldMk cId="1465212395" sldId="340"/>
            <ac:spMk id="36" creationId="{4E18D238-CF30-AABA-E65F-1724031029AB}"/>
          </ac:spMkLst>
        </pc:spChg>
        <pc:spChg chg="mod">
          <ac:chgData name="Dr Parag D. Pawar" userId="45f730c0-1703-4ce0-909b-efb17736071d" providerId="ADAL" clId="{629D698C-9F10-422F-9730-D8DB01D503EC}" dt="2026-02-10T02:37:05.693" v="1094" actId="207"/>
          <ac:spMkLst>
            <pc:docMk/>
            <pc:sldMk cId="1465212395" sldId="340"/>
            <ac:spMk id="93" creationId="{3670736F-85DD-3DB7-A7E9-F524367E2589}"/>
          </ac:spMkLst>
        </pc:spChg>
        <pc:spChg chg="mod">
          <ac:chgData name="Dr Parag D. Pawar" userId="45f730c0-1703-4ce0-909b-efb17736071d" providerId="ADAL" clId="{629D698C-9F10-422F-9730-D8DB01D503EC}" dt="2026-02-10T02:37:00.017" v="1089" actId="207"/>
          <ac:spMkLst>
            <pc:docMk/>
            <pc:sldMk cId="1465212395" sldId="340"/>
            <ac:spMk id="96" creationId="{400C9A80-A4FE-68FD-54BD-7C3FE99237BA}"/>
          </ac:spMkLst>
        </pc:spChg>
        <pc:spChg chg="mod">
          <ac:chgData name="Dr Parag D. Pawar" userId="45f730c0-1703-4ce0-909b-efb17736071d" providerId="ADAL" clId="{629D698C-9F10-422F-9730-D8DB01D503EC}" dt="2026-02-10T02:36:57.995" v="1087" actId="207"/>
          <ac:spMkLst>
            <pc:docMk/>
            <pc:sldMk cId="1465212395" sldId="340"/>
            <ac:spMk id="108" creationId="{29299D3F-5731-E549-7713-6D0DDD830DC0}"/>
          </ac:spMkLst>
        </pc:spChg>
        <pc:spChg chg="mod">
          <ac:chgData name="Dr Parag D. Pawar" userId="45f730c0-1703-4ce0-909b-efb17736071d" providerId="ADAL" clId="{629D698C-9F10-422F-9730-D8DB01D503EC}" dt="2026-02-10T02:36:57.326" v="1086" actId="207"/>
          <ac:spMkLst>
            <pc:docMk/>
            <pc:sldMk cId="1465212395" sldId="340"/>
            <ac:spMk id="109" creationId="{5B66A549-B80E-F2A4-AB8A-5CAA558F218B}"/>
          </ac:spMkLst>
        </pc:spChg>
        <pc:spChg chg="mod">
          <ac:chgData name="Dr Parag D. Pawar" userId="45f730c0-1703-4ce0-909b-efb17736071d" providerId="ADAL" clId="{629D698C-9F10-422F-9730-D8DB01D503EC}" dt="2026-02-10T02:36:55.814" v="1085" actId="207"/>
          <ac:spMkLst>
            <pc:docMk/>
            <pc:sldMk cId="1465212395" sldId="340"/>
            <ac:spMk id="120" creationId="{800750CA-5441-D80C-EC28-61CC03EAAA7E}"/>
          </ac:spMkLst>
        </pc:spChg>
        <pc:spChg chg="mod">
          <ac:chgData name="Dr Parag D. Pawar" userId="45f730c0-1703-4ce0-909b-efb17736071d" providerId="ADAL" clId="{629D698C-9F10-422F-9730-D8DB01D503EC}" dt="2026-02-10T02:36:54.642" v="1084" actId="207"/>
          <ac:spMkLst>
            <pc:docMk/>
            <pc:sldMk cId="1465212395" sldId="340"/>
            <ac:spMk id="121" creationId="{059E12A5-3825-2954-9B7C-97D8AB585069}"/>
          </ac:spMkLst>
        </pc:spChg>
        <pc:spChg chg="mod">
          <ac:chgData name="Dr Parag D. Pawar" userId="45f730c0-1703-4ce0-909b-efb17736071d" providerId="ADAL" clId="{629D698C-9F10-422F-9730-D8DB01D503EC}" dt="2026-02-10T02:37:01.370" v="1090" actId="207"/>
          <ac:spMkLst>
            <pc:docMk/>
            <pc:sldMk cId="1465212395" sldId="340"/>
            <ac:spMk id="126" creationId="{55849466-C1AE-B2E5-11F3-1337C1399EAA}"/>
          </ac:spMkLst>
        </pc:spChg>
        <pc:spChg chg="mod">
          <ac:chgData name="Dr Parag D. Pawar" userId="45f730c0-1703-4ce0-909b-efb17736071d" providerId="ADAL" clId="{629D698C-9F10-422F-9730-D8DB01D503EC}" dt="2026-02-10T02:37:03.526" v="1092" actId="207"/>
          <ac:spMkLst>
            <pc:docMk/>
            <pc:sldMk cId="1465212395" sldId="340"/>
            <ac:spMk id="127" creationId="{D25B89F2-2358-B2B2-E133-F6781B124A04}"/>
          </ac:spMkLst>
        </pc:spChg>
        <pc:spChg chg="mod">
          <ac:chgData name="Dr Parag D. Pawar" userId="45f730c0-1703-4ce0-909b-efb17736071d" providerId="ADAL" clId="{629D698C-9F10-422F-9730-D8DB01D503EC}" dt="2026-02-10T02:36:59.110" v="1088" actId="207"/>
          <ac:spMkLst>
            <pc:docMk/>
            <pc:sldMk cId="1465212395" sldId="340"/>
            <ac:spMk id="130" creationId="{577A0506-7805-D984-5DE2-0F9A6B278395}"/>
          </ac:spMkLst>
        </pc:spChg>
      </pc:sldChg>
      <pc:sldChg chg="delSp modSp mod">
        <pc:chgData name="Dr Parag D. Pawar" userId="45f730c0-1703-4ce0-909b-efb17736071d" providerId="ADAL" clId="{629D698C-9F10-422F-9730-D8DB01D503EC}" dt="2026-02-10T02:37:17.046" v="1104" actId="207"/>
        <pc:sldMkLst>
          <pc:docMk/>
          <pc:sldMk cId="1433482332" sldId="341"/>
        </pc:sldMkLst>
        <pc:spChg chg="mod">
          <ac:chgData name="Dr Parag D. Pawar" userId="45f730c0-1703-4ce0-909b-efb17736071d" providerId="ADAL" clId="{629D698C-9F10-422F-9730-D8DB01D503EC}" dt="2026-02-10T02:37:14.900" v="1102" actId="207"/>
          <ac:spMkLst>
            <pc:docMk/>
            <pc:sldMk cId="1433482332" sldId="341"/>
            <ac:spMk id="5" creationId="{17F92D3F-3E9D-3007-4000-296AC685A8A1}"/>
          </ac:spMkLst>
        </pc:spChg>
        <pc:spChg chg="mod">
          <ac:chgData name="Dr Parag D. Pawar" userId="45f730c0-1703-4ce0-909b-efb17736071d" providerId="ADAL" clId="{629D698C-9F10-422F-9730-D8DB01D503EC}" dt="2026-02-10T02:37:10.418" v="1097" actId="207"/>
          <ac:spMkLst>
            <pc:docMk/>
            <pc:sldMk cId="1433482332" sldId="341"/>
            <ac:spMk id="7" creationId="{460D1097-E457-5523-EB9B-F7C7D0A2B188}"/>
          </ac:spMkLst>
        </pc:spChg>
        <pc:spChg chg="mod">
          <ac:chgData name="Dr Parag D. Pawar" userId="45f730c0-1703-4ce0-909b-efb17736071d" providerId="ADAL" clId="{629D698C-9F10-422F-9730-D8DB01D503EC}" dt="2026-02-10T02:37:13.023" v="1100" actId="207"/>
          <ac:spMkLst>
            <pc:docMk/>
            <pc:sldMk cId="1433482332" sldId="341"/>
            <ac:spMk id="36" creationId="{45CEE553-ED49-62CB-1CE1-50CFB5BF6514}"/>
          </ac:spMkLst>
        </pc:spChg>
        <pc:spChg chg="mod">
          <ac:chgData name="Dr Parag D. Pawar" userId="45f730c0-1703-4ce0-909b-efb17736071d" providerId="ADAL" clId="{629D698C-9F10-422F-9730-D8DB01D503EC}" dt="2026-02-10T02:37:17.046" v="1104" actId="207"/>
          <ac:spMkLst>
            <pc:docMk/>
            <pc:sldMk cId="1433482332" sldId="341"/>
            <ac:spMk id="93" creationId="{2FCF86C6-A880-DA9E-3555-86F2A13E06A5}"/>
          </ac:spMkLst>
        </pc:spChg>
        <pc:spChg chg="mod">
          <ac:chgData name="Dr Parag D. Pawar" userId="45f730c0-1703-4ce0-909b-efb17736071d" providerId="ADAL" clId="{629D698C-9F10-422F-9730-D8DB01D503EC}" dt="2026-02-10T02:37:16.044" v="1103" actId="207"/>
          <ac:spMkLst>
            <pc:docMk/>
            <pc:sldMk cId="1433482332" sldId="341"/>
            <ac:spMk id="96" creationId="{DCFB384E-384F-AAD0-526D-A53195EA21BD}"/>
          </ac:spMkLst>
        </pc:spChg>
        <pc:spChg chg="mod">
          <ac:chgData name="Dr Parag D. Pawar" userId="45f730c0-1703-4ce0-909b-efb17736071d" providerId="ADAL" clId="{629D698C-9F10-422F-9730-D8DB01D503EC}" dt="2026-02-10T02:37:08.934" v="1096" actId="207"/>
          <ac:spMkLst>
            <pc:docMk/>
            <pc:sldMk cId="1433482332" sldId="341"/>
            <ac:spMk id="120" creationId="{0675A096-8D14-3A57-CCDF-4B256A1F943D}"/>
          </ac:spMkLst>
        </pc:spChg>
        <pc:spChg chg="mod">
          <ac:chgData name="Dr Parag D. Pawar" userId="45f730c0-1703-4ce0-909b-efb17736071d" providerId="ADAL" clId="{629D698C-9F10-422F-9730-D8DB01D503EC}" dt="2026-02-10T02:37:08.087" v="1095" actId="207"/>
          <ac:spMkLst>
            <pc:docMk/>
            <pc:sldMk cId="1433482332" sldId="341"/>
            <ac:spMk id="121" creationId="{14B796EE-EE27-EAD8-A3D0-B672DB0CDDF7}"/>
          </ac:spMkLst>
        </pc:spChg>
        <pc:spChg chg="mod">
          <ac:chgData name="Dr Parag D. Pawar" userId="45f730c0-1703-4ce0-909b-efb17736071d" providerId="ADAL" clId="{629D698C-9F10-422F-9730-D8DB01D503EC}" dt="2026-02-10T02:37:12.180" v="1099" actId="207"/>
          <ac:spMkLst>
            <pc:docMk/>
            <pc:sldMk cId="1433482332" sldId="341"/>
            <ac:spMk id="126" creationId="{BE3AF4E3-102E-09E1-0EA0-2A71661B7BC8}"/>
          </ac:spMkLst>
        </pc:spChg>
        <pc:spChg chg="mod">
          <ac:chgData name="Dr Parag D. Pawar" userId="45f730c0-1703-4ce0-909b-efb17736071d" providerId="ADAL" clId="{629D698C-9F10-422F-9730-D8DB01D503EC}" dt="2026-02-10T02:37:13.898" v="1101" actId="207"/>
          <ac:spMkLst>
            <pc:docMk/>
            <pc:sldMk cId="1433482332" sldId="341"/>
            <ac:spMk id="127" creationId="{5025DCC1-1E2E-AA46-CD6D-064E8369C378}"/>
          </ac:spMkLst>
        </pc:spChg>
        <pc:spChg chg="mod">
          <ac:chgData name="Dr Parag D. Pawar" userId="45f730c0-1703-4ce0-909b-efb17736071d" providerId="ADAL" clId="{629D698C-9F10-422F-9730-D8DB01D503EC}" dt="2026-02-10T02:37:11.257" v="1098" actId="207"/>
          <ac:spMkLst>
            <pc:docMk/>
            <pc:sldMk cId="1433482332" sldId="341"/>
            <ac:spMk id="130" creationId="{9B073444-3B4D-634E-2D65-82CED1CF526D}"/>
          </ac:spMkLst>
        </pc:spChg>
      </pc:sldChg>
      <pc:sldChg chg="modSp mod">
        <pc:chgData name="Dr Parag D. Pawar" userId="45f730c0-1703-4ce0-909b-efb17736071d" providerId="ADAL" clId="{629D698C-9F10-422F-9730-D8DB01D503EC}" dt="2026-02-10T02:37:28.436" v="1112" actId="207"/>
        <pc:sldMkLst>
          <pc:docMk/>
          <pc:sldMk cId="2148035270" sldId="342"/>
        </pc:sldMkLst>
        <pc:spChg chg="mod">
          <ac:chgData name="Dr Parag D. Pawar" userId="45f730c0-1703-4ce0-909b-efb17736071d" providerId="ADAL" clId="{629D698C-9F10-422F-9730-D8DB01D503EC}" dt="2026-02-10T02:37:28.436" v="1112" actId="207"/>
          <ac:spMkLst>
            <pc:docMk/>
            <pc:sldMk cId="2148035270" sldId="342"/>
            <ac:spMk id="5" creationId="{A12978F3-1A84-E052-20F6-F0FC20C0971D}"/>
          </ac:spMkLst>
        </pc:spChg>
        <pc:spChg chg="mod">
          <ac:chgData name="Dr Parag D. Pawar" userId="45f730c0-1703-4ce0-909b-efb17736071d" providerId="ADAL" clId="{629D698C-9F10-422F-9730-D8DB01D503EC}" dt="2026-02-10T02:37:23.707" v="1107" actId="207"/>
          <ac:spMkLst>
            <pc:docMk/>
            <pc:sldMk cId="2148035270" sldId="342"/>
            <ac:spMk id="7" creationId="{2E4E6882-B95E-9B6F-C06F-64A89F69652C}"/>
          </ac:spMkLst>
        </pc:spChg>
        <pc:spChg chg="mod">
          <ac:chgData name="Dr Parag D. Pawar" userId="45f730c0-1703-4ce0-909b-efb17736071d" providerId="ADAL" clId="{629D698C-9F10-422F-9730-D8DB01D503EC}" dt="2026-02-10T02:37:25.340" v="1109" actId="207"/>
          <ac:spMkLst>
            <pc:docMk/>
            <pc:sldMk cId="2148035270" sldId="342"/>
            <ac:spMk id="36" creationId="{A61C760A-9114-C8E6-F2DE-8D0D46758A6C}"/>
          </ac:spMkLst>
        </pc:spChg>
        <pc:spChg chg="mod">
          <ac:chgData name="Dr Parag D. Pawar" userId="45f730c0-1703-4ce0-909b-efb17736071d" providerId="ADAL" clId="{629D698C-9F10-422F-9730-D8DB01D503EC}" dt="2026-02-10T02:37:26.434" v="1110" actId="207"/>
          <ac:spMkLst>
            <pc:docMk/>
            <pc:sldMk cId="2148035270" sldId="342"/>
            <ac:spMk id="93" creationId="{464D9648-FEB5-ABD9-3495-24192B2BC797}"/>
          </ac:spMkLst>
        </pc:spChg>
        <pc:spChg chg="mod">
          <ac:chgData name="Dr Parag D. Pawar" userId="45f730c0-1703-4ce0-909b-efb17736071d" providerId="ADAL" clId="{629D698C-9F10-422F-9730-D8DB01D503EC}" dt="2026-02-10T02:37:21.398" v="1105" actId="207"/>
          <ac:spMkLst>
            <pc:docMk/>
            <pc:sldMk cId="2148035270" sldId="342"/>
            <ac:spMk id="96" creationId="{A9A70875-CA44-DFAD-1C66-FF4B399044AF}"/>
          </ac:spMkLst>
        </pc:spChg>
        <pc:spChg chg="mod">
          <ac:chgData name="Dr Parag D. Pawar" userId="45f730c0-1703-4ce0-909b-efb17736071d" providerId="ADAL" clId="{629D698C-9F10-422F-9730-D8DB01D503EC}" dt="2026-02-10T02:37:24.520" v="1108" actId="207"/>
          <ac:spMkLst>
            <pc:docMk/>
            <pc:sldMk cId="2148035270" sldId="342"/>
            <ac:spMk id="126" creationId="{BF666E44-21F2-24D8-F68C-62AC919E1AF0}"/>
          </ac:spMkLst>
        </pc:spChg>
        <pc:spChg chg="mod">
          <ac:chgData name="Dr Parag D. Pawar" userId="45f730c0-1703-4ce0-909b-efb17736071d" providerId="ADAL" clId="{629D698C-9F10-422F-9730-D8DB01D503EC}" dt="2026-02-10T02:37:27.368" v="1111" actId="207"/>
          <ac:spMkLst>
            <pc:docMk/>
            <pc:sldMk cId="2148035270" sldId="342"/>
            <ac:spMk id="127" creationId="{0A776F99-8B9C-63CF-6D8E-87066D4EC867}"/>
          </ac:spMkLst>
        </pc:spChg>
        <pc:spChg chg="mod">
          <ac:chgData name="Dr Parag D. Pawar" userId="45f730c0-1703-4ce0-909b-efb17736071d" providerId="ADAL" clId="{629D698C-9F10-422F-9730-D8DB01D503EC}" dt="2026-02-10T02:37:22.402" v="1106" actId="207"/>
          <ac:spMkLst>
            <pc:docMk/>
            <pc:sldMk cId="2148035270" sldId="342"/>
            <ac:spMk id="130" creationId="{2EEBCF5D-49F9-EAC3-CBD9-D6A16CE40EAE}"/>
          </ac:spMkLst>
        </pc:spChg>
      </pc:sldChg>
      <pc:sldChg chg="modSp mod">
        <pc:chgData name="Dr Parag D. Pawar" userId="45f730c0-1703-4ce0-909b-efb17736071d" providerId="ADAL" clId="{629D698C-9F10-422F-9730-D8DB01D503EC}" dt="2026-02-10T02:37:40.222" v="1123" actId="207"/>
        <pc:sldMkLst>
          <pc:docMk/>
          <pc:sldMk cId="3798211318" sldId="343"/>
        </pc:sldMkLst>
        <pc:spChg chg="mod">
          <ac:chgData name="Dr Parag D. Pawar" userId="45f730c0-1703-4ce0-909b-efb17736071d" providerId="ADAL" clId="{629D698C-9F10-422F-9730-D8DB01D503EC}" dt="2026-02-10T02:37:40.222" v="1123" actId="207"/>
          <ac:spMkLst>
            <pc:docMk/>
            <pc:sldMk cId="3798211318" sldId="343"/>
            <ac:spMk id="5" creationId="{D119829D-8CAA-270D-6280-ABE491381B38}"/>
          </ac:spMkLst>
        </pc:spChg>
        <pc:spChg chg="mod">
          <ac:chgData name="Dr Parag D. Pawar" userId="45f730c0-1703-4ce0-909b-efb17736071d" providerId="ADAL" clId="{629D698C-9F10-422F-9730-D8DB01D503EC}" dt="2026-02-10T02:37:36.306" v="1119" actId="207"/>
          <ac:spMkLst>
            <pc:docMk/>
            <pc:sldMk cId="3798211318" sldId="343"/>
            <ac:spMk id="7" creationId="{A7456ADB-1F66-E4A7-5025-CF360A7C4C63}"/>
          </ac:spMkLst>
        </pc:spChg>
        <pc:spChg chg="mod">
          <ac:chgData name="Dr Parag D. Pawar" userId="45f730c0-1703-4ce0-909b-efb17736071d" providerId="ADAL" clId="{629D698C-9F10-422F-9730-D8DB01D503EC}" dt="2026-02-10T02:37:34.271" v="1117" actId="207"/>
          <ac:spMkLst>
            <pc:docMk/>
            <pc:sldMk cId="3798211318" sldId="343"/>
            <ac:spMk id="30" creationId="{B49F786B-84B4-40A5-90FD-45A3350945F3}"/>
          </ac:spMkLst>
        </pc:spChg>
        <pc:spChg chg="mod">
          <ac:chgData name="Dr Parag D. Pawar" userId="45f730c0-1703-4ce0-909b-efb17736071d" providerId="ADAL" clId="{629D698C-9F10-422F-9730-D8DB01D503EC}" dt="2026-02-10T02:37:38.041" v="1121" actId="207"/>
          <ac:spMkLst>
            <pc:docMk/>
            <pc:sldMk cId="3798211318" sldId="343"/>
            <ac:spMk id="36" creationId="{E372D566-BCB8-7F0E-89B3-92A8E3BA480F}"/>
          </ac:spMkLst>
        </pc:spChg>
        <pc:spChg chg="mod">
          <ac:chgData name="Dr Parag D. Pawar" userId="45f730c0-1703-4ce0-909b-efb17736071d" providerId="ADAL" clId="{629D698C-9F10-422F-9730-D8DB01D503EC}" dt="2026-02-10T02:37:32.411" v="1115" actId="207"/>
          <ac:spMkLst>
            <pc:docMk/>
            <pc:sldMk cId="3798211318" sldId="343"/>
            <ac:spMk id="40" creationId="{07166325-4CDC-9C5D-40FB-AF3240DBBB41}"/>
          </ac:spMkLst>
        </pc:spChg>
        <pc:spChg chg="mod">
          <ac:chgData name="Dr Parag D. Pawar" userId="45f730c0-1703-4ce0-909b-efb17736071d" providerId="ADAL" clId="{629D698C-9F10-422F-9730-D8DB01D503EC}" dt="2026-02-10T02:37:31.554" v="1114" actId="207"/>
          <ac:spMkLst>
            <pc:docMk/>
            <pc:sldMk cId="3798211318" sldId="343"/>
            <ac:spMk id="58" creationId="{8AEA0BB2-2B83-31B8-71C2-2C60D6B252C0}"/>
          </ac:spMkLst>
        </pc:spChg>
        <pc:spChg chg="mod">
          <ac:chgData name="Dr Parag D. Pawar" userId="45f730c0-1703-4ce0-909b-efb17736071d" providerId="ADAL" clId="{629D698C-9F10-422F-9730-D8DB01D503EC}" dt="2026-02-10T02:37:33.301" v="1116" actId="207"/>
          <ac:spMkLst>
            <pc:docMk/>
            <pc:sldMk cId="3798211318" sldId="343"/>
            <ac:spMk id="93" creationId="{09AE57FF-B66B-69D0-2A83-ADDEA424F41F}"/>
          </ac:spMkLst>
        </pc:spChg>
        <pc:spChg chg="mod">
          <ac:chgData name="Dr Parag D. Pawar" userId="45f730c0-1703-4ce0-909b-efb17736071d" providerId="ADAL" clId="{629D698C-9F10-422F-9730-D8DB01D503EC}" dt="2026-02-10T02:37:30.582" v="1113" actId="207"/>
          <ac:spMkLst>
            <pc:docMk/>
            <pc:sldMk cId="3798211318" sldId="343"/>
            <ac:spMk id="96" creationId="{1F4C4BAF-6DFC-BF59-37D5-1EE0C8A8730A}"/>
          </ac:spMkLst>
        </pc:spChg>
        <pc:spChg chg="mod">
          <ac:chgData name="Dr Parag D. Pawar" userId="45f730c0-1703-4ce0-909b-efb17736071d" providerId="ADAL" clId="{629D698C-9F10-422F-9730-D8DB01D503EC}" dt="2026-02-10T02:37:37.195" v="1120" actId="207"/>
          <ac:spMkLst>
            <pc:docMk/>
            <pc:sldMk cId="3798211318" sldId="343"/>
            <ac:spMk id="126" creationId="{809ACC41-9389-22C5-78D7-05CA48B048E8}"/>
          </ac:spMkLst>
        </pc:spChg>
        <pc:spChg chg="mod">
          <ac:chgData name="Dr Parag D. Pawar" userId="45f730c0-1703-4ce0-909b-efb17736071d" providerId="ADAL" clId="{629D698C-9F10-422F-9730-D8DB01D503EC}" dt="2026-02-10T02:37:38.870" v="1122" actId="207"/>
          <ac:spMkLst>
            <pc:docMk/>
            <pc:sldMk cId="3798211318" sldId="343"/>
            <ac:spMk id="127" creationId="{62C81B25-7720-73A2-F093-81C9EFF48E41}"/>
          </ac:spMkLst>
        </pc:spChg>
        <pc:spChg chg="mod">
          <ac:chgData name="Dr Parag D. Pawar" userId="45f730c0-1703-4ce0-909b-efb17736071d" providerId="ADAL" clId="{629D698C-9F10-422F-9730-D8DB01D503EC}" dt="2026-02-10T02:37:35.540" v="1118" actId="207"/>
          <ac:spMkLst>
            <pc:docMk/>
            <pc:sldMk cId="3798211318" sldId="343"/>
            <ac:spMk id="130" creationId="{EC6EAACC-9829-08AE-70E4-751467298A28}"/>
          </ac:spMkLst>
        </pc:spChg>
      </pc:sldChg>
      <pc:sldChg chg="modSp mod modAnim">
        <pc:chgData name="Dr Parag D. Pawar" userId="45f730c0-1703-4ce0-909b-efb17736071d" providerId="ADAL" clId="{629D698C-9F10-422F-9730-D8DB01D503EC}" dt="2026-02-10T02:44:59.498" v="1214" actId="207"/>
        <pc:sldMkLst>
          <pc:docMk/>
          <pc:sldMk cId="1570024303" sldId="344"/>
        </pc:sldMkLst>
        <pc:spChg chg="mod">
          <ac:chgData name="Dr Parag D. Pawar" userId="45f730c0-1703-4ce0-909b-efb17736071d" providerId="ADAL" clId="{629D698C-9F10-422F-9730-D8DB01D503EC}" dt="2026-02-10T02:37:46.410" v="1128" actId="207"/>
          <ac:spMkLst>
            <pc:docMk/>
            <pc:sldMk cId="1570024303" sldId="344"/>
            <ac:spMk id="30" creationId="{B3B33BB8-C553-6121-3F01-798CA0449D7C}"/>
          </ac:spMkLst>
        </pc:spChg>
        <pc:spChg chg="mod">
          <ac:chgData name="Dr Parag D. Pawar" userId="45f730c0-1703-4ce0-909b-efb17736071d" providerId="ADAL" clId="{629D698C-9F10-422F-9730-D8DB01D503EC}" dt="2026-02-10T02:37:44.452" v="1126" actId="207"/>
          <ac:spMkLst>
            <pc:docMk/>
            <pc:sldMk cId="1570024303" sldId="344"/>
            <ac:spMk id="40" creationId="{601838D5-C296-30A1-C4D9-EF6B19FFD15B}"/>
          </ac:spMkLst>
        </pc:spChg>
        <pc:spChg chg="mod">
          <ac:chgData name="Dr Parag D. Pawar" userId="45f730c0-1703-4ce0-909b-efb17736071d" providerId="ADAL" clId="{629D698C-9F10-422F-9730-D8DB01D503EC}" dt="2026-02-10T02:37:43.295" v="1125" actId="207"/>
          <ac:spMkLst>
            <pc:docMk/>
            <pc:sldMk cId="1570024303" sldId="344"/>
            <ac:spMk id="58" creationId="{AF82C233-B27A-A9FE-863A-82D17BB90E56}"/>
          </ac:spMkLst>
        </pc:spChg>
        <pc:spChg chg="mod">
          <ac:chgData name="Dr Parag D. Pawar" userId="45f730c0-1703-4ce0-909b-efb17736071d" providerId="ADAL" clId="{629D698C-9F10-422F-9730-D8DB01D503EC}" dt="2026-02-10T02:42:57.858" v="1199" actId="207"/>
          <ac:spMkLst>
            <pc:docMk/>
            <pc:sldMk cId="1570024303" sldId="344"/>
            <ac:spMk id="72" creationId="{6FFCAE3F-76DF-EF6C-601E-F21DB9E783FB}"/>
          </ac:spMkLst>
        </pc:spChg>
        <pc:spChg chg="mod">
          <ac:chgData name="Dr Parag D. Pawar" userId="45f730c0-1703-4ce0-909b-efb17736071d" providerId="ADAL" clId="{629D698C-9F10-422F-9730-D8DB01D503EC}" dt="2026-02-10T02:43:03.538" v="1201" actId="207"/>
          <ac:spMkLst>
            <pc:docMk/>
            <pc:sldMk cId="1570024303" sldId="344"/>
            <ac:spMk id="74" creationId="{E8705AF6-BA16-BBCA-9816-28338EC225D5}"/>
          </ac:spMkLst>
        </pc:spChg>
        <pc:spChg chg="mod">
          <ac:chgData name="Dr Parag D. Pawar" userId="45f730c0-1703-4ce0-909b-efb17736071d" providerId="ADAL" clId="{629D698C-9F10-422F-9730-D8DB01D503EC}" dt="2026-02-10T02:44:59.498" v="1214" actId="207"/>
          <ac:spMkLst>
            <pc:docMk/>
            <pc:sldMk cId="1570024303" sldId="344"/>
            <ac:spMk id="75" creationId="{0CB3531A-6603-8F64-62FC-C4B4C8D41D4B}"/>
          </ac:spMkLst>
        </pc:spChg>
        <pc:spChg chg="mod">
          <ac:chgData name="Dr Parag D. Pawar" userId="45f730c0-1703-4ce0-909b-efb17736071d" providerId="ADAL" clId="{629D698C-9F10-422F-9730-D8DB01D503EC}" dt="2026-02-10T02:37:45.295" v="1127" actId="207"/>
          <ac:spMkLst>
            <pc:docMk/>
            <pc:sldMk cId="1570024303" sldId="344"/>
            <ac:spMk id="93" creationId="{8BE92F89-953A-54EA-5EAA-DCDED6F8592F}"/>
          </ac:spMkLst>
        </pc:spChg>
        <pc:spChg chg="mod">
          <ac:chgData name="Dr Parag D. Pawar" userId="45f730c0-1703-4ce0-909b-efb17736071d" providerId="ADAL" clId="{629D698C-9F10-422F-9730-D8DB01D503EC}" dt="2026-02-10T02:37:42.493" v="1124" actId="207"/>
          <ac:spMkLst>
            <pc:docMk/>
            <pc:sldMk cId="1570024303" sldId="344"/>
            <ac:spMk id="96" creationId="{7DCB16BF-196A-5067-E3E9-BABA8D8D716A}"/>
          </ac:spMkLst>
        </pc:spChg>
      </pc:sldChg>
      <pc:sldChg chg="modSp mod">
        <pc:chgData name="Dr Parag D. Pawar" userId="45f730c0-1703-4ce0-909b-efb17736071d" providerId="ADAL" clId="{629D698C-9F10-422F-9730-D8DB01D503EC}" dt="2026-02-10T02:44:56.398" v="1213" actId="207"/>
        <pc:sldMkLst>
          <pc:docMk/>
          <pc:sldMk cId="254538817" sldId="345"/>
        </pc:sldMkLst>
        <pc:spChg chg="mod">
          <ac:chgData name="Dr Parag D. Pawar" userId="45f730c0-1703-4ce0-909b-efb17736071d" providerId="ADAL" clId="{629D698C-9F10-422F-9730-D8DB01D503EC}" dt="2026-02-10T02:37:53.067" v="1134" actId="207"/>
          <ac:spMkLst>
            <pc:docMk/>
            <pc:sldMk cId="254538817" sldId="345"/>
            <ac:spMk id="3" creationId="{494388C1-53D1-80D8-DF8B-567FA97AE4BD}"/>
          </ac:spMkLst>
        </pc:spChg>
        <pc:spChg chg="mod">
          <ac:chgData name="Dr Parag D. Pawar" userId="45f730c0-1703-4ce0-909b-efb17736071d" providerId="ADAL" clId="{629D698C-9F10-422F-9730-D8DB01D503EC}" dt="2026-02-10T02:37:51.700" v="1133" actId="207"/>
          <ac:spMkLst>
            <pc:docMk/>
            <pc:sldMk cId="254538817" sldId="345"/>
            <ac:spMk id="30" creationId="{EBD6F463-649A-724B-DA08-269AC34542EA}"/>
          </ac:spMkLst>
        </pc:spChg>
        <pc:spChg chg="mod">
          <ac:chgData name="Dr Parag D. Pawar" userId="45f730c0-1703-4ce0-909b-efb17736071d" providerId="ADAL" clId="{629D698C-9F10-422F-9730-D8DB01D503EC}" dt="2026-02-10T02:37:49.850" v="1131" actId="207"/>
          <ac:spMkLst>
            <pc:docMk/>
            <pc:sldMk cId="254538817" sldId="345"/>
            <ac:spMk id="40" creationId="{D8310D62-56D1-FC00-2D28-054AEF17A3AF}"/>
          </ac:spMkLst>
        </pc:spChg>
        <pc:spChg chg="mod">
          <ac:chgData name="Dr Parag D. Pawar" userId="45f730c0-1703-4ce0-909b-efb17736071d" providerId="ADAL" clId="{629D698C-9F10-422F-9730-D8DB01D503EC}" dt="2026-02-10T02:37:49.008" v="1130" actId="207"/>
          <ac:spMkLst>
            <pc:docMk/>
            <pc:sldMk cId="254538817" sldId="345"/>
            <ac:spMk id="58" creationId="{776F2097-853A-4939-A017-7F6C47EB5A11}"/>
          </ac:spMkLst>
        </pc:spChg>
        <pc:spChg chg="mod">
          <ac:chgData name="Dr Parag D. Pawar" userId="45f730c0-1703-4ce0-909b-efb17736071d" providerId="ADAL" clId="{629D698C-9F10-422F-9730-D8DB01D503EC}" dt="2026-02-10T02:42:39.503" v="1195" actId="207"/>
          <ac:spMkLst>
            <pc:docMk/>
            <pc:sldMk cId="254538817" sldId="345"/>
            <ac:spMk id="72" creationId="{6557F01F-9F52-E373-23BB-973FD360CE6F}"/>
          </ac:spMkLst>
        </pc:spChg>
        <pc:spChg chg="mod">
          <ac:chgData name="Dr Parag D. Pawar" userId="45f730c0-1703-4ce0-909b-efb17736071d" providerId="ADAL" clId="{629D698C-9F10-422F-9730-D8DB01D503EC}" dt="2026-02-10T02:42:45.975" v="1197" actId="207"/>
          <ac:spMkLst>
            <pc:docMk/>
            <pc:sldMk cId="254538817" sldId="345"/>
            <ac:spMk id="74" creationId="{F5204BB4-415D-E4F3-EDF6-8ED4CE5EB13A}"/>
          </ac:spMkLst>
        </pc:spChg>
        <pc:spChg chg="mod">
          <ac:chgData name="Dr Parag D. Pawar" userId="45f730c0-1703-4ce0-909b-efb17736071d" providerId="ADAL" clId="{629D698C-9F10-422F-9730-D8DB01D503EC}" dt="2026-02-10T02:44:56.398" v="1213" actId="207"/>
          <ac:spMkLst>
            <pc:docMk/>
            <pc:sldMk cId="254538817" sldId="345"/>
            <ac:spMk id="75" creationId="{87B7545B-7DAA-22B8-1749-601DD8533574}"/>
          </ac:spMkLst>
        </pc:spChg>
        <pc:spChg chg="mod">
          <ac:chgData name="Dr Parag D. Pawar" userId="45f730c0-1703-4ce0-909b-efb17736071d" providerId="ADAL" clId="{629D698C-9F10-422F-9730-D8DB01D503EC}" dt="2026-02-10T02:37:50.691" v="1132" actId="207"/>
          <ac:spMkLst>
            <pc:docMk/>
            <pc:sldMk cId="254538817" sldId="345"/>
            <ac:spMk id="93" creationId="{87B85E3E-DAFD-684F-4304-FC22AE6AFB9B}"/>
          </ac:spMkLst>
        </pc:spChg>
        <pc:spChg chg="mod">
          <ac:chgData name="Dr Parag D. Pawar" userId="45f730c0-1703-4ce0-909b-efb17736071d" providerId="ADAL" clId="{629D698C-9F10-422F-9730-D8DB01D503EC}" dt="2026-02-10T02:37:48.393" v="1129" actId="207"/>
          <ac:spMkLst>
            <pc:docMk/>
            <pc:sldMk cId="254538817" sldId="345"/>
            <ac:spMk id="96" creationId="{5B2152C6-DE4E-0827-1329-8B14834BEA57}"/>
          </ac:spMkLst>
        </pc:spChg>
      </pc:sldChg>
      <pc:sldChg chg="modSp mod modAnim">
        <pc:chgData name="Dr Parag D. Pawar" userId="45f730c0-1703-4ce0-909b-efb17736071d" providerId="ADAL" clId="{629D698C-9F10-422F-9730-D8DB01D503EC}" dt="2026-02-10T02:44:54.233" v="1212" actId="207"/>
        <pc:sldMkLst>
          <pc:docMk/>
          <pc:sldMk cId="2166709801" sldId="346"/>
        </pc:sldMkLst>
        <pc:spChg chg="mod">
          <ac:chgData name="Dr Parag D. Pawar" userId="45f730c0-1703-4ce0-909b-efb17736071d" providerId="ADAL" clId="{629D698C-9F10-422F-9730-D8DB01D503EC}" dt="2026-02-10T02:37:58.548" v="1138" actId="207"/>
          <ac:spMkLst>
            <pc:docMk/>
            <pc:sldMk cId="2166709801" sldId="346"/>
            <ac:spMk id="3" creationId="{58B78EA8-E29C-8269-BCA7-C750EE6FE9C6}"/>
          </ac:spMkLst>
        </pc:spChg>
        <pc:spChg chg="mod">
          <ac:chgData name="Dr Parag D. Pawar" userId="45f730c0-1703-4ce0-909b-efb17736071d" providerId="ADAL" clId="{629D698C-9F10-422F-9730-D8DB01D503EC}" dt="2026-02-10T02:37:57.697" v="1137" actId="207"/>
          <ac:spMkLst>
            <pc:docMk/>
            <pc:sldMk cId="2166709801" sldId="346"/>
            <ac:spMk id="40" creationId="{2302E645-7A78-9A52-D0E8-AC074F39455D}"/>
          </ac:spMkLst>
        </pc:spChg>
        <pc:spChg chg="mod">
          <ac:chgData name="Dr Parag D. Pawar" userId="45f730c0-1703-4ce0-909b-efb17736071d" providerId="ADAL" clId="{629D698C-9F10-422F-9730-D8DB01D503EC}" dt="2026-02-10T02:37:56.854" v="1136" actId="207"/>
          <ac:spMkLst>
            <pc:docMk/>
            <pc:sldMk cId="2166709801" sldId="346"/>
            <ac:spMk id="58" creationId="{FD65BE44-07C1-1580-2D43-AB694CF17E05}"/>
          </ac:spMkLst>
        </pc:spChg>
        <pc:spChg chg="mod">
          <ac:chgData name="Dr Parag D. Pawar" userId="45f730c0-1703-4ce0-909b-efb17736071d" providerId="ADAL" clId="{629D698C-9F10-422F-9730-D8DB01D503EC}" dt="2026-02-10T02:42:32.493" v="1193" actId="207"/>
          <ac:spMkLst>
            <pc:docMk/>
            <pc:sldMk cId="2166709801" sldId="346"/>
            <ac:spMk id="72" creationId="{C0755C0D-0544-9F1F-5F47-9081CD2BB87B}"/>
          </ac:spMkLst>
        </pc:spChg>
        <pc:spChg chg="mod">
          <ac:chgData name="Dr Parag D. Pawar" userId="45f730c0-1703-4ce0-909b-efb17736071d" providerId="ADAL" clId="{629D698C-9F10-422F-9730-D8DB01D503EC}" dt="2026-02-10T02:42:24.183" v="1190" actId="207"/>
          <ac:spMkLst>
            <pc:docMk/>
            <pc:sldMk cId="2166709801" sldId="346"/>
            <ac:spMk id="74" creationId="{F0F45A33-4061-D97E-0DF2-193B3F9832DC}"/>
          </ac:spMkLst>
        </pc:spChg>
        <pc:spChg chg="mod">
          <ac:chgData name="Dr Parag D. Pawar" userId="45f730c0-1703-4ce0-909b-efb17736071d" providerId="ADAL" clId="{629D698C-9F10-422F-9730-D8DB01D503EC}" dt="2026-02-10T02:44:54.233" v="1212" actId="207"/>
          <ac:spMkLst>
            <pc:docMk/>
            <pc:sldMk cId="2166709801" sldId="346"/>
            <ac:spMk id="75" creationId="{A53FD5C3-62B7-1E8C-252F-EAAA6A02AFA3}"/>
          </ac:spMkLst>
        </pc:spChg>
        <pc:spChg chg="mod">
          <ac:chgData name="Dr Parag D. Pawar" userId="45f730c0-1703-4ce0-909b-efb17736071d" providerId="ADAL" clId="{629D698C-9F10-422F-9730-D8DB01D503EC}" dt="2026-02-10T02:37:56.028" v="1135" actId="207"/>
          <ac:spMkLst>
            <pc:docMk/>
            <pc:sldMk cId="2166709801" sldId="346"/>
            <ac:spMk id="96" creationId="{E802816C-5F62-D363-916A-104DD7A8A06C}"/>
          </ac:spMkLst>
        </pc:spChg>
      </pc:sldChg>
      <pc:sldChg chg="modSp mod">
        <pc:chgData name="Dr Parag D. Pawar" userId="45f730c0-1703-4ce0-909b-efb17736071d" providerId="ADAL" clId="{629D698C-9F10-422F-9730-D8DB01D503EC}" dt="2026-02-10T02:44:51.957" v="1211" actId="207"/>
        <pc:sldMkLst>
          <pc:docMk/>
          <pc:sldMk cId="1073498284" sldId="347"/>
        </pc:sldMkLst>
        <pc:spChg chg="mod">
          <ac:chgData name="Dr Parag D. Pawar" userId="45f730c0-1703-4ce0-909b-efb17736071d" providerId="ADAL" clId="{629D698C-9F10-422F-9730-D8DB01D503EC}" dt="2026-02-10T02:38:01.612" v="1139" actId="207"/>
          <ac:spMkLst>
            <pc:docMk/>
            <pc:sldMk cId="1073498284" sldId="347"/>
            <ac:spMk id="3" creationId="{C48BF16E-CF04-78C7-A328-E9F0D6167C0D}"/>
          </ac:spMkLst>
        </pc:spChg>
        <pc:spChg chg="mod">
          <ac:chgData name="Dr Parag D. Pawar" userId="45f730c0-1703-4ce0-909b-efb17736071d" providerId="ADAL" clId="{629D698C-9F10-422F-9730-D8DB01D503EC}" dt="2026-02-10T02:38:05.007" v="1143" actId="207"/>
          <ac:spMkLst>
            <pc:docMk/>
            <pc:sldMk cId="1073498284" sldId="347"/>
            <ac:spMk id="8" creationId="{862DA82A-C1C0-B252-BF9D-AF204BCF4D37}"/>
          </ac:spMkLst>
        </pc:spChg>
        <pc:spChg chg="mod">
          <ac:chgData name="Dr Parag D. Pawar" userId="45f730c0-1703-4ce0-909b-efb17736071d" providerId="ADAL" clId="{629D698C-9F10-422F-9730-D8DB01D503EC}" dt="2026-02-10T02:38:03.955" v="1142" actId="207"/>
          <ac:spMkLst>
            <pc:docMk/>
            <pc:sldMk cId="1073498284" sldId="347"/>
            <ac:spMk id="40" creationId="{E7D0AD76-D7D3-4847-9398-D43B65E056D8}"/>
          </ac:spMkLst>
        </pc:spChg>
        <pc:spChg chg="mod">
          <ac:chgData name="Dr Parag D. Pawar" userId="45f730c0-1703-4ce0-909b-efb17736071d" providerId="ADAL" clId="{629D698C-9F10-422F-9730-D8DB01D503EC}" dt="2026-02-10T02:38:03.178" v="1141" actId="207"/>
          <ac:spMkLst>
            <pc:docMk/>
            <pc:sldMk cId="1073498284" sldId="347"/>
            <ac:spMk id="58" creationId="{3DE96C76-D856-1D29-2756-501FD09789AE}"/>
          </ac:spMkLst>
        </pc:spChg>
        <pc:spChg chg="mod">
          <ac:chgData name="Dr Parag D. Pawar" userId="45f730c0-1703-4ce0-909b-efb17736071d" providerId="ADAL" clId="{629D698C-9F10-422F-9730-D8DB01D503EC}" dt="2026-02-10T02:42:03.464" v="1184" actId="207"/>
          <ac:spMkLst>
            <pc:docMk/>
            <pc:sldMk cId="1073498284" sldId="347"/>
            <ac:spMk id="72" creationId="{C3347190-B059-229D-9627-0789EE0AABBC}"/>
          </ac:spMkLst>
        </pc:spChg>
        <pc:spChg chg="mod">
          <ac:chgData name="Dr Parag D. Pawar" userId="45f730c0-1703-4ce0-909b-efb17736071d" providerId="ADAL" clId="{629D698C-9F10-422F-9730-D8DB01D503EC}" dt="2026-02-10T02:42:14.314" v="1187" actId="207"/>
          <ac:spMkLst>
            <pc:docMk/>
            <pc:sldMk cId="1073498284" sldId="347"/>
            <ac:spMk id="74" creationId="{D417DF1F-659A-948F-EC23-C6915D4B0C12}"/>
          </ac:spMkLst>
        </pc:spChg>
        <pc:spChg chg="mod">
          <ac:chgData name="Dr Parag D. Pawar" userId="45f730c0-1703-4ce0-909b-efb17736071d" providerId="ADAL" clId="{629D698C-9F10-422F-9730-D8DB01D503EC}" dt="2026-02-10T02:44:51.957" v="1211" actId="207"/>
          <ac:spMkLst>
            <pc:docMk/>
            <pc:sldMk cId="1073498284" sldId="347"/>
            <ac:spMk id="75" creationId="{C194EDDA-4274-B763-8F68-8A33857B196A}"/>
          </ac:spMkLst>
        </pc:spChg>
        <pc:spChg chg="mod">
          <ac:chgData name="Dr Parag D. Pawar" userId="45f730c0-1703-4ce0-909b-efb17736071d" providerId="ADAL" clId="{629D698C-9F10-422F-9730-D8DB01D503EC}" dt="2026-02-10T02:38:02.544" v="1140" actId="207"/>
          <ac:spMkLst>
            <pc:docMk/>
            <pc:sldMk cId="1073498284" sldId="347"/>
            <ac:spMk id="96" creationId="{8AC844CE-1017-EB79-6C92-57B3A6513194}"/>
          </ac:spMkLst>
        </pc:spChg>
      </pc:sldChg>
      <pc:sldChg chg="addSp delSp modSp mod">
        <pc:chgData name="Dr Parag D. Pawar" userId="45f730c0-1703-4ce0-909b-efb17736071d" providerId="ADAL" clId="{629D698C-9F10-422F-9730-D8DB01D503EC}" dt="2026-02-10T02:35:29.877" v="1046" actId="207"/>
        <pc:sldMkLst>
          <pc:docMk/>
          <pc:sldMk cId="559130926" sldId="350"/>
        </pc:sldMkLst>
        <pc:spChg chg="mod">
          <ac:chgData name="Dr Parag D. Pawar" userId="45f730c0-1703-4ce0-909b-efb17736071d" providerId="ADAL" clId="{629D698C-9F10-422F-9730-D8DB01D503EC}" dt="2026-02-10T02:35:29.877" v="1046" actId="207"/>
          <ac:spMkLst>
            <pc:docMk/>
            <pc:sldMk cId="559130926" sldId="350"/>
            <ac:spMk id="3" creationId="{7E35E48B-CCA2-4A62-9FEA-F029A1E4B80F}"/>
          </ac:spMkLst>
        </pc:spChg>
        <pc:spChg chg="add mod">
          <ac:chgData name="Dr Parag D. Pawar" userId="45f730c0-1703-4ce0-909b-efb17736071d" providerId="ADAL" clId="{629D698C-9F10-422F-9730-D8DB01D503EC}" dt="2026-02-10T02:23:40.900" v="1013" actId="1076"/>
          <ac:spMkLst>
            <pc:docMk/>
            <pc:sldMk cId="559130926" sldId="350"/>
            <ac:spMk id="20" creationId="{36816A71-FF33-DA2C-DCA0-08056B31E185}"/>
          </ac:spMkLst>
        </pc:spChg>
        <pc:spChg chg="del">
          <ac:chgData name="Dr Parag D. Pawar" userId="45f730c0-1703-4ce0-909b-efb17736071d" providerId="ADAL" clId="{629D698C-9F10-422F-9730-D8DB01D503EC}" dt="2026-02-10T02:23:37.719" v="1012" actId="478"/>
          <ac:spMkLst>
            <pc:docMk/>
            <pc:sldMk cId="559130926" sldId="350"/>
            <ac:spMk id="32" creationId="{83188A57-99B1-6737-CBEE-B02C6E1DDCCB}"/>
          </ac:spMkLst>
        </pc:spChg>
        <pc:spChg chg="mod">
          <ac:chgData name="Dr Parag D. Pawar" userId="45f730c0-1703-4ce0-909b-efb17736071d" providerId="ADAL" clId="{629D698C-9F10-422F-9730-D8DB01D503EC}" dt="2026-02-10T02:35:27.328" v="1045" actId="207"/>
          <ac:spMkLst>
            <pc:docMk/>
            <pc:sldMk cId="559130926" sldId="350"/>
            <ac:spMk id="41" creationId="{0DE0E1CE-874D-839E-A95B-9C2BBC8D1759}"/>
          </ac:spMkLst>
        </pc:spChg>
        <pc:spChg chg="mod">
          <ac:chgData name="Dr Parag D. Pawar" userId="45f730c0-1703-4ce0-909b-efb17736071d" providerId="ADAL" clId="{629D698C-9F10-422F-9730-D8DB01D503EC}" dt="2026-02-10T02:35:25.670" v="1044" actId="207"/>
          <ac:spMkLst>
            <pc:docMk/>
            <pc:sldMk cId="559130926" sldId="350"/>
            <ac:spMk id="43" creationId="{322655E3-69FD-9C4F-7592-E7B3B4852D12}"/>
          </ac:spMkLst>
        </pc:spChg>
        <pc:spChg chg="mod">
          <ac:chgData name="Dr Parag D. Pawar" userId="45f730c0-1703-4ce0-909b-efb17736071d" providerId="ADAL" clId="{629D698C-9F10-422F-9730-D8DB01D503EC}" dt="2026-02-10T02:35:12.395" v="1039" actId="207"/>
          <ac:spMkLst>
            <pc:docMk/>
            <pc:sldMk cId="559130926" sldId="350"/>
            <ac:spMk id="92" creationId="{5850C218-A46A-6B95-3B5E-7B5CE319D884}"/>
          </ac:spMkLst>
        </pc:spChg>
        <pc:spChg chg="mod">
          <ac:chgData name="Dr Parag D. Pawar" userId="45f730c0-1703-4ce0-909b-efb17736071d" providerId="ADAL" clId="{629D698C-9F10-422F-9730-D8DB01D503EC}" dt="2026-02-10T02:35:14.949" v="1040" actId="207"/>
          <ac:spMkLst>
            <pc:docMk/>
            <pc:sldMk cId="559130926" sldId="350"/>
            <ac:spMk id="93" creationId="{67F096C1-D875-BFA0-D747-724FC7F6562F}"/>
          </ac:spMkLst>
        </pc:spChg>
        <pc:spChg chg="mod">
          <ac:chgData name="Dr Parag D. Pawar" userId="45f730c0-1703-4ce0-909b-efb17736071d" providerId="ADAL" clId="{629D698C-9F10-422F-9730-D8DB01D503EC}" dt="2026-02-10T02:35:16.940" v="1041" actId="207"/>
          <ac:spMkLst>
            <pc:docMk/>
            <pc:sldMk cId="559130926" sldId="350"/>
            <ac:spMk id="94" creationId="{71135E70-1A6F-5472-5E03-99B86B6A845E}"/>
          </ac:spMkLst>
        </pc:spChg>
        <pc:spChg chg="mod">
          <ac:chgData name="Dr Parag D. Pawar" userId="45f730c0-1703-4ce0-909b-efb17736071d" providerId="ADAL" clId="{629D698C-9F10-422F-9730-D8DB01D503EC}" dt="2026-02-10T02:35:18.633" v="1042" actId="207"/>
          <ac:spMkLst>
            <pc:docMk/>
            <pc:sldMk cId="559130926" sldId="350"/>
            <ac:spMk id="95" creationId="{C59EC99C-4982-8CF5-7AC1-BED346EC7905}"/>
          </ac:spMkLst>
        </pc:spChg>
        <pc:spChg chg="mod">
          <ac:chgData name="Dr Parag D. Pawar" userId="45f730c0-1703-4ce0-909b-efb17736071d" providerId="ADAL" clId="{629D698C-9F10-422F-9730-D8DB01D503EC}" dt="2026-02-10T02:35:20.113" v="1043" actId="207"/>
          <ac:spMkLst>
            <pc:docMk/>
            <pc:sldMk cId="559130926" sldId="350"/>
            <ac:spMk id="96" creationId="{9663E3B8-AF9B-BAF4-2E48-2A8DD995C503}"/>
          </ac:spMkLst>
        </pc:spChg>
      </pc:sldChg>
      <pc:sldChg chg="addSp modSp mod modAnim">
        <pc:chgData name="Dr Parag D. Pawar" userId="45f730c0-1703-4ce0-909b-efb17736071d" providerId="ADAL" clId="{629D698C-9F10-422F-9730-D8DB01D503EC}" dt="2026-02-05T12:48:42.233" v="26"/>
        <pc:sldMkLst>
          <pc:docMk/>
          <pc:sldMk cId="514428809" sldId="352"/>
        </pc:sldMkLst>
        <pc:spChg chg="add mod">
          <ac:chgData name="Dr Parag D. Pawar" userId="45f730c0-1703-4ce0-909b-efb17736071d" providerId="ADAL" clId="{629D698C-9F10-422F-9730-D8DB01D503EC}" dt="2026-02-05T12:48:31.992" v="23" actId="114"/>
          <ac:spMkLst>
            <pc:docMk/>
            <pc:sldMk cId="514428809" sldId="352"/>
            <ac:spMk id="8" creationId="{80B8F2EE-24D9-8CBB-BC90-B8FA357DAB4A}"/>
          </ac:spMkLst>
        </pc:spChg>
      </pc:sldChg>
      <pc:sldChg chg="addSp delSp modSp mod addAnim delAnim modAnim">
        <pc:chgData name="Dr Parag D. Pawar" userId="45f730c0-1703-4ce0-909b-efb17736071d" providerId="ADAL" clId="{629D698C-9F10-422F-9730-D8DB01D503EC}" dt="2026-02-09T11:59:35.541" v="335" actId="692"/>
        <pc:sldMkLst>
          <pc:docMk/>
          <pc:sldMk cId="1120788404" sldId="354"/>
        </pc:sldMkLst>
        <pc:spChg chg="add mod">
          <ac:chgData name="Dr Parag D. Pawar" userId="45f730c0-1703-4ce0-909b-efb17736071d" providerId="ADAL" clId="{629D698C-9F10-422F-9730-D8DB01D503EC}" dt="2026-02-09T11:13:08.917" v="219" actId="20577"/>
          <ac:spMkLst>
            <pc:docMk/>
            <pc:sldMk cId="1120788404" sldId="354"/>
            <ac:spMk id="3" creationId="{C4F9BD5B-5817-2D5B-257E-826381739A9E}"/>
          </ac:spMkLst>
        </pc:spChg>
        <pc:spChg chg="mod topLvl">
          <ac:chgData name="Dr Parag D. Pawar" userId="45f730c0-1703-4ce0-909b-efb17736071d" providerId="ADAL" clId="{629D698C-9F10-422F-9730-D8DB01D503EC}" dt="2026-02-09T11:22:40.523" v="249" actId="165"/>
          <ac:spMkLst>
            <pc:docMk/>
            <pc:sldMk cId="1120788404" sldId="354"/>
            <ac:spMk id="4" creationId="{D47F81E6-AD53-2D2D-2B84-E380F4C7535C}"/>
          </ac:spMkLst>
        </pc:spChg>
        <pc:spChg chg="mod topLvl">
          <ac:chgData name="Dr Parag D. Pawar" userId="45f730c0-1703-4ce0-909b-efb17736071d" providerId="ADAL" clId="{629D698C-9F10-422F-9730-D8DB01D503EC}" dt="2026-02-09T11:22:35.395" v="248" actId="165"/>
          <ac:spMkLst>
            <pc:docMk/>
            <pc:sldMk cId="1120788404" sldId="354"/>
            <ac:spMk id="5" creationId="{28889401-DBCA-3B36-8970-E6D5042C1750}"/>
          </ac:spMkLst>
        </pc:spChg>
        <pc:spChg chg="add mod">
          <ac:chgData name="Dr Parag D. Pawar" userId="45f730c0-1703-4ce0-909b-efb17736071d" providerId="ADAL" clId="{629D698C-9F10-422F-9730-D8DB01D503EC}" dt="2026-02-09T11:15:37.944" v="220" actId="14100"/>
          <ac:spMkLst>
            <pc:docMk/>
            <pc:sldMk cId="1120788404" sldId="354"/>
            <ac:spMk id="7" creationId="{F9DD2E13-9CCA-D0BA-62CE-AAEB1CDEA107}"/>
          </ac:spMkLst>
        </pc:spChg>
        <pc:spChg chg="add mod">
          <ac:chgData name="Dr Parag D. Pawar" userId="45f730c0-1703-4ce0-909b-efb17736071d" providerId="ADAL" clId="{629D698C-9F10-422F-9730-D8DB01D503EC}" dt="2026-02-09T11:09:48.975" v="204" actId="1076"/>
          <ac:spMkLst>
            <pc:docMk/>
            <pc:sldMk cId="1120788404" sldId="354"/>
            <ac:spMk id="8" creationId="{9F43316B-B665-3D51-886B-BD6E2E2E0637}"/>
          </ac:spMkLst>
        </pc:spChg>
        <pc:spChg chg="add mod">
          <ac:chgData name="Dr Parag D. Pawar" userId="45f730c0-1703-4ce0-909b-efb17736071d" providerId="ADAL" clId="{629D698C-9F10-422F-9730-D8DB01D503EC}" dt="2026-02-09T11:10:13.623" v="213" actId="14100"/>
          <ac:spMkLst>
            <pc:docMk/>
            <pc:sldMk cId="1120788404" sldId="354"/>
            <ac:spMk id="9" creationId="{3360516D-65C2-8637-33A6-69A4A30528BF}"/>
          </ac:spMkLst>
        </pc:spChg>
        <pc:spChg chg="add mod">
          <ac:chgData name="Dr Parag D. Pawar" userId="45f730c0-1703-4ce0-909b-efb17736071d" providerId="ADAL" clId="{629D698C-9F10-422F-9730-D8DB01D503EC}" dt="2026-02-09T11:59:35.541" v="335" actId="692"/>
          <ac:spMkLst>
            <pc:docMk/>
            <pc:sldMk cId="1120788404" sldId="354"/>
            <ac:spMk id="10" creationId="{81408CBC-2A41-FABA-1111-FD0F1C0418FE}"/>
          </ac:spMkLst>
        </pc:spChg>
        <pc:spChg chg="add mod">
          <ac:chgData name="Dr Parag D. Pawar" userId="45f730c0-1703-4ce0-909b-efb17736071d" providerId="ADAL" clId="{629D698C-9F10-422F-9730-D8DB01D503EC}" dt="2026-02-09T11:08:56.858" v="169"/>
          <ac:spMkLst>
            <pc:docMk/>
            <pc:sldMk cId="1120788404" sldId="354"/>
            <ac:spMk id="11" creationId="{C787C017-97C8-576A-826D-55887CD5CB7A}"/>
          </ac:spMkLst>
        </pc:spChg>
        <pc:spChg chg="del mod topLvl">
          <ac:chgData name="Dr Parag D. Pawar" userId="45f730c0-1703-4ce0-909b-efb17736071d" providerId="ADAL" clId="{629D698C-9F10-422F-9730-D8DB01D503EC}" dt="2026-02-09T11:32:39.760" v="293" actId="478"/>
          <ac:spMkLst>
            <pc:docMk/>
            <pc:sldMk cId="1120788404" sldId="354"/>
            <ac:spMk id="13" creationId="{D9E70C07-4030-EBB9-B260-900FAF36234C}"/>
          </ac:spMkLst>
        </pc:spChg>
        <pc:spChg chg="mod topLvl">
          <ac:chgData name="Dr Parag D. Pawar" userId="45f730c0-1703-4ce0-909b-efb17736071d" providerId="ADAL" clId="{629D698C-9F10-422F-9730-D8DB01D503EC}" dt="2026-02-09T11:22:40.523" v="249" actId="165"/>
          <ac:spMkLst>
            <pc:docMk/>
            <pc:sldMk cId="1120788404" sldId="354"/>
            <ac:spMk id="14" creationId="{4D3A5B53-5B32-5BF2-4570-22C0F39D408E}"/>
          </ac:spMkLst>
        </pc:spChg>
        <pc:spChg chg="mod topLvl">
          <ac:chgData name="Dr Parag D. Pawar" userId="45f730c0-1703-4ce0-909b-efb17736071d" providerId="ADAL" clId="{629D698C-9F10-422F-9730-D8DB01D503EC}" dt="2026-02-09T11:53:50.506" v="314" actId="1076"/>
          <ac:spMkLst>
            <pc:docMk/>
            <pc:sldMk cId="1120788404" sldId="354"/>
            <ac:spMk id="22" creationId="{BD855604-DAE4-453D-426F-B823140D640D}"/>
          </ac:spMkLst>
        </pc:spChg>
        <pc:spChg chg="mod topLvl">
          <ac:chgData name="Dr Parag D. Pawar" userId="45f730c0-1703-4ce0-909b-efb17736071d" providerId="ADAL" clId="{629D698C-9F10-422F-9730-D8DB01D503EC}" dt="2026-02-09T11:22:40.523" v="249" actId="165"/>
          <ac:spMkLst>
            <pc:docMk/>
            <pc:sldMk cId="1120788404" sldId="354"/>
            <ac:spMk id="23" creationId="{09617C6D-9C4A-F9BD-BFC8-CCF27D87B551}"/>
          </ac:spMkLst>
        </pc:spChg>
        <pc:spChg chg="mod topLvl">
          <ac:chgData name="Dr Parag D. Pawar" userId="45f730c0-1703-4ce0-909b-efb17736071d" providerId="ADAL" clId="{629D698C-9F10-422F-9730-D8DB01D503EC}" dt="2026-02-09T11:22:35.395" v="248" actId="165"/>
          <ac:spMkLst>
            <pc:docMk/>
            <pc:sldMk cId="1120788404" sldId="354"/>
            <ac:spMk id="24" creationId="{471B3ED1-8886-B6F5-8769-A4149CC25502}"/>
          </ac:spMkLst>
        </pc:spChg>
        <pc:spChg chg="mod topLvl">
          <ac:chgData name="Dr Parag D. Pawar" userId="45f730c0-1703-4ce0-909b-efb17736071d" providerId="ADAL" clId="{629D698C-9F10-422F-9730-D8DB01D503EC}" dt="2026-02-09T11:22:35.395" v="248" actId="165"/>
          <ac:spMkLst>
            <pc:docMk/>
            <pc:sldMk cId="1120788404" sldId="354"/>
            <ac:spMk id="25" creationId="{5E2EBAA9-D48F-E149-EBF1-18E163709EDB}"/>
          </ac:spMkLst>
        </pc:spChg>
        <pc:spChg chg="mod topLvl">
          <ac:chgData name="Dr Parag D. Pawar" userId="45f730c0-1703-4ce0-909b-efb17736071d" providerId="ADAL" clId="{629D698C-9F10-422F-9730-D8DB01D503EC}" dt="2026-02-09T11:22:35.395" v="248" actId="165"/>
          <ac:spMkLst>
            <pc:docMk/>
            <pc:sldMk cId="1120788404" sldId="354"/>
            <ac:spMk id="28" creationId="{F98A97FB-C2F1-1F48-B154-2BB55BAA7757}"/>
          </ac:spMkLst>
        </pc:spChg>
        <pc:spChg chg="mod topLvl">
          <ac:chgData name="Dr Parag D. Pawar" userId="45f730c0-1703-4ce0-909b-efb17736071d" providerId="ADAL" clId="{629D698C-9F10-422F-9730-D8DB01D503EC}" dt="2026-02-09T11:22:35.395" v="248" actId="165"/>
          <ac:spMkLst>
            <pc:docMk/>
            <pc:sldMk cId="1120788404" sldId="354"/>
            <ac:spMk id="29" creationId="{01F623F0-6A7A-00C7-985C-E96CCC4BF434}"/>
          </ac:spMkLst>
        </pc:spChg>
        <pc:spChg chg="mod topLvl">
          <ac:chgData name="Dr Parag D. Pawar" userId="45f730c0-1703-4ce0-909b-efb17736071d" providerId="ADAL" clId="{629D698C-9F10-422F-9730-D8DB01D503EC}" dt="2026-02-09T11:27:05.283" v="266" actId="1076"/>
          <ac:spMkLst>
            <pc:docMk/>
            <pc:sldMk cId="1120788404" sldId="354"/>
            <ac:spMk id="33" creationId="{44BCB59B-A0D8-E070-85A7-97FDAD541FA3}"/>
          </ac:spMkLst>
        </pc:spChg>
        <pc:spChg chg="mod topLvl">
          <ac:chgData name="Dr Parag D. Pawar" userId="45f730c0-1703-4ce0-909b-efb17736071d" providerId="ADAL" clId="{629D698C-9F10-422F-9730-D8DB01D503EC}" dt="2026-02-09T11:27:09.333" v="268" actId="1076"/>
          <ac:spMkLst>
            <pc:docMk/>
            <pc:sldMk cId="1120788404" sldId="354"/>
            <ac:spMk id="35" creationId="{95BAE0A5-F453-E152-4392-F780F8DD8D01}"/>
          </ac:spMkLst>
        </pc:spChg>
        <pc:spChg chg="mod topLvl">
          <ac:chgData name="Dr Parag D. Pawar" userId="45f730c0-1703-4ce0-909b-efb17736071d" providerId="ADAL" clId="{629D698C-9F10-422F-9730-D8DB01D503EC}" dt="2026-02-09T11:29:33.926" v="281" actId="1076"/>
          <ac:spMkLst>
            <pc:docMk/>
            <pc:sldMk cId="1120788404" sldId="354"/>
            <ac:spMk id="39" creationId="{862F0B82-F06B-887A-7F76-340C2AA98787}"/>
          </ac:spMkLst>
        </pc:spChg>
        <pc:spChg chg="mod topLvl">
          <ac:chgData name="Dr Parag D. Pawar" userId="45f730c0-1703-4ce0-909b-efb17736071d" providerId="ADAL" clId="{629D698C-9F10-422F-9730-D8DB01D503EC}" dt="2026-02-09T11:29:26.803" v="279" actId="1076"/>
          <ac:spMkLst>
            <pc:docMk/>
            <pc:sldMk cId="1120788404" sldId="354"/>
            <ac:spMk id="41" creationId="{94298A48-3658-C7A7-C639-FA164EEE5DFE}"/>
          </ac:spMkLst>
        </pc:spChg>
        <pc:spChg chg="mod topLvl">
          <ac:chgData name="Dr Parag D. Pawar" userId="45f730c0-1703-4ce0-909b-efb17736071d" providerId="ADAL" clId="{629D698C-9F10-422F-9730-D8DB01D503EC}" dt="2026-02-09T11:54:53.204" v="319" actId="165"/>
          <ac:spMkLst>
            <pc:docMk/>
            <pc:sldMk cId="1120788404" sldId="354"/>
            <ac:spMk id="49" creationId="{91136D53-24D6-4538-4830-FBA0C032C7DC}"/>
          </ac:spMkLst>
        </pc:spChg>
        <pc:spChg chg="mod topLvl">
          <ac:chgData name="Dr Parag D. Pawar" userId="45f730c0-1703-4ce0-909b-efb17736071d" providerId="ADAL" clId="{629D698C-9F10-422F-9730-D8DB01D503EC}" dt="2026-02-09T11:54:56.039" v="320" actId="165"/>
          <ac:spMkLst>
            <pc:docMk/>
            <pc:sldMk cId="1120788404" sldId="354"/>
            <ac:spMk id="51" creationId="{79D1CD28-00E6-1523-C54C-8E9935813D91}"/>
          </ac:spMkLst>
        </pc:spChg>
        <pc:spChg chg="mod">
          <ac:chgData name="Dr Parag D. Pawar" userId="45f730c0-1703-4ce0-909b-efb17736071d" providerId="ADAL" clId="{629D698C-9F10-422F-9730-D8DB01D503EC}" dt="2026-02-09T11:33:06.603" v="301" actId="113"/>
          <ac:spMkLst>
            <pc:docMk/>
            <pc:sldMk cId="1120788404" sldId="354"/>
            <ac:spMk id="54" creationId="{6CC0DAE3-EC83-28D6-057A-E2E326AA57D2}"/>
          </ac:spMkLst>
        </pc:spChg>
        <pc:spChg chg="mod">
          <ac:chgData name="Dr Parag D. Pawar" userId="45f730c0-1703-4ce0-909b-efb17736071d" providerId="ADAL" clId="{629D698C-9F10-422F-9730-D8DB01D503EC}" dt="2026-02-09T11:21:12.581" v="236" actId="1036"/>
          <ac:spMkLst>
            <pc:docMk/>
            <pc:sldMk cId="1120788404" sldId="354"/>
            <ac:spMk id="61" creationId="{15BC76E7-0195-EBBD-87B0-EACE292D2437}"/>
          </ac:spMkLst>
        </pc:spChg>
        <pc:spChg chg="mod">
          <ac:chgData name="Dr Parag D. Pawar" userId="45f730c0-1703-4ce0-909b-efb17736071d" providerId="ADAL" clId="{629D698C-9F10-422F-9730-D8DB01D503EC}" dt="2026-02-09T11:21:12.581" v="236" actId="1036"/>
          <ac:spMkLst>
            <pc:docMk/>
            <pc:sldMk cId="1120788404" sldId="354"/>
            <ac:spMk id="62" creationId="{C0180227-369B-B598-1169-35D55599097D}"/>
          </ac:spMkLst>
        </pc:spChg>
        <pc:spChg chg="mod">
          <ac:chgData name="Dr Parag D. Pawar" userId="45f730c0-1703-4ce0-909b-efb17736071d" providerId="ADAL" clId="{629D698C-9F10-422F-9730-D8DB01D503EC}" dt="2026-02-09T11:21:12.581" v="236" actId="1036"/>
          <ac:spMkLst>
            <pc:docMk/>
            <pc:sldMk cId="1120788404" sldId="354"/>
            <ac:spMk id="64" creationId="{05E3F676-E69F-3794-64F0-820D7AE554EE}"/>
          </ac:spMkLst>
        </pc:spChg>
        <pc:spChg chg="mod">
          <ac:chgData name="Dr Parag D. Pawar" userId="45f730c0-1703-4ce0-909b-efb17736071d" providerId="ADAL" clId="{629D698C-9F10-422F-9730-D8DB01D503EC}" dt="2026-02-09T11:33:06.603" v="301" actId="113"/>
          <ac:spMkLst>
            <pc:docMk/>
            <pc:sldMk cId="1120788404" sldId="354"/>
            <ac:spMk id="67" creationId="{3D0A712F-7F02-E77D-24F5-6C66B426D2B2}"/>
          </ac:spMkLst>
        </pc:spChg>
        <pc:spChg chg="mod">
          <ac:chgData name="Dr Parag D. Pawar" userId="45f730c0-1703-4ce0-909b-efb17736071d" providerId="ADAL" clId="{629D698C-9F10-422F-9730-D8DB01D503EC}" dt="2026-02-09T11:33:06.603" v="301" actId="113"/>
          <ac:spMkLst>
            <pc:docMk/>
            <pc:sldMk cId="1120788404" sldId="354"/>
            <ac:spMk id="69" creationId="{8FF6D92B-A3A3-8438-EEB5-10335E6AEAE1}"/>
          </ac:spMkLst>
        </pc:spChg>
        <pc:spChg chg="mod">
          <ac:chgData name="Dr Parag D. Pawar" userId="45f730c0-1703-4ce0-909b-efb17736071d" providerId="ADAL" clId="{629D698C-9F10-422F-9730-D8DB01D503EC}" dt="2026-02-09T11:21:12.581" v="236" actId="1036"/>
          <ac:spMkLst>
            <pc:docMk/>
            <pc:sldMk cId="1120788404" sldId="354"/>
            <ac:spMk id="83" creationId="{350C913F-DC21-5B41-6411-AD95C2391819}"/>
          </ac:spMkLst>
        </pc:spChg>
        <pc:spChg chg="mod">
          <ac:chgData name="Dr Parag D. Pawar" userId="45f730c0-1703-4ce0-909b-efb17736071d" providerId="ADAL" clId="{629D698C-9F10-422F-9730-D8DB01D503EC}" dt="2026-02-09T11:21:12.581" v="236" actId="1036"/>
          <ac:spMkLst>
            <pc:docMk/>
            <pc:sldMk cId="1120788404" sldId="354"/>
            <ac:spMk id="84" creationId="{229FDAD7-3347-DB2F-BBBC-B8B6E9778B3B}"/>
          </ac:spMkLst>
        </pc:spChg>
        <pc:spChg chg="mod">
          <ac:chgData name="Dr Parag D. Pawar" userId="45f730c0-1703-4ce0-909b-efb17736071d" providerId="ADAL" clId="{629D698C-9F10-422F-9730-D8DB01D503EC}" dt="2026-02-09T11:21:12.581" v="236" actId="1036"/>
          <ac:spMkLst>
            <pc:docMk/>
            <pc:sldMk cId="1120788404" sldId="354"/>
            <ac:spMk id="85" creationId="{D3EC491F-F8EE-1D4D-0C35-978E4C4A85E6}"/>
          </ac:spMkLst>
        </pc:spChg>
        <pc:spChg chg="mod">
          <ac:chgData name="Dr Parag D. Pawar" userId="45f730c0-1703-4ce0-909b-efb17736071d" providerId="ADAL" clId="{629D698C-9F10-422F-9730-D8DB01D503EC}" dt="2026-02-09T11:21:12.581" v="236" actId="1036"/>
          <ac:spMkLst>
            <pc:docMk/>
            <pc:sldMk cId="1120788404" sldId="354"/>
            <ac:spMk id="86" creationId="{23338C87-B1DD-8DAF-4A2B-03F00A69099C}"/>
          </ac:spMkLst>
        </pc:spChg>
        <pc:spChg chg="mod">
          <ac:chgData name="Dr Parag D. Pawar" userId="45f730c0-1703-4ce0-909b-efb17736071d" providerId="ADAL" clId="{629D698C-9F10-422F-9730-D8DB01D503EC}" dt="2026-02-09T11:08:04.092" v="161" actId="14100"/>
          <ac:spMkLst>
            <pc:docMk/>
            <pc:sldMk cId="1120788404" sldId="354"/>
            <ac:spMk id="88" creationId="{2631AFBD-0185-AA1E-06F5-E6F1C2FF8EDB}"/>
          </ac:spMkLst>
        </pc:spChg>
        <pc:spChg chg="mod">
          <ac:chgData name="Dr Parag D. Pawar" userId="45f730c0-1703-4ce0-909b-efb17736071d" providerId="ADAL" clId="{629D698C-9F10-422F-9730-D8DB01D503EC}" dt="2026-02-09T11:08:38.305" v="167" actId="1076"/>
          <ac:spMkLst>
            <pc:docMk/>
            <pc:sldMk cId="1120788404" sldId="354"/>
            <ac:spMk id="89" creationId="{E4464AE2-A8A8-B3F4-FC6B-48CFBBDC8E89}"/>
          </ac:spMkLst>
        </pc:spChg>
        <pc:grpChg chg="del">
          <ac:chgData name="Dr Parag D. Pawar" userId="45f730c0-1703-4ce0-909b-efb17736071d" providerId="ADAL" clId="{629D698C-9F10-422F-9730-D8DB01D503EC}" dt="2026-02-09T11:22:35.395" v="248" actId="165"/>
          <ac:grpSpMkLst>
            <pc:docMk/>
            <pc:sldMk cId="1120788404" sldId="354"/>
            <ac:grpSpMk id="6" creationId="{9ADF5900-1EFD-4754-14F2-494BB3B5275D}"/>
          </ac:grpSpMkLst>
        </pc:grpChg>
        <pc:grpChg chg="del">
          <ac:chgData name="Dr Parag D. Pawar" userId="45f730c0-1703-4ce0-909b-efb17736071d" providerId="ADAL" clId="{629D698C-9F10-422F-9730-D8DB01D503EC}" dt="2026-02-09T11:22:40.523" v="249" actId="165"/>
          <ac:grpSpMkLst>
            <pc:docMk/>
            <pc:sldMk cId="1120788404" sldId="354"/>
            <ac:grpSpMk id="30" creationId="{76A660F5-A091-8E22-3449-49B45957D3A2}"/>
          </ac:grpSpMkLst>
        </pc:grpChg>
        <pc:grpChg chg="del">
          <ac:chgData name="Dr Parag D. Pawar" userId="45f730c0-1703-4ce0-909b-efb17736071d" providerId="ADAL" clId="{629D698C-9F10-422F-9730-D8DB01D503EC}" dt="2026-02-09T11:26:57.091" v="263" actId="165"/>
          <ac:grpSpMkLst>
            <pc:docMk/>
            <pc:sldMk cId="1120788404" sldId="354"/>
            <ac:grpSpMk id="55" creationId="{08C70A32-B53A-0E24-EFE7-5027E899EDEB}"/>
          </ac:grpSpMkLst>
        </pc:grpChg>
        <pc:grpChg chg="del">
          <ac:chgData name="Dr Parag D. Pawar" userId="45f730c0-1703-4ce0-909b-efb17736071d" providerId="ADAL" clId="{629D698C-9F10-422F-9730-D8DB01D503EC}" dt="2026-02-09T11:26:59.901" v="264" actId="165"/>
          <ac:grpSpMkLst>
            <pc:docMk/>
            <pc:sldMk cId="1120788404" sldId="354"/>
            <ac:grpSpMk id="56" creationId="{5D1FE3AD-6A54-FD42-83F1-7B46659DF3D9}"/>
          </ac:grpSpMkLst>
        </pc:grpChg>
        <pc:grpChg chg="del">
          <ac:chgData name="Dr Parag D. Pawar" userId="45f730c0-1703-4ce0-909b-efb17736071d" providerId="ADAL" clId="{629D698C-9F10-422F-9730-D8DB01D503EC}" dt="2026-02-09T11:29:29.327" v="280" actId="165"/>
          <ac:grpSpMkLst>
            <pc:docMk/>
            <pc:sldMk cId="1120788404" sldId="354"/>
            <ac:grpSpMk id="57" creationId="{DC0CFF28-F011-4E76-14CF-1C866DA3E625}"/>
          </ac:grpSpMkLst>
        </pc:grpChg>
        <pc:grpChg chg="del">
          <ac:chgData name="Dr Parag D. Pawar" userId="45f730c0-1703-4ce0-909b-efb17736071d" providerId="ADAL" clId="{629D698C-9F10-422F-9730-D8DB01D503EC}" dt="2026-02-09T11:29:07.690" v="273" actId="165"/>
          <ac:grpSpMkLst>
            <pc:docMk/>
            <pc:sldMk cId="1120788404" sldId="354"/>
            <ac:grpSpMk id="58" creationId="{D8ABDFF5-9FB4-CC3D-68DC-3A2C2A22D528}"/>
          </ac:grpSpMkLst>
        </pc:grpChg>
        <pc:grpChg chg="del">
          <ac:chgData name="Dr Parag D. Pawar" userId="45f730c0-1703-4ce0-909b-efb17736071d" providerId="ADAL" clId="{629D698C-9F10-422F-9730-D8DB01D503EC}" dt="2026-02-09T11:54:53.204" v="319" actId="165"/>
          <ac:grpSpMkLst>
            <pc:docMk/>
            <pc:sldMk cId="1120788404" sldId="354"/>
            <ac:grpSpMk id="59" creationId="{3E022AF8-B2BF-F78A-401D-35867FBBA784}"/>
          </ac:grpSpMkLst>
        </pc:grpChg>
        <pc:grpChg chg="del">
          <ac:chgData name="Dr Parag D. Pawar" userId="45f730c0-1703-4ce0-909b-efb17736071d" providerId="ADAL" clId="{629D698C-9F10-422F-9730-D8DB01D503EC}" dt="2026-02-09T11:54:56.039" v="320" actId="165"/>
          <ac:grpSpMkLst>
            <pc:docMk/>
            <pc:sldMk cId="1120788404" sldId="354"/>
            <ac:grpSpMk id="60" creationId="{358AC45A-65EF-3096-1290-BD8BC0BE2AA2}"/>
          </ac:grpSpMkLst>
        </pc:grpChg>
        <pc:cxnChg chg="mod topLvl">
          <ac:chgData name="Dr Parag D. Pawar" userId="45f730c0-1703-4ce0-909b-efb17736071d" providerId="ADAL" clId="{629D698C-9F10-422F-9730-D8DB01D503EC}" dt="2026-02-09T11:32:39.760" v="293" actId="478"/>
          <ac:cxnSpMkLst>
            <pc:docMk/>
            <pc:sldMk cId="1120788404" sldId="354"/>
            <ac:cxnSpMk id="15" creationId="{B67FA519-8D4D-9465-AF81-A06D4158451E}"/>
          </ac:cxnSpMkLst>
        </pc:cxnChg>
        <pc:cxnChg chg="mod topLvl">
          <ac:chgData name="Dr Parag D. Pawar" userId="45f730c0-1703-4ce0-909b-efb17736071d" providerId="ADAL" clId="{629D698C-9F10-422F-9730-D8DB01D503EC}" dt="2026-02-09T11:22:40.523" v="249" actId="165"/>
          <ac:cxnSpMkLst>
            <pc:docMk/>
            <pc:sldMk cId="1120788404" sldId="354"/>
            <ac:cxnSpMk id="18" creationId="{12C9E62F-5815-D525-2397-3194DE7551B0}"/>
          </ac:cxnSpMkLst>
        </pc:cxnChg>
        <pc:cxnChg chg="add">
          <ac:chgData name="Dr Parag D. Pawar" userId="45f730c0-1703-4ce0-909b-efb17736071d" providerId="ADAL" clId="{629D698C-9F10-422F-9730-D8DB01D503EC}" dt="2026-02-09T11:09:07.362" v="172" actId="11529"/>
          <ac:cxnSpMkLst>
            <pc:docMk/>
            <pc:sldMk cId="1120788404" sldId="354"/>
            <ac:cxnSpMk id="19" creationId="{4A8F0DC2-0C9C-9F7D-C476-6D792730A202}"/>
          </ac:cxnSpMkLst>
        </pc:cxnChg>
        <pc:cxnChg chg="add mod">
          <ac:chgData name="Dr Parag D. Pawar" userId="45f730c0-1703-4ce0-909b-efb17736071d" providerId="ADAL" clId="{629D698C-9F10-422F-9730-D8DB01D503EC}" dt="2026-02-09T11:21:22.549" v="240" actId="14100"/>
          <ac:cxnSpMkLst>
            <pc:docMk/>
            <pc:sldMk cId="1120788404" sldId="354"/>
            <ac:cxnSpMk id="20" creationId="{B011D759-8522-67FD-7F3D-A8FA31B93970}"/>
          </ac:cxnSpMkLst>
        </pc:cxnChg>
        <pc:cxnChg chg="mod topLvl">
          <ac:chgData name="Dr Parag D. Pawar" userId="45f730c0-1703-4ce0-909b-efb17736071d" providerId="ADAL" clId="{629D698C-9F10-422F-9730-D8DB01D503EC}" dt="2026-02-09T11:22:35.395" v="248" actId="165"/>
          <ac:cxnSpMkLst>
            <pc:docMk/>
            <pc:sldMk cId="1120788404" sldId="354"/>
            <ac:cxnSpMk id="26" creationId="{3262854A-5528-F7F6-0404-1069568DAF17}"/>
          </ac:cxnSpMkLst>
        </pc:cxnChg>
        <pc:cxnChg chg="mod topLvl">
          <ac:chgData name="Dr Parag D. Pawar" userId="45f730c0-1703-4ce0-909b-efb17736071d" providerId="ADAL" clId="{629D698C-9F10-422F-9730-D8DB01D503EC}" dt="2026-02-09T11:22:35.395" v="248" actId="165"/>
          <ac:cxnSpMkLst>
            <pc:docMk/>
            <pc:sldMk cId="1120788404" sldId="354"/>
            <ac:cxnSpMk id="27" creationId="{8C287A0F-1B72-862D-EAA6-B824D2259ACE}"/>
          </ac:cxnSpMkLst>
        </pc:cxnChg>
        <pc:cxnChg chg="mod topLvl">
          <ac:chgData name="Dr Parag D. Pawar" userId="45f730c0-1703-4ce0-909b-efb17736071d" providerId="ADAL" clId="{629D698C-9F10-422F-9730-D8DB01D503EC}" dt="2026-02-09T11:26:57.091" v="263" actId="165"/>
          <ac:cxnSpMkLst>
            <pc:docMk/>
            <pc:sldMk cId="1120788404" sldId="354"/>
            <ac:cxnSpMk id="32" creationId="{710A179A-A751-00D1-5DF3-A639414E89FC}"/>
          </ac:cxnSpMkLst>
        </pc:cxnChg>
        <pc:cxnChg chg="mod topLvl">
          <ac:chgData name="Dr Parag D. Pawar" userId="45f730c0-1703-4ce0-909b-efb17736071d" providerId="ADAL" clId="{629D698C-9F10-422F-9730-D8DB01D503EC}" dt="2026-02-09T11:26:59.901" v="264" actId="165"/>
          <ac:cxnSpMkLst>
            <pc:docMk/>
            <pc:sldMk cId="1120788404" sldId="354"/>
            <ac:cxnSpMk id="34" creationId="{5A474AB6-B933-C92D-45F8-370C556EB718}"/>
          </ac:cxnSpMkLst>
        </pc:cxnChg>
        <pc:cxnChg chg="add mod">
          <ac:chgData name="Dr Parag D. Pawar" userId="45f730c0-1703-4ce0-909b-efb17736071d" providerId="ADAL" clId="{629D698C-9F10-422F-9730-D8DB01D503EC}" dt="2026-02-09T11:21:36.919" v="247" actId="14100"/>
          <ac:cxnSpMkLst>
            <pc:docMk/>
            <pc:sldMk cId="1120788404" sldId="354"/>
            <ac:cxnSpMk id="36" creationId="{06BA3200-6643-0993-EC02-4B18DB1F18A8}"/>
          </ac:cxnSpMkLst>
        </pc:cxnChg>
        <pc:cxnChg chg="add mod">
          <ac:chgData name="Dr Parag D. Pawar" userId="45f730c0-1703-4ce0-909b-efb17736071d" providerId="ADAL" clId="{629D698C-9F10-422F-9730-D8DB01D503EC}" dt="2026-02-09T11:21:34.949" v="246" actId="14100"/>
          <ac:cxnSpMkLst>
            <pc:docMk/>
            <pc:sldMk cId="1120788404" sldId="354"/>
            <ac:cxnSpMk id="37" creationId="{A7C140A1-C49D-BA8D-EFC5-C9D2741A0E17}"/>
          </ac:cxnSpMkLst>
        </pc:cxnChg>
        <pc:cxnChg chg="mod topLvl">
          <ac:chgData name="Dr Parag D. Pawar" userId="45f730c0-1703-4ce0-909b-efb17736071d" providerId="ADAL" clId="{629D698C-9F10-422F-9730-D8DB01D503EC}" dt="2026-02-09T11:29:29.327" v="280" actId="165"/>
          <ac:cxnSpMkLst>
            <pc:docMk/>
            <pc:sldMk cId="1120788404" sldId="354"/>
            <ac:cxnSpMk id="38" creationId="{79D9A666-C81C-E86F-77AD-29E76091106E}"/>
          </ac:cxnSpMkLst>
        </pc:cxnChg>
        <pc:cxnChg chg="mod topLvl">
          <ac:chgData name="Dr Parag D. Pawar" userId="45f730c0-1703-4ce0-909b-efb17736071d" providerId="ADAL" clId="{629D698C-9F10-422F-9730-D8DB01D503EC}" dt="2026-02-09T11:29:12.519" v="275" actId="14100"/>
          <ac:cxnSpMkLst>
            <pc:docMk/>
            <pc:sldMk cId="1120788404" sldId="354"/>
            <ac:cxnSpMk id="40" creationId="{392F6910-C928-0CF3-A8FC-BB52F33B6B4A}"/>
          </ac:cxnSpMkLst>
        </pc:cxnChg>
        <pc:cxnChg chg="mod topLvl">
          <ac:chgData name="Dr Parag D. Pawar" userId="45f730c0-1703-4ce0-909b-efb17736071d" providerId="ADAL" clId="{629D698C-9F10-422F-9730-D8DB01D503EC}" dt="2026-02-09T11:54:53.204" v="319" actId="165"/>
          <ac:cxnSpMkLst>
            <pc:docMk/>
            <pc:sldMk cId="1120788404" sldId="354"/>
            <ac:cxnSpMk id="48" creationId="{82154B4D-77E4-B3F3-5EE1-2DB7CA36B568}"/>
          </ac:cxnSpMkLst>
        </pc:cxnChg>
        <pc:cxnChg chg="mod topLvl">
          <ac:chgData name="Dr Parag D. Pawar" userId="45f730c0-1703-4ce0-909b-efb17736071d" providerId="ADAL" clId="{629D698C-9F10-422F-9730-D8DB01D503EC}" dt="2026-02-09T11:54:56.039" v="320" actId="165"/>
          <ac:cxnSpMkLst>
            <pc:docMk/>
            <pc:sldMk cId="1120788404" sldId="354"/>
            <ac:cxnSpMk id="50" creationId="{373F0E45-31A6-F0BB-ABBF-4F731C3C21C2}"/>
          </ac:cxnSpMkLst>
        </pc:cxnChg>
      </pc:sldChg>
      <pc:sldChg chg="addAnim delAnim modAnim">
        <pc:chgData name="Dr Parag D. Pawar" userId="45f730c0-1703-4ce0-909b-efb17736071d" providerId="ADAL" clId="{629D698C-9F10-422F-9730-D8DB01D503EC}" dt="2026-02-06T04:34:21.546" v="65"/>
        <pc:sldMkLst>
          <pc:docMk/>
          <pc:sldMk cId="258745068" sldId="355"/>
        </pc:sldMkLst>
      </pc:sldChg>
      <pc:sldChg chg="addSp delSp modSp mod delAnim modAnim">
        <pc:chgData name="Dr Parag D. Pawar" userId="45f730c0-1703-4ce0-909b-efb17736071d" providerId="ADAL" clId="{629D698C-9F10-422F-9730-D8DB01D503EC}" dt="2026-02-10T09:43:04.725" v="1219"/>
        <pc:sldMkLst>
          <pc:docMk/>
          <pc:sldMk cId="3598540103" sldId="356"/>
        </pc:sldMkLst>
        <pc:picChg chg="add mod">
          <ac:chgData name="Dr Parag D. Pawar" userId="45f730c0-1703-4ce0-909b-efb17736071d" providerId="ADAL" clId="{629D698C-9F10-422F-9730-D8DB01D503EC}" dt="2026-02-10T09:42:37.525" v="1218"/>
          <ac:picMkLst>
            <pc:docMk/>
            <pc:sldMk cId="3598540103" sldId="356"/>
            <ac:picMk id="12" creationId="{ECCA7239-C494-9CAF-883B-701E36645450}"/>
          </ac:picMkLst>
        </pc:picChg>
        <pc:picChg chg="del">
          <ac:chgData name="Dr Parag D. Pawar" userId="45f730c0-1703-4ce0-909b-efb17736071d" providerId="ADAL" clId="{629D698C-9F10-422F-9730-D8DB01D503EC}" dt="2026-02-10T09:42:31.431" v="1217" actId="478"/>
          <ac:picMkLst>
            <pc:docMk/>
            <pc:sldMk cId="3598540103" sldId="356"/>
            <ac:picMk id="13" creationId="{07BC5EAB-1129-E120-8B1C-1CC9434270C9}"/>
          </ac:picMkLst>
        </pc:picChg>
      </pc:sldChg>
      <pc:sldChg chg="addSp delSp modSp mod">
        <pc:chgData name="Dr Parag D. Pawar" userId="45f730c0-1703-4ce0-909b-efb17736071d" providerId="ADAL" clId="{629D698C-9F10-422F-9730-D8DB01D503EC}" dt="2026-02-10T01:54:09.345" v="722" actId="21"/>
        <pc:sldMkLst>
          <pc:docMk/>
          <pc:sldMk cId="2801756945" sldId="359"/>
        </pc:sldMkLst>
        <pc:spChg chg="mod">
          <ac:chgData name="Dr Parag D. Pawar" userId="45f730c0-1703-4ce0-909b-efb17736071d" providerId="ADAL" clId="{629D698C-9F10-422F-9730-D8DB01D503EC}" dt="2026-02-10T01:51:46.441" v="471" actId="1076"/>
          <ac:spMkLst>
            <pc:docMk/>
            <pc:sldMk cId="2801756945" sldId="359"/>
            <ac:spMk id="2" creationId="{B1ECA3AD-C45B-966B-EE09-028DC95A27AD}"/>
          </ac:spMkLst>
        </pc:spChg>
        <pc:spChg chg="add del mod">
          <ac:chgData name="Dr Parag D. Pawar" userId="45f730c0-1703-4ce0-909b-efb17736071d" providerId="ADAL" clId="{629D698C-9F10-422F-9730-D8DB01D503EC}" dt="2026-02-10T01:54:09.345" v="722" actId="21"/>
          <ac:spMkLst>
            <pc:docMk/>
            <pc:sldMk cId="2801756945" sldId="359"/>
            <ac:spMk id="18" creationId="{EA837322-D6C2-5F54-75A6-30076010FBDB}"/>
          </ac:spMkLst>
        </pc:spChg>
        <pc:spChg chg="add del mod">
          <ac:chgData name="Dr Parag D. Pawar" userId="45f730c0-1703-4ce0-909b-efb17736071d" providerId="ADAL" clId="{629D698C-9F10-422F-9730-D8DB01D503EC}" dt="2026-02-10T01:51:43.995" v="469" actId="478"/>
          <ac:spMkLst>
            <pc:docMk/>
            <pc:sldMk cId="2801756945" sldId="359"/>
            <ac:spMk id="20" creationId="{C966B2B0-9930-A0FA-14B8-3D147B77209C}"/>
          </ac:spMkLst>
        </pc:spChg>
        <pc:spChg chg="add del mod">
          <ac:chgData name="Dr Parag D. Pawar" userId="45f730c0-1703-4ce0-909b-efb17736071d" providerId="ADAL" clId="{629D698C-9F10-422F-9730-D8DB01D503EC}" dt="2026-02-10T01:54:09.345" v="722" actId="21"/>
          <ac:spMkLst>
            <pc:docMk/>
            <pc:sldMk cId="2801756945" sldId="359"/>
            <ac:spMk id="22" creationId="{7D219A2C-64EE-0381-F13B-114B0F77F4CB}"/>
          </ac:spMkLst>
        </pc:spChg>
        <pc:spChg chg="add del mod">
          <ac:chgData name="Dr Parag D. Pawar" userId="45f730c0-1703-4ce0-909b-efb17736071d" providerId="ADAL" clId="{629D698C-9F10-422F-9730-D8DB01D503EC}" dt="2026-02-10T01:54:09.345" v="722" actId="21"/>
          <ac:spMkLst>
            <pc:docMk/>
            <pc:sldMk cId="2801756945" sldId="359"/>
            <ac:spMk id="23" creationId="{32F75D70-9665-F3F7-5C97-5A7C9541B11A}"/>
          </ac:spMkLst>
        </pc:spChg>
        <pc:spChg chg="add del mod">
          <ac:chgData name="Dr Parag D. Pawar" userId="45f730c0-1703-4ce0-909b-efb17736071d" providerId="ADAL" clId="{629D698C-9F10-422F-9730-D8DB01D503EC}" dt="2026-02-10T01:54:09.345" v="722" actId="21"/>
          <ac:spMkLst>
            <pc:docMk/>
            <pc:sldMk cId="2801756945" sldId="359"/>
            <ac:spMk id="24" creationId="{69C54D50-F375-A1DF-170B-8AA5E6458AF7}"/>
          </ac:spMkLst>
        </pc:spChg>
      </pc:sldChg>
      <pc:sldChg chg="addSp delSp modSp mod modAnim">
        <pc:chgData name="Dr Parag D. Pawar" userId="45f730c0-1703-4ce0-909b-efb17736071d" providerId="ADAL" clId="{629D698C-9F10-422F-9730-D8DB01D503EC}" dt="2026-02-10T02:14:38.417" v="910"/>
        <pc:sldMkLst>
          <pc:docMk/>
          <pc:sldMk cId="3175189450" sldId="360"/>
        </pc:sldMkLst>
        <pc:spChg chg="add mod">
          <ac:chgData name="Dr Parag D. Pawar" userId="45f730c0-1703-4ce0-909b-efb17736071d" providerId="ADAL" clId="{629D698C-9F10-422F-9730-D8DB01D503EC}" dt="2026-02-06T04:36:14.421" v="66"/>
          <ac:spMkLst>
            <pc:docMk/>
            <pc:sldMk cId="3175189450" sldId="360"/>
            <ac:spMk id="11" creationId="{CD3D9FC5-5817-CEC5-F5ED-47585FA79E67}"/>
          </ac:spMkLst>
        </pc:spChg>
        <pc:spChg chg="add mod">
          <ac:chgData name="Dr Parag D. Pawar" userId="45f730c0-1703-4ce0-909b-efb17736071d" providerId="ADAL" clId="{629D698C-9F10-422F-9730-D8DB01D503EC}" dt="2026-02-10T02:14:05.539" v="909" actId="113"/>
          <ac:spMkLst>
            <pc:docMk/>
            <pc:sldMk cId="3175189450" sldId="360"/>
            <ac:spMk id="12" creationId="{50048E19-0FF3-6FE4-84B6-8B35FEC12F10}"/>
          </ac:spMkLst>
        </pc:spChg>
        <pc:spChg chg="add">
          <ac:chgData name="Dr Parag D. Pawar" userId="45f730c0-1703-4ce0-909b-efb17736071d" providerId="ADAL" clId="{629D698C-9F10-422F-9730-D8DB01D503EC}" dt="2026-02-10T02:13:58.708" v="907" actId="11529"/>
          <ac:spMkLst>
            <pc:docMk/>
            <pc:sldMk cId="3175189450" sldId="360"/>
            <ac:spMk id="13" creationId="{81A09F66-FD9F-5A2A-E664-2D4B49682A5C}"/>
          </ac:spMkLst>
        </pc:spChg>
        <pc:spChg chg="add del mod">
          <ac:chgData name="Dr Parag D. Pawar" userId="45f730c0-1703-4ce0-909b-efb17736071d" providerId="ADAL" clId="{629D698C-9F10-422F-9730-D8DB01D503EC}" dt="2026-02-10T02:12:23.054" v="886" actId="478"/>
          <ac:spMkLst>
            <pc:docMk/>
            <pc:sldMk cId="3175189450" sldId="360"/>
            <ac:spMk id="18" creationId="{EA837322-D6C2-5F54-75A6-30076010FBDB}"/>
          </ac:spMkLst>
        </pc:spChg>
        <pc:spChg chg="add del mod">
          <ac:chgData name="Dr Parag D. Pawar" userId="45f730c0-1703-4ce0-909b-efb17736071d" providerId="ADAL" clId="{629D698C-9F10-422F-9730-D8DB01D503EC}" dt="2026-02-10T02:12:24.268" v="887" actId="478"/>
          <ac:spMkLst>
            <pc:docMk/>
            <pc:sldMk cId="3175189450" sldId="360"/>
            <ac:spMk id="22" creationId="{7D219A2C-64EE-0381-F13B-114B0F77F4CB}"/>
          </ac:spMkLst>
        </pc:spChg>
        <pc:spChg chg="add del mod">
          <ac:chgData name="Dr Parag D. Pawar" userId="45f730c0-1703-4ce0-909b-efb17736071d" providerId="ADAL" clId="{629D698C-9F10-422F-9730-D8DB01D503EC}" dt="2026-02-10T02:12:25.180" v="888" actId="478"/>
          <ac:spMkLst>
            <pc:docMk/>
            <pc:sldMk cId="3175189450" sldId="360"/>
            <ac:spMk id="23" creationId="{32F75D70-9665-F3F7-5C97-5A7C9541B11A}"/>
          </ac:spMkLst>
        </pc:spChg>
        <pc:spChg chg="add del mod">
          <ac:chgData name="Dr Parag D. Pawar" userId="45f730c0-1703-4ce0-909b-efb17736071d" providerId="ADAL" clId="{629D698C-9F10-422F-9730-D8DB01D503EC}" dt="2026-02-10T02:12:28.779" v="889" actId="478"/>
          <ac:spMkLst>
            <pc:docMk/>
            <pc:sldMk cId="3175189450" sldId="360"/>
            <ac:spMk id="24" creationId="{69C54D50-F375-A1DF-170B-8AA5E6458AF7}"/>
          </ac:spMkLst>
        </pc:spChg>
      </pc:sldChg>
      <pc:sldChg chg="addSp delSp modSp mod addAnim delAnim modAnim">
        <pc:chgData name="Dr Parag D. Pawar" userId="45f730c0-1703-4ce0-909b-efb17736071d" providerId="ADAL" clId="{629D698C-9F10-422F-9730-D8DB01D503EC}" dt="2026-02-10T02:07:08.813" v="885" actId="20577"/>
        <pc:sldMkLst>
          <pc:docMk/>
          <pc:sldMk cId="289407200" sldId="361"/>
        </pc:sldMkLst>
        <pc:spChg chg="mod">
          <ac:chgData name="Dr Parag D. Pawar" userId="45f730c0-1703-4ce0-909b-efb17736071d" providerId="ADAL" clId="{629D698C-9F10-422F-9730-D8DB01D503EC}" dt="2026-02-10T01:57:39.176" v="769" actId="20577"/>
          <ac:spMkLst>
            <pc:docMk/>
            <pc:sldMk cId="289407200" sldId="361"/>
            <ac:spMk id="2" creationId="{39F99524-40D5-8955-1A54-D8647197B9EE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3" creationId="{1A76ABAC-7355-4A7D-99E2-4F56B0A1587B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4" creationId="{04BFF34C-26AE-325A-62D5-7AF04CA1FB5D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6" creationId="{E536AB95-F56B-EFEB-F86E-4991A77383E8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11" creationId="{DF314EF5-2690-C4C6-DF1D-9489D8F9A648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13" creationId="{724FA972-32CB-7D5A-8ADE-619688CA4987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14" creationId="{48CF57A1-33BA-AF37-EC79-E8793E7ED0D7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15" creationId="{D45A1F71-EFC9-D19D-2DC0-93312C99B848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18" creationId="{4C4E92E8-DACF-CA88-C282-2337F02D3BDD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20" creationId="{71626278-2C29-0A61-8703-6CA59FAEF35F}"/>
          </ac:spMkLst>
        </pc:spChg>
        <pc:spChg chg="add mod">
          <ac:chgData name="Dr Parag D. Pawar" userId="45f730c0-1703-4ce0-909b-efb17736071d" providerId="ADAL" clId="{629D698C-9F10-422F-9730-D8DB01D503EC}" dt="2026-02-10T02:05:44.082" v="831" actId="14100"/>
          <ac:spMkLst>
            <pc:docMk/>
            <pc:sldMk cId="289407200" sldId="361"/>
            <ac:spMk id="22" creationId="{A0D75BD8-46B7-FB0B-2F4E-3948CA44F9D3}"/>
          </ac:spMkLst>
        </pc:spChg>
        <pc:spChg chg="add mod">
          <ac:chgData name="Dr Parag D. Pawar" userId="45f730c0-1703-4ce0-909b-efb17736071d" providerId="ADAL" clId="{629D698C-9F10-422F-9730-D8DB01D503EC}" dt="2026-02-10T02:03:01.900" v="784" actId="1076"/>
          <ac:spMkLst>
            <pc:docMk/>
            <pc:sldMk cId="289407200" sldId="361"/>
            <ac:spMk id="23" creationId="{10D87A1D-A6D3-448C-B4CA-A7756439D651}"/>
          </ac:spMkLst>
        </pc:spChg>
        <pc:spChg chg="add mod">
          <ac:chgData name="Dr Parag D. Pawar" userId="45f730c0-1703-4ce0-909b-efb17736071d" providerId="ADAL" clId="{629D698C-9F10-422F-9730-D8DB01D503EC}" dt="2026-02-10T02:03:35.255" v="792" actId="14100"/>
          <ac:spMkLst>
            <pc:docMk/>
            <pc:sldMk cId="289407200" sldId="361"/>
            <ac:spMk id="24" creationId="{F11367C5-9898-D211-A97D-5021EAEFA782}"/>
          </ac:spMkLst>
        </pc:spChg>
        <pc:spChg chg="add mod">
          <ac:chgData name="Dr Parag D. Pawar" userId="45f730c0-1703-4ce0-909b-efb17736071d" providerId="ADAL" clId="{629D698C-9F10-422F-9730-D8DB01D503EC}" dt="2026-02-10T02:07:08.813" v="885" actId="20577"/>
          <ac:spMkLst>
            <pc:docMk/>
            <pc:sldMk cId="289407200" sldId="361"/>
            <ac:spMk id="25" creationId="{63682438-64EE-9A8F-C1D8-996D5E29F1F4}"/>
          </ac:spMkLst>
        </pc:spChg>
        <pc:spChg chg="add mod">
          <ac:chgData name="Dr Parag D. Pawar" userId="45f730c0-1703-4ce0-909b-efb17736071d" providerId="ADAL" clId="{629D698C-9F10-422F-9730-D8DB01D503EC}" dt="2026-02-10T02:05:40.958" v="830" actId="14100"/>
          <ac:spMkLst>
            <pc:docMk/>
            <pc:sldMk cId="289407200" sldId="361"/>
            <ac:spMk id="26" creationId="{DD1CE06B-E8F0-7201-2B97-9628B0914872}"/>
          </ac:spMkLst>
        </pc:spChg>
        <pc:spChg chg="del">
          <ac:chgData name="Dr Parag D. Pawar" userId="45f730c0-1703-4ce0-909b-efb17736071d" providerId="ADAL" clId="{629D698C-9F10-422F-9730-D8DB01D503EC}" dt="2026-02-10T01:57:33.907" v="751" actId="478"/>
          <ac:spMkLst>
            <pc:docMk/>
            <pc:sldMk cId="289407200" sldId="361"/>
            <ac:spMk id="36" creationId="{ADDFCA2D-CA3E-B403-98BA-82B05667E195}"/>
          </ac:spMkLst>
        </pc:spChg>
      </pc:sldChg>
      <pc:sldChg chg="addSp delSp modSp mod delAnim modAnim">
        <pc:chgData name="Dr Parag D. Pawar" userId="45f730c0-1703-4ce0-909b-efb17736071d" providerId="ADAL" clId="{629D698C-9F10-422F-9730-D8DB01D503EC}" dt="2026-02-10T09:51:19.534" v="1222"/>
        <pc:sldMkLst>
          <pc:docMk/>
          <pc:sldMk cId="367809318" sldId="362"/>
        </pc:sldMkLst>
        <pc:spChg chg="del">
          <ac:chgData name="Dr Parag D. Pawar" userId="45f730c0-1703-4ce0-909b-efb17736071d" providerId="ADAL" clId="{629D698C-9F10-422F-9730-D8DB01D503EC}" dt="2026-02-10T09:51:07.117" v="1220" actId="478"/>
          <ac:spMkLst>
            <pc:docMk/>
            <pc:sldMk cId="367809318" sldId="362"/>
            <ac:spMk id="4" creationId="{2BBB8499-3110-6604-A37C-22F43652B12F}"/>
          </ac:spMkLst>
        </pc:spChg>
        <pc:spChg chg="add mod">
          <ac:chgData name="Dr Parag D. Pawar" userId="45f730c0-1703-4ce0-909b-efb17736071d" providerId="ADAL" clId="{629D698C-9F10-422F-9730-D8DB01D503EC}" dt="2026-02-10T09:51:16.122" v="1221"/>
          <ac:spMkLst>
            <pc:docMk/>
            <pc:sldMk cId="367809318" sldId="362"/>
            <ac:spMk id="24" creationId="{9846C508-C67B-3703-94B2-CD364C2D152D}"/>
          </ac:spMkLst>
        </pc:spChg>
      </pc:sldChg>
      <pc:sldChg chg="addSp modSp modAnim">
        <pc:chgData name="Dr Parag D. Pawar" userId="45f730c0-1703-4ce0-909b-efb17736071d" providerId="ADAL" clId="{629D698C-9F10-422F-9730-D8DB01D503EC}" dt="2026-02-06T04:40:54.719" v="92"/>
        <pc:sldMkLst>
          <pc:docMk/>
          <pc:sldMk cId="1624182257" sldId="364"/>
        </pc:sldMkLst>
        <pc:spChg chg="add mod">
          <ac:chgData name="Dr Parag D. Pawar" userId="45f730c0-1703-4ce0-909b-efb17736071d" providerId="ADAL" clId="{629D698C-9F10-422F-9730-D8DB01D503EC}" dt="2026-02-06T04:40:28.538" v="91" actId="20577"/>
          <ac:spMkLst>
            <pc:docMk/>
            <pc:sldMk cId="1624182257" sldId="364"/>
            <ac:spMk id="20" creationId="{E9EDD149-4C3F-6205-7546-8CA8934A1BCA}"/>
          </ac:spMkLst>
        </pc:spChg>
      </pc:sldChg>
      <pc:sldChg chg="modSp">
        <pc:chgData name="Dr Parag D. Pawar" userId="45f730c0-1703-4ce0-909b-efb17736071d" providerId="ADAL" clId="{629D698C-9F10-422F-9730-D8DB01D503EC}" dt="2026-02-10T00:47:35.353" v="338" actId="113"/>
        <pc:sldMkLst>
          <pc:docMk/>
          <pc:sldMk cId="1633660411" sldId="366"/>
        </pc:sldMkLst>
        <pc:spChg chg="mod">
          <ac:chgData name="Dr Parag D. Pawar" userId="45f730c0-1703-4ce0-909b-efb17736071d" providerId="ADAL" clId="{629D698C-9F10-422F-9730-D8DB01D503EC}" dt="2026-02-10T00:47:35.353" v="338" actId="113"/>
          <ac:spMkLst>
            <pc:docMk/>
            <pc:sldMk cId="1633660411" sldId="366"/>
            <ac:spMk id="24" creationId="{36B62685-0C60-1EFD-35F7-F8F95A581720}"/>
          </ac:spMkLst>
        </pc:spChg>
      </pc:sldChg>
      <pc:sldChg chg="addSp delSp modSp add del mod delAnim">
        <pc:chgData name="Dr Parag D. Pawar" userId="45f730c0-1703-4ce0-909b-efb17736071d" providerId="ADAL" clId="{629D698C-9F10-422F-9730-D8DB01D503EC}" dt="2026-02-10T01:57:48.263" v="772" actId="47"/>
        <pc:sldMkLst>
          <pc:docMk/>
          <pc:sldMk cId="1731890694" sldId="367"/>
        </pc:sldMkLst>
        <pc:spChg chg="del">
          <ac:chgData name="Dr Parag D. Pawar" userId="45f730c0-1703-4ce0-909b-efb17736071d" providerId="ADAL" clId="{629D698C-9F10-422F-9730-D8DB01D503EC}" dt="2026-02-10T01:56:29.347" v="746" actId="478"/>
          <ac:spMkLst>
            <pc:docMk/>
            <pc:sldMk cId="1731890694" sldId="367"/>
            <ac:spMk id="3" creationId="{5D14C146-9AFA-FD8A-33CD-F8DB5C90DE3C}"/>
          </ac:spMkLst>
        </pc:spChg>
        <pc:spChg chg="del">
          <ac:chgData name="Dr Parag D. Pawar" userId="45f730c0-1703-4ce0-909b-efb17736071d" providerId="ADAL" clId="{629D698C-9F10-422F-9730-D8DB01D503EC}" dt="2026-02-10T01:56:29.347" v="746" actId="478"/>
          <ac:spMkLst>
            <pc:docMk/>
            <pc:sldMk cId="1731890694" sldId="367"/>
            <ac:spMk id="8" creationId="{9D44D38E-6D7B-F1E3-8AB2-57D8BDE2C19C}"/>
          </ac:spMkLst>
        </pc:spChg>
        <pc:spChg chg="del">
          <ac:chgData name="Dr Parag D. Pawar" userId="45f730c0-1703-4ce0-909b-efb17736071d" providerId="ADAL" clId="{629D698C-9F10-422F-9730-D8DB01D503EC}" dt="2026-02-10T01:56:29.347" v="746" actId="478"/>
          <ac:spMkLst>
            <pc:docMk/>
            <pc:sldMk cId="1731890694" sldId="367"/>
            <ac:spMk id="9" creationId="{261C5459-408F-93C3-D697-6BAB118E956D}"/>
          </ac:spMkLst>
        </pc:spChg>
        <pc:spChg chg="del">
          <ac:chgData name="Dr Parag D. Pawar" userId="45f730c0-1703-4ce0-909b-efb17736071d" providerId="ADAL" clId="{629D698C-9F10-422F-9730-D8DB01D503EC}" dt="2026-02-10T01:56:37.662" v="748" actId="478"/>
          <ac:spMkLst>
            <pc:docMk/>
            <pc:sldMk cId="1731890694" sldId="367"/>
            <ac:spMk id="11" creationId="{A5759EB0-1172-2BFA-FD0C-16BB1E9D9F68}"/>
          </ac:spMkLst>
        </pc:spChg>
        <pc:spChg chg="add del mod">
          <ac:chgData name="Dr Parag D. Pawar" userId="45f730c0-1703-4ce0-909b-efb17736071d" providerId="ADAL" clId="{629D698C-9F10-422F-9730-D8DB01D503EC}" dt="2026-02-10T01:56:33.602" v="747" actId="478"/>
          <ac:spMkLst>
            <pc:docMk/>
            <pc:sldMk cId="1731890694" sldId="367"/>
            <ac:spMk id="13" creationId="{6ADA7FCE-5BDE-CD7E-DA21-75E1C5EE94BB}"/>
          </ac:spMkLst>
        </pc:spChg>
        <pc:spChg chg="add del mod">
          <ac:chgData name="Dr Parag D. Pawar" userId="45f730c0-1703-4ce0-909b-efb17736071d" providerId="ADAL" clId="{629D698C-9F10-422F-9730-D8DB01D503EC}" dt="2026-02-10T01:57:46.113" v="770" actId="21"/>
          <ac:spMkLst>
            <pc:docMk/>
            <pc:sldMk cId="1731890694" sldId="367"/>
            <ac:spMk id="14" creationId="{63682438-64EE-9A8F-C1D8-996D5E29F1F4}"/>
          </ac:spMkLst>
        </pc:spChg>
        <pc:spChg chg="del">
          <ac:chgData name="Dr Parag D. Pawar" userId="45f730c0-1703-4ce0-909b-efb17736071d" providerId="ADAL" clId="{629D698C-9F10-422F-9730-D8DB01D503EC}" dt="2026-02-10T01:57:46.113" v="770" actId="21"/>
          <ac:spMkLst>
            <pc:docMk/>
            <pc:sldMk cId="1731890694" sldId="367"/>
            <ac:spMk id="18" creationId="{A0D75BD8-46B7-FB0B-2F4E-3948CA44F9D3}"/>
          </ac:spMkLst>
        </pc:spChg>
        <pc:spChg chg="del">
          <ac:chgData name="Dr Parag D. Pawar" userId="45f730c0-1703-4ce0-909b-efb17736071d" providerId="ADAL" clId="{629D698C-9F10-422F-9730-D8DB01D503EC}" dt="2026-02-10T01:57:46.113" v="770" actId="21"/>
          <ac:spMkLst>
            <pc:docMk/>
            <pc:sldMk cId="1731890694" sldId="367"/>
            <ac:spMk id="22" creationId="{10D87A1D-A6D3-448C-B4CA-A7756439D651}"/>
          </ac:spMkLst>
        </pc:spChg>
        <pc:spChg chg="del">
          <ac:chgData name="Dr Parag D. Pawar" userId="45f730c0-1703-4ce0-909b-efb17736071d" providerId="ADAL" clId="{629D698C-9F10-422F-9730-D8DB01D503EC}" dt="2026-02-10T01:57:46.113" v="770" actId="21"/>
          <ac:spMkLst>
            <pc:docMk/>
            <pc:sldMk cId="1731890694" sldId="367"/>
            <ac:spMk id="23" creationId="{F11367C5-9898-D211-A97D-5021EAEFA782}"/>
          </ac:spMkLst>
        </pc:spChg>
        <pc:spChg chg="del">
          <ac:chgData name="Dr Parag D. Pawar" userId="45f730c0-1703-4ce0-909b-efb17736071d" providerId="ADAL" clId="{629D698C-9F10-422F-9730-D8DB01D503EC}" dt="2026-02-10T01:56:29.347" v="746" actId="478"/>
          <ac:spMkLst>
            <pc:docMk/>
            <pc:sldMk cId="1731890694" sldId="367"/>
            <ac:spMk id="99" creationId="{968D5B3B-E238-D392-3418-17253092C68C}"/>
          </ac:spMkLst>
        </pc:spChg>
        <pc:spChg chg="del">
          <ac:chgData name="Dr Parag D. Pawar" userId="45f730c0-1703-4ce0-909b-efb17736071d" providerId="ADAL" clId="{629D698C-9F10-422F-9730-D8DB01D503EC}" dt="2026-02-10T01:56:29.347" v="746" actId="478"/>
          <ac:spMkLst>
            <pc:docMk/>
            <pc:sldMk cId="1731890694" sldId="367"/>
            <ac:spMk id="101" creationId="{470BE1FC-56A4-5998-212F-0B114FF5D304}"/>
          </ac:spMkLst>
        </pc:spChg>
        <pc:spChg chg="del">
          <ac:chgData name="Dr Parag D. Pawar" userId="45f730c0-1703-4ce0-909b-efb17736071d" providerId="ADAL" clId="{629D698C-9F10-422F-9730-D8DB01D503EC}" dt="2026-02-10T01:56:29.347" v="746" actId="478"/>
          <ac:spMkLst>
            <pc:docMk/>
            <pc:sldMk cId="1731890694" sldId="367"/>
            <ac:spMk id="106" creationId="{41D1852E-6274-EBC6-1CB9-A5F0FD9EEF5B}"/>
          </ac:spMkLst>
        </pc:spChg>
        <pc:spChg chg="del">
          <ac:chgData name="Dr Parag D. Pawar" userId="45f730c0-1703-4ce0-909b-efb17736071d" providerId="ADAL" clId="{629D698C-9F10-422F-9730-D8DB01D503EC}" dt="2026-02-10T01:56:29.347" v="746" actId="478"/>
          <ac:spMkLst>
            <pc:docMk/>
            <pc:sldMk cId="1731890694" sldId="367"/>
            <ac:spMk id="108" creationId="{F4C49019-52A3-1741-C604-9619604F5FFC}"/>
          </ac:spMkLst>
        </pc:spChg>
        <pc:spChg chg="del">
          <ac:chgData name="Dr Parag D. Pawar" userId="45f730c0-1703-4ce0-909b-efb17736071d" providerId="ADAL" clId="{629D698C-9F10-422F-9730-D8DB01D503EC}" dt="2026-02-10T01:56:29.347" v="746" actId="478"/>
          <ac:spMkLst>
            <pc:docMk/>
            <pc:sldMk cId="1731890694" sldId="367"/>
            <ac:spMk id="109" creationId="{01499804-F8E0-5D13-E545-D11BE1220B91}"/>
          </ac:spMkLst>
        </pc:spChg>
        <pc:spChg chg="del">
          <ac:chgData name="Dr Parag D. Pawar" userId="45f730c0-1703-4ce0-909b-efb17736071d" providerId="ADAL" clId="{629D698C-9F10-422F-9730-D8DB01D503EC}" dt="2026-02-10T01:56:29.347" v="746" actId="478"/>
          <ac:spMkLst>
            <pc:docMk/>
            <pc:sldMk cId="1731890694" sldId="367"/>
            <ac:spMk id="110" creationId="{0ECE2004-96BA-5C10-006A-2A70AB7E3BF3}"/>
          </ac:spMkLst>
        </pc:spChg>
        <pc:spChg chg="del">
          <ac:chgData name="Dr Parag D. Pawar" userId="45f730c0-1703-4ce0-909b-efb17736071d" providerId="ADAL" clId="{629D698C-9F10-422F-9730-D8DB01D503EC}" dt="2026-02-10T01:56:37.662" v="748" actId="478"/>
          <ac:spMkLst>
            <pc:docMk/>
            <pc:sldMk cId="1731890694" sldId="367"/>
            <ac:spMk id="113" creationId="{1BF62204-465E-6969-89FE-D134DD49931F}"/>
          </ac:spMkLst>
        </pc:spChg>
        <pc:picChg chg="del">
          <ac:chgData name="Dr Parag D. Pawar" userId="45f730c0-1703-4ce0-909b-efb17736071d" providerId="ADAL" clId="{629D698C-9F10-422F-9730-D8DB01D503EC}" dt="2026-02-10T01:56:19.610" v="745" actId="478"/>
          <ac:picMkLst>
            <pc:docMk/>
            <pc:sldMk cId="1731890694" sldId="367"/>
            <ac:picMk id="21" creationId="{FCEB70E1-2D9E-2092-8758-D5DB2C0C1B7A}"/>
          </ac:picMkLst>
        </pc:picChg>
      </pc:sldChg>
      <pc:sldChg chg="add del">
        <pc:chgData name="Dr Parag D. Pawar" userId="45f730c0-1703-4ce0-909b-efb17736071d" providerId="ADAL" clId="{629D698C-9F10-422F-9730-D8DB01D503EC}" dt="2026-02-09T11:58:58.574" v="331" actId="47"/>
        <pc:sldMkLst>
          <pc:docMk/>
          <pc:sldMk cId="1900629047" sldId="367"/>
        </pc:sldMkLst>
      </pc:sldChg>
      <pc:sldChg chg="modSp add mod">
        <pc:chgData name="Dr Parag D. Pawar" userId="45f730c0-1703-4ce0-909b-efb17736071d" providerId="ADAL" clId="{629D698C-9F10-422F-9730-D8DB01D503EC}" dt="2026-02-10T02:17:11.792" v="1009" actId="1076"/>
        <pc:sldMkLst>
          <pc:docMk/>
          <pc:sldMk cId="3127109155" sldId="368"/>
        </pc:sldMkLst>
        <pc:spChg chg="mod">
          <ac:chgData name="Dr Parag D. Pawar" userId="45f730c0-1703-4ce0-909b-efb17736071d" providerId="ADAL" clId="{629D698C-9F10-422F-9730-D8DB01D503EC}" dt="2026-02-10T02:17:11.792" v="1009" actId="1076"/>
          <ac:spMkLst>
            <pc:docMk/>
            <pc:sldMk cId="3127109155" sldId="368"/>
            <ac:spMk id="4" creationId="{972E0735-9BAA-9B32-5577-7CDD5781B327}"/>
          </ac:spMkLst>
        </pc:spChg>
      </pc:sldChg>
    </pc:docChg>
  </pc:docChgLst>
  <pc:docChgLst>
    <pc:chgData name="Dr Parag D. Pawar" userId="45f730c0-1703-4ce0-909b-efb17736071d" providerId="ADAL" clId="{CD4D9D87-25C2-47DB-AE56-A86177B2B98E}"/>
    <pc:docChg chg="undo custSel delSld modSld delMainMaster">
      <pc:chgData name="Dr Parag D. Pawar" userId="45f730c0-1703-4ce0-909b-efb17736071d" providerId="ADAL" clId="{CD4D9D87-25C2-47DB-AE56-A86177B2B98E}" dt="2026-02-08T03:45:06.753" v="71" actId="20577"/>
      <pc:docMkLst>
        <pc:docMk/>
      </pc:docMkLst>
      <pc:sldChg chg="modSp mod addAnim delAnim">
        <pc:chgData name="Dr Parag D. Pawar" userId="45f730c0-1703-4ce0-909b-efb17736071d" providerId="ADAL" clId="{CD4D9D87-25C2-47DB-AE56-A86177B2B98E}" dt="2026-02-08T03:45:06.753" v="71" actId="20577"/>
        <pc:sldMkLst>
          <pc:docMk/>
          <pc:sldMk cId="25901897" sldId="333"/>
        </pc:sldMkLst>
        <pc:spChg chg="mod">
          <ac:chgData name="Dr Parag D. Pawar" userId="45f730c0-1703-4ce0-909b-efb17736071d" providerId="ADAL" clId="{CD4D9D87-25C2-47DB-AE56-A86177B2B98E}" dt="2026-02-08T03:45:06.753" v="71" actId="20577"/>
          <ac:spMkLst>
            <pc:docMk/>
            <pc:sldMk cId="25901897" sldId="333"/>
            <ac:spMk id="3" creationId="{800686E8-70B4-A3D4-0F28-79D9BD2AF6CD}"/>
          </ac:spMkLst>
        </pc:spChg>
        <pc:spChg chg="mod">
          <ac:chgData name="Dr Parag D. Pawar" userId="45f730c0-1703-4ce0-909b-efb17736071d" providerId="ADAL" clId="{CD4D9D87-25C2-47DB-AE56-A86177B2B98E}" dt="2026-02-05T00:57:49.299" v="10" actId="255"/>
          <ac:spMkLst>
            <pc:docMk/>
            <pc:sldMk cId="25901897" sldId="333"/>
            <ac:spMk id="4" creationId="{38642DBE-4A78-5F9F-3F19-C5234A877DC4}"/>
          </ac:spMkLst>
        </pc:spChg>
        <pc:spChg chg="mod">
          <ac:chgData name="Dr Parag D. Pawar" userId="45f730c0-1703-4ce0-909b-efb17736071d" providerId="ADAL" clId="{CD4D9D87-25C2-47DB-AE56-A86177B2B98E}" dt="2026-02-05T00:50:25.262" v="3" actId="207"/>
          <ac:spMkLst>
            <pc:docMk/>
            <pc:sldMk cId="25901897" sldId="333"/>
            <ac:spMk id="7" creationId="{9ADACDD2-4327-718B-2C4F-E7D28E7D2397}"/>
          </ac:spMkLst>
        </pc:spChg>
        <pc:spChg chg="mod">
          <ac:chgData name="Dr Parag D. Pawar" userId="45f730c0-1703-4ce0-909b-efb17736071d" providerId="ADAL" clId="{CD4D9D87-25C2-47DB-AE56-A86177B2B98E}" dt="2026-02-05T00:58:33.856" v="16" actId="2711"/>
          <ac:spMkLst>
            <pc:docMk/>
            <pc:sldMk cId="25901897" sldId="333"/>
            <ac:spMk id="8" creationId="{F17B01E0-933B-9E0A-A709-F3975EBE3200}"/>
          </ac:spMkLst>
        </pc:spChg>
        <pc:spChg chg="mod">
          <ac:chgData name="Dr Parag D. Pawar" userId="45f730c0-1703-4ce0-909b-efb17736071d" providerId="ADAL" clId="{CD4D9D87-25C2-47DB-AE56-A86177B2B98E}" dt="2026-02-05T00:58:01.850" v="13" actId="207"/>
          <ac:spMkLst>
            <pc:docMk/>
            <pc:sldMk cId="25901897" sldId="333"/>
            <ac:spMk id="9" creationId="{BF01363A-8FD3-0199-31DA-F7949ABE7BFA}"/>
          </ac:spMkLst>
        </pc:spChg>
        <pc:spChg chg="mod">
          <ac:chgData name="Dr Parag D. Pawar" userId="45f730c0-1703-4ce0-909b-efb17736071d" providerId="ADAL" clId="{CD4D9D87-25C2-47DB-AE56-A86177B2B98E}" dt="2026-02-05T00:58:40.352" v="17" actId="2711"/>
          <ac:spMkLst>
            <pc:docMk/>
            <pc:sldMk cId="25901897" sldId="333"/>
            <ac:spMk id="10" creationId="{0A7DACA5-759B-1053-B144-A490AE19FDD8}"/>
          </ac:spMkLst>
        </pc:spChg>
      </pc:sldChg>
      <pc:sldChg chg="addSp modSp mod addAnim delAnim modAnim">
        <pc:chgData name="Dr Parag D. Pawar" userId="45f730c0-1703-4ce0-909b-efb17736071d" providerId="ADAL" clId="{CD4D9D87-25C2-47DB-AE56-A86177B2B98E}" dt="2026-02-05T01:54:29.188" v="65"/>
        <pc:sldMkLst>
          <pc:docMk/>
          <pc:sldMk cId="258745068" sldId="355"/>
        </pc:sldMkLst>
        <pc:spChg chg="add mod">
          <ac:chgData name="Dr Parag D. Pawar" userId="45f730c0-1703-4ce0-909b-efb17736071d" providerId="ADAL" clId="{CD4D9D87-25C2-47DB-AE56-A86177B2B98E}" dt="2026-02-05T01:52:44.112" v="30" actId="1076"/>
          <ac:spMkLst>
            <pc:docMk/>
            <pc:sldMk cId="258745068" sldId="355"/>
            <ac:spMk id="4" creationId="{6E069793-6213-7674-771E-1EA78807AC90}"/>
          </ac:spMkLst>
        </pc:spChg>
        <pc:spChg chg="add mod">
          <ac:chgData name="Dr Parag D. Pawar" userId="45f730c0-1703-4ce0-909b-efb17736071d" providerId="ADAL" clId="{CD4D9D87-25C2-47DB-AE56-A86177B2B98E}" dt="2026-02-05T01:53:50.289" v="57" actId="1076"/>
          <ac:spMkLst>
            <pc:docMk/>
            <pc:sldMk cId="258745068" sldId="355"/>
            <ac:spMk id="12" creationId="{23A747B2-4E7B-B0EE-8CAD-030FE89CC3E4}"/>
          </ac:spMkLst>
        </pc:spChg>
        <pc:cxnChg chg="add mod">
          <ac:chgData name="Dr Parag D. Pawar" userId="45f730c0-1703-4ce0-909b-efb17736071d" providerId="ADAL" clId="{CD4D9D87-25C2-47DB-AE56-A86177B2B98E}" dt="2026-02-05T01:53:52.024" v="58" actId="13822"/>
          <ac:cxnSpMkLst>
            <pc:docMk/>
            <pc:sldMk cId="258745068" sldId="355"/>
            <ac:cxnSpMk id="15" creationId="{48774BFC-C547-7001-BD57-9FCE99D353A0}"/>
          </ac:cxnSpMkLst>
        </pc:cxnChg>
      </pc:sldChg>
      <pc:sldChg chg="modSp mod">
        <pc:chgData name="Dr Parag D. Pawar" userId="45f730c0-1703-4ce0-909b-efb17736071d" providerId="ADAL" clId="{CD4D9D87-25C2-47DB-AE56-A86177B2B98E}" dt="2026-02-05T02:01:31.288" v="69" actId="14100"/>
        <pc:sldMkLst>
          <pc:docMk/>
          <pc:sldMk cId="2801756945" sldId="359"/>
        </pc:sldMkLst>
        <pc:spChg chg="mod">
          <ac:chgData name="Dr Parag D. Pawar" userId="45f730c0-1703-4ce0-909b-efb17736071d" providerId="ADAL" clId="{CD4D9D87-25C2-47DB-AE56-A86177B2B98E}" dt="2026-02-05T02:01:31.288" v="69" actId="14100"/>
          <ac:spMkLst>
            <pc:docMk/>
            <pc:sldMk cId="2801756945" sldId="359"/>
            <ac:spMk id="4" creationId="{5BADA780-7C0B-A395-5BE5-722D72B59C3E}"/>
          </ac:spMkLst>
        </pc:spChg>
      </pc:sldChg>
      <pc:sldChg chg="delSp mod delAnim">
        <pc:chgData name="Dr Parag D. Pawar" userId="45f730c0-1703-4ce0-909b-efb17736071d" providerId="ADAL" clId="{CD4D9D87-25C2-47DB-AE56-A86177B2B98E}" dt="2026-02-05T00:52:16.785" v="4" actId="478"/>
        <pc:sldMkLst>
          <pc:docMk/>
          <pc:sldMk cId="1302650841" sldId="3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EA176-8888-4D82-97B3-9B7F56B2BB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D89E3-13BA-49CB-9C46-66C91AFFA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9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8545D-24DA-5D7E-F066-AE8979CA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89E62-6E0E-17B7-56BD-FA42976BA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4D2D5-6C95-485C-F452-2FC64D14C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564B8-7675-D6DC-D73A-3D83C6F14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E83F6-3A65-482C-B878-5103AB5386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98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D89E3-13BA-49CB-9C46-66C91AFFA2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1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6B6C-3CDA-5CDA-7EA5-79B7CA3C8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AD2F0-640E-855F-DFA5-F0AA63CD6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FF16F-017A-C5A7-CAB0-BAC26DA9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EB0CB-F347-77CF-6EDB-B15CD988B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7F036-AC57-4E86-FB6C-DA694AAC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7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2DF0-3256-EFBE-54CA-7BA515BC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0C64B-24E3-3F3B-5BD5-000DDE93B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3A946-0425-FAE4-F845-BF409655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749A2-C45F-9A45-EEA8-62F42EA3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781C4-F5A9-5E35-9F27-2C2651C6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3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960E-EF93-D472-1A19-3C7941BCB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2BEB7-CA11-C953-0AA1-7A6A6850C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49D5F-4A6B-B52A-9480-AABA9975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4ABAB-05B6-1B94-DC08-EA9D816D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754BB-C7A7-706E-611F-0079D7F7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9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185DA-DCD7-C4A7-DCF8-0ADF36C8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A4B04-2027-F558-17DF-0A5FB946A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3EF4A-0F14-AEC5-FCD4-AE928405B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F1062-F9A1-6128-873C-48175A96C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76602-55DB-4B69-E619-280E3B29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D5CAE-0CE2-3BD5-C952-BE50F7F0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13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4C60-1D8D-8026-2F9E-DA08E19A2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DED1A-348E-2DD0-F96A-CA461C926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7C2CF-185A-F619-BF3C-1C1AA8FCA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3EB58-FC6F-F34F-45CE-C2615B30C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55563-A632-D715-3E5E-54A072F94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0A31C9-FCF0-AA65-491D-5FD057721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D086A-F938-9187-805F-B0BB7650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0DB8B-3E56-514A-BFF7-2257B322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2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97A00-3E1D-9BF5-9758-A64C2A81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42B06-0B10-B7D0-7015-7479DD18C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D6902-94A2-C17E-47BD-3BBE91D1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63324-E2DE-7A2C-8FFE-7AAA39F3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7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7BF8D5-6B6B-A432-12DE-591FBEDD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2B312-2801-954C-FCC3-7D4B0C5A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663BB-4FE6-0EF0-B376-B350745E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1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B03C-B280-9242-F6FC-5256D8CDD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D9857-FCB8-05BF-3BBD-2914C111B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A9E95-16A1-F7D0-E91B-ECFBDB4CF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9D3B1-DCA2-E6D3-BF39-DF4C449A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A7B45-8FE6-3A23-0467-863DF58DD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84DE3-07A3-5689-235E-CF7229A13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5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6A367-3DE5-7BE5-B45F-0316F14A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BB8DB9-D70B-7854-6825-AB55EA483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27DBB-FD63-47A7-EC84-07B1925F9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B4101-9049-0FA1-2092-8928C6BA4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36C7D-3953-ABAC-36D4-C8F2333F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4F51D-6B6B-1877-D0D5-76B3B3F3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2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EE68-E334-DEFA-B123-B5849377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C6A2C-2415-F921-40F6-4475543FF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47AB8-268E-3D29-8F04-DCF10F8FB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1707C-5754-55F6-986E-0C816D8B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67951-40BB-8645-0441-D106E7AC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8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3FAFD0-3881-E3EB-FCAF-3089A7CC4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EF1A5-4E89-99C7-75FC-4FFE73A5C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F9A37-28CB-0F44-32AE-8B10FB39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87F4D-F4B7-870E-F224-ED9D4580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E4D60-392C-A888-DC59-F85A5B00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67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F6D9-433D-9FCD-1371-1FFC5B22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D57-1E42-FEF9-0046-F55DAD532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FED1-DC2E-CA26-77D3-B561CC9C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2C593-CC40-D16B-0A92-941477A9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334F8-28C8-6190-4C7A-46BE2551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1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CF8B-79E3-327D-BE10-75A66EF3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FD811-EBEC-A270-B6E0-0245AD78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6D39-7B87-DE1A-5773-802CCC8F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8125-5496-97EB-E47F-48BE46EF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BE62-5957-C388-3C97-08E94A02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2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49FF-2E5A-4944-C1BF-C8E2B512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2F7C-B359-6847-B6BB-CB0D4FDA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0B2F-8D7D-88CB-EB4C-D002D54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AD0E-CDC9-81DE-EAE1-4D48F97F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8BBC0-DF8F-9633-3CF0-B537CC4B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56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BC8D-7B47-32C2-5D96-31B3077D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B44F-FCDC-3C0E-EE40-C85D05455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47FFF-518C-F697-E99F-82A49EDB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59D35-265F-B240-4867-A8884695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B8C1-6A1F-7695-CE51-B11363BD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52C22-A624-D254-DF4D-844F544C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42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0277-2A98-F5FB-469B-993AD22E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F13E-9536-45FA-3843-3EB0BAC1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26A17-C4D6-59E3-0A04-A2C0AB179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2183E-7155-D59D-77AA-533FFF38F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EA97B-8655-8A53-7B87-F43C923B5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3C9E4-AD31-6A15-DEBA-532AB09A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A57D4-E06C-ED8E-3954-958ABB03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4200A-B4D8-DF9F-A065-32BA685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23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3A8F-C2BE-88F1-871E-FCDBBC10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9B962-578D-B4FE-AF9D-7957A581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609FF-4186-0E56-3F39-68FD17AE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05437-F288-98C3-7F90-5C6ACEE6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69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0323B-08B1-2CFB-ABD3-A510B613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0435D-871A-182C-7C87-B4989835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F160-3EFD-19D0-298E-AD69EC98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47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5AD0-4B31-492F-9BA4-1F5D982A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1AF9-7A27-04D5-9D85-5D4D80190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A3A66-5958-769B-741E-B5437CA15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A6B32-A397-2328-9339-0D650285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70F0E-2882-5BED-DA88-638CC2CB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23D9-AA7A-9A39-B5F1-328454DB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88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B9B5-B531-AB92-B827-2FD74C17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83E2-9567-629B-664B-298D5897D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4114-FC7A-5462-1297-5D6BCAB5C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ECCCB-9FE2-8591-F205-F8B5B9E7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9A163-75DC-03AF-5326-849EC4CF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D94F6-8E2C-E63C-8B91-F740383C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33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CAC5-CD37-F867-6192-C9494749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53604-94B5-CB17-2771-A0C924832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DCE7-2FBC-1748-AAC8-E7540469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31F0-1E5F-E267-722F-1A471441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33FD-4898-0238-3ABB-8FF1D8AE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06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F1B78-415C-335C-90B0-0A7C6BEE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350C0-BEFD-B8FB-DE09-0170706F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DFC31-6E76-0879-B3EE-E2EF6AAE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E808-F47B-32A9-D83A-60E8B93B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8CFE5-801F-C96D-7414-92898D0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176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3258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520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5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9334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0564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32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825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7084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375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15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13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A385-4B65-26EB-EA72-14F740473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497A5-7480-53A1-876E-F947EFCF6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5C754-9014-847A-9634-A23BBECBB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4BC40-ADF9-4697-B674-BBA4A01165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49309-4D9D-2985-212D-121439854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1AA41-F814-3EF9-0CF3-187CAB5E7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206E3-4488-4C33-8C5F-545D7E781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1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96E57-FC88-A9B0-F1C3-F11DD354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114DD-3CA0-C024-F938-3704B7A5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FFB1C-F5F4-F094-0D2E-44E231849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D2172-B066-42B6-872E-3CB95A0AB1F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7CC7-25A6-0109-6794-AC24CB7EE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B55D-30F1-5288-DA2C-3E5909CD4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8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19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e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13.png"/><Relationship Id="rId3" Type="http://schemas.openxmlformats.org/officeDocument/2006/relationships/image" Target="../media/image18.png"/><Relationship Id="rId21" Type="http://schemas.openxmlformats.org/officeDocument/2006/relationships/image" Target="../media/image31.png"/><Relationship Id="rId12" Type="http://schemas.openxmlformats.org/officeDocument/2006/relationships/image" Target="../media/image27.png"/><Relationship Id="rId17" Type="http://schemas.openxmlformats.org/officeDocument/2006/relationships/image" Target="../media/image3.jpeg"/><Relationship Id="rId2" Type="http://schemas.openxmlformats.org/officeDocument/2006/relationships/image" Target="../media/image17.png"/><Relationship Id="rId16" Type="http://schemas.openxmlformats.org/officeDocument/2006/relationships/image" Target="../media/image10.jp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5.jpeg"/><Relationship Id="rId10" Type="http://schemas.openxmlformats.org/officeDocument/2006/relationships/image" Target="../media/image25.png"/><Relationship Id="rId19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" Type="http://schemas.openxmlformats.org/officeDocument/2006/relationships/image" Target="../media/image2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2" Type="http://schemas.openxmlformats.org/officeDocument/2006/relationships/image" Target="../media/image32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81.png"/><Relationship Id="rId3" Type="http://schemas.openxmlformats.org/officeDocument/2006/relationships/image" Target="../media/image19.png"/><Relationship Id="rId7" Type="http://schemas.openxmlformats.org/officeDocument/2006/relationships/image" Target="../media/image530.png"/><Relationship Id="rId12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1.png"/><Relationship Id="rId11" Type="http://schemas.openxmlformats.org/officeDocument/2006/relationships/image" Target="../media/image59.svg"/><Relationship Id="rId5" Type="http://schemas.openxmlformats.org/officeDocument/2006/relationships/image" Target="../media/image5.jpeg"/><Relationship Id="rId15" Type="http://schemas.openxmlformats.org/officeDocument/2006/relationships/image" Target="../media/image61.png"/><Relationship Id="rId10" Type="http://schemas.openxmlformats.org/officeDocument/2006/relationships/image" Target="../media/image58.png"/><Relationship Id="rId4" Type="http://schemas.openxmlformats.org/officeDocument/2006/relationships/image" Target="../media/image20.png"/><Relationship Id="rId9" Type="http://schemas.openxmlformats.org/officeDocument/2006/relationships/image" Target="../media/image57.svg"/><Relationship Id="rId14" Type="http://schemas.openxmlformats.org/officeDocument/2006/relationships/image" Target="../media/image6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10.jpg"/><Relationship Id="rId3" Type="http://schemas.openxmlformats.org/officeDocument/2006/relationships/image" Target="../media/image19.png"/><Relationship Id="rId7" Type="http://schemas.openxmlformats.org/officeDocument/2006/relationships/image" Target="../media/image56.png"/><Relationship Id="rId12" Type="http://schemas.openxmlformats.org/officeDocument/2006/relationships/image" Target="../media/image611.png"/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0.png"/><Relationship Id="rId11" Type="http://schemas.openxmlformats.org/officeDocument/2006/relationships/image" Target="../media/image13.png"/><Relationship Id="rId5" Type="http://schemas.openxmlformats.org/officeDocument/2006/relationships/image" Target="../media/image521.png"/><Relationship Id="rId15" Type="http://schemas.openxmlformats.org/officeDocument/2006/relationships/image" Target="../media/image61.png"/><Relationship Id="rId10" Type="http://schemas.openxmlformats.org/officeDocument/2006/relationships/image" Target="../media/image59.svg"/><Relationship Id="rId4" Type="http://schemas.openxmlformats.org/officeDocument/2006/relationships/image" Target="../media/image20.png"/><Relationship Id="rId9" Type="http://schemas.openxmlformats.org/officeDocument/2006/relationships/image" Target="../media/image58.png"/><Relationship Id="rId14" Type="http://schemas.openxmlformats.org/officeDocument/2006/relationships/image" Target="../media/image6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0.jpeg"/><Relationship Id="rId3" Type="http://schemas.openxmlformats.org/officeDocument/2006/relationships/image" Target="../media/image19.png"/><Relationship Id="rId7" Type="http://schemas.openxmlformats.org/officeDocument/2006/relationships/image" Target="../media/image56.png"/><Relationship Id="rId12" Type="http://schemas.openxmlformats.org/officeDocument/2006/relationships/image" Target="../media/image7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11" Type="http://schemas.openxmlformats.org/officeDocument/2006/relationships/image" Target="../media/image13.png"/><Relationship Id="rId5" Type="http://schemas.openxmlformats.org/officeDocument/2006/relationships/image" Target="../media/image521.png"/><Relationship Id="rId10" Type="http://schemas.openxmlformats.org/officeDocument/2006/relationships/image" Target="../media/image59.svg"/><Relationship Id="rId4" Type="http://schemas.openxmlformats.org/officeDocument/2006/relationships/image" Target="../media/image20.png"/><Relationship Id="rId9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81.png"/><Relationship Id="rId3" Type="http://schemas.openxmlformats.org/officeDocument/2006/relationships/image" Target="../media/image19.png"/><Relationship Id="rId7" Type="http://schemas.openxmlformats.org/officeDocument/2006/relationships/image" Target="../media/image530.png"/><Relationship Id="rId12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1.png"/><Relationship Id="rId11" Type="http://schemas.openxmlformats.org/officeDocument/2006/relationships/image" Target="../media/image59.svg"/><Relationship Id="rId5" Type="http://schemas.openxmlformats.org/officeDocument/2006/relationships/image" Target="../media/image5.jpeg"/><Relationship Id="rId10" Type="http://schemas.openxmlformats.org/officeDocument/2006/relationships/image" Target="../media/image58.png"/><Relationship Id="rId4" Type="http://schemas.openxmlformats.org/officeDocument/2006/relationships/image" Target="../media/image20.png"/><Relationship Id="rId9" Type="http://schemas.openxmlformats.org/officeDocument/2006/relationships/image" Target="../media/image57.svg"/><Relationship Id="rId14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12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7.jpg"/><Relationship Id="rId3" Type="http://schemas.openxmlformats.org/officeDocument/2006/relationships/image" Target="../media/image65.png"/><Relationship Id="rId7" Type="http://schemas.openxmlformats.org/officeDocument/2006/relationships/image" Target="../media/image56.png"/><Relationship Id="rId12" Type="http://schemas.openxmlformats.org/officeDocument/2006/relationships/image" Target="../media/image7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8.png"/><Relationship Id="rId11" Type="http://schemas.openxmlformats.org/officeDocument/2006/relationships/image" Target="../media/image13.png"/><Relationship Id="rId5" Type="http://schemas.openxmlformats.org/officeDocument/2006/relationships/image" Target="../media/image67.png"/><Relationship Id="rId10" Type="http://schemas.openxmlformats.org/officeDocument/2006/relationships/image" Target="../media/image59.svg"/><Relationship Id="rId4" Type="http://schemas.openxmlformats.org/officeDocument/2006/relationships/image" Target="../media/image66.png"/><Relationship Id="rId9" Type="http://schemas.openxmlformats.org/officeDocument/2006/relationships/image" Target="../media/image58.png"/><Relationship Id="rId14" Type="http://schemas.openxmlformats.org/officeDocument/2006/relationships/image" Target="../media/image60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70.png"/><Relationship Id="rId3" Type="http://schemas.openxmlformats.org/officeDocument/2006/relationships/image" Target="../media/image19.png"/><Relationship Id="rId7" Type="http://schemas.openxmlformats.org/officeDocument/2006/relationships/image" Target="../media/image57.svg"/><Relationship Id="rId12" Type="http://schemas.openxmlformats.org/officeDocument/2006/relationships/image" Target="../media/image12.jpe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png"/><Relationship Id="rId11" Type="http://schemas.openxmlformats.org/officeDocument/2006/relationships/image" Target="../media/image660.png"/><Relationship Id="rId5" Type="http://schemas.openxmlformats.org/officeDocument/2006/relationships/image" Target="../media/image521.png"/><Relationship Id="rId15" Type="http://schemas.openxmlformats.org/officeDocument/2006/relationships/image" Target="../media/image682.png"/><Relationship Id="rId10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59.svg"/><Relationship Id="rId14" Type="http://schemas.openxmlformats.org/officeDocument/2006/relationships/image" Target="../media/image60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.jpg"/><Relationship Id="rId3" Type="http://schemas.openxmlformats.org/officeDocument/2006/relationships/image" Target="../media/image19.png"/><Relationship Id="rId7" Type="http://schemas.openxmlformats.org/officeDocument/2006/relationships/image" Target="../media/image56.png"/><Relationship Id="rId12" Type="http://schemas.openxmlformats.org/officeDocument/2006/relationships/image" Target="../media/image691.png"/><Relationship Id="rId2" Type="http://schemas.openxmlformats.org/officeDocument/2006/relationships/image" Target="../media/image68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11" Type="http://schemas.openxmlformats.org/officeDocument/2006/relationships/image" Target="../media/image13.png"/><Relationship Id="rId5" Type="http://schemas.openxmlformats.org/officeDocument/2006/relationships/image" Target="../media/image521.png"/><Relationship Id="rId15" Type="http://schemas.openxmlformats.org/officeDocument/2006/relationships/image" Target="../media/image59.png"/><Relationship Id="rId10" Type="http://schemas.openxmlformats.org/officeDocument/2006/relationships/image" Target="../media/image59.svg"/><Relationship Id="rId4" Type="http://schemas.openxmlformats.org/officeDocument/2006/relationships/image" Target="../media/image20.png"/><Relationship Id="rId9" Type="http://schemas.openxmlformats.org/officeDocument/2006/relationships/image" Target="../media/image58.png"/><Relationship Id="rId14" Type="http://schemas.openxmlformats.org/officeDocument/2006/relationships/image" Target="../media/image6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12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81.png"/><Relationship Id="rId18" Type="http://schemas.openxmlformats.org/officeDocument/2006/relationships/image" Target="../media/image85.png"/><Relationship Id="rId3" Type="http://schemas.openxmlformats.org/officeDocument/2006/relationships/image" Target="../media/image161.png"/><Relationship Id="rId21" Type="http://schemas.openxmlformats.org/officeDocument/2006/relationships/image" Target="../media/image79.png"/><Relationship Id="rId7" Type="http://schemas.openxmlformats.org/officeDocument/2006/relationships/image" Target="../media/image200.png"/><Relationship Id="rId12" Type="http://schemas.openxmlformats.org/officeDocument/2006/relationships/image" Target="../media/image80.png"/><Relationship Id="rId17" Type="http://schemas.openxmlformats.org/officeDocument/2006/relationships/image" Target="../media/image301.png"/><Relationship Id="rId2" Type="http://schemas.openxmlformats.org/officeDocument/2006/relationships/image" Target="../media/image69.png"/><Relationship Id="rId16" Type="http://schemas.openxmlformats.org/officeDocument/2006/relationships/image" Target="../media/image84.png"/><Relationship Id="rId20" Type="http://schemas.openxmlformats.org/officeDocument/2006/relationships/image" Target="../media/image3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1.png"/><Relationship Id="rId11" Type="http://schemas.openxmlformats.org/officeDocument/2006/relationships/image" Target="../media/image240.png"/><Relationship Id="rId5" Type="http://schemas.openxmlformats.org/officeDocument/2006/relationships/image" Target="../media/image181.png"/><Relationship Id="rId15" Type="http://schemas.openxmlformats.org/officeDocument/2006/relationships/image" Target="../media/image83.png"/><Relationship Id="rId10" Type="http://schemas.openxmlformats.org/officeDocument/2006/relationships/image" Target="../media/image231.png"/><Relationship Id="rId19" Type="http://schemas.openxmlformats.org/officeDocument/2006/relationships/image" Target="../media/image86.png"/><Relationship Id="rId4" Type="http://schemas.openxmlformats.org/officeDocument/2006/relationships/image" Target="../media/image171.png"/><Relationship Id="rId9" Type="http://schemas.openxmlformats.org/officeDocument/2006/relationships/image" Target="../media/image220.png"/><Relationship Id="rId14" Type="http://schemas.openxmlformats.org/officeDocument/2006/relationships/image" Target="../media/image82.png"/><Relationship Id="rId22" Type="http://schemas.openxmlformats.org/officeDocument/2006/relationships/image" Target="../media/image80.sv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96.png"/><Relationship Id="rId42" Type="http://schemas.openxmlformats.org/officeDocument/2006/relationships/image" Target="../media/image351.png"/><Relationship Id="rId34" Type="http://schemas.openxmlformats.org/officeDocument/2006/relationships/image" Target="../media/image520.png"/><Relationship Id="rId47" Type="http://schemas.openxmlformats.org/officeDocument/2006/relationships/image" Target="../media/image102.png"/><Relationship Id="rId50" Type="http://schemas.openxmlformats.org/officeDocument/2006/relationships/image" Target="../media/image350.png"/><Relationship Id="rId21" Type="http://schemas.openxmlformats.org/officeDocument/2006/relationships/image" Target="../media/image390.png"/><Relationship Id="rId7" Type="http://schemas.openxmlformats.org/officeDocument/2006/relationships/image" Target="../media/image230.png"/><Relationship Id="rId2" Type="http://schemas.openxmlformats.org/officeDocument/2006/relationships/image" Target="../media/image89.png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29" Type="http://schemas.openxmlformats.org/officeDocument/2006/relationships/image" Target="../media/image470.png"/><Relationship Id="rId54" Type="http://schemas.openxmlformats.org/officeDocument/2006/relationships/image" Target="../media/image84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0.png"/><Relationship Id="rId11" Type="http://schemas.openxmlformats.org/officeDocument/2006/relationships/image" Target="../media/image90.png"/><Relationship Id="rId32" Type="http://schemas.openxmlformats.org/officeDocument/2006/relationships/image" Target="../media/image500.png"/><Relationship Id="rId45" Type="http://schemas.openxmlformats.org/officeDocument/2006/relationships/image" Target="../media/image100.png"/><Relationship Id="rId53" Type="http://schemas.openxmlformats.org/officeDocument/2006/relationships/image" Target="../media/image370.png"/><Relationship Id="rId5" Type="http://schemas.openxmlformats.org/officeDocument/2006/relationships/image" Target="../media/image180.png"/><Relationship Id="rId15" Type="http://schemas.openxmlformats.org/officeDocument/2006/relationships/image" Target="../media/image330.png"/><Relationship Id="rId28" Type="http://schemas.openxmlformats.org/officeDocument/2006/relationships/image" Target="../media/image460.png"/><Relationship Id="rId49" Type="http://schemas.openxmlformats.org/officeDocument/2006/relationships/image" Target="../media/image340.png"/><Relationship Id="rId10" Type="http://schemas.openxmlformats.org/officeDocument/2006/relationships/image" Target="../media/image280.png"/><Relationship Id="rId19" Type="http://schemas.openxmlformats.org/officeDocument/2006/relationships/image" Target="../media/image97.png"/><Relationship Id="rId44" Type="http://schemas.openxmlformats.org/officeDocument/2006/relationships/image" Target="../media/image99.png"/><Relationship Id="rId52" Type="http://schemas.openxmlformats.org/officeDocument/2006/relationships/image" Target="../media/image360.png"/><Relationship Id="rId4" Type="http://schemas.openxmlformats.org/officeDocument/2006/relationships/image" Target="../media/image170.png"/><Relationship Id="rId9" Type="http://schemas.openxmlformats.org/officeDocument/2006/relationships/image" Target="../media/image270.png"/><Relationship Id="rId14" Type="http://schemas.openxmlformats.org/officeDocument/2006/relationships/image" Target="../media/image93.png"/><Relationship Id="rId22" Type="http://schemas.openxmlformats.org/officeDocument/2006/relationships/image" Target="../media/image400.png"/><Relationship Id="rId43" Type="http://schemas.openxmlformats.org/officeDocument/2006/relationships/image" Target="../media/image361.png"/><Relationship Id="rId27" Type="http://schemas.openxmlformats.org/officeDocument/2006/relationships/image" Target="../media/image450.png"/><Relationship Id="rId48" Type="http://schemas.openxmlformats.org/officeDocument/2006/relationships/image" Target="../media/image69.png"/><Relationship Id="rId8" Type="http://schemas.openxmlformats.org/officeDocument/2006/relationships/image" Target="../media/image250.png"/><Relationship Id="rId51" Type="http://schemas.openxmlformats.org/officeDocument/2006/relationships/image" Target="../media/image380.png"/><Relationship Id="rId3" Type="http://schemas.openxmlformats.org/officeDocument/2006/relationships/image" Target="../media/image160.png"/><Relationship Id="rId12" Type="http://schemas.openxmlformats.org/officeDocument/2006/relationships/image" Target="../media/image91.png"/><Relationship Id="rId17" Type="http://schemas.openxmlformats.org/officeDocument/2006/relationships/image" Target="../media/image95.png"/><Relationship Id="rId33" Type="http://schemas.openxmlformats.org/officeDocument/2006/relationships/image" Target="../media/image510.png"/><Relationship Id="rId46" Type="http://schemas.openxmlformats.org/officeDocument/2006/relationships/image" Target="../media/image101.png"/></Relationships>
</file>

<file path=ppt/slides/_rels/slide2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710.png"/><Relationship Id="rId26" Type="http://schemas.openxmlformats.org/officeDocument/2006/relationships/image" Target="../media/image104.png"/><Relationship Id="rId39" Type="http://schemas.openxmlformats.org/officeDocument/2006/relationships/image" Target="../media/image96.png"/><Relationship Id="rId21" Type="http://schemas.openxmlformats.org/officeDocument/2006/relationships/image" Target="../media/image740.png"/><Relationship Id="rId34" Type="http://schemas.openxmlformats.org/officeDocument/2006/relationships/image" Target="../media/image870.png"/><Relationship Id="rId42" Type="http://schemas.openxmlformats.org/officeDocument/2006/relationships/image" Target="../media/image107.png"/><Relationship Id="rId7" Type="http://schemas.openxmlformats.org/officeDocument/2006/relationships/image" Target="../media/image230.png"/><Relationship Id="rId17" Type="http://schemas.openxmlformats.org/officeDocument/2006/relationships/image" Target="../media/image700.png"/><Relationship Id="rId25" Type="http://schemas.openxmlformats.org/officeDocument/2006/relationships/image" Target="../media/image103.png"/><Relationship Id="rId33" Type="http://schemas.openxmlformats.org/officeDocument/2006/relationships/image" Target="../media/image860.png"/><Relationship Id="rId38" Type="http://schemas.openxmlformats.org/officeDocument/2006/relationships/image" Target="../media/image95.png"/><Relationship Id="rId2" Type="http://schemas.openxmlformats.org/officeDocument/2006/relationships/image" Target="../media/image89.png"/><Relationship Id="rId16" Type="http://schemas.openxmlformats.org/officeDocument/2006/relationships/image" Target="../media/image690.png"/><Relationship Id="rId20" Type="http://schemas.openxmlformats.org/officeDocument/2006/relationships/image" Target="../media/image730.png"/><Relationship Id="rId29" Type="http://schemas.openxmlformats.org/officeDocument/2006/relationships/image" Target="../media/image820.png"/><Relationship Id="rId41" Type="http://schemas.openxmlformats.org/officeDocument/2006/relationships/image" Target="../media/image10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0.png"/><Relationship Id="rId11" Type="http://schemas.openxmlformats.org/officeDocument/2006/relationships/image" Target="../media/image93.png"/><Relationship Id="rId24" Type="http://schemas.openxmlformats.org/officeDocument/2006/relationships/image" Target="../media/image770.png"/><Relationship Id="rId32" Type="http://schemas.openxmlformats.org/officeDocument/2006/relationships/image" Target="../media/image850.png"/><Relationship Id="rId37" Type="http://schemas.openxmlformats.org/officeDocument/2006/relationships/image" Target="../media/image94.png"/><Relationship Id="rId40" Type="http://schemas.openxmlformats.org/officeDocument/2006/relationships/image" Target="../media/image105.png"/><Relationship Id="rId5" Type="http://schemas.openxmlformats.org/officeDocument/2006/relationships/image" Target="../media/image600.png"/><Relationship Id="rId15" Type="http://schemas.openxmlformats.org/officeDocument/2006/relationships/image" Target="../media/image680.png"/><Relationship Id="rId23" Type="http://schemas.openxmlformats.org/officeDocument/2006/relationships/image" Target="../media/image760.png"/><Relationship Id="rId28" Type="http://schemas.openxmlformats.org/officeDocument/2006/relationships/image" Target="../media/image810.png"/><Relationship Id="rId36" Type="http://schemas.openxmlformats.org/officeDocument/2006/relationships/image" Target="../media/image100.png"/><Relationship Id="rId10" Type="http://schemas.openxmlformats.org/officeDocument/2006/relationships/image" Target="../media/image630.png"/><Relationship Id="rId19" Type="http://schemas.openxmlformats.org/officeDocument/2006/relationships/image" Target="../media/image720.png"/><Relationship Id="rId31" Type="http://schemas.openxmlformats.org/officeDocument/2006/relationships/image" Target="../media/image102.png"/><Relationship Id="rId4" Type="http://schemas.openxmlformats.org/officeDocument/2006/relationships/image" Target="../media/image590.png"/><Relationship Id="rId9" Type="http://schemas.openxmlformats.org/officeDocument/2006/relationships/image" Target="../media/image620.png"/><Relationship Id="rId22" Type="http://schemas.openxmlformats.org/officeDocument/2006/relationships/image" Target="../media/image750.png"/><Relationship Id="rId27" Type="http://schemas.openxmlformats.org/officeDocument/2006/relationships/image" Target="../media/image800.png"/><Relationship Id="rId30" Type="http://schemas.openxmlformats.org/officeDocument/2006/relationships/image" Target="../media/image101.png"/><Relationship Id="rId35" Type="http://schemas.openxmlformats.org/officeDocument/2006/relationships/image" Target="../media/image99.png"/><Relationship Id="rId43" Type="http://schemas.openxmlformats.org/officeDocument/2006/relationships/image" Target="../media/image69.png"/><Relationship Id="rId8" Type="http://schemas.openxmlformats.org/officeDocument/2006/relationships/image" Target="../media/image610.png"/><Relationship Id="rId3" Type="http://schemas.openxmlformats.org/officeDocument/2006/relationships/image" Target="../media/image580.png"/></Relationships>
</file>

<file path=ppt/slides/_rels/slide2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710.png"/><Relationship Id="rId26" Type="http://schemas.openxmlformats.org/officeDocument/2006/relationships/image" Target="../media/image102.png"/><Relationship Id="rId39" Type="http://schemas.openxmlformats.org/officeDocument/2006/relationships/image" Target="../media/image104.png"/><Relationship Id="rId21" Type="http://schemas.openxmlformats.org/officeDocument/2006/relationships/image" Target="../media/image740.png"/><Relationship Id="rId34" Type="http://schemas.openxmlformats.org/officeDocument/2006/relationships/image" Target="../media/image96.png"/><Relationship Id="rId42" Type="http://schemas.openxmlformats.org/officeDocument/2006/relationships/image" Target="../media/image110.png"/><Relationship Id="rId7" Type="http://schemas.openxmlformats.org/officeDocument/2006/relationships/image" Target="../media/image230.png"/><Relationship Id="rId2" Type="http://schemas.openxmlformats.org/officeDocument/2006/relationships/image" Target="../media/image89.png"/><Relationship Id="rId16" Type="http://schemas.openxmlformats.org/officeDocument/2006/relationships/image" Target="../media/image690.png"/><Relationship Id="rId20" Type="http://schemas.openxmlformats.org/officeDocument/2006/relationships/image" Target="../media/image730.png"/><Relationship Id="rId29" Type="http://schemas.openxmlformats.org/officeDocument/2006/relationships/image" Target="../media/image870.png"/><Relationship Id="rId41" Type="http://schemas.openxmlformats.org/officeDocument/2006/relationships/image" Target="../media/image10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0.png"/><Relationship Id="rId11" Type="http://schemas.openxmlformats.org/officeDocument/2006/relationships/image" Target="../media/image93.png"/><Relationship Id="rId24" Type="http://schemas.openxmlformats.org/officeDocument/2006/relationships/image" Target="../media/image820.png"/><Relationship Id="rId32" Type="http://schemas.openxmlformats.org/officeDocument/2006/relationships/image" Target="../media/image94.png"/><Relationship Id="rId37" Type="http://schemas.openxmlformats.org/officeDocument/2006/relationships/image" Target="../media/image770.png"/><Relationship Id="rId40" Type="http://schemas.openxmlformats.org/officeDocument/2006/relationships/image" Target="../media/image108.png"/><Relationship Id="rId5" Type="http://schemas.openxmlformats.org/officeDocument/2006/relationships/image" Target="../media/image600.png"/><Relationship Id="rId15" Type="http://schemas.openxmlformats.org/officeDocument/2006/relationships/image" Target="../media/image680.png"/><Relationship Id="rId23" Type="http://schemas.openxmlformats.org/officeDocument/2006/relationships/image" Target="../media/image810.png"/><Relationship Id="rId28" Type="http://schemas.openxmlformats.org/officeDocument/2006/relationships/image" Target="../media/image860.png"/><Relationship Id="rId36" Type="http://schemas.openxmlformats.org/officeDocument/2006/relationships/image" Target="../media/image760.png"/><Relationship Id="rId10" Type="http://schemas.openxmlformats.org/officeDocument/2006/relationships/image" Target="../media/image630.png"/><Relationship Id="rId19" Type="http://schemas.openxmlformats.org/officeDocument/2006/relationships/image" Target="../media/image720.png"/><Relationship Id="rId31" Type="http://schemas.openxmlformats.org/officeDocument/2006/relationships/image" Target="../media/image100.png"/><Relationship Id="rId44" Type="http://schemas.openxmlformats.org/officeDocument/2006/relationships/image" Target="../media/image69.png"/><Relationship Id="rId4" Type="http://schemas.openxmlformats.org/officeDocument/2006/relationships/image" Target="../media/image590.png"/><Relationship Id="rId9" Type="http://schemas.openxmlformats.org/officeDocument/2006/relationships/image" Target="../media/image620.png"/><Relationship Id="rId22" Type="http://schemas.openxmlformats.org/officeDocument/2006/relationships/image" Target="../media/image800.png"/><Relationship Id="rId27" Type="http://schemas.openxmlformats.org/officeDocument/2006/relationships/image" Target="../media/image850.png"/><Relationship Id="rId30" Type="http://schemas.openxmlformats.org/officeDocument/2006/relationships/image" Target="../media/image99.png"/><Relationship Id="rId35" Type="http://schemas.openxmlformats.org/officeDocument/2006/relationships/image" Target="../media/image750.png"/><Relationship Id="rId43" Type="http://schemas.openxmlformats.org/officeDocument/2006/relationships/image" Target="../media/image111.png"/><Relationship Id="rId8" Type="http://schemas.openxmlformats.org/officeDocument/2006/relationships/image" Target="../media/image610.png"/><Relationship Id="rId3" Type="http://schemas.openxmlformats.org/officeDocument/2006/relationships/image" Target="../media/image580.png"/><Relationship Id="rId17" Type="http://schemas.openxmlformats.org/officeDocument/2006/relationships/image" Target="../media/image700.png"/><Relationship Id="rId25" Type="http://schemas.openxmlformats.org/officeDocument/2006/relationships/image" Target="../media/image101.png"/><Relationship Id="rId33" Type="http://schemas.openxmlformats.org/officeDocument/2006/relationships/image" Target="../media/image95.png"/><Relationship Id="rId38" Type="http://schemas.openxmlformats.org/officeDocument/2006/relationships/image" Target="../media/image103.png"/></Relationships>
</file>

<file path=ppt/slides/_rels/slide2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710.png"/><Relationship Id="rId26" Type="http://schemas.openxmlformats.org/officeDocument/2006/relationships/image" Target="../media/image100.png"/><Relationship Id="rId39" Type="http://schemas.openxmlformats.org/officeDocument/2006/relationships/image" Target="../media/image114.png"/><Relationship Id="rId21" Type="http://schemas.openxmlformats.org/officeDocument/2006/relationships/image" Target="../media/image740.png"/><Relationship Id="rId34" Type="http://schemas.openxmlformats.org/officeDocument/2006/relationships/image" Target="../media/image102.png"/><Relationship Id="rId7" Type="http://schemas.openxmlformats.org/officeDocument/2006/relationships/image" Target="../media/image230.png"/><Relationship Id="rId17" Type="http://schemas.openxmlformats.org/officeDocument/2006/relationships/image" Target="../media/image700.png"/><Relationship Id="rId25" Type="http://schemas.openxmlformats.org/officeDocument/2006/relationships/image" Target="../media/image99.png"/><Relationship Id="rId33" Type="http://schemas.openxmlformats.org/officeDocument/2006/relationships/image" Target="../media/image101.png"/><Relationship Id="rId38" Type="http://schemas.openxmlformats.org/officeDocument/2006/relationships/image" Target="../media/image111.png"/><Relationship Id="rId2" Type="http://schemas.openxmlformats.org/officeDocument/2006/relationships/image" Target="../media/image89.png"/><Relationship Id="rId16" Type="http://schemas.openxmlformats.org/officeDocument/2006/relationships/image" Target="../media/image690.png"/><Relationship Id="rId20" Type="http://schemas.openxmlformats.org/officeDocument/2006/relationships/image" Target="../media/image730.pn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0.png"/><Relationship Id="rId11" Type="http://schemas.openxmlformats.org/officeDocument/2006/relationships/image" Target="../media/image93.png"/><Relationship Id="rId24" Type="http://schemas.openxmlformats.org/officeDocument/2006/relationships/image" Target="../media/image870.png"/><Relationship Id="rId32" Type="http://schemas.openxmlformats.org/officeDocument/2006/relationships/image" Target="../media/image820.png"/><Relationship Id="rId37" Type="http://schemas.openxmlformats.org/officeDocument/2006/relationships/image" Target="../media/image113.png"/><Relationship Id="rId40" Type="http://schemas.openxmlformats.org/officeDocument/2006/relationships/image" Target="../media/image69.png"/><Relationship Id="rId5" Type="http://schemas.openxmlformats.org/officeDocument/2006/relationships/image" Target="../media/image600.png"/><Relationship Id="rId15" Type="http://schemas.openxmlformats.org/officeDocument/2006/relationships/image" Target="../media/image680.png"/><Relationship Id="rId23" Type="http://schemas.openxmlformats.org/officeDocument/2006/relationships/image" Target="../media/image860.png"/><Relationship Id="rId28" Type="http://schemas.openxmlformats.org/officeDocument/2006/relationships/image" Target="../media/image95.png"/><Relationship Id="rId36" Type="http://schemas.openxmlformats.org/officeDocument/2006/relationships/image" Target="../media/image112.png"/><Relationship Id="rId10" Type="http://schemas.openxmlformats.org/officeDocument/2006/relationships/image" Target="../media/image630.png"/><Relationship Id="rId19" Type="http://schemas.openxmlformats.org/officeDocument/2006/relationships/image" Target="../media/image720.png"/><Relationship Id="rId31" Type="http://schemas.openxmlformats.org/officeDocument/2006/relationships/image" Target="../media/image810.png"/><Relationship Id="rId4" Type="http://schemas.openxmlformats.org/officeDocument/2006/relationships/image" Target="../media/image590.png"/><Relationship Id="rId9" Type="http://schemas.openxmlformats.org/officeDocument/2006/relationships/image" Target="../media/image620.png"/><Relationship Id="rId22" Type="http://schemas.openxmlformats.org/officeDocument/2006/relationships/image" Target="../media/image850.png"/><Relationship Id="rId27" Type="http://schemas.openxmlformats.org/officeDocument/2006/relationships/image" Target="../media/image94.png"/><Relationship Id="rId30" Type="http://schemas.openxmlformats.org/officeDocument/2006/relationships/image" Target="../media/image800.png"/><Relationship Id="rId35" Type="http://schemas.openxmlformats.org/officeDocument/2006/relationships/image" Target="../media/image108.png"/><Relationship Id="rId8" Type="http://schemas.openxmlformats.org/officeDocument/2006/relationships/image" Target="../media/image610.png"/><Relationship Id="rId3" Type="http://schemas.openxmlformats.org/officeDocument/2006/relationships/image" Target="../media/image58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18" Type="http://schemas.openxmlformats.org/officeDocument/2006/relationships/image" Target="../media/image710.png"/><Relationship Id="rId26" Type="http://schemas.openxmlformats.org/officeDocument/2006/relationships/image" Target="../media/image860.png"/><Relationship Id="rId3" Type="http://schemas.openxmlformats.org/officeDocument/2006/relationships/image" Target="../media/image580.png"/><Relationship Id="rId21" Type="http://schemas.openxmlformats.org/officeDocument/2006/relationships/image" Target="../media/image740.png"/><Relationship Id="rId7" Type="http://schemas.openxmlformats.org/officeDocument/2006/relationships/image" Target="../media/image230.png"/><Relationship Id="rId17" Type="http://schemas.openxmlformats.org/officeDocument/2006/relationships/image" Target="../media/image700.png"/><Relationship Id="rId25" Type="http://schemas.openxmlformats.org/officeDocument/2006/relationships/image" Target="../media/image850.png"/><Relationship Id="rId33" Type="http://schemas.openxmlformats.org/officeDocument/2006/relationships/image" Target="../media/image69.png"/><Relationship Id="rId2" Type="http://schemas.openxmlformats.org/officeDocument/2006/relationships/image" Target="../media/image89.png"/><Relationship Id="rId16" Type="http://schemas.openxmlformats.org/officeDocument/2006/relationships/image" Target="../media/image690.png"/><Relationship Id="rId20" Type="http://schemas.openxmlformats.org/officeDocument/2006/relationships/image" Target="../media/image730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0.png"/><Relationship Id="rId11" Type="http://schemas.openxmlformats.org/officeDocument/2006/relationships/image" Target="../media/image93.png"/><Relationship Id="rId24" Type="http://schemas.openxmlformats.org/officeDocument/2006/relationships/image" Target="../media/image96.png"/><Relationship Id="rId32" Type="http://schemas.openxmlformats.org/officeDocument/2006/relationships/image" Target="../media/image116.png"/><Relationship Id="rId5" Type="http://schemas.openxmlformats.org/officeDocument/2006/relationships/image" Target="../media/image600.png"/><Relationship Id="rId15" Type="http://schemas.openxmlformats.org/officeDocument/2006/relationships/image" Target="../media/image680.png"/><Relationship Id="rId23" Type="http://schemas.openxmlformats.org/officeDocument/2006/relationships/image" Target="../media/image95.png"/><Relationship Id="rId28" Type="http://schemas.openxmlformats.org/officeDocument/2006/relationships/image" Target="../media/image115.png"/><Relationship Id="rId10" Type="http://schemas.openxmlformats.org/officeDocument/2006/relationships/image" Target="../media/image630.png"/><Relationship Id="rId19" Type="http://schemas.openxmlformats.org/officeDocument/2006/relationships/image" Target="../media/image720.png"/><Relationship Id="rId31" Type="http://schemas.openxmlformats.org/officeDocument/2006/relationships/image" Target="../media/image114.png"/><Relationship Id="rId4" Type="http://schemas.openxmlformats.org/officeDocument/2006/relationships/image" Target="../media/image590.png"/><Relationship Id="rId9" Type="http://schemas.openxmlformats.org/officeDocument/2006/relationships/image" Target="../media/image620.png"/><Relationship Id="rId22" Type="http://schemas.openxmlformats.org/officeDocument/2006/relationships/image" Target="../media/image94.png"/><Relationship Id="rId27" Type="http://schemas.openxmlformats.org/officeDocument/2006/relationships/image" Target="../media/image870.png"/><Relationship Id="rId30" Type="http://schemas.openxmlformats.org/officeDocument/2006/relationships/image" Target="../media/image1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18" Type="http://schemas.openxmlformats.org/officeDocument/2006/relationships/image" Target="../media/image710.png"/><Relationship Id="rId26" Type="http://schemas.openxmlformats.org/officeDocument/2006/relationships/image" Target="../media/image114.png"/><Relationship Id="rId3" Type="http://schemas.openxmlformats.org/officeDocument/2006/relationships/image" Target="../media/image580.png"/><Relationship Id="rId21" Type="http://schemas.openxmlformats.org/officeDocument/2006/relationships/image" Target="../media/image740.png"/><Relationship Id="rId7" Type="http://schemas.openxmlformats.org/officeDocument/2006/relationships/image" Target="../media/image230.png"/><Relationship Id="rId17" Type="http://schemas.openxmlformats.org/officeDocument/2006/relationships/image" Target="../media/image700.png"/><Relationship Id="rId25" Type="http://schemas.openxmlformats.org/officeDocument/2006/relationships/image" Target="../media/image111.png"/><Relationship Id="rId2" Type="http://schemas.openxmlformats.org/officeDocument/2006/relationships/image" Target="../media/image89.png"/><Relationship Id="rId16" Type="http://schemas.openxmlformats.org/officeDocument/2006/relationships/image" Target="../media/image690.png"/><Relationship Id="rId20" Type="http://schemas.openxmlformats.org/officeDocument/2006/relationships/image" Target="../media/image730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0.png"/><Relationship Id="rId11" Type="http://schemas.openxmlformats.org/officeDocument/2006/relationships/image" Target="../media/image93.png"/><Relationship Id="rId24" Type="http://schemas.openxmlformats.org/officeDocument/2006/relationships/image" Target="../media/image96.png"/><Relationship Id="rId5" Type="http://schemas.openxmlformats.org/officeDocument/2006/relationships/image" Target="../media/image600.png"/><Relationship Id="rId15" Type="http://schemas.openxmlformats.org/officeDocument/2006/relationships/image" Target="../media/image680.png"/><Relationship Id="rId23" Type="http://schemas.openxmlformats.org/officeDocument/2006/relationships/image" Target="../media/image95.png"/><Relationship Id="rId28" Type="http://schemas.openxmlformats.org/officeDocument/2006/relationships/image" Target="../media/image69.png"/><Relationship Id="rId10" Type="http://schemas.openxmlformats.org/officeDocument/2006/relationships/image" Target="../media/image630.png"/><Relationship Id="rId19" Type="http://schemas.openxmlformats.org/officeDocument/2006/relationships/image" Target="../media/image720.png"/><Relationship Id="rId4" Type="http://schemas.openxmlformats.org/officeDocument/2006/relationships/image" Target="../media/image590.png"/><Relationship Id="rId9" Type="http://schemas.openxmlformats.org/officeDocument/2006/relationships/image" Target="../media/image620.png"/><Relationship Id="rId22" Type="http://schemas.openxmlformats.org/officeDocument/2006/relationships/image" Target="../media/image94.png"/><Relationship Id="rId27" Type="http://schemas.openxmlformats.org/officeDocument/2006/relationships/image" Target="../media/image116.png"/><Relationship Id="rId30" Type="http://schemas.openxmlformats.org/officeDocument/2006/relationships/image" Target="../media/image88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0.png"/><Relationship Id="rId13" Type="http://schemas.openxmlformats.org/officeDocument/2006/relationships/image" Target="../media/image69.png"/><Relationship Id="rId18" Type="http://schemas.openxmlformats.org/officeDocument/2006/relationships/image" Target="../media/image88.svg"/><Relationship Id="rId26" Type="http://schemas.openxmlformats.org/officeDocument/2006/relationships/image" Target="../media/image96.png"/><Relationship Id="rId3" Type="http://schemas.openxmlformats.org/officeDocument/2006/relationships/image" Target="../media/image930.png"/><Relationship Id="rId21" Type="http://schemas.openxmlformats.org/officeDocument/2006/relationships/image" Target="../media/image1160.png"/><Relationship Id="rId7" Type="http://schemas.openxmlformats.org/officeDocument/2006/relationships/image" Target="../media/image1050.png"/><Relationship Id="rId12" Type="http://schemas.openxmlformats.org/officeDocument/2006/relationships/image" Target="../media/image1100.png"/><Relationship Id="rId17" Type="http://schemas.openxmlformats.org/officeDocument/2006/relationships/image" Target="../media/image87.png"/><Relationship Id="rId25" Type="http://schemas.openxmlformats.org/officeDocument/2006/relationships/image" Target="../media/image120.png"/><Relationship Id="rId2" Type="http://schemas.openxmlformats.org/officeDocument/2006/relationships/image" Target="../media/image89.png"/><Relationship Id="rId16" Type="http://schemas.openxmlformats.org/officeDocument/2006/relationships/image" Target="../media/image95.png"/><Relationship Id="rId20" Type="http://schemas.openxmlformats.org/officeDocument/2006/relationships/image" Target="../media/image1150.png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40.png"/><Relationship Id="rId11" Type="http://schemas.openxmlformats.org/officeDocument/2006/relationships/image" Target="../media/image93.png"/><Relationship Id="rId24" Type="http://schemas.openxmlformats.org/officeDocument/2006/relationships/image" Target="../media/image119.png"/><Relationship Id="rId5" Type="http://schemas.openxmlformats.org/officeDocument/2006/relationships/image" Target="../media/image1030.png"/><Relationship Id="rId15" Type="http://schemas.openxmlformats.org/officeDocument/2006/relationships/image" Target="../media/image1120.png"/><Relationship Id="rId23" Type="http://schemas.openxmlformats.org/officeDocument/2006/relationships/image" Target="../media/image114.png"/><Relationship Id="rId28" Type="http://schemas.openxmlformats.org/officeDocument/2006/relationships/image" Target="../media/image122.png"/><Relationship Id="rId10" Type="http://schemas.openxmlformats.org/officeDocument/2006/relationships/image" Target="../media/image1080.png"/><Relationship Id="rId4" Type="http://schemas.openxmlformats.org/officeDocument/2006/relationships/image" Target="../media/image1020.png"/><Relationship Id="rId9" Type="http://schemas.openxmlformats.org/officeDocument/2006/relationships/image" Target="../media/image1070.png"/><Relationship Id="rId14" Type="http://schemas.openxmlformats.org/officeDocument/2006/relationships/image" Target="../media/image1110.png"/><Relationship Id="rId22" Type="http://schemas.openxmlformats.org/officeDocument/2006/relationships/image" Target="../media/image94.png"/><Relationship Id="rId27" Type="http://schemas.openxmlformats.org/officeDocument/2006/relationships/image" Target="../media/image1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0.png"/><Relationship Id="rId13" Type="http://schemas.openxmlformats.org/officeDocument/2006/relationships/image" Target="../media/image69.png"/><Relationship Id="rId18" Type="http://schemas.openxmlformats.org/officeDocument/2006/relationships/image" Target="../media/image125.png"/><Relationship Id="rId3" Type="http://schemas.openxmlformats.org/officeDocument/2006/relationships/image" Target="../media/image930.png"/><Relationship Id="rId7" Type="http://schemas.openxmlformats.org/officeDocument/2006/relationships/image" Target="../media/image1050.png"/><Relationship Id="rId12" Type="http://schemas.openxmlformats.org/officeDocument/2006/relationships/image" Target="../media/image1100.png"/><Relationship Id="rId17" Type="http://schemas.openxmlformats.org/officeDocument/2006/relationships/image" Target="../media/image124.png"/><Relationship Id="rId2" Type="http://schemas.openxmlformats.org/officeDocument/2006/relationships/image" Target="../media/image89.png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40.png"/><Relationship Id="rId11" Type="http://schemas.openxmlformats.org/officeDocument/2006/relationships/image" Target="../media/image93.png"/><Relationship Id="rId5" Type="http://schemas.openxmlformats.org/officeDocument/2006/relationships/image" Target="../media/image1030.png"/><Relationship Id="rId15" Type="http://schemas.openxmlformats.org/officeDocument/2006/relationships/image" Target="../media/image122.png"/><Relationship Id="rId10" Type="http://schemas.openxmlformats.org/officeDocument/2006/relationships/image" Target="../media/image1080.png"/><Relationship Id="rId19" Type="http://schemas.openxmlformats.org/officeDocument/2006/relationships/image" Target="../media/image126.png"/><Relationship Id="rId4" Type="http://schemas.openxmlformats.org/officeDocument/2006/relationships/image" Target="../media/image1020.png"/><Relationship Id="rId9" Type="http://schemas.openxmlformats.org/officeDocument/2006/relationships/image" Target="../media/image1070.png"/><Relationship Id="rId14" Type="http://schemas.openxmlformats.org/officeDocument/2006/relationships/image" Target="../media/image1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125.png"/><Relationship Id="rId18" Type="http://schemas.openxmlformats.org/officeDocument/2006/relationships/image" Target="../media/image1100.png"/><Relationship Id="rId3" Type="http://schemas.openxmlformats.org/officeDocument/2006/relationships/image" Target="../media/image1020.png"/><Relationship Id="rId7" Type="http://schemas.openxmlformats.org/officeDocument/2006/relationships/image" Target="../media/image1080.png"/><Relationship Id="rId12" Type="http://schemas.openxmlformats.org/officeDocument/2006/relationships/image" Target="../media/image124.png"/><Relationship Id="rId17" Type="http://schemas.openxmlformats.org/officeDocument/2006/relationships/image" Target="../media/image89.png"/><Relationship Id="rId2" Type="http://schemas.openxmlformats.org/officeDocument/2006/relationships/image" Target="../media/image930.png"/><Relationship Id="rId16" Type="http://schemas.openxmlformats.org/officeDocument/2006/relationships/image" Target="../media/image1050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70.png"/><Relationship Id="rId11" Type="http://schemas.openxmlformats.org/officeDocument/2006/relationships/image" Target="../media/image123.png"/><Relationship Id="rId5" Type="http://schemas.openxmlformats.org/officeDocument/2006/relationships/image" Target="../media/image1060.png"/><Relationship Id="rId15" Type="http://schemas.openxmlformats.org/officeDocument/2006/relationships/image" Target="../media/image1040.png"/><Relationship Id="rId10" Type="http://schemas.openxmlformats.org/officeDocument/2006/relationships/image" Target="../media/image122.png"/><Relationship Id="rId19" Type="http://schemas.openxmlformats.org/officeDocument/2006/relationships/image" Target="../media/image121.png"/><Relationship Id="rId4" Type="http://schemas.openxmlformats.org/officeDocument/2006/relationships/image" Target="../media/image1030.png"/><Relationship Id="rId9" Type="http://schemas.openxmlformats.org/officeDocument/2006/relationships/image" Target="../media/image69.png"/><Relationship Id="rId14" Type="http://schemas.openxmlformats.org/officeDocument/2006/relationships/image" Target="../media/image1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129.png"/><Relationship Id="rId3" Type="http://schemas.openxmlformats.org/officeDocument/2006/relationships/image" Target="../media/image1020.png"/><Relationship Id="rId7" Type="http://schemas.openxmlformats.org/officeDocument/2006/relationships/image" Target="../media/image1080.png"/><Relationship Id="rId12" Type="http://schemas.openxmlformats.org/officeDocument/2006/relationships/image" Target="../media/image128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70.png"/><Relationship Id="rId11" Type="http://schemas.openxmlformats.org/officeDocument/2006/relationships/image" Target="../media/image123.png"/><Relationship Id="rId5" Type="http://schemas.openxmlformats.org/officeDocument/2006/relationships/image" Target="../media/image1060.png"/><Relationship Id="rId15" Type="http://schemas.openxmlformats.org/officeDocument/2006/relationships/image" Target="../media/image127.png"/><Relationship Id="rId10" Type="http://schemas.openxmlformats.org/officeDocument/2006/relationships/image" Target="../media/image122.png"/><Relationship Id="rId4" Type="http://schemas.openxmlformats.org/officeDocument/2006/relationships/image" Target="../media/image1030.png"/><Relationship Id="rId9" Type="http://schemas.openxmlformats.org/officeDocument/2006/relationships/image" Target="../media/image69.png"/><Relationship Id="rId14" Type="http://schemas.openxmlformats.org/officeDocument/2006/relationships/image" Target="../media/image13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1070.png"/><Relationship Id="rId18" Type="http://schemas.openxmlformats.org/officeDocument/2006/relationships/image" Target="../media/image80.svg"/><Relationship Id="rId3" Type="http://schemas.openxmlformats.org/officeDocument/2006/relationships/image" Target="../media/image1020.png"/><Relationship Id="rId7" Type="http://schemas.openxmlformats.org/officeDocument/2006/relationships/image" Target="../media/image130.png"/><Relationship Id="rId12" Type="http://schemas.openxmlformats.org/officeDocument/2006/relationships/image" Target="../media/image1060.png"/><Relationship Id="rId17" Type="http://schemas.openxmlformats.org/officeDocument/2006/relationships/image" Target="../media/image79.png"/><Relationship Id="rId2" Type="http://schemas.openxmlformats.org/officeDocument/2006/relationships/image" Target="../media/image930.png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9.png"/><Relationship Id="rId11" Type="http://schemas.openxmlformats.org/officeDocument/2006/relationships/image" Target="../media/image1030.png"/><Relationship Id="rId5" Type="http://schemas.openxmlformats.org/officeDocument/2006/relationships/image" Target="../media/image128.png"/><Relationship Id="rId15" Type="http://schemas.openxmlformats.org/officeDocument/2006/relationships/image" Target="../media/image127.png"/><Relationship Id="rId10" Type="http://schemas.openxmlformats.org/officeDocument/2006/relationships/image" Target="../media/image123.png"/><Relationship Id="rId4" Type="http://schemas.openxmlformats.org/officeDocument/2006/relationships/image" Target="../media/image69.png"/><Relationship Id="rId9" Type="http://schemas.openxmlformats.org/officeDocument/2006/relationships/image" Target="../media/image122.png"/><Relationship Id="rId14" Type="http://schemas.openxmlformats.org/officeDocument/2006/relationships/image" Target="../media/image10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73D0C-B3B0-E369-B317-FF0A94EA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0806D59-A7AA-A283-F72A-753972FA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6A709-8C6B-4440-44F1-C157AD0C3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IN" sz="1800" dirty="0">
                <a:solidFill>
                  <a:srgbClr val="C00000"/>
                </a:solidFill>
              </a:rPr>
              <a:t>TOPIC 3</a:t>
            </a:r>
            <a:br>
              <a:rPr lang="en-IN" sz="1800" dirty="0">
                <a:solidFill>
                  <a:srgbClr val="C00000"/>
                </a:solidFill>
              </a:rPr>
            </a:br>
            <a:br>
              <a:rPr lang="en-IN" sz="5400" dirty="0">
                <a:solidFill>
                  <a:srgbClr val="0070C0"/>
                </a:solidFill>
              </a:rPr>
            </a:br>
            <a:r>
              <a:rPr lang="en-IN" sz="5400" dirty="0"/>
              <a:t>Decisions Over </a:t>
            </a:r>
            <a:r>
              <a:rPr lang="en-IN" sz="5400" dirty="0">
                <a:solidFill>
                  <a:srgbClr val="0070C0"/>
                </a:solidFill>
                <a:latin typeface="Segoe Script" panose="030B0504020000000003" pitchFamily="66" charset="0"/>
              </a:rPr>
              <a:t>Time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686E8-70B4-A3D4-0F28-79D9BD2AF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</a:t>
            </a:r>
            <a:r>
              <a:rPr lang="en-IN" b="1" dirty="0">
                <a:solidFill>
                  <a:srgbClr val="C00000"/>
                </a:solidFill>
              </a:rPr>
              <a:t>8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DA95FF-E242-DC41-158F-88CC605EB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92822E1-2B63-78BA-9E41-7A5E94C01F4C}"/>
              </a:ext>
            </a:extLst>
          </p:cNvPr>
          <p:cNvGrpSpPr/>
          <p:nvPr/>
        </p:nvGrpSpPr>
        <p:grpSpPr>
          <a:xfrm>
            <a:off x="387815" y="3645642"/>
            <a:ext cx="4050312" cy="1606179"/>
            <a:chOff x="387815" y="3645642"/>
            <a:chExt cx="4050312" cy="160617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DACDD2-4327-718B-2C4F-E7D28E7D2397}"/>
                </a:ext>
              </a:extLst>
            </p:cNvPr>
            <p:cNvSpPr txBox="1"/>
            <p:nvPr/>
          </p:nvSpPr>
          <p:spPr>
            <a:xfrm>
              <a:off x="387815" y="3645642"/>
              <a:ext cx="4050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SECTION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 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The 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Single-Person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 Decision Problem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7B01E0-933B-9E0A-A709-F3975EBE3200}"/>
                </a:ext>
              </a:extLst>
            </p:cNvPr>
            <p:cNvSpPr txBox="1"/>
            <p:nvPr/>
          </p:nvSpPr>
          <p:spPr>
            <a:xfrm>
              <a:off x="387815" y="4605490"/>
              <a:ext cx="4050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Univers Condensed" panose="020F0302020204030204"/>
                  <a:ea typeface="+mn-ea"/>
                  <a:cs typeface="+mn-cs"/>
                </a:rPr>
                <a:t>TOPIC 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The 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Rational Choice</a:t>
              </a: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Paradigm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F01363A-8FD3-0199-31DA-F7949ABE7BFA}"/>
              </a:ext>
            </a:extLst>
          </p:cNvPr>
          <p:cNvSpPr txBox="1"/>
          <p:nvPr/>
        </p:nvSpPr>
        <p:spPr>
          <a:xfrm>
            <a:off x="7576455" y="5665049"/>
            <a:ext cx="4476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Sequential Decision-making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(Multiple decisions, one after another)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7DACA5-759B-1053-B144-A490AE19FDD8}"/>
              </a:ext>
            </a:extLst>
          </p:cNvPr>
          <p:cNvSpPr txBox="1"/>
          <p:nvPr/>
        </p:nvSpPr>
        <p:spPr>
          <a:xfrm>
            <a:off x="387815" y="5341884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TOPIC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Expected Utility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Theory</a:t>
            </a:r>
          </a:p>
        </p:txBody>
      </p:sp>
      <p:pic>
        <p:nvPicPr>
          <p:cNvPr id="13" name="Picture 12" descr="A clock with a red hand&#10;&#10;Description automatically generated">
            <a:extLst>
              <a:ext uri="{FF2B5EF4-FFF2-40B4-BE49-F238E27FC236}">
                <a16:creationId xmlns:a16="http://schemas.microsoft.com/office/drawing/2014/main" id="{7070D54E-BCBD-8395-0143-7F7BDAD59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15" y="242207"/>
            <a:ext cx="3810000" cy="2533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642DBE-4A78-5F9F-3F19-C5234A877DC4}"/>
              </a:ext>
            </a:extLst>
          </p:cNvPr>
          <p:cNvSpPr txBox="1"/>
          <p:nvPr/>
        </p:nvSpPr>
        <p:spPr>
          <a:xfrm>
            <a:off x="4446582" y="5685217"/>
            <a:ext cx="196234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Static Structure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(One-time)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3CA9C8D-AA4B-CBDF-535F-56A5F06BD1E0}"/>
              </a:ext>
            </a:extLst>
          </p:cNvPr>
          <p:cNvSpPr/>
          <p:nvPr/>
        </p:nvSpPr>
        <p:spPr>
          <a:xfrm>
            <a:off x="6561731" y="5885987"/>
            <a:ext cx="876017" cy="2044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2E9B7-2F7B-F162-EDD9-58FEF8006B4B}"/>
              </a:ext>
            </a:extLst>
          </p:cNvPr>
          <p:cNvSpPr txBox="1"/>
          <p:nvPr/>
        </p:nvSpPr>
        <p:spPr>
          <a:xfrm>
            <a:off x="3241643" y="4291973"/>
            <a:ext cx="117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Games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AAE4AE1-4005-47A6-959C-E84E5BC5181A}"/>
              </a:ext>
            </a:extLst>
          </p:cNvPr>
          <p:cNvSpPr/>
          <p:nvPr/>
        </p:nvSpPr>
        <p:spPr>
          <a:xfrm>
            <a:off x="2732442" y="4398294"/>
            <a:ext cx="509201" cy="147609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  <p:bldP spid="5" grpId="0" animBg="1"/>
      <p:bldP spid="11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B6573-AFE7-2467-3495-EDF37A63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CE357E5B-1A31-ADF0-8A93-AB0BAF26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beach with palm trees and a starfish&#10;&#10;Description automatically generated">
            <a:extLst>
              <a:ext uri="{FF2B5EF4-FFF2-40B4-BE49-F238E27FC236}">
                <a16:creationId xmlns:a16="http://schemas.microsoft.com/office/drawing/2014/main" id="{14CFA3FD-BF92-3FC9-A9AC-487564C3D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888"/>
          <a:stretch/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503241C-C635-B3ED-7EED-EBD8521D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C6502-D35E-A440-721E-1A1852EE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Eat or Be Eaten: A Game of </a:t>
            </a:r>
            <a:r>
              <a:rPr lang="en-US" sz="3000" dirty="0">
                <a:solidFill>
                  <a:srgbClr val="0070C0"/>
                </a:solidFill>
                <a:latin typeface="Segoe Script" panose="030B0504020000000003" pitchFamily="66" charset="0"/>
              </a:rPr>
              <a:t>Survival</a:t>
            </a:r>
            <a:endParaRPr lang="en-US" sz="3000" i="1" dirty="0">
              <a:solidFill>
                <a:srgbClr val="0070C0"/>
              </a:solidFill>
              <a:latin typeface="Segoe Script" panose="030B0504020000000003" pitchFamily="66" charset="0"/>
            </a:endParaRPr>
          </a:p>
        </p:txBody>
      </p:sp>
      <p:pic>
        <p:nvPicPr>
          <p:cNvPr id="34" name="Picture 33" descr="A stick figure with hands on hips&#10;&#10;Description automatically generated">
            <a:extLst>
              <a:ext uri="{FF2B5EF4-FFF2-40B4-BE49-F238E27FC236}">
                <a16:creationId xmlns:a16="http://schemas.microsoft.com/office/drawing/2014/main" id="{4BEADB93-B838-C22D-15DF-1CF197233EB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4" r="29454"/>
          <a:stretch/>
        </p:blipFill>
        <p:spPr>
          <a:xfrm>
            <a:off x="2652341" y="2956975"/>
            <a:ext cx="878139" cy="2011680"/>
          </a:xfrm>
          <a:prstGeom prst="rect">
            <a:avLst/>
          </a:prstGeom>
        </p:spPr>
      </p:pic>
      <p:pic>
        <p:nvPicPr>
          <p:cNvPr id="48" name="Picture 47" descr="A stick figure with one eye&#10;&#10;Description automatically generated">
            <a:extLst>
              <a:ext uri="{FF2B5EF4-FFF2-40B4-BE49-F238E27FC236}">
                <a16:creationId xmlns:a16="http://schemas.microsoft.com/office/drawing/2014/main" id="{60A899A8-57E7-6B12-D7B5-01E8ED35A0A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9" r="22592"/>
          <a:stretch/>
        </p:blipFill>
        <p:spPr>
          <a:xfrm>
            <a:off x="3469589" y="2956975"/>
            <a:ext cx="1096939" cy="2011680"/>
          </a:xfrm>
          <a:prstGeom prst="rect">
            <a:avLst/>
          </a:prstGeom>
        </p:spPr>
      </p:pic>
      <p:pic>
        <p:nvPicPr>
          <p:cNvPr id="55" name="Picture 54" descr="A cartoon of a person wearing sunglasses&#10;&#10;Description automatically generated">
            <a:extLst>
              <a:ext uri="{FF2B5EF4-FFF2-40B4-BE49-F238E27FC236}">
                <a16:creationId xmlns:a16="http://schemas.microsoft.com/office/drawing/2014/main" id="{884948BC-1B52-4ADF-AEA0-AA130E3EF68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2" r="22437"/>
          <a:stretch/>
        </p:blipFill>
        <p:spPr>
          <a:xfrm>
            <a:off x="673194" y="2956975"/>
            <a:ext cx="1145711" cy="2011680"/>
          </a:xfrm>
          <a:prstGeom prst="rect">
            <a:avLst/>
          </a:prstGeom>
        </p:spPr>
      </p:pic>
      <p:pic>
        <p:nvPicPr>
          <p:cNvPr id="57" name="Picture 56" descr="A black and white drawing of a child&#10;&#10;Description automatically generated">
            <a:extLst>
              <a:ext uri="{FF2B5EF4-FFF2-40B4-BE49-F238E27FC236}">
                <a16:creationId xmlns:a16="http://schemas.microsoft.com/office/drawing/2014/main" id="{2B330289-C218-96AD-6642-D6BC9714AE8A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183" y="2956975"/>
            <a:ext cx="1257942" cy="2011680"/>
          </a:xfrm>
          <a:prstGeom prst="rect">
            <a:avLst/>
          </a:prstGeom>
        </p:spPr>
      </p:pic>
      <p:pic>
        <p:nvPicPr>
          <p:cNvPr id="61" name="Picture 60" descr="A black stick figure with a white background&#10;&#10;Description automatically generated">
            <a:extLst>
              <a:ext uri="{FF2B5EF4-FFF2-40B4-BE49-F238E27FC236}">
                <a16:creationId xmlns:a16="http://schemas.microsoft.com/office/drawing/2014/main" id="{2B24267D-D491-0387-A8F3-BF69F04107E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9" r="20199"/>
          <a:stretch/>
        </p:blipFill>
        <p:spPr>
          <a:xfrm>
            <a:off x="10368736" y="2956975"/>
            <a:ext cx="1271220" cy="2011680"/>
          </a:xfrm>
          <a:prstGeom prst="rect">
            <a:avLst/>
          </a:prstGeom>
        </p:spPr>
      </p:pic>
      <p:pic>
        <p:nvPicPr>
          <p:cNvPr id="63" name="Picture 62" descr="A stick figure with a smile&#10;&#10;Description automatically generated">
            <a:extLst>
              <a:ext uri="{FF2B5EF4-FFF2-40B4-BE49-F238E27FC236}">
                <a16:creationId xmlns:a16="http://schemas.microsoft.com/office/drawing/2014/main" id="{6D75EDC4-1000-CFC6-6D97-3E2839FF31FD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24244"/>
          <a:stretch/>
        </p:blipFill>
        <p:spPr>
          <a:xfrm>
            <a:off x="5829951" y="2956975"/>
            <a:ext cx="1129894" cy="2011680"/>
          </a:xfrm>
          <a:prstGeom prst="rect">
            <a:avLst/>
          </a:prstGeom>
        </p:spPr>
      </p:pic>
      <p:pic>
        <p:nvPicPr>
          <p:cNvPr id="65" name="Picture 64" descr="A stick figure with arms up&#10;&#10;Description automatically generated">
            <a:extLst>
              <a:ext uri="{FF2B5EF4-FFF2-40B4-BE49-F238E27FC236}">
                <a16:creationId xmlns:a16="http://schemas.microsoft.com/office/drawing/2014/main" id="{06E444BF-C8C2-0DDC-F289-B954F0071CE7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6" r="12907"/>
          <a:stretch/>
        </p:blipFill>
        <p:spPr>
          <a:xfrm>
            <a:off x="4471804" y="2956975"/>
            <a:ext cx="1392018" cy="2011680"/>
          </a:xfrm>
          <a:prstGeom prst="rect">
            <a:avLst/>
          </a:prstGeom>
        </p:spPr>
      </p:pic>
      <p:pic>
        <p:nvPicPr>
          <p:cNvPr id="69" name="Picture 68" descr="A cartoon of a person&#10;&#10;Description automatically generated">
            <a:extLst>
              <a:ext uri="{FF2B5EF4-FFF2-40B4-BE49-F238E27FC236}">
                <a16:creationId xmlns:a16="http://schemas.microsoft.com/office/drawing/2014/main" id="{AA628742-9FCB-2AAF-E79D-3A1DC1C7D7D0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09" y="2956975"/>
            <a:ext cx="862149" cy="2011680"/>
          </a:xfrm>
          <a:prstGeom prst="rect">
            <a:avLst/>
          </a:prstGeom>
        </p:spPr>
      </p:pic>
      <p:pic>
        <p:nvPicPr>
          <p:cNvPr id="71" name="Picture 70" descr="A cartoon of a person with arms crossed&#10;&#10;Description automatically generated">
            <a:extLst>
              <a:ext uri="{FF2B5EF4-FFF2-40B4-BE49-F238E27FC236}">
                <a16:creationId xmlns:a16="http://schemas.microsoft.com/office/drawing/2014/main" id="{E5F14FD4-1D06-FEBC-A911-3D2614C3C587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7" r="28835" b="7455"/>
          <a:stretch/>
        </p:blipFill>
        <p:spPr>
          <a:xfrm>
            <a:off x="6919937" y="2956975"/>
            <a:ext cx="769609" cy="2011680"/>
          </a:xfrm>
          <a:prstGeom prst="rect">
            <a:avLst/>
          </a:prstGeom>
        </p:spPr>
      </p:pic>
      <p:pic>
        <p:nvPicPr>
          <p:cNvPr id="74" name="Picture 73" descr="A stick figure with arms out&#10;&#10;Description automatically generated">
            <a:extLst>
              <a:ext uri="{FF2B5EF4-FFF2-40B4-BE49-F238E27FC236}">
                <a16:creationId xmlns:a16="http://schemas.microsoft.com/office/drawing/2014/main" id="{014868B6-DD6C-9C92-9A58-3F3BA1D84F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9" r="13778"/>
          <a:stretch/>
        </p:blipFill>
        <p:spPr>
          <a:xfrm>
            <a:off x="8923125" y="2956975"/>
            <a:ext cx="1448456" cy="201168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3A614E47-C0E9-BC39-0850-C5FAD2D10A76}"/>
              </a:ext>
            </a:extLst>
          </p:cNvPr>
          <p:cNvSpPr txBox="1"/>
          <p:nvPr/>
        </p:nvSpPr>
        <p:spPr>
          <a:xfrm>
            <a:off x="9258508" y="5641678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The Ten Cannibals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FCDB60C-7741-A176-AA8D-F0441BCC1230}"/>
              </a:ext>
            </a:extLst>
          </p:cNvPr>
          <p:cNvSpPr txBox="1"/>
          <p:nvPr/>
        </p:nvSpPr>
        <p:spPr>
          <a:xfrm>
            <a:off x="9258508" y="5990387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The Hierarchy</a:t>
            </a:r>
            <a:endParaRPr lang="en-US" b="1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57D0C8FD-83BA-45C2-9B08-3CB07C93A9F2}"/>
              </a:ext>
            </a:extLst>
          </p:cNvPr>
          <p:cNvSpPr>
            <a:spLocks noChangeAspect="1"/>
          </p:cNvSpPr>
          <p:nvPr/>
        </p:nvSpPr>
        <p:spPr>
          <a:xfrm>
            <a:off x="933197" y="4954004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5248" y="100746"/>
                  <a:pt x="78946" y="-14233"/>
                  <a:pt x="227944" y="0"/>
                </a:cubicBezTo>
                <a:cubicBezTo>
                  <a:pt x="369042" y="16109"/>
                  <a:pt x="433245" y="78582"/>
                  <a:pt x="455888" y="228600"/>
                </a:cubicBezTo>
                <a:cubicBezTo>
                  <a:pt x="450661" y="365783"/>
                  <a:pt x="357470" y="452817"/>
                  <a:pt x="227944" y="457200"/>
                </a:cubicBezTo>
                <a:cubicBezTo>
                  <a:pt x="81400" y="444880"/>
                  <a:pt x="-2911" y="37896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11" y="107085"/>
                  <a:pt x="102268" y="5565"/>
                  <a:pt x="227944" y="0"/>
                </a:cubicBezTo>
                <a:cubicBezTo>
                  <a:pt x="343064" y="12013"/>
                  <a:pt x="453505" y="90905"/>
                  <a:pt x="455888" y="228600"/>
                </a:cubicBezTo>
                <a:cubicBezTo>
                  <a:pt x="467081" y="346264"/>
                  <a:pt x="324817" y="473460"/>
                  <a:pt x="227944" y="457200"/>
                </a:cubicBezTo>
                <a:cubicBezTo>
                  <a:pt x="90602" y="465564"/>
                  <a:pt x="2421" y="35076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E3AB465-6763-0809-E077-26469B1D2EBC}"/>
              </a:ext>
            </a:extLst>
          </p:cNvPr>
          <p:cNvSpPr>
            <a:spLocks noChangeAspect="1"/>
          </p:cNvSpPr>
          <p:nvPr/>
        </p:nvSpPr>
        <p:spPr>
          <a:xfrm>
            <a:off x="1962477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2223" y="65029"/>
                  <a:pt x="125600" y="-10968"/>
                  <a:pt x="227944" y="0"/>
                </a:cubicBezTo>
                <a:cubicBezTo>
                  <a:pt x="320825" y="-10737"/>
                  <a:pt x="437652" y="98146"/>
                  <a:pt x="455888" y="228600"/>
                </a:cubicBezTo>
                <a:cubicBezTo>
                  <a:pt x="441728" y="348619"/>
                  <a:pt x="334729" y="451440"/>
                  <a:pt x="227944" y="457200"/>
                </a:cubicBezTo>
                <a:cubicBezTo>
                  <a:pt x="73865" y="477954"/>
                  <a:pt x="-11384" y="374972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9380" y="108684"/>
                  <a:pt x="113356" y="6059"/>
                  <a:pt x="227944" y="0"/>
                </a:cubicBezTo>
                <a:cubicBezTo>
                  <a:pt x="355131" y="11049"/>
                  <a:pt x="435881" y="112672"/>
                  <a:pt x="455888" y="228600"/>
                </a:cubicBezTo>
                <a:cubicBezTo>
                  <a:pt x="481580" y="341564"/>
                  <a:pt x="352258" y="449593"/>
                  <a:pt x="227944" y="457200"/>
                </a:cubicBezTo>
                <a:cubicBezTo>
                  <a:pt x="78234" y="458646"/>
                  <a:pt x="-4490" y="34955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588811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FF8394F-9ABB-8D8F-4174-3843F9BA2AB9}"/>
              </a:ext>
            </a:extLst>
          </p:cNvPr>
          <p:cNvSpPr>
            <a:spLocks noChangeAspect="1"/>
          </p:cNvSpPr>
          <p:nvPr/>
        </p:nvSpPr>
        <p:spPr>
          <a:xfrm>
            <a:off x="2774421" y="495320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5394" y="104308"/>
                  <a:pt x="98384" y="14490"/>
                  <a:pt x="227944" y="0"/>
                </a:cubicBezTo>
                <a:cubicBezTo>
                  <a:pt x="373951" y="-27209"/>
                  <a:pt x="484661" y="89235"/>
                  <a:pt x="455888" y="228600"/>
                </a:cubicBezTo>
                <a:cubicBezTo>
                  <a:pt x="454188" y="341983"/>
                  <a:pt x="339992" y="442471"/>
                  <a:pt x="227944" y="457200"/>
                </a:cubicBezTo>
                <a:cubicBezTo>
                  <a:pt x="104110" y="438331"/>
                  <a:pt x="27707" y="372206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7859" y="121001"/>
                  <a:pt x="82768" y="-14380"/>
                  <a:pt x="227944" y="0"/>
                </a:cubicBezTo>
                <a:cubicBezTo>
                  <a:pt x="322567" y="4049"/>
                  <a:pt x="476281" y="99393"/>
                  <a:pt x="455888" y="228600"/>
                </a:cubicBezTo>
                <a:cubicBezTo>
                  <a:pt x="479682" y="347633"/>
                  <a:pt x="378718" y="434889"/>
                  <a:pt x="227944" y="457200"/>
                </a:cubicBezTo>
                <a:cubicBezTo>
                  <a:pt x="91869" y="458044"/>
                  <a:pt x="-7786" y="38216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791118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CDC68E1-01B3-0A4A-FCB6-CD6693D4E4A0}"/>
              </a:ext>
            </a:extLst>
          </p:cNvPr>
          <p:cNvSpPr>
            <a:spLocks noChangeAspect="1"/>
          </p:cNvSpPr>
          <p:nvPr/>
        </p:nvSpPr>
        <p:spPr>
          <a:xfrm>
            <a:off x="3677883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19348" y="99870"/>
                  <a:pt x="126072" y="13164"/>
                  <a:pt x="227944" y="0"/>
                </a:cubicBezTo>
                <a:cubicBezTo>
                  <a:pt x="347825" y="-1657"/>
                  <a:pt x="489048" y="109835"/>
                  <a:pt x="455888" y="228600"/>
                </a:cubicBezTo>
                <a:cubicBezTo>
                  <a:pt x="471350" y="353306"/>
                  <a:pt x="340397" y="471459"/>
                  <a:pt x="227944" y="457200"/>
                </a:cubicBezTo>
                <a:cubicBezTo>
                  <a:pt x="113112" y="491191"/>
                  <a:pt x="2768" y="383082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8129" y="95072"/>
                  <a:pt x="81027" y="18298"/>
                  <a:pt x="227944" y="0"/>
                </a:cubicBezTo>
                <a:cubicBezTo>
                  <a:pt x="350621" y="-15801"/>
                  <a:pt x="435601" y="127602"/>
                  <a:pt x="455888" y="228600"/>
                </a:cubicBezTo>
                <a:cubicBezTo>
                  <a:pt x="463370" y="372227"/>
                  <a:pt x="354970" y="421334"/>
                  <a:pt x="227944" y="457200"/>
                </a:cubicBezTo>
                <a:cubicBezTo>
                  <a:pt x="97650" y="492686"/>
                  <a:pt x="-14616" y="350988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910187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5AE77D3-811F-D792-0A93-8F55959DBB05}"/>
              </a:ext>
            </a:extLst>
          </p:cNvPr>
          <p:cNvSpPr>
            <a:spLocks noChangeAspect="1"/>
          </p:cNvSpPr>
          <p:nvPr/>
        </p:nvSpPr>
        <p:spPr>
          <a:xfrm>
            <a:off x="4873848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6046" y="88074"/>
                  <a:pt x="124244" y="-1870"/>
                  <a:pt x="227944" y="0"/>
                </a:cubicBezTo>
                <a:cubicBezTo>
                  <a:pt x="325874" y="17714"/>
                  <a:pt x="466612" y="103946"/>
                  <a:pt x="455888" y="228600"/>
                </a:cubicBezTo>
                <a:cubicBezTo>
                  <a:pt x="478393" y="330306"/>
                  <a:pt x="345337" y="454433"/>
                  <a:pt x="227944" y="457200"/>
                </a:cubicBezTo>
                <a:cubicBezTo>
                  <a:pt x="90971" y="464254"/>
                  <a:pt x="2787" y="360221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16833" y="87028"/>
                  <a:pt x="104517" y="6250"/>
                  <a:pt x="227944" y="0"/>
                </a:cubicBezTo>
                <a:cubicBezTo>
                  <a:pt x="330630" y="-12834"/>
                  <a:pt x="441068" y="107309"/>
                  <a:pt x="455888" y="228600"/>
                </a:cubicBezTo>
                <a:cubicBezTo>
                  <a:pt x="488605" y="366946"/>
                  <a:pt x="350121" y="461904"/>
                  <a:pt x="227944" y="457200"/>
                </a:cubicBezTo>
                <a:cubicBezTo>
                  <a:pt x="130938" y="479945"/>
                  <a:pt x="-17621" y="365043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A5B76C5-E3F8-BC64-A633-2963E4737390}"/>
              </a:ext>
            </a:extLst>
          </p:cNvPr>
          <p:cNvSpPr>
            <a:spLocks noChangeAspect="1"/>
          </p:cNvSpPr>
          <p:nvPr/>
        </p:nvSpPr>
        <p:spPr>
          <a:xfrm>
            <a:off x="6214702" y="4954004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26833" y="77108"/>
                  <a:pt x="98255" y="-7532"/>
                  <a:pt x="227944" y="0"/>
                </a:cubicBezTo>
                <a:cubicBezTo>
                  <a:pt x="366677" y="15755"/>
                  <a:pt x="480024" y="119020"/>
                  <a:pt x="455888" y="228600"/>
                </a:cubicBezTo>
                <a:cubicBezTo>
                  <a:pt x="457910" y="339469"/>
                  <a:pt x="325958" y="434025"/>
                  <a:pt x="227944" y="457200"/>
                </a:cubicBezTo>
                <a:cubicBezTo>
                  <a:pt x="98270" y="459346"/>
                  <a:pt x="2709" y="36231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2600" y="106476"/>
                  <a:pt x="106543" y="-3920"/>
                  <a:pt x="227944" y="0"/>
                </a:cubicBezTo>
                <a:cubicBezTo>
                  <a:pt x="373907" y="28586"/>
                  <a:pt x="481461" y="83432"/>
                  <a:pt x="455888" y="228600"/>
                </a:cubicBezTo>
                <a:cubicBezTo>
                  <a:pt x="460308" y="332726"/>
                  <a:pt x="359232" y="461834"/>
                  <a:pt x="227944" y="457200"/>
                </a:cubicBezTo>
                <a:cubicBezTo>
                  <a:pt x="98878" y="478148"/>
                  <a:pt x="-21065" y="334148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0F253C7-B13F-ABD1-2CD4-74425DF010E3}"/>
              </a:ext>
            </a:extLst>
          </p:cNvPr>
          <p:cNvSpPr>
            <a:spLocks noChangeAspect="1"/>
          </p:cNvSpPr>
          <p:nvPr/>
        </p:nvSpPr>
        <p:spPr>
          <a:xfrm>
            <a:off x="7071063" y="4952413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3292" y="100999"/>
                  <a:pt x="92364" y="17510"/>
                  <a:pt x="227944" y="0"/>
                </a:cubicBezTo>
                <a:cubicBezTo>
                  <a:pt x="358866" y="5778"/>
                  <a:pt x="474649" y="121527"/>
                  <a:pt x="455888" y="228600"/>
                </a:cubicBezTo>
                <a:cubicBezTo>
                  <a:pt x="452145" y="353705"/>
                  <a:pt x="362452" y="467153"/>
                  <a:pt x="227944" y="457200"/>
                </a:cubicBezTo>
                <a:cubicBezTo>
                  <a:pt x="97680" y="463114"/>
                  <a:pt x="-26467" y="330575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2845" y="98160"/>
                  <a:pt x="118606" y="25944"/>
                  <a:pt x="227944" y="0"/>
                </a:cubicBezTo>
                <a:cubicBezTo>
                  <a:pt x="341797" y="-33505"/>
                  <a:pt x="485789" y="120233"/>
                  <a:pt x="455888" y="228600"/>
                </a:cubicBezTo>
                <a:cubicBezTo>
                  <a:pt x="453936" y="333557"/>
                  <a:pt x="331015" y="467478"/>
                  <a:pt x="227944" y="457200"/>
                </a:cubicBezTo>
                <a:cubicBezTo>
                  <a:pt x="97728" y="436446"/>
                  <a:pt x="21388" y="38569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9FBCD15-2747-1833-1235-0CE6F325E9CA}"/>
              </a:ext>
            </a:extLst>
          </p:cNvPr>
          <p:cNvSpPr>
            <a:spLocks noChangeAspect="1"/>
          </p:cNvSpPr>
          <p:nvPr/>
        </p:nvSpPr>
        <p:spPr>
          <a:xfrm>
            <a:off x="7995347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6603" y="124580"/>
                  <a:pt x="91014" y="-13845"/>
                  <a:pt x="227944" y="0"/>
                </a:cubicBezTo>
                <a:cubicBezTo>
                  <a:pt x="331865" y="1379"/>
                  <a:pt x="455115" y="105472"/>
                  <a:pt x="455888" y="228600"/>
                </a:cubicBezTo>
                <a:cubicBezTo>
                  <a:pt x="455906" y="349467"/>
                  <a:pt x="331755" y="464756"/>
                  <a:pt x="227944" y="457200"/>
                </a:cubicBezTo>
                <a:cubicBezTo>
                  <a:pt x="84367" y="434315"/>
                  <a:pt x="15544" y="346134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2894" y="97012"/>
                  <a:pt x="129537" y="-12256"/>
                  <a:pt x="227944" y="0"/>
                </a:cubicBezTo>
                <a:cubicBezTo>
                  <a:pt x="366201" y="26218"/>
                  <a:pt x="432234" y="113376"/>
                  <a:pt x="455888" y="228600"/>
                </a:cubicBezTo>
                <a:cubicBezTo>
                  <a:pt x="438192" y="339496"/>
                  <a:pt x="358662" y="455406"/>
                  <a:pt x="227944" y="457200"/>
                </a:cubicBezTo>
                <a:cubicBezTo>
                  <a:pt x="93121" y="447889"/>
                  <a:pt x="27919" y="37600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6F24C94-B74C-DBD8-63C8-3063C8675552}"/>
              </a:ext>
            </a:extLst>
          </p:cNvPr>
          <p:cNvSpPr>
            <a:spLocks noChangeAspect="1"/>
          </p:cNvSpPr>
          <p:nvPr/>
        </p:nvSpPr>
        <p:spPr>
          <a:xfrm>
            <a:off x="9381691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067" y="100383"/>
                  <a:pt x="138426" y="2400"/>
                  <a:pt x="227944" y="0"/>
                </a:cubicBezTo>
                <a:cubicBezTo>
                  <a:pt x="366793" y="22150"/>
                  <a:pt x="426145" y="101709"/>
                  <a:pt x="455888" y="228600"/>
                </a:cubicBezTo>
                <a:cubicBezTo>
                  <a:pt x="468826" y="356728"/>
                  <a:pt x="346497" y="453851"/>
                  <a:pt x="227944" y="457200"/>
                </a:cubicBezTo>
                <a:cubicBezTo>
                  <a:pt x="80691" y="463575"/>
                  <a:pt x="14324" y="335434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859" y="116136"/>
                  <a:pt x="82534" y="-8061"/>
                  <a:pt x="227944" y="0"/>
                </a:cubicBezTo>
                <a:cubicBezTo>
                  <a:pt x="379946" y="-3855"/>
                  <a:pt x="440583" y="130224"/>
                  <a:pt x="455888" y="228600"/>
                </a:cubicBezTo>
                <a:cubicBezTo>
                  <a:pt x="449453" y="357003"/>
                  <a:pt x="334318" y="480277"/>
                  <a:pt x="227944" y="457200"/>
                </a:cubicBezTo>
                <a:cubicBezTo>
                  <a:pt x="119017" y="446222"/>
                  <a:pt x="-19391" y="359300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B923E27-B8F8-5FAB-D922-138F7EC17E6D}"/>
              </a:ext>
            </a:extLst>
          </p:cNvPr>
          <p:cNvSpPr>
            <a:spLocks noChangeAspect="1"/>
          </p:cNvSpPr>
          <p:nvPr/>
        </p:nvSpPr>
        <p:spPr>
          <a:xfrm>
            <a:off x="10730812" y="4977606"/>
            <a:ext cx="632513" cy="457200"/>
          </a:xfrm>
          <a:custGeom>
            <a:avLst/>
            <a:gdLst>
              <a:gd name="csX0" fmla="*/ 0 w 632513"/>
              <a:gd name="csY0" fmla="*/ 228600 h 457200"/>
              <a:gd name="csX1" fmla="*/ 316257 w 632513"/>
              <a:gd name="csY1" fmla="*/ 0 h 457200"/>
              <a:gd name="csX2" fmla="*/ 632514 w 632513"/>
              <a:gd name="csY2" fmla="*/ 228600 h 457200"/>
              <a:gd name="csX3" fmla="*/ 316257 w 632513"/>
              <a:gd name="csY3" fmla="*/ 457200 h 457200"/>
              <a:gd name="csX4" fmla="*/ 0 w 632513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2513" h="457200" fill="none" extrusionOk="0">
                <a:moveTo>
                  <a:pt x="0" y="228600"/>
                </a:moveTo>
                <a:cubicBezTo>
                  <a:pt x="18063" y="104491"/>
                  <a:pt x="153730" y="-24979"/>
                  <a:pt x="316257" y="0"/>
                </a:cubicBezTo>
                <a:cubicBezTo>
                  <a:pt x="458373" y="-4984"/>
                  <a:pt x="629299" y="105375"/>
                  <a:pt x="632514" y="228600"/>
                </a:cubicBezTo>
                <a:cubicBezTo>
                  <a:pt x="630654" y="337114"/>
                  <a:pt x="463251" y="495654"/>
                  <a:pt x="316257" y="457200"/>
                </a:cubicBezTo>
                <a:cubicBezTo>
                  <a:pt x="173530" y="475080"/>
                  <a:pt x="7574" y="356673"/>
                  <a:pt x="0" y="228600"/>
                </a:cubicBezTo>
                <a:close/>
              </a:path>
              <a:path w="632513" h="457200" stroke="0" extrusionOk="0">
                <a:moveTo>
                  <a:pt x="0" y="228600"/>
                </a:moveTo>
                <a:cubicBezTo>
                  <a:pt x="-6959" y="98055"/>
                  <a:pt x="98584" y="16142"/>
                  <a:pt x="316257" y="0"/>
                </a:cubicBezTo>
                <a:cubicBezTo>
                  <a:pt x="499351" y="1775"/>
                  <a:pt x="613256" y="102960"/>
                  <a:pt x="632514" y="228600"/>
                </a:cubicBezTo>
                <a:cubicBezTo>
                  <a:pt x="595753" y="390751"/>
                  <a:pt x="484449" y="492971"/>
                  <a:pt x="316257" y="457200"/>
                </a:cubicBezTo>
                <a:cubicBezTo>
                  <a:pt x="132270" y="452099"/>
                  <a:pt x="23501" y="366081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pic>
        <p:nvPicPr>
          <p:cNvPr id="112" name="Picture 111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2CE0B434-C83D-3617-40CB-81134D830CCC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69" y="530730"/>
            <a:ext cx="1216212" cy="2011680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0206B0DD-ABEA-D554-4BAA-94062125151F}"/>
              </a:ext>
            </a:extLst>
          </p:cNvPr>
          <p:cNvSpPr txBox="1"/>
          <p:nvPr/>
        </p:nvSpPr>
        <p:spPr>
          <a:xfrm>
            <a:off x="9258508" y="6353827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Rational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FA0F98-8922-764B-092C-48650B9802D6}"/>
              </a:ext>
            </a:extLst>
          </p:cNvPr>
          <p:cNvSpPr>
            <a:spLocks noChangeAspect="1"/>
          </p:cNvSpPr>
          <p:nvPr/>
        </p:nvSpPr>
        <p:spPr>
          <a:xfrm>
            <a:off x="1099466" y="2180177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5248" y="100746"/>
                  <a:pt x="78946" y="-14233"/>
                  <a:pt x="227944" y="0"/>
                </a:cubicBezTo>
                <a:cubicBezTo>
                  <a:pt x="369042" y="16109"/>
                  <a:pt x="433245" y="78582"/>
                  <a:pt x="455888" y="228600"/>
                </a:cubicBezTo>
                <a:cubicBezTo>
                  <a:pt x="450661" y="365783"/>
                  <a:pt x="357470" y="452817"/>
                  <a:pt x="227944" y="457200"/>
                </a:cubicBezTo>
                <a:cubicBezTo>
                  <a:pt x="81400" y="444880"/>
                  <a:pt x="-2911" y="37896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11" y="107085"/>
                  <a:pt x="102268" y="5565"/>
                  <a:pt x="227944" y="0"/>
                </a:cubicBezTo>
                <a:cubicBezTo>
                  <a:pt x="343064" y="12013"/>
                  <a:pt x="453505" y="90905"/>
                  <a:pt x="455888" y="228600"/>
                </a:cubicBezTo>
                <a:cubicBezTo>
                  <a:pt x="467081" y="346264"/>
                  <a:pt x="324817" y="473460"/>
                  <a:pt x="227944" y="457200"/>
                </a:cubicBezTo>
                <a:cubicBezTo>
                  <a:pt x="90602" y="465564"/>
                  <a:pt x="2421" y="35076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FABFA-7553-C75A-F1CE-A1E58EA76735}"/>
              </a:ext>
            </a:extLst>
          </p:cNvPr>
          <p:cNvSpPr txBox="1"/>
          <p:nvPr/>
        </p:nvSpPr>
        <p:spPr>
          <a:xfrm>
            <a:off x="1517681" y="536096"/>
            <a:ext cx="301286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Mr. Snack, the Lost Sailor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B2D9C3-E268-2543-172B-E97F4BE58078}"/>
              </a:ext>
            </a:extLst>
          </p:cNvPr>
          <p:cNvGrpSpPr/>
          <p:nvPr/>
        </p:nvGrpSpPr>
        <p:grpSpPr>
          <a:xfrm>
            <a:off x="1322156" y="1107602"/>
            <a:ext cx="3358175" cy="752977"/>
            <a:chOff x="1322156" y="1107602"/>
            <a:chExt cx="3358175" cy="7529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D82F56-0ED0-5757-DC21-3BDD6E33B00E}"/>
                </a:ext>
              </a:extLst>
            </p:cNvPr>
            <p:cNvSpPr txBox="1"/>
            <p:nvPr/>
          </p:nvSpPr>
          <p:spPr>
            <a:xfrm>
              <a:off x="1641804" y="1491247"/>
              <a:ext cx="3038527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Who will end up eating him?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D0A83B1-CB67-F217-1C1F-C15118A63B99}"/>
                </a:ext>
              </a:extLst>
            </p:cNvPr>
            <p:cNvSpPr/>
            <p:nvPr/>
          </p:nvSpPr>
          <p:spPr>
            <a:xfrm>
              <a:off x="1322156" y="1107602"/>
              <a:ext cx="1198880" cy="326360"/>
            </a:xfrm>
            <a:custGeom>
              <a:avLst/>
              <a:gdLst>
                <a:gd name="connsiteX0" fmla="*/ 1198880 w 1198880"/>
                <a:gd name="connsiteY0" fmla="*/ 326360 h 326360"/>
                <a:gd name="connsiteX1" fmla="*/ 833120 w 1198880"/>
                <a:gd name="connsiteY1" fmla="*/ 184120 h 326360"/>
                <a:gd name="connsiteX2" fmla="*/ 579120 w 1198880"/>
                <a:gd name="connsiteY2" fmla="*/ 133320 h 326360"/>
                <a:gd name="connsiteX3" fmla="*/ 426720 w 1198880"/>
                <a:gd name="connsiteY3" fmla="*/ 92680 h 326360"/>
                <a:gd name="connsiteX4" fmla="*/ 365760 w 1198880"/>
                <a:gd name="connsiteY4" fmla="*/ 72360 h 326360"/>
                <a:gd name="connsiteX5" fmla="*/ 111760 w 1198880"/>
                <a:gd name="connsiteY5" fmla="*/ 31720 h 326360"/>
                <a:gd name="connsiteX6" fmla="*/ 71120 w 1198880"/>
                <a:gd name="connsiteY6" fmla="*/ 21560 h 326360"/>
                <a:gd name="connsiteX7" fmla="*/ 30480 w 1198880"/>
                <a:gd name="connsiteY7" fmla="*/ 1240 h 326360"/>
                <a:gd name="connsiteX8" fmla="*/ 0 w 1198880"/>
                <a:gd name="connsiteY8" fmla="*/ 1240 h 32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8880" h="326360">
                  <a:moveTo>
                    <a:pt x="1198880" y="326360"/>
                  </a:moveTo>
                  <a:cubicBezTo>
                    <a:pt x="1044153" y="237945"/>
                    <a:pt x="1128486" y="280286"/>
                    <a:pt x="833120" y="184120"/>
                  </a:cubicBezTo>
                  <a:cubicBezTo>
                    <a:pt x="685187" y="135956"/>
                    <a:pt x="717022" y="145857"/>
                    <a:pt x="579120" y="133320"/>
                  </a:cubicBezTo>
                  <a:cubicBezTo>
                    <a:pt x="323635" y="48158"/>
                    <a:pt x="612023" y="139006"/>
                    <a:pt x="426720" y="92680"/>
                  </a:cubicBezTo>
                  <a:cubicBezTo>
                    <a:pt x="405940" y="87485"/>
                    <a:pt x="386597" y="77321"/>
                    <a:pt x="365760" y="72360"/>
                  </a:cubicBezTo>
                  <a:cubicBezTo>
                    <a:pt x="231234" y="40330"/>
                    <a:pt x="231240" y="43668"/>
                    <a:pt x="111760" y="31720"/>
                  </a:cubicBezTo>
                  <a:cubicBezTo>
                    <a:pt x="98213" y="28333"/>
                    <a:pt x="84195" y="26463"/>
                    <a:pt x="71120" y="21560"/>
                  </a:cubicBezTo>
                  <a:cubicBezTo>
                    <a:pt x="56939" y="16242"/>
                    <a:pt x="45043" y="5401"/>
                    <a:pt x="30480" y="1240"/>
                  </a:cubicBezTo>
                  <a:cubicBezTo>
                    <a:pt x="20711" y="-1551"/>
                    <a:pt x="10160" y="1240"/>
                    <a:pt x="0" y="1240"/>
                  </a:cubicBezTo>
                </a:path>
              </a:pathLst>
            </a:custGeom>
            <a:noFill/>
            <a:ln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0B8F2EE-24D9-8CBB-BC90-B8FA357DAB4A}"/>
              </a:ext>
            </a:extLst>
          </p:cNvPr>
          <p:cNvSpPr txBox="1"/>
          <p:nvPr/>
        </p:nvSpPr>
        <p:spPr>
          <a:xfrm>
            <a:off x="6839060" y="6353827"/>
            <a:ext cx="271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Common knowledge of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1442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3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CAE5A-7B89-9F86-698B-905904372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sz="5400"/>
              <a:t>Ten Hungry Cannibals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late with a fork and knife on a wooden table&#10;&#10;Description automatically generated">
            <a:extLst>
              <a:ext uri="{FF2B5EF4-FFF2-40B4-BE49-F238E27FC236}">
                <a16:creationId xmlns:a16="http://schemas.microsoft.com/office/drawing/2014/main" id="{C9F92A47-44F1-B669-FE7F-E49038B4E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4" r="23430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1FF20B-223E-7BE1-81DF-7A7551AF153E}"/>
              </a:ext>
            </a:extLst>
          </p:cNvPr>
          <p:cNvSpPr txBox="1"/>
          <p:nvPr/>
        </p:nvSpPr>
        <p:spPr>
          <a:xfrm>
            <a:off x="572493" y="2027063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Mr. Snack, the Lost Sailor, is stranded on an island with 10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rational</a:t>
            </a:r>
            <a:r>
              <a:rPr lang="en-US" sz="1800" b="0" i="0" dirty="0">
                <a:effectLst/>
                <a:latin typeface="docs-Roboto"/>
              </a:rPr>
              <a:t> cannibals.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C87D45-F194-FFAA-5A95-024F2DFA7887}"/>
              </a:ext>
            </a:extLst>
          </p:cNvPr>
          <p:cNvSpPr txBox="1"/>
          <p:nvPr/>
        </p:nvSpPr>
        <p:spPr>
          <a:xfrm>
            <a:off x="572492" y="2771250"/>
            <a:ext cx="7103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The cannibals are ranked in a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hierarchy</a:t>
            </a:r>
            <a:r>
              <a:rPr lang="en-US" sz="1800" b="0" i="0" dirty="0">
                <a:effectLst/>
                <a:latin typeface="docs-Roboto"/>
              </a:rPr>
              <a:t> of dominance, with Cannibal 1 being the most dominant, followed by Cannibal 2, and so on, down to Cannibal 10.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97C10F-2156-D950-FAAB-2957C1573C6B}"/>
                  </a:ext>
                </a:extLst>
              </p:cNvPr>
              <p:cNvSpPr txBox="1"/>
              <p:nvPr/>
            </p:nvSpPr>
            <p:spPr>
              <a:xfrm>
                <a:off x="572488" y="4542227"/>
                <a:ext cx="710316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0" dirty="0">
                    <a:effectLst/>
                    <a:latin typeface="docs-Roboto"/>
                  </a:rPr>
                  <a:t>Each cannibal cares about their position in this hierarchy and will </a:t>
                </a:r>
                <a:r>
                  <a:rPr lang="en-US" sz="1800" b="1" i="0" dirty="0">
                    <a:solidFill>
                      <a:srgbClr val="0070C0"/>
                    </a:solidFill>
                    <a:effectLst/>
                    <a:latin typeface="docs-Roboto"/>
                  </a:rPr>
                  <a:t>never eat anyone beneath them</a:t>
                </a:r>
                <a:r>
                  <a:rPr lang="en-US" sz="1800" b="0" i="0" dirty="0">
                    <a:effectLst/>
                    <a:latin typeface="docs-Roboto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800" b="0" i="0" dirty="0">
                    <a:effectLst/>
                    <a:latin typeface="docs-Roboto"/>
                  </a:rPr>
                  <a:t>Cannibal </a:t>
                </a:r>
                <a14:m>
                  <m:oMath xmlns:m="http://schemas.openxmlformats.org/officeDocument/2006/math">
                    <m:r>
                      <a:rPr lang="en-IN" sz="1800" b="0" i="1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b="0" i="0" dirty="0">
                    <a:effectLst/>
                    <a:latin typeface="docs-Roboto"/>
                  </a:rPr>
                  <a:t> may only eat Mr. Snack (if given the option) or Cannibal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800" b="0" i="0" dirty="0">
                    <a:effectLst/>
                    <a:latin typeface="docs-Roboto"/>
                  </a:rPr>
                  <a:t> (if Cannibal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800" b="0" i="1"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800" b="0" i="0" dirty="0">
                    <a:effectLst/>
                    <a:latin typeface="docs-Roboto"/>
                  </a:rPr>
                  <a:t> is sleeping).  Cannibal </a:t>
                </a:r>
                <a14:m>
                  <m:oMath xmlns:m="http://schemas.openxmlformats.org/officeDocument/2006/math">
                    <m:r>
                      <a:rPr lang="en-IN" sz="1800" b="0" i="1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b="0" i="0" dirty="0">
                    <a:effectLst/>
                    <a:latin typeface="docs-Roboto"/>
                  </a:rPr>
                  <a:t> is not permitted to eat any other cannibal.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97C10F-2156-D950-FAAB-2957C1573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88" y="4542227"/>
                <a:ext cx="7103165" cy="1477328"/>
              </a:xfrm>
              <a:prstGeom prst="rect">
                <a:avLst/>
              </a:prstGeom>
              <a:blipFill>
                <a:blip r:embed="rId3"/>
                <a:stretch>
                  <a:fillRect l="-773" t="-2066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6B62685-0C60-1EFD-35F7-F8F95A581720}"/>
              </a:ext>
            </a:extLst>
          </p:cNvPr>
          <p:cNvSpPr txBox="1"/>
          <p:nvPr/>
        </p:nvSpPr>
        <p:spPr>
          <a:xfrm>
            <a:off x="572488" y="3759563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The cannibals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take turns </a:t>
            </a:r>
            <a:r>
              <a:rPr lang="en-US" sz="1800" b="0" i="0" dirty="0">
                <a:effectLst/>
                <a:latin typeface="docs-Roboto"/>
              </a:rPr>
              <a:t>deciding whether to eat Mr. Snack,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starting with Cannibal 1</a:t>
            </a:r>
            <a:r>
              <a:rPr lang="en-US" sz="1800" b="0" i="0" dirty="0">
                <a:effectLst/>
                <a:latin typeface="docs-Roboto"/>
              </a:rPr>
              <a:t>, who gets first dibs.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107DF8-5AF8-135D-15E7-553E368CB121}"/>
              </a:ext>
            </a:extLst>
          </p:cNvPr>
          <p:cNvSpPr txBox="1"/>
          <p:nvPr/>
        </p:nvSpPr>
        <p:spPr>
          <a:xfrm>
            <a:off x="572490" y="6077477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If a cannibal eats, they will fall asleep, making them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vulnerable to the next cannibal</a:t>
            </a:r>
            <a:r>
              <a:rPr lang="en-US" sz="1800" b="0" i="0" dirty="0">
                <a:effectLst/>
                <a:latin typeface="docs-Roboto"/>
              </a:rPr>
              <a:t> in line.</a:t>
            </a:r>
            <a:endParaRPr lang="en-IN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3C583E-9397-42EE-9D71-981371929BF2}"/>
              </a:ext>
            </a:extLst>
          </p:cNvPr>
          <p:cNvSpPr txBox="1"/>
          <p:nvPr/>
        </p:nvSpPr>
        <p:spPr>
          <a:xfrm>
            <a:off x="8852780" y="6272482"/>
            <a:ext cx="2159047" cy="369332"/>
          </a:xfrm>
          <a:custGeom>
            <a:avLst/>
            <a:gdLst>
              <a:gd name="csX0" fmla="*/ 0 w 2159047"/>
              <a:gd name="csY0" fmla="*/ 0 h 369332"/>
              <a:gd name="csX1" fmla="*/ 518171 w 2159047"/>
              <a:gd name="csY1" fmla="*/ 0 h 369332"/>
              <a:gd name="csX2" fmla="*/ 1057933 w 2159047"/>
              <a:gd name="csY2" fmla="*/ 0 h 369332"/>
              <a:gd name="csX3" fmla="*/ 1597695 w 2159047"/>
              <a:gd name="csY3" fmla="*/ 0 h 369332"/>
              <a:gd name="csX4" fmla="*/ 2159047 w 2159047"/>
              <a:gd name="csY4" fmla="*/ 0 h 369332"/>
              <a:gd name="csX5" fmla="*/ 2159047 w 2159047"/>
              <a:gd name="csY5" fmla="*/ 369332 h 369332"/>
              <a:gd name="csX6" fmla="*/ 1619285 w 2159047"/>
              <a:gd name="csY6" fmla="*/ 369332 h 369332"/>
              <a:gd name="csX7" fmla="*/ 1122704 w 2159047"/>
              <a:gd name="csY7" fmla="*/ 369332 h 369332"/>
              <a:gd name="csX8" fmla="*/ 626124 w 2159047"/>
              <a:gd name="csY8" fmla="*/ 369332 h 369332"/>
              <a:gd name="csX9" fmla="*/ 0 w 2159047"/>
              <a:gd name="csY9" fmla="*/ 369332 h 369332"/>
              <a:gd name="csX10" fmla="*/ 0 w 2159047"/>
              <a:gd name="csY1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59047" h="369332" fill="none" extrusionOk="0">
                <a:moveTo>
                  <a:pt x="0" y="0"/>
                </a:moveTo>
                <a:cubicBezTo>
                  <a:pt x="234549" y="-14951"/>
                  <a:pt x="388405" y="35701"/>
                  <a:pt x="518171" y="0"/>
                </a:cubicBezTo>
                <a:cubicBezTo>
                  <a:pt x="647937" y="-35701"/>
                  <a:pt x="877506" y="35915"/>
                  <a:pt x="1057933" y="0"/>
                </a:cubicBezTo>
                <a:cubicBezTo>
                  <a:pt x="1238360" y="-35915"/>
                  <a:pt x="1403967" y="41682"/>
                  <a:pt x="1597695" y="0"/>
                </a:cubicBezTo>
                <a:cubicBezTo>
                  <a:pt x="1791423" y="-41682"/>
                  <a:pt x="1904674" y="1566"/>
                  <a:pt x="2159047" y="0"/>
                </a:cubicBezTo>
                <a:cubicBezTo>
                  <a:pt x="2193174" y="155178"/>
                  <a:pt x="2125563" y="252069"/>
                  <a:pt x="2159047" y="369332"/>
                </a:cubicBezTo>
                <a:cubicBezTo>
                  <a:pt x="1962370" y="376383"/>
                  <a:pt x="1848741" y="351506"/>
                  <a:pt x="1619285" y="369332"/>
                </a:cubicBezTo>
                <a:cubicBezTo>
                  <a:pt x="1389829" y="387158"/>
                  <a:pt x="1337799" y="362716"/>
                  <a:pt x="1122704" y="369332"/>
                </a:cubicBezTo>
                <a:cubicBezTo>
                  <a:pt x="907609" y="375948"/>
                  <a:pt x="862446" y="316608"/>
                  <a:pt x="626124" y="369332"/>
                </a:cubicBezTo>
                <a:cubicBezTo>
                  <a:pt x="389802" y="422056"/>
                  <a:pt x="221966" y="338309"/>
                  <a:pt x="0" y="369332"/>
                </a:cubicBezTo>
                <a:cubicBezTo>
                  <a:pt x="-14311" y="228637"/>
                  <a:pt x="33447" y="133990"/>
                  <a:pt x="0" y="0"/>
                </a:cubicBezTo>
                <a:close/>
              </a:path>
              <a:path w="2159047" h="369332" stroke="0" extrusionOk="0">
                <a:moveTo>
                  <a:pt x="0" y="0"/>
                </a:moveTo>
                <a:cubicBezTo>
                  <a:pt x="192119" y="-32301"/>
                  <a:pt x="346655" y="13185"/>
                  <a:pt x="518171" y="0"/>
                </a:cubicBezTo>
                <a:cubicBezTo>
                  <a:pt x="689687" y="-13185"/>
                  <a:pt x="822395" y="32112"/>
                  <a:pt x="993162" y="0"/>
                </a:cubicBezTo>
                <a:cubicBezTo>
                  <a:pt x="1163929" y="-32112"/>
                  <a:pt x="1418766" y="69437"/>
                  <a:pt x="1576104" y="0"/>
                </a:cubicBezTo>
                <a:cubicBezTo>
                  <a:pt x="1733442" y="-69437"/>
                  <a:pt x="1928641" y="56933"/>
                  <a:pt x="2159047" y="0"/>
                </a:cubicBezTo>
                <a:cubicBezTo>
                  <a:pt x="2179846" y="91456"/>
                  <a:pt x="2143967" y="211595"/>
                  <a:pt x="2159047" y="369332"/>
                </a:cubicBezTo>
                <a:cubicBezTo>
                  <a:pt x="2008927" y="384803"/>
                  <a:pt x="1806725" y="349484"/>
                  <a:pt x="1662466" y="369332"/>
                </a:cubicBezTo>
                <a:cubicBezTo>
                  <a:pt x="1518207" y="389180"/>
                  <a:pt x="1379769" y="354155"/>
                  <a:pt x="1165885" y="369332"/>
                </a:cubicBezTo>
                <a:cubicBezTo>
                  <a:pt x="952001" y="384509"/>
                  <a:pt x="733306" y="364578"/>
                  <a:pt x="582943" y="369332"/>
                </a:cubicBezTo>
                <a:cubicBezTo>
                  <a:pt x="432580" y="374086"/>
                  <a:pt x="198817" y="326272"/>
                  <a:pt x="0" y="369332"/>
                </a:cubicBezTo>
                <a:cubicBezTo>
                  <a:pt x="-29239" y="231265"/>
                  <a:pt x="21229" y="17578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  <a:latin typeface="Segoe Script" panose="030B0504020000000003" pitchFamily="66" charset="0"/>
              </a:rPr>
              <a:t>Who will dine?</a:t>
            </a:r>
          </a:p>
        </p:txBody>
      </p:sp>
    </p:spTree>
    <p:extLst>
      <p:ext uri="{BB962C8B-B14F-4D97-AF65-F5344CB8AC3E}">
        <p14:creationId xmlns:p14="http://schemas.microsoft.com/office/powerpoint/2010/main" val="163366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25" grpId="0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AF096-B619-B559-695E-D17EF43B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19B6A7-E68F-B498-590F-2B9F8E668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7A448B3-644C-ED91-7272-5B7BDA78B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583D6-1C26-D49D-B6BC-47CA02D0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070C0"/>
                </a:solidFill>
                <a:latin typeface="Segoe Script" panose="030B0504020000000003" pitchFamily="66" charset="0"/>
              </a:rPr>
              <a:t>Game</a:t>
            </a:r>
            <a:r>
              <a:rPr lang="en-US" sz="5400" dirty="0"/>
              <a:t> Tree</a:t>
            </a:r>
            <a:endParaRPr lang="en-US" sz="5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75FD10F-C4E4-07C6-A2D4-3084CD2C21A8}"/>
                  </a:ext>
                </a:extLst>
              </p:cNvPr>
              <p:cNvSpPr/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75FD10F-C4E4-07C6-A2D4-3084CD2C21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8163043-5A8A-94C5-992F-D1C5A816A475}"/>
                  </a:ext>
                </a:extLst>
              </p:cNvPr>
              <p:cNvSpPr/>
              <p:nvPr/>
            </p:nvSpPr>
            <p:spPr>
              <a:xfrm>
                <a:off x="2078977" y="3489075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8163043-5A8A-94C5-992F-D1C5A816A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977" y="3489075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A1F6C155-B37E-98C8-4F19-F9D5D9405BC1}"/>
              </a:ext>
            </a:extLst>
          </p:cNvPr>
          <p:cNvGrpSpPr/>
          <p:nvPr/>
        </p:nvGrpSpPr>
        <p:grpSpPr>
          <a:xfrm>
            <a:off x="5743699" y="2585611"/>
            <a:ext cx="4056882" cy="1083464"/>
            <a:chOff x="5743699" y="2585611"/>
            <a:chExt cx="4056882" cy="108346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BC5B009-833B-46CE-C13F-2F2578EE6E82}"/>
                </a:ext>
              </a:extLst>
            </p:cNvPr>
            <p:cNvCxnSpPr>
              <a:cxnSpLocks/>
              <a:stCxn id="3" idx="4"/>
              <a:endCxn id="4" idx="2"/>
            </p:cNvCxnSpPr>
            <p:nvPr/>
          </p:nvCxnSpPr>
          <p:spPr>
            <a:xfrm>
              <a:off x="5743699" y="2585611"/>
              <a:ext cx="4056882" cy="1083464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0C39FDC-89A4-1FB9-42CB-D5BE37005F9F}"/>
                    </a:ext>
                  </a:extLst>
                </p:cNvPr>
                <p:cNvSpPr txBox="1"/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0C39FDC-89A4-1FB9-42CB-D5BE37005F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4FC77C7-6085-7A95-50F0-99B235C707FB}"/>
              </a:ext>
            </a:extLst>
          </p:cNvPr>
          <p:cNvGrpSpPr/>
          <p:nvPr/>
        </p:nvGrpSpPr>
        <p:grpSpPr>
          <a:xfrm>
            <a:off x="2438977" y="2585611"/>
            <a:ext cx="3304722" cy="1083464"/>
            <a:chOff x="2438977" y="2585611"/>
            <a:chExt cx="3304722" cy="1083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435C4F5-0A5E-B6A5-7036-5B6F47971CF9}"/>
                    </a:ext>
                  </a:extLst>
                </p:cNvPr>
                <p:cNvSpPr txBox="1"/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435C4F5-0A5E-B6A5-7036-5B6F47971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67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AA9E22C-714F-99CF-4313-39702A7FC021}"/>
                </a:ext>
              </a:extLst>
            </p:cNvPr>
            <p:cNvCxnSpPr>
              <a:cxnSpLocks/>
              <a:stCxn id="3" idx="4"/>
              <a:endCxn id="5" idx="6"/>
            </p:cNvCxnSpPr>
            <p:nvPr/>
          </p:nvCxnSpPr>
          <p:spPr>
            <a:xfrm flipH="1">
              <a:off x="2438977" y="2585611"/>
              <a:ext cx="3304722" cy="1083464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159CD91-EA44-B5F8-37A9-EBD1031D4B22}"/>
                  </a:ext>
                </a:extLst>
              </p:cNvPr>
              <p:cNvSpPr/>
              <p:nvPr/>
            </p:nvSpPr>
            <p:spPr>
              <a:xfrm>
                <a:off x="9800581" y="3489075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159CD91-EA44-B5F8-37A9-EBD1031D4B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581" y="3489075"/>
                <a:ext cx="360000" cy="360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F6BEB4D-490B-490D-1C02-9C6F11FD8581}"/>
                  </a:ext>
                </a:extLst>
              </p:cNvPr>
              <p:cNvSpPr/>
              <p:nvPr/>
            </p:nvSpPr>
            <p:spPr>
              <a:xfrm>
                <a:off x="8172101" y="4759360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F6BEB4D-490B-490D-1C02-9C6F11FD85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101" y="4759360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2074C745-A19B-8E7B-E8A8-9360295BFC63}"/>
              </a:ext>
            </a:extLst>
          </p:cNvPr>
          <p:cNvGrpSpPr/>
          <p:nvPr/>
        </p:nvGrpSpPr>
        <p:grpSpPr>
          <a:xfrm>
            <a:off x="8479380" y="3796354"/>
            <a:ext cx="1373922" cy="1015727"/>
            <a:chOff x="8479380" y="3796354"/>
            <a:chExt cx="1373922" cy="101572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3E3FC3C-E5FA-1C22-E362-C645554D842B}"/>
                </a:ext>
              </a:extLst>
            </p:cNvPr>
            <p:cNvCxnSpPr>
              <a:cxnSpLocks/>
              <a:stCxn id="4" idx="3"/>
              <a:endCxn id="14" idx="7"/>
            </p:cNvCxnSpPr>
            <p:nvPr/>
          </p:nvCxnSpPr>
          <p:spPr>
            <a:xfrm flipH="1">
              <a:off x="8479380" y="3796354"/>
              <a:ext cx="1373922" cy="1015727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41AD685-E0AF-0EDE-288E-417B05FDA4C1}"/>
                    </a:ext>
                  </a:extLst>
                </p:cNvPr>
                <p:cNvSpPr txBox="1"/>
                <p:nvPr/>
              </p:nvSpPr>
              <p:spPr>
                <a:xfrm rot="19510520">
                  <a:off x="8652640" y="4003869"/>
                  <a:ext cx="8329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41AD685-E0AF-0EDE-288E-417B05FDA4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10520">
                  <a:off x="8652640" y="4003869"/>
                  <a:ext cx="832941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72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715D173-FB85-584F-73BB-44D04CCB7952}"/>
              </a:ext>
            </a:extLst>
          </p:cNvPr>
          <p:cNvGrpSpPr/>
          <p:nvPr/>
        </p:nvGrpSpPr>
        <p:grpSpPr>
          <a:xfrm>
            <a:off x="10107860" y="3796354"/>
            <a:ext cx="1626436" cy="1181164"/>
            <a:chOff x="10107860" y="3796354"/>
            <a:chExt cx="1626436" cy="1181164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7895BE8-172B-AF4A-6336-253C7EF80F6B}"/>
                </a:ext>
              </a:extLst>
            </p:cNvPr>
            <p:cNvCxnSpPr>
              <a:cxnSpLocks/>
              <a:stCxn id="4" idx="5"/>
            </p:cNvCxnSpPr>
            <p:nvPr/>
          </p:nvCxnSpPr>
          <p:spPr>
            <a:xfrm>
              <a:off x="10107860" y="3796354"/>
              <a:ext cx="1381202" cy="1181164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8E11DA5-5BA3-EF2B-8CB9-56493300541A}"/>
                    </a:ext>
                  </a:extLst>
                </p:cNvPr>
                <p:cNvSpPr txBox="1"/>
                <p:nvPr/>
              </p:nvSpPr>
              <p:spPr>
                <a:xfrm rot="2339068">
                  <a:off x="10189976" y="4117152"/>
                  <a:ext cx="15443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8E11DA5-5BA3-EF2B-8CB9-5649330054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339068">
                  <a:off x="10189976" y="4117152"/>
                  <a:ext cx="154432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C7363C6-8D87-B2E8-FBE8-19447EBC83FF}"/>
                  </a:ext>
                </a:extLst>
              </p:cNvPr>
              <p:cNvSpPr/>
              <p:nvPr/>
            </p:nvSpPr>
            <p:spPr>
              <a:xfrm>
                <a:off x="3711096" y="4955528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C7363C6-8D87-B2E8-FBE8-19447EBC8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096" y="4955528"/>
                <a:ext cx="360000" cy="360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5A63828-54B1-ADBD-FF53-47B4F2CB7379}"/>
                  </a:ext>
                </a:extLst>
              </p:cNvPr>
              <p:cNvSpPr/>
              <p:nvPr/>
            </p:nvSpPr>
            <p:spPr>
              <a:xfrm>
                <a:off x="446856" y="4790091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5A63828-54B1-ADBD-FF53-47B4F2CB73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56" y="4790091"/>
                <a:ext cx="360000" cy="360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46DC9E8B-A57D-5F95-56E8-D533828F2231}"/>
              </a:ext>
            </a:extLst>
          </p:cNvPr>
          <p:cNvGrpSpPr/>
          <p:nvPr/>
        </p:nvGrpSpPr>
        <p:grpSpPr>
          <a:xfrm>
            <a:off x="663958" y="3849075"/>
            <a:ext cx="1595019" cy="993737"/>
            <a:chOff x="663958" y="3849075"/>
            <a:chExt cx="1595019" cy="99373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534C8E6-316D-532C-C252-4672D3A87A9D}"/>
                </a:ext>
              </a:extLst>
            </p:cNvPr>
            <p:cNvCxnSpPr>
              <a:cxnSpLocks/>
              <a:stCxn id="5" idx="4"/>
              <a:endCxn id="25" idx="7"/>
            </p:cNvCxnSpPr>
            <p:nvPr/>
          </p:nvCxnSpPr>
          <p:spPr>
            <a:xfrm flipH="1">
              <a:off x="754135" y="3849075"/>
              <a:ext cx="1504842" cy="993737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C915212-9228-55B7-ABB7-E18A4E8CF11F}"/>
                    </a:ext>
                  </a:extLst>
                </p:cNvPr>
                <p:cNvSpPr txBox="1"/>
                <p:nvPr/>
              </p:nvSpPr>
              <p:spPr>
                <a:xfrm rot="19638198">
                  <a:off x="663958" y="4035053"/>
                  <a:ext cx="14543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C915212-9228-55B7-ABB7-E18A4E8CF1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638198">
                  <a:off x="663958" y="4035053"/>
                  <a:ext cx="1454305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508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FC7A86E-40ED-EFC8-4DE7-84A7693976B3}"/>
              </a:ext>
            </a:extLst>
          </p:cNvPr>
          <p:cNvGrpSpPr/>
          <p:nvPr/>
        </p:nvGrpSpPr>
        <p:grpSpPr>
          <a:xfrm>
            <a:off x="2258977" y="3849075"/>
            <a:ext cx="1504840" cy="1159174"/>
            <a:chOff x="2258977" y="3849075"/>
            <a:chExt cx="1504840" cy="1159174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6626323-381C-7C15-B3B5-5A016FDFBFA9}"/>
                </a:ext>
              </a:extLst>
            </p:cNvPr>
            <p:cNvCxnSpPr>
              <a:cxnSpLocks/>
              <a:stCxn id="5" idx="4"/>
              <a:endCxn id="24" idx="1"/>
            </p:cNvCxnSpPr>
            <p:nvPr/>
          </p:nvCxnSpPr>
          <p:spPr>
            <a:xfrm>
              <a:off x="2258977" y="3849075"/>
              <a:ext cx="1504840" cy="1159174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E1BC7D-4718-D407-6FDB-46CA636CA402}"/>
                    </a:ext>
                  </a:extLst>
                </p:cNvPr>
                <p:cNvSpPr txBox="1"/>
                <p:nvPr/>
              </p:nvSpPr>
              <p:spPr>
                <a:xfrm rot="2061934">
                  <a:off x="2739893" y="4192215"/>
                  <a:ext cx="91461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E1BC7D-4718-D407-6FDB-46CA636CA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61934">
                  <a:off x="2739893" y="4192215"/>
                  <a:ext cx="914618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0" name="Picture 49" descr="A cartoon of a person wearing sunglasses&#10;&#10;Description automatically generated">
            <a:extLst>
              <a:ext uri="{FF2B5EF4-FFF2-40B4-BE49-F238E27FC236}">
                <a16:creationId xmlns:a16="http://schemas.microsoft.com/office/drawing/2014/main" id="{733AAA99-BE99-DDC1-70D4-A8690536105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2" r="22437"/>
          <a:stretch/>
        </p:blipFill>
        <p:spPr>
          <a:xfrm>
            <a:off x="5455030" y="1075687"/>
            <a:ext cx="577338" cy="1013714"/>
          </a:xfrm>
          <a:prstGeom prst="rect">
            <a:avLst/>
          </a:prstGeom>
        </p:spPr>
      </p:pic>
      <p:pic>
        <p:nvPicPr>
          <p:cNvPr id="51" name="Picture 50" descr="A cartoon of a person&#10;&#10;Description automatically generated">
            <a:extLst>
              <a:ext uri="{FF2B5EF4-FFF2-40B4-BE49-F238E27FC236}">
                <a16:creationId xmlns:a16="http://schemas.microsoft.com/office/drawing/2014/main" id="{F28D2D15-6E66-F499-2E00-C6114AE5AA9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158" y="2335423"/>
            <a:ext cx="435086" cy="1015200"/>
          </a:xfrm>
          <a:prstGeom prst="rect">
            <a:avLst/>
          </a:prstGeom>
        </p:spPr>
      </p:pic>
      <p:pic>
        <p:nvPicPr>
          <p:cNvPr id="52" name="Picture 51" descr="A cartoon of a person&#10;&#10;Description automatically generated">
            <a:extLst>
              <a:ext uri="{FF2B5EF4-FFF2-40B4-BE49-F238E27FC236}">
                <a16:creationId xmlns:a16="http://schemas.microsoft.com/office/drawing/2014/main" id="{916FCAE7-38E4-C7E4-7413-7D10A43FA6F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038" y="2335423"/>
            <a:ext cx="435086" cy="1015200"/>
          </a:xfrm>
          <a:prstGeom prst="rect">
            <a:avLst/>
          </a:prstGeom>
        </p:spPr>
      </p:pic>
      <p:pic>
        <p:nvPicPr>
          <p:cNvPr id="53" name="Picture 52" descr="A stick figure with hands on hips&#10;&#10;Description automatically generated">
            <a:extLst>
              <a:ext uri="{FF2B5EF4-FFF2-40B4-BE49-F238E27FC236}">
                <a16:creationId xmlns:a16="http://schemas.microsoft.com/office/drawing/2014/main" id="{47E06BF6-4C8F-0005-377E-051D1DEBB5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4" r="29454"/>
          <a:stretch/>
        </p:blipFill>
        <p:spPr>
          <a:xfrm>
            <a:off x="363701" y="5417919"/>
            <a:ext cx="443155" cy="1015200"/>
          </a:xfrm>
          <a:prstGeom prst="rect">
            <a:avLst/>
          </a:prstGeom>
        </p:spPr>
      </p:pic>
      <p:pic>
        <p:nvPicPr>
          <p:cNvPr id="54" name="Picture 53" descr="A stick figure with hands on hips&#10;&#10;Description automatically generated">
            <a:extLst>
              <a:ext uri="{FF2B5EF4-FFF2-40B4-BE49-F238E27FC236}">
                <a16:creationId xmlns:a16="http://schemas.microsoft.com/office/drawing/2014/main" id="{8F9D39D8-96FF-723C-895F-79A041C1CCA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4" r="29454"/>
          <a:stretch/>
        </p:blipFill>
        <p:spPr>
          <a:xfrm>
            <a:off x="3648183" y="5417919"/>
            <a:ext cx="443155" cy="1015200"/>
          </a:xfrm>
          <a:prstGeom prst="rect">
            <a:avLst/>
          </a:prstGeom>
        </p:spPr>
      </p:pic>
      <p:pic>
        <p:nvPicPr>
          <p:cNvPr id="57" name="Picture 56" descr="A stick figure with hands on hips&#10;&#10;Description automatically generated">
            <a:extLst>
              <a:ext uri="{FF2B5EF4-FFF2-40B4-BE49-F238E27FC236}">
                <a16:creationId xmlns:a16="http://schemas.microsoft.com/office/drawing/2014/main" id="{BFB57701-FC56-7211-5125-4244EEA311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4" r="29454"/>
          <a:stretch/>
        </p:blipFill>
        <p:spPr>
          <a:xfrm>
            <a:off x="8104770" y="5348119"/>
            <a:ext cx="443155" cy="1015200"/>
          </a:xfrm>
          <a:prstGeom prst="rect">
            <a:avLst/>
          </a:prstGeom>
        </p:spPr>
      </p:pic>
      <p:pic>
        <p:nvPicPr>
          <p:cNvPr id="59" name="Picture 58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FB144459-BA8D-68B0-F3B7-43A28CF2E5C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10" y="1773049"/>
            <a:ext cx="613765" cy="1015200"/>
          </a:xfrm>
          <a:prstGeom prst="rect">
            <a:avLst/>
          </a:prstGeom>
        </p:spPr>
      </p:pic>
      <p:pic>
        <p:nvPicPr>
          <p:cNvPr id="60" name="Picture 59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545E5294-3400-7AD3-E525-73945ECD0A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04674">
            <a:off x="7546767" y="2037354"/>
            <a:ext cx="613765" cy="1015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FE72CA-C0EC-FE04-93D0-09E0A4A7B2C8}"/>
              </a:ext>
            </a:extLst>
          </p:cNvPr>
          <p:cNvSpPr txBox="1"/>
          <p:nvPr/>
        </p:nvSpPr>
        <p:spPr>
          <a:xfrm>
            <a:off x="838200" y="36977"/>
            <a:ext cx="2592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trike="sngStrike" dirty="0">
                <a:latin typeface="Segoe Script" panose="030B0504020000000003" pitchFamily="66" charset="0"/>
              </a:rPr>
              <a:t>Decision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70E167-0698-3DCF-4609-C717C94B0D74}"/>
              </a:ext>
            </a:extLst>
          </p:cNvPr>
          <p:cNvSpPr txBox="1"/>
          <p:nvPr/>
        </p:nvSpPr>
        <p:spPr>
          <a:xfrm>
            <a:off x="6796945" y="1674801"/>
            <a:ext cx="4729885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If a cannibal eats, they will fall asleep, making them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vulnerable to the next cannibal</a:t>
            </a:r>
            <a:r>
              <a:rPr lang="en-US" sz="1800" b="0" i="0" dirty="0">
                <a:effectLst/>
                <a:latin typeface="docs-Roboto"/>
              </a:rPr>
              <a:t> in line.</a:t>
            </a:r>
            <a:endParaRPr lang="en-IN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B1B963-6D94-DA11-0CBB-C8E75A89BBC1}"/>
              </a:ext>
            </a:extLst>
          </p:cNvPr>
          <p:cNvSpPr txBox="1"/>
          <p:nvPr/>
        </p:nvSpPr>
        <p:spPr>
          <a:xfrm>
            <a:off x="3752445" y="3195854"/>
            <a:ext cx="359564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docs-Roboto"/>
              </a:rPr>
              <a:t>The cannibals take turns deciding whether to eat Mr. Snack,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docs-Roboto"/>
              </a:rPr>
              <a:t>starting with Cannibal 1</a:t>
            </a:r>
            <a:r>
              <a:rPr lang="en-US" sz="1800" b="0" i="0" dirty="0">
                <a:effectLst/>
                <a:latin typeface="docs-Roboto"/>
              </a:rPr>
              <a:t>, who gets first dibs.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A080FA-5E70-D3EC-BD40-99509CA60413}"/>
              </a:ext>
            </a:extLst>
          </p:cNvPr>
          <p:cNvSpPr txBox="1"/>
          <p:nvPr/>
        </p:nvSpPr>
        <p:spPr>
          <a:xfrm>
            <a:off x="10396340" y="5048587"/>
            <a:ext cx="16920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Terminal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EA360B2-8343-DFD9-B5CE-32DA25CEF857}"/>
                  </a:ext>
                </a:extLst>
              </p:cNvPr>
              <p:cNvSpPr/>
              <p:nvPr/>
            </p:nvSpPr>
            <p:spPr>
              <a:xfrm>
                <a:off x="835083" y="5823572"/>
                <a:ext cx="1131217" cy="66930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00B050"/>
                    </a:solidFill>
                  </a:rPr>
                  <a:t>Eat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>
                    <a:solidFill>
                      <a:srgbClr val="00B05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EA360B2-8343-DFD9-B5CE-32DA25CEF8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83" y="5823572"/>
                <a:ext cx="1131217" cy="669303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11F18E6-D162-66BC-7F40-45381CBDFE35}"/>
                  </a:ext>
                </a:extLst>
              </p:cNvPr>
              <p:cNvSpPr/>
              <p:nvPr/>
            </p:nvSpPr>
            <p:spPr>
              <a:xfrm>
                <a:off x="4258769" y="5825014"/>
                <a:ext cx="1131217" cy="66930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7030A0"/>
                    </a:solidFill>
                  </a:rPr>
                  <a:t>Eat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>
                    <a:solidFill>
                      <a:srgbClr val="7030A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11F18E6-D162-66BC-7F40-45381CBDF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769" y="5825014"/>
                <a:ext cx="1131217" cy="669303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B092FF9-0328-5F83-DDBA-6BD1CFD7F589}"/>
                  </a:ext>
                </a:extLst>
              </p:cNvPr>
              <p:cNvSpPr/>
              <p:nvPr/>
            </p:nvSpPr>
            <p:spPr>
              <a:xfrm>
                <a:off x="8631821" y="5824207"/>
                <a:ext cx="1131217" cy="66930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rgbClr val="7030A0"/>
                    </a:solidFill>
                  </a:rPr>
                  <a:t>Eat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>
                    <a:solidFill>
                      <a:srgbClr val="7030A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B092FF9-0328-5F83-DDBA-6BD1CFD7F5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1" y="5824207"/>
                <a:ext cx="1131217" cy="669303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8BA54863-5EDE-1E43-3772-72BFD7955D68}"/>
              </a:ext>
            </a:extLst>
          </p:cNvPr>
          <p:cNvSpPr/>
          <p:nvPr/>
        </p:nvSpPr>
        <p:spPr>
          <a:xfrm rot="19488993">
            <a:off x="1053645" y="3654297"/>
            <a:ext cx="241367" cy="444334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F8A2215-5AE3-A571-9AEF-1873060E84A2}"/>
              </a:ext>
            </a:extLst>
          </p:cNvPr>
          <p:cNvSpPr/>
          <p:nvPr/>
        </p:nvSpPr>
        <p:spPr>
          <a:xfrm rot="2637111">
            <a:off x="11121697" y="3719433"/>
            <a:ext cx="241367" cy="444334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BA96D3E1-3F03-29D7-04C8-8C1F3D660E35}"/>
              </a:ext>
            </a:extLst>
          </p:cNvPr>
          <p:cNvSpPr/>
          <p:nvPr/>
        </p:nvSpPr>
        <p:spPr>
          <a:xfrm rot="2412446">
            <a:off x="3316771" y="3844193"/>
            <a:ext cx="241367" cy="444334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FE983AA6-1F94-06CE-4305-E3D1751DF948}"/>
              </a:ext>
            </a:extLst>
          </p:cNvPr>
          <p:cNvSpPr/>
          <p:nvPr/>
        </p:nvSpPr>
        <p:spPr>
          <a:xfrm rot="18960005">
            <a:off x="8697857" y="3701518"/>
            <a:ext cx="241367" cy="444334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0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 animBg="1"/>
      <p:bldP spid="14" grpId="0" animBg="1"/>
      <p:bldP spid="24" grpId="0" animBg="1"/>
      <p:bldP spid="25" grpId="0" animBg="1"/>
      <p:bldP spid="11" grpId="0" animBg="1"/>
      <p:bldP spid="11" grpId="1" animBg="1"/>
      <p:bldP spid="21" grpId="0" animBg="1"/>
      <p:bldP spid="21" grpId="1" animBg="1"/>
      <p:bldP spid="30" grpId="0" animBg="1"/>
      <p:bldP spid="31" grpId="0" animBg="1"/>
      <p:bldP spid="32" grpId="0" animBg="1"/>
      <p:bldP spid="33" grpId="0" animBg="1"/>
      <p:bldP spid="12" grpId="0" animBg="1"/>
      <p:bldP spid="13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103B4-0C06-3E25-6CDF-C452BA7A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7A2871D-B8C2-932D-A3CE-FB5236C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35379E0-0A50-38B1-38F6-BF4F1A4A4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65AE12-E732-D496-395C-9ED8EA7778A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5400" dirty="0"/>
                  <a:t>Game Tree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5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5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5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5400" dirty="0"/>
                  <a:t> Layer)</a:t>
                </a:r>
                <a:endParaRPr lang="en-US" sz="5400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65AE12-E732-D496-395C-9ED8EA7778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2"/>
                <a:stretch>
                  <a:fillRect l="-3130" b="-110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47F81E6-AD53-2D2D-2B84-E380F4C7535C}"/>
                  </a:ext>
                </a:extLst>
              </p:cNvPr>
              <p:cNvSpPr/>
              <p:nvPr/>
            </p:nvSpPr>
            <p:spPr>
              <a:xfrm>
                <a:off x="9396421" y="2443211"/>
                <a:ext cx="1044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47F81E6-AD53-2D2D-2B84-E380F4C753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6421" y="2443211"/>
                <a:ext cx="1044000" cy="360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D3A5B53-5B32-5BF2-4570-22C0F39D408E}"/>
                  </a:ext>
                </a:extLst>
              </p:cNvPr>
              <p:cNvSpPr/>
              <p:nvPr/>
            </p:nvSpPr>
            <p:spPr>
              <a:xfrm>
                <a:off x="8076209" y="3718520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D3A5B53-5B32-5BF2-4570-22C0F39D40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6209" y="3718520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7FA519-8D4D-9465-AF81-A06D4158451E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10287531" y="2750490"/>
            <a:ext cx="1105639" cy="1186188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C9E62F-5815-D525-2397-3194DE7551B0}"/>
              </a:ext>
            </a:extLst>
          </p:cNvPr>
          <p:cNvCxnSpPr>
            <a:cxnSpLocks/>
            <a:stCxn id="4" idx="3"/>
            <a:endCxn id="14" idx="7"/>
          </p:cNvCxnSpPr>
          <p:nvPr/>
        </p:nvCxnSpPr>
        <p:spPr>
          <a:xfrm flipH="1">
            <a:off x="8383488" y="2750490"/>
            <a:ext cx="1165823" cy="1020751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855604-DAE4-453D-426F-B823140D640D}"/>
                  </a:ext>
                </a:extLst>
              </p:cNvPr>
              <p:cNvSpPr txBox="1"/>
              <p:nvPr/>
            </p:nvSpPr>
            <p:spPr>
              <a:xfrm rot="19068343">
                <a:off x="8169947" y="2939386"/>
                <a:ext cx="13329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Eat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sz="16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855604-DAE4-453D-426F-B823140D6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68343">
                <a:off x="8169947" y="2939386"/>
                <a:ext cx="1332900" cy="338554"/>
              </a:xfrm>
              <a:prstGeom prst="rect">
                <a:avLst/>
              </a:prstGeom>
              <a:blipFill>
                <a:blip r:embed="rId5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9617C6D-9C4A-F9BD-BFC8-CCF27D87B551}"/>
                  </a:ext>
                </a:extLst>
              </p:cNvPr>
              <p:cNvSpPr txBox="1"/>
              <p:nvPr/>
            </p:nvSpPr>
            <p:spPr>
              <a:xfrm rot="2797346">
                <a:off x="10055559" y="3091587"/>
                <a:ext cx="20477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Don’t eat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sz="16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9617C6D-9C4A-F9BD-BFC8-CCF27D87B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97346">
                <a:off x="10055559" y="3091587"/>
                <a:ext cx="2047785" cy="338554"/>
              </a:xfrm>
              <a:prstGeom prst="rect">
                <a:avLst/>
              </a:prstGeom>
              <a:blipFill>
                <a:blip r:embed="rId6"/>
                <a:stretch>
                  <a:fillRect l="-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8889401-DBCA-3B36-8970-E6D5042C1750}"/>
                  </a:ext>
                </a:extLst>
              </p:cNvPr>
              <p:cNvSpPr/>
              <p:nvPr/>
            </p:nvSpPr>
            <p:spPr>
              <a:xfrm>
                <a:off x="2909099" y="2437983"/>
                <a:ext cx="1044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8889401-DBCA-3B36-8970-E6D5042C17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099" y="2437983"/>
                <a:ext cx="1044000" cy="360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71B3ED1-8886-B6F5-8769-A4149CC25502}"/>
                  </a:ext>
                </a:extLst>
              </p:cNvPr>
              <p:cNvSpPr/>
              <p:nvPr/>
            </p:nvSpPr>
            <p:spPr>
              <a:xfrm>
                <a:off x="4798204" y="3904436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71B3ED1-8886-B6F5-8769-A4149CC255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204" y="3904436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E2EBAA9-D48F-E149-EBF1-18E163709EDB}"/>
                  </a:ext>
                </a:extLst>
              </p:cNvPr>
              <p:cNvSpPr/>
              <p:nvPr/>
            </p:nvSpPr>
            <p:spPr>
              <a:xfrm>
                <a:off x="1533964" y="3738999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E2EBAA9-D48F-E149-EBF1-18E163709E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964" y="3738999"/>
                <a:ext cx="360000" cy="360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62854A-5528-F7F6-0404-1069568DAF17}"/>
              </a:ext>
            </a:extLst>
          </p:cNvPr>
          <p:cNvCxnSpPr>
            <a:cxnSpLocks/>
            <a:stCxn id="5" idx="4"/>
            <a:endCxn id="24" idx="1"/>
          </p:cNvCxnSpPr>
          <p:nvPr/>
        </p:nvCxnSpPr>
        <p:spPr>
          <a:xfrm>
            <a:off x="3431099" y="2797983"/>
            <a:ext cx="1419826" cy="1159174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C287A0F-1B72-862D-EAA6-B824D2259ACE}"/>
              </a:ext>
            </a:extLst>
          </p:cNvPr>
          <p:cNvCxnSpPr>
            <a:cxnSpLocks/>
            <a:stCxn id="5" idx="4"/>
            <a:endCxn id="25" idx="7"/>
          </p:cNvCxnSpPr>
          <p:nvPr/>
        </p:nvCxnSpPr>
        <p:spPr>
          <a:xfrm flipH="1">
            <a:off x="1841243" y="2797983"/>
            <a:ext cx="1589856" cy="993737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8A97FB-C2F1-1F48-B154-2BB55BAA7757}"/>
                  </a:ext>
                </a:extLst>
              </p:cNvPr>
              <p:cNvSpPr txBox="1"/>
              <p:nvPr/>
            </p:nvSpPr>
            <p:spPr>
              <a:xfrm rot="19664703">
                <a:off x="1712526" y="3042438"/>
                <a:ext cx="14543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Don’t eat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8A97FB-C2F1-1F48-B154-2BB55BAA7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64703">
                <a:off x="1712526" y="3042438"/>
                <a:ext cx="1454305" cy="338554"/>
              </a:xfrm>
              <a:prstGeom prst="rect">
                <a:avLst/>
              </a:prstGeom>
              <a:blipFill>
                <a:blip r:embed="rId10"/>
                <a:stretch>
                  <a:fillRect b="-5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F623F0-6A7A-00C7-985C-E96CCC4BF434}"/>
                  </a:ext>
                </a:extLst>
              </p:cNvPr>
              <p:cNvSpPr txBox="1"/>
              <p:nvPr/>
            </p:nvSpPr>
            <p:spPr>
              <a:xfrm rot="2360597">
                <a:off x="3894266" y="3091587"/>
                <a:ext cx="9146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Eat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F623F0-6A7A-00C7-985C-E96CCC4BF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60597">
                <a:off x="3894266" y="3091587"/>
                <a:ext cx="914618" cy="338554"/>
              </a:xfrm>
              <a:prstGeom prst="rect">
                <a:avLst/>
              </a:prstGeom>
              <a:blipFill>
                <a:blip r:embed="rId11"/>
                <a:stretch>
                  <a:fillRect l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0A179A-A751-00D1-5DF3-A639414E89FC}"/>
              </a:ext>
            </a:extLst>
          </p:cNvPr>
          <p:cNvCxnSpPr>
            <a:cxnSpLocks/>
            <a:stCxn id="25" idx="4"/>
            <a:endCxn id="61" idx="0"/>
          </p:cNvCxnSpPr>
          <p:nvPr/>
        </p:nvCxnSpPr>
        <p:spPr>
          <a:xfrm flipH="1">
            <a:off x="656547" y="4098999"/>
            <a:ext cx="1057417" cy="935169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4BCB59B-A0D8-E070-85A7-97FDAD541FA3}"/>
                  </a:ext>
                </a:extLst>
              </p:cNvPr>
              <p:cNvSpPr txBox="1"/>
              <p:nvPr/>
            </p:nvSpPr>
            <p:spPr>
              <a:xfrm rot="19204549">
                <a:off x="238603" y="4318195"/>
                <a:ext cx="14543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Don’t eat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4BCB59B-A0D8-E070-85A7-97FDAD541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04549">
                <a:off x="238603" y="4318195"/>
                <a:ext cx="1454305" cy="338554"/>
              </a:xfrm>
              <a:prstGeom prst="rect">
                <a:avLst/>
              </a:prstGeom>
              <a:blipFill>
                <a:blip r:embed="rId12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A474AB6-B933-C92D-45F8-370C556EB718}"/>
              </a:ext>
            </a:extLst>
          </p:cNvPr>
          <p:cNvCxnSpPr>
            <a:cxnSpLocks/>
            <a:stCxn id="25" idx="4"/>
            <a:endCxn id="62" idx="0"/>
          </p:cNvCxnSpPr>
          <p:nvPr/>
        </p:nvCxnSpPr>
        <p:spPr>
          <a:xfrm>
            <a:off x="1713964" y="4098999"/>
            <a:ext cx="950035" cy="1115169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5BAE0A5-F453-E152-4392-F780F8DD8D01}"/>
                  </a:ext>
                </a:extLst>
              </p:cNvPr>
              <p:cNvSpPr txBox="1"/>
              <p:nvPr/>
            </p:nvSpPr>
            <p:spPr>
              <a:xfrm rot="2952673">
                <a:off x="1870094" y="4305176"/>
                <a:ext cx="9146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Eat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5BAE0A5-F453-E152-4392-F780F8DD8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52673">
                <a:off x="1870094" y="4305176"/>
                <a:ext cx="914618" cy="338554"/>
              </a:xfrm>
              <a:prstGeom prst="rect">
                <a:avLst/>
              </a:prstGeom>
              <a:blipFill>
                <a:blip r:embed="rId13"/>
                <a:stretch>
                  <a:fillRect l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D9A666-C81C-E86F-77AD-29E76091106E}"/>
              </a:ext>
            </a:extLst>
          </p:cNvPr>
          <p:cNvCxnSpPr>
            <a:cxnSpLocks/>
            <a:stCxn id="24" idx="4"/>
            <a:endCxn id="67" idx="0"/>
          </p:cNvCxnSpPr>
          <p:nvPr/>
        </p:nvCxnSpPr>
        <p:spPr>
          <a:xfrm flipH="1">
            <a:off x="4132162" y="4264436"/>
            <a:ext cx="846042" cy="1565536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62F0B82-F06B-887A-7F76-340C2AA98787}"/>
                  </a:ext>
                </a:extLst>
              </p:cNvPr>
              <p:cNvSpPr txBox="1"/>
              <p:nvPr/>
            </p:nvSpPr>
            <p:spPr>
              <a:xfrm rot="18000666">
                <a:off x="3394003" y="4797530"/>
                <a:ext cx="19185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Don’t eat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62F0B82-F06B-887A-7F76-340C2AA98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0666">
                <a:off x="3394003" y="4797530"/>
                <a:ext cx="1918589" cy="338554"/>
              </a:xfrm>
              <a:prstGeom prst="rect">
                <a:avLst/>
              </a:prstGeom>
              <a:blipFill>
                <a:blip r:embed="rId14"/>
                <a:stretch>
                  <a:fillRect l="-971" b="-2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2F6910-C928-0CF3-A8FC-BB52F33B6B4A}"/>
              </a:ext>
            </a:extLst>
          </p:cNvPr>
          <p:cNvCxnSpPr>
            <a:cxnSpLocks/>
            <a:stCxn id="24" idx="5"/>
            <a:endCxn id="64" idx="0"/>
          </p:cNvCxnSpPr>
          <p:nvPr/>
        </p:nvCxnSpPr>
        <p:spPr>
          <a:xfrm>
            <a:off x="5105483" y="4211715"/>
            <a:ext cx="968253" cy="1224090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4298A48-3658-C7A7-C639-FA164EEE5DFE}"/>
                  </a:ext>
                </a:extLst>
              </p:cNvPr>
              <p:cNvSpPr txBox="1"/>
              <p:nvPr/>
            </p:nvSpPr>
            <p:spPr>
              <a:xfrm rot="3172824">
                <a:off x="5085029" y="4524020"/>
                <a:ext cx="13875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Eat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4298A48-3658-C7A7-C639-FA164EEE5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172824">
                <a:off x="5085029" y="4524020"/>
                <a:ext cx="1387592" cy="338554"/>
              </a:xfrm>
              <a:prstGeom prst="rect">
                <a:avLst/>
              </a:prstGeom>
              <a:blipFill>
                <a:blip r:embed="rId15"/>
                <a:stretch>
                  <a:fillRect l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2154B4D-77E4-B3F3-5EE1-2DB7CA36B568}"/>
              </a:ext>
            </a:extLst>
          </p:cNvPr>
          <p:cNvCxnSpPr>
            <a:cxnSpLocks/>
            <a:stCxn id="14" idx="4"/>
            <a:endCxn id="66" idx="0"/>
          </p:cNvCxnSpPr>
          <p:nvPr/>
        </p:nvCxnSpPr>
        <p:spPr>
          <a:xfrm flipH="1">
            <a:off x="7378690" y="4078520"/>
            <a:ext cx="877519" cy="1568476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1136D53-24D6-4538-4830-FBA0C032C7DC}"/>
                  </a:ext>
                </a:extLst>
              </p:cNvPr>
              <p:cNvSpPr txBox="1"/>
              <p:nvPr/>
            </p:nvSpPr>
            <p:spPr>
              <a:xfrm rot="17912116">
                <a:off x="6969150" y="4548549"/>
                <a:ext cx="12786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Eat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1136D53-24D6-4538-4830-FBA0C032C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912116">
                <a:off x="6969150" y="4548549"/>
                <a:ext cx="1278612" cy="338554"/>
              </a:xfrm>
              <a:prstGeom prst="rect">
                <a:avLst/>
              </a:prstGeom>
              <a:blipFill>
                <a:blip r:embed="rId16"/>
                <a:stretch>
                  <a:fillRect l="-266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73F0E45-31A6-F0BB-ABBF-4F731C3C21C2}"/>
              </a:ext>
            </a:extLst>
          </p:cNvPr>
          <p:cNvCxnSpPr>
            <a:cxnSpLocks/>
            <a:stCxn id="14" idx="5"/>
            <a:endCxn id="69" idx="0"/>
          </p:cNvCxnSpPr>
          <p:nvPr/>
        </p:nvCxnSpPr>
        <p:spPr>
          <a:xfrm>
            <a:off x="8383488" y="4025799"/>
            <a:ext cx="1210891" cy="1657768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9D1CD28-00E6-1523-C54C-8E9935813D91}"/>
                  </a:ext>
                </a:extLst>
              </p:cNvPr>
              <p:cNvSpPr txBox="1"/>
              <p:nvPr/>
            </p:nvSpPr>
            <p:spPr>
              <a:xfrm rot="3287666">
                <a:off x="8276949" y="4600354"/>
                <a:ext cx="19192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rPr>
                  <a:t>Don’t eat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IN" sz="1600" dirty="0">
                  <a:solidFill>
                    <a:srgbClr val="0070C0"/>
                  </a:solidFill>
                  <a:latin typeface="Segoe Script" panose="030B0504020000000003" pitchFamily="66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9D1CD28-00E6-1523-C54C-8E9935813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87666">
                <a:off x="8276949" y="4600354"/>
                <a:ext cx="1919276" cy="338554"/>
              </a:xfrm>
              <a:prstGeom prst="rect">
                <a:avLst/>
              </a:prstGeom>
              <a:blipFill>
                <a:blip r:embed="rId17"/>
                <a:stretch>
                  <a:fillRect l="-4825" t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6CC0DAE3-EC83-28D6-057A-E2E326AA57D2}"/>
              </a:ext>
            </a:extLst>
          </p:cNvPr>
          <p:cNvSpPr txBox="1"/>
          <p:nvPr/>
        </p:nvSpPr>
        <p:spPr>
          <a:xfrm>
            <a:off x="10303302" y="4005444"/>
            <a:ext cx="16920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Terminal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5BC76E7-0195-EBBD-87B0-EACE292D2437}"/>
                  </a:ext>
                </a:extLst>
              </p:cNvPr>
              <p:cNvSpPr/>
              <p:nvPr/>
            </p:nvSpPr>
            <p:spPr>
              <a:xfrm>
                <a:off x="134547" y="5034168"/>
                <a:ext cx="1044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5BC76E7-0195-EBBD-87B0-EACE292D24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7" y="5034168"/>
                <a:ext cx="1044000" cy="3600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C0180227-369B-B598-1169-35D55599097D}"/>
                  </a:ext>
                </a:extLst>
              </p:cNvPr>
              <p:cNvSpPr/>
              <p:nvPr/>
            </p:nvSpPr>
            <p:spPr>
              <a:xfrm>
                <a:off x="2141999" y="5214168"/>
                <a:ext cx="1044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C0180227-369B-B598-1169-35D5559909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999" y="5214168"/>
                <a:ext cx="1044000" cy="36000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5E3F676-E69F-3794-64F0-820D7AE554EE}"/>
                  </a:ext>
                </a:extLst>
              </p:cNvPr>
              <p:cNvSpPr/>
              <p:nvPr/>
            </p:nvSpPr>
            <p:spPr>
              <a:xfrm>
                <a:off x="5551736" y="5435805"/>
                <a:ext cx="1044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5E3F676-E69F-3794-64F0-820D7AE55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36" y="5435805"/>
                <a:ext cx="1044000" cy="36000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17CA692-6774-5E03-22F5-B369B702910F}"/>
                  </a:ext>
                </a:extLst>
              </p:cNvPr>
              <p:cNvSpPr/>
              <p:nvPr/>
            </p:nvSpPr>
            <p:spPr>
              <a:xfrm>
                <a:off x="6856690" y="5646996"/>
                <a:ext cx="1044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17CA692-6774-5E03-22F5-B369B70291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690" y="5646996"/>
                <a:ext cx="1044000" cy="360000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3D0A712F-7F02-E77D-24F5-6C66B426D2B2}"/>
              </a:ext>
            </a:extLst>
          </p:cNvPr>
          <p:cNvSpPr txBox="1"/>
          <p:nvPr/>
        </p:nvSpPr>
        <p:spPr>
          <a:xfrm>
            <a:off x="3286119" y="5829972"/>
            <a:ext cx="16920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Terminal node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FF6D92B-A3A3-8438-EEB5-10335E6AEAE1}"/>
              </a:ext>
            </a:extLst>
          </p:cNvPr>
          <p:cNvSpPr txBox="1"/>
          <p:nvPr/>
        </p:nvSpPr>
        <p:spPr>
          <a:xfrm>
            <a:off x="8748336" y="5683567"/>
            <a:ext cx="16920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Terminal node</a:t>
            </a:r>
          </a:p>
        </p:txBody>
      </p:sp>
      <p:sp>
        <p:nvSpPr>
          <p:cNvPr id="83" name="Arrow: Down 82">
            <a:extLst>
              <a:ext uri="{FF2B5EF4-FFF2-40B4-BE49-F238E27FC236}">
                <a16:creationId xmlns:a16="http://schemas.microsoft.com/office/drawing/2014/main" id="{350C913F-DC21-5B41-6411-AD95C2391819}"/>
              </a:ext>
            </a:extLst>
          </p:cNvPr>
          <p:cNvSpPr/>
          <p:nvPr/>
        </p:nvSpPr>
        <p:spPr>
          <a:xfrm>
            <a:off x="5920642" y="5996334"/>
            <a:ext cx="220763" cy="5238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Arrow: Down 83">
            <a:extLst>
              <a:ext uri="{FF2B5EF4-FFF2-40B4-BE49-F238E27FC236}">
                <a16:creationId xmlns:a16="http://schemas.microsoft.com/office/drawing/2014/main" id="{229FDAD7-3347-DB2F-BBBC-B8B6E9778B3B}"/>
              </a:ext>
            </a:extLst>
          </p:cNvPr>
          <p:cNvSpPr/>
          <p:nvPr/>
        </p:nvSpPr>
        <p:spPr>
          <a:xfrm>
            <a:off x="7268308" y="6183838"/>
            <a:ext cx="220763" cy="5238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Arrow: Down 84">
            <a:extLst>
              <a:ext uri="{FF2B5EF4-FFF2-40B4-BE49-F238E27FC236}">
                <a16:creationId xmlns:a16="http://schemas.microsoft.com/office/drawing/2014/main" id="{D3EC491F-F8EE-1D4D-0C35-978E4C4A85E6}"/>
              </a:ext>
            </a:extLst>
          </p:cNvPr>
          <p:cNvSpPr/>
          <p:nvPr/>
        </p:nvSpPr>
        <p:spPr>
          <a:xfrm>
            <a:off x="2516055" y="5741493"/>
            <a:ext cx="220763" cy="5238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Arrow: Down 85">
            <a:extLst>
              <a:ext uri="{FF2B5EF4-FFF2-40B4-BE49-F238E27FC236}">
                <a16:creationId xmlns:a16="http://schemas.microsoft.com/office/drawing/2014/main" id="{23338C87-B1DD-8DAF-4A2B-03F00A69099C}"/>
              </a:ext>
            </a:extLst>
          </p:cNvPr>
          <p:cNvSpPr/>
          <p:nvPr/>
        </p:nvSpPr>
        <p:spPr>
          <a:xfrm>
            <a:off x="468500" y="5606324"/>
            <a:ext cx="220763" cy="5238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31AFBD-0185-AA1E-06F5-E6F1C2FF8EDB}"/>
                  </a:ext>
                </a:extLst>
              </p:cNvPr>
              <p:cNvSpPr txBox="1"/>
              <p:nvPr/>
            </p:nvSpPr>
            <p:spPr>
              <a:xfrm>
                <a:off x="8283220" y="1484914"/>
                <a:ext cx="989990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aten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31AFBD-0185-AA1E-06F5-E6F1C2FF8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220" y="1484914"/>
                <a:ext cx="989990" cy="369332"/>
              </a:xfrm>
              <a:prstGeom prst="rect">
                <a:avLst/>
              </a:prstGeom>
              <a:blipFill>
                <a:blip r:embed="rId22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4464AE2-A8A8-B3F4-FC6B-48CFBBDC8E89}"/>
                  </a:ext>
                </a:extLst>
              </p:cNvPr>
              <p:cNvSpPr txBox="1"/>
              <p:nvPr/>
            </p:nvSpPr>
            <p:spPr>
              <a:xfrm>
                <a:off x="2842328" y="1480858"/>
                <a:ext cx="1353892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Not eaten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4464AE2-A8A8-B3F4-FC6B-48CFBBDC8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28" y="1480858"/>
                <a:ext cx="1353892" cy="369332"/>
              </a:xfrm>
              <a:prstGeom prst="rect">
                <a:avLst/>
              </a:prstGeom>
              <a:blipFill>
                <a:blip r:embed="rId23"/>
                <a:stretch>
                  <a:fillRect l="-3604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F9BD5B-5817-2D5B-257E-826381739A9E}"/>
                  </a:ext>
                </a:extLst>
              </p:cNvPr>
              <p:cNvSpPr txBox="1"/>
              <p:nvPr/>
            </p:nvSpPr>
            <p:spPr>
              <a:xfrm>
                <a:off x="4841543" y="1475853"/>
                <a:ext cx="1960206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Not eaten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F9BD5B-5817-2D5B-257E-826381739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543" y="1475853"/>
                <a:ext cx="1960206" cy="369332"/>
              </a:xfrm>
              <a:prstGeom prst="rect">
                <a:avLst/>
              </a:prstGeom>
              <a:blipFill>
                <a:blip r:embed="rId24"/>
                <a:stretch>
                  <a:fillRect l="-248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DD2E13-9CCA-D0BA-62CE-AAEB1CDEA107}"/>
                  </a:ext>
                </a:extLst>
              </p:cNvPr>
              <p:cNvSpPr txBox="1"/>
              <p:nvPr/>
            </p:nvSpPr>
            <p:spPr>
              <a:xfrm>
                <a:off x="207539" y="1354338"/>
                <a:ext cx="963611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IN" dirty="0"/>
                  <a:t> has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DD2E13-9CCA-D0BA-62CE-AAEB1CDEA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39" y="1354338"/>
                <a:ext cx="963611" cy="646331"/>
              </a:xfrm>
              <a:prstGeom prst="rect">
                <a:avLst/>
              </a:prstGeom>
              <a:blipFill>
                <a:blip r:embed="rId25"/>
                <a:stretch>
                  <a:fillRect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9F43316B-B665-3D51-886B-BD6E2E2E0637}"/>
              </a:ext>
            </a:extLst>
          </p:cNvPr>
          <p:cNvSpPr/>
          <p:nvPr/>
        </p:nvSpPr>
        <p:spPr>
          <a:xfrm>
            <a:off x="1670997" y="1596533"/>
            <a:ext cx="608035" cy="17687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60516D-65C2-8637-33A6-69A4A30528BF}"/>
                  </a:ext>
                </a:extLst>
              </p:cNvPr>
              <p:cNvSpPr txBox="1"/>
              <p:nvPr/>
            </p:nvSpPr>
            <p:spPr>
              <a:xfrm>
                <a:off x="9781487" y="1477321"/>
                <a:ext cx="1611683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Eaten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60516D-65C2-8637-33A6-69A4A3052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487" y="1477321"/>
                <a:ext cx="1611683" cy="369332"/>
              </a:xfrm>
              <a:prstGeom prst="rect">
                <a:avLst/>
              </a:prstGeom>
              <a:blipFill>
                <a:blip r:embed="rId26"/>
                <a:stretch>
                  <a:fillRect l="-340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1408CBC-2A41-FABA-1111-FD0F1C0418FE}"/>
              </a:ext>
            </a:extLst>
          </p:cNvPr>
          <p:cNvSpPr txBox="1"/>
          <p:nvPr/>
        </p:nvSpPr>
        <p:spPr>
          <a:xfrm>
            <a:off x="5295362" y="2268868"/>
            <a:ext cx="169208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Terminal node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8F0DC2-0C9C-9F7D-C476-6D792730A202}"/>
              </a:ext>
            </a:extLst>
          </p:cNvPr>
          <p:cNvCxnSpPr>
            <a:stCxn id="3" idx="2"/>
            <a:endCxn id="10" idx="0"/>
          </p:cNvCxnSpPr>
          <p:nvPr/>
        </p:nvCxnSpPr>
        <p:spPr>
          <a:xfrm>
            <a:off x="5821646" y="1845185"/>
            <a:ext cx="319759" cy="423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11D759-8522-67FD-7F3D-A8FA31B93970}"/>
              </a:ext>
            </a:extLst>
          </p:cNvPr>
          <p:cNvCxnSpPr>
            <a:cxnSpLocks/>
            <a:stCxn id="89" idx="2"/>
            <a:endCxn id="5" idx="0"/>
          </p:cNvCxnSpPr>
          <p:nvPr/>
        </p:nvCxnSpPr>
        <p:spPr>
          <a:xfrm flipH="1">
            <a:off x="3431099" y="1850190"/>
            <a:ext cx="88175" cy="587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6BA3200-6643-0993-EC02-4B18DB1F18A8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8923944" y="1845185"/>
            <a:ext cx="994477" cy="598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7C140A1-C49D-BA8D-EFC5-C9D2741A0E17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flipH="1">
            <a:off x="9918421" y="1846653"/>
            <a:ext cx="668908" cy="596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78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22" grpId="0"/>
      <p:bldP spid="23" grpId="0"/>
      <p:bldP spid="5" grpId="0" animBg="1"/>
      <p:bldP spid="24" grpId="0" animBg="1"/>
      <p:bldP spid="25" grpId="0" animBg="1"/>
      <p:bldP spid="28" grpId="0"/>
      <p:bldP spid="29" grpId="0"/>
      <p:bldP spid="33" grpId="0"/>
      <p:bldP spid="35" grpId="0"/>
      <p:bldP spid="39" grpId="0"/>
      <p:bldP spid="41" grpId="0"/>
      <p:bldP spid="49" grpId="0"/>
      <p:bldP spid="51" grpId="0"/>
      <p:bldP spid="54" grpId="0" animBg="1"/>
      <p:bldP spid="61" grpId="0" animBg="1"/>
      <p:bldP spid="62" grpId="0" animBg="1"/>
      <p:bldP spid="64" grpId="0" animBg="1"/>
      <p:bldP spid="66" grpId="0" animBg="1"/>
      <p:bldP spid="67" grpId="0" animBg="1"/>
      <p:bldP spid="69" grpId="0" animBg="1"/>
      <p:bldP spid="83" grpId="0" animBg="1"/>
      <p:bldP spid="84" grpId="0" animBg="1"/>
      <p:bldP spid="85" grpId="0" animBg="1"/>
      <p:bldP spid="86" grpId="0" animBg="1"/>
      <p:bldP spid="88" grpId="0" animBg="1"/>
      <p:bldP spid="89" grpId="0" animBg="1"/>
      <p:bldP spid="3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64881-B85D-5230-8173-511D6A2E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FA2ED47-A8F8-6D91-0AA5-4B07FB0F3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42207954-DFF1-9069-721F-24222AED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DEF31-D82B-CA45-3E7E-659E3627C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Cannibal 1</a:t>
            </a:r>
            <a:endParaRPr lang="en-US" sz="5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35245A9-2276-9B57-7CBF-50CCC5AEA07E}"/>
                  </a:ext>
                </a:extLst>
              </p:cNvPr>
              <p:cNvSpPr/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35245A9-2276-9B57-7CBF-50CCC5AEA0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BBF6330-AC9A-ACD7-55AB-20AEAB1E4A8B}"/>
              </a:ext>
            </a:extLst>
          </p:cNvPr>
          <p:cNvGrpSpPr/>
          <p:nvPr/>
        </p:nvGrpSpPr>
        <p:grpSpPr>
          <a:xfrm>
            <a:off x="5743699" y="2585611"/>
            <a:ext cx="4056882" cy="1147953"/>
            <a:chOff x="5743699" y="2585611"/>
            <a:chExt cx="4056882" cy="114795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BFCE464-878E-364A-1C1D-6EA8867688F4}"/>
                </a:ext>
              </a:extLst>
            </p:cNvPr>
            <p:cNvCxnSpPr>
              <a:cxnSpLocks/>
              <a:stCxn id="3" idx="4"/>
              <a:endCxn id="11" idx="0"/>
            </p:cNvCxnSpPr>
            <p:nvPr/>
          </p:nvCxnSpPr>
          <p:spPr>
            <a:xfrm>
              <a:off x="5743699" y="2585611"/>
              <a:ext cx="4056882" cy="114795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64E3682-62E7-E013-30AD-52A3EF8E41AB}"/>
                    </a:ext>
                  </a:extLst>
                </p:cNvPr>
                <p:cNvSpPr txBox="1"/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64E3682-62E7-E013-30AD-52A3EF8E41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6E94277-77E0-1A65-FF1D-C69D1CB90BFF}"/>
              </a:ext>
            </a:extLst>
          </p:cNvPr>
          <p:cNvGrpSpPr/>
          <p:nvPr/>
        </p:nvGrpSpPr>
        <p:grpSpPr>
          <a:xfrm>
            <a:off x="2339224" y="2585611"/>
            <a:ext cx="3404475" cy="1143618"/>
            <a:chOff x="2339224" y="2585611"/>
            <a:chExt cx="3404475" cy="114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386BB94-5274-CE33-2091-92A801754A9B}"/>
                    </a:ext>
                  </a:extLst>
                </p:cNvPr>
                <p:cNvSpPr txBox="1"/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386BB94-5274-CE33-2091-92A801754A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67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36AC34E-ABA4-B4B0-0375-746C877AC301}"/>
                </a:ext>
              </a:extLst>
            </p:cNvPr>
            <p:cNvCxnSpPr>
              <a:cxnSpLocks/>
              <a:stCxn id="3" idx="4"/>
              <a:endCxn id="6" idx="0"/>
            </p:cNvCxnSpPr>
            <p:nvPr/>
          </p:nvCxnSpPr>
          <p:spPr>
            <a:xfrm flipH="1">
              <a:off x="2339224" y="2585611"/>
              <a:ext cx="3404475" cy="114361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Picture 49" descr="A cartoon of a person wearing sunglasses&#10;&#10;Description automatically generated">
            <a:extLst>
              <a:ext uri="{FF2B5EF4-FFF2-40B4-BE49-F238E27FC236}">
                <a16:creationId xmlns:a16="http://schemas.microsoft.com/office/drawing/2014/main" id="{C22CFB29-7AE9-3977-E048-7A5ACB48D9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2" r="22437"/>
          <a:stretch/>
        </p:blipFill>
        <p:spPr>
          <a:xfrm>
            <a:off x="5455030" y="1075687"/>
            <a:ext cx="577338" cy="1013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BF2210-53D1-1BED-90D1-7032A6B9A1C0}"/>
                  </a:ext>
                </a:extLst>
              </p:cNvPr>
              <p:cNvSpPr txBox="1"/>
              <p:nvPr/>
            </p:nvSpPr>
            <p:spPr>
              <a:xfrm>
                <a:off x="1396707" y="3729229"/>
                <a:ext cx="1885034" cy="646331"/>
              </a:xfrm>
              <a:custGeom>
                <a:avLst/>
                <a:gdLst>
                  <a:gd name="csX0" fmla="*/ 0 w 1885034"/>
                  <a:gd name="csY0" fmla="*/ 0 h 646331"/>
                  <a:gd name="csX1" fmla="*/ 452408 w 1885034"/>
                  <a:gd name="csY1" fmla="*/ 0 h 646331"/>
                  <a:gd name="csX2" fmla="*/ 923667 w 1885034"/>
                  <a:gd name="csY2" fmla="*/ 0 h 646331"/>
                  <a:gd name="csX3" fmla="*/ 1413776 w 1885034"/>
                  <a:gd name="csY3" fmla="*/ 0 h 646331"/>
                  <a:gd name="csX4" fmla="*/ 1885034 w 1885034"/>
                  <a:gd name="csY4" fmla="*/ 0 h 646331"/>
                  <a:gd name="csX5" fmla="*/ 1885034 w 1885034"/>
                  <a:gd name="csY5" fmla="*/ 329629 h 646331"/>
                  <a:gd name="csX6" fmla="*/ 1885034 w 1885034"/>
                  <a:gd name="csY6" fmla="*/ 646331 h 646331"/>
                  <a:gd name="csX7" fmla="*/ 1376075 w 1885034"/>
                  <a:gd name="csY7" fmla="*/ 646331 h 646331"/>
                  <a:gd name="csX8" fmla="*/ 867116 w 1885034"/>
                  <a:gd name="csY8" fmla="*/ 646331 h 646331"/>
                  <a:gd name="csX9" fmla="*/ 0 w 1885034"/>
                  <a:gd name="csY9" fmla="*/ 646331 h 646331"/>
                  <a:gd name="csX10" fmla="*/ 0 w 1885034"/>
                  <a:gd name="csY10" fmla="*/ 329629 h 646331"/>
                  <a:gd name="csX11" fmla="*/ 0 w 1885034"/>
                  <a:gd name="csY11" fmla="*/ 0 h 64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85034" h="646331" fill="none" extrusionOk="0">
                    <a:moveTo>
                      <a:pt x="0" y="0"/>
                    </a:moveTo>
                    <a:cubicBezTo>
                      <a:pt x="98488" y="-44483"/>
                      <a:pt x="335684" y="13353"/>
                      <a:pt x="452408" y="0"/>
                    </a:cubicBezTo>
                    <a:cubicBezTo>
                      <a:pt x="569132" y="-13353"/>
                      <a:pt x="692645" y="36704"/>
                      <a:pt x="923667" y="0"/>
                    </a:cubicBezTo>
                    <a:cubicBezTo>
                      <a:pt x="1154689" y="-36704"/>
                      <a:pt x="1300811" y="42925"/>
                      <a:pt x="1413776" y="0"/>
                    </a:cubicBezTo>
                    <a:cubicBezTo>
                      <a:pt x="1526741" y="-42925"/>
                      <a:pt x="1659900" y="21753"/>
                      <a:pt x="1885034" y="0"/>
                    </a:cubicBezTo>
                    <a:cubicBezTo>
                      <a:pt x="1916473" y="138098"/>
                      <a:pt x="1869457" y="172318"/>
                      <a:pt x="1885034" y="329629"/>
                    </a:cubicBezTo>
                    <a:cubicBezTo>
                      <a:pt x="1900611" y="486940"/>
                      <a:pt x="1849845" y="518547"/>
                      <a:pt x="1885034" y="646331"/>
                    </a:cubicBezTo>
                    <a:cubicBezTo>
                      <a:pt x="1770832" y="656069"/>
                      <a:pt x="1617435" y="634043"/>
                      <a:pt x="1376075" y="646331"/>
                    </a:cubicBezTo>
                    <a:cubicBezTo>
                      <a:pt x="1134715" y="658619"/>
                      <a:pt x="976508" y="611729"/>
                      <a:pt x="867116" y="646331"/>
                    </a:cubicBezTo>
                    <a:cubicBezTo>
                      <a:pt x="757724" y="680933"/>
                      <a:pt x="244653" y="628818"/>
                      <a:pt x="0" y="646331"/>
                    </a:cubicBezTo>
                    <a:cubicBezTo>
                      <a:pt x="-33952" y="494166"/>
                      <a:pt x="19450" y="412375"/>
                      <a:pt x="0" y="329629"/>
                    </a:cubicBezTo>
                    <a:cubicBezTo>
                      <a:pt x="-19450" y="246883"/>
                      <a:pt x="11518" y="109323"/>
                      <a:pt x="0" y="0"/>
                    </a:cubicBezTo>
                    <a:close/>
                  </a:path>
                  <a:path w="1885034" h="646331" stroke="0" extrusionOk="0">
                    <a:moveTo>
                      <a:pt x="0" y="0"/>
                    </a:moveTo>
                    <a:cubicBezTo>
                      <a:pt x="133910" y="-16372"/>
                      <a:pt x="342118" y="36925"/>
                      <a:pt x="452408" y="0"/>
                    </a:cubicBezTo>
                    <a:cubicBezTo>
                      <a:pt x="562698" y="-36925"/>
                      <a:pt x="739763" y="40210"/>
                      <a:pt x="867116" y="0"/>
                    </a:cubicBezTo>
                    <a:cubicBezTo>
                      <a:pt x="994469" y="-40210"/>
                      <a:pt x="1132778" y="41024"/>
                      <a:pt x="1376075" y="0"/>
                    </a:cubicBezTo>
                    <a:cubicBezTo>
                      <a:pt x="1619372" y="-41024"/>
                      <a:pt x="1734398" y="1674"/>
                      <a:pt x="1885034" y="0"/>
                    </a:cubicBezTo>
                    <a:cubicBezTo>
                      <a:pt x="1893717" y="66160"/>
                      <a:pt x="1860322" y="249942"/>
                      <a:pt x="1885034" y="316702"/>
                    </a:cubicBezTo>
                    <a:cubicBezTo>
                      <a:pt x="1909746" y="383462"/>
                      <a:pt x="1863193" y="564609"/>
                      <a:pt x="1885034" y="646331"/>
                    </a:cubicBezTo>
                    <a:cubicBezTo>
                      <a:pt x="1787015" y="661428"/>
                      <a:pt x="1553693" y="628756"/>
                      <a:pt x="1413776" y="646331"/>
                    </a:cubicBezTo>
                    <a:cubicBezTo>
                      <a:pt x="1273859" y="663906"/>
                      <a:pt x="1140171" y="591910"/>
                      <a:pt x="904816" y="646331"/>
                    </a:cubicBezTo>
                    <a:cubicBezTo>
                      <a:pt x="669461" y="700752"/>
                      <a:pt x="615273" y="641388"/>
                      <a:pt x="490109" y="646331"/>
                    </a:cubicBezTo>
                    <a:cubicBezTo>
                      <a:pt x="364945" y="651274"/>
                      <a:pt x="213892" y="590987"/>
                      <a:pt x="0" y="646331"/>
                    </a:cubicBezTo>
                    <a:cubicBezTo>
                      <a:pt x="-5824" y="570951"/>
                      <a:pt x="1433" y="401953"/>
                      <a:pt x="0" y="323166"/>
                    </a:cubicBezTo>
                    <a:cubicBezTo>
                      <a:pt x="-1433" y="244380"/>
                      <a:pt x="23279" y="115607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Remains hungry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BF2210-53D1-1BED-90D1-7032A6B9A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07" y="3729229"/>
                <a:ext cx="1885034" cy="646331"/>
              </a:xfrm>
              <a:prstGeom prst="rect">
                <a:avLst/>
              </a:prstGeom>
              <a:blipFill>
                <a:blip r:embed="rId6"/>
                <a:stretch>
                  <a:fillRect t="-877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885034"/>
                          <a:gd name="connsiteY0" fmla="*/ 0 h 646331"/>
                          <a:gd name="connsiteX1" fmla="*/ 452408 w 1885034"/>
                          <a:gd name="connsiteY1" fmla="*/ 0 h 646331"/>
                          <a:gd name="connsiteX2" fmla="*/ 923667 w 1885034"/>
                          <a:gd name="connsiteY2" fmla="*/ 0 h 646331"/>
                          <a:gd name="connsiteX3" fmla="*/ 1413776 w 1885034"/>
                          <a:gd name="connsiteY3" fmla="*/ 0 h 646331"/>
                          <a:gd name="connsiteX4" fmla="*/ 1885034 w 1885034"/>
                          <a:gd name="connsiteY4" fmla="*/ 0 h 646331"/>
                          <a:gd name="connsiteX5" fmla="*/ 1885034 w 1885034"/>
                          <a:gd name="connsiteY5" fmla="*/ 329629 h 646331"/>
                          <a:gd name="connsiteX6" fmla="*/ 1885034 w 1885034"/>
                          <a:gd name="connsiteY6" fmla="*/ 646331 h 646331"/>
                          <a:gd name="connsiteX7" fmla="*/ 1376075 w 1885034"/>
                          <a:gd name="connsiteY7" fmla="*/ 646331 h 646331"/>
                          <a:gd name="connsiteX8" fmla="*/ 867116 w 1885034"/>
                          <a:gd name="connsiteY8" fmla="*/ 646331 h 646331"/>
                          <a:gd name="connsiteX9" fmla="*/ 0 w 1885034"/>
                          <a:gd name="connsiteY9" fmla="*/ 646331 h 646331"/>
                          <a:gd name="connsiteX10" fmla="*/ 0 w 1885034"/>
                          <a:gd name="connsiteY10" fmla="*/ 329629 h 646331"/>
                          <a:gd name="connsiteX11" fmla="*/ 0 w 1885034"/>
                          <a:gd name="connsiteY11" fmla="*/ 0 h 6463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1885034" h="646331" fill="none" extrusionOk="0">
                            <a:moveTo>
                              <a:pt x="0" y="0"/>
                            </a:moveTo>
                            <a:cubicBezTo>
                              <a:pt x="98488" y="-44483"/>
                              <a:pt x="335684" y="13353"/>
                              <a:pt x="452408" y="0"/>
                            </a:cubicBezTo>
                            <a:cubicBezTo>
                              <a:pt x="569132" y="-13353"/>
                              <a:pt x="692645" y="36704"/>
                              <a:pt x="923667" y="0"/>
                            </a:cubicBezTo>
                            <a:cubicBezTo>
                              <a:pt x="1154689" y="-36704"/>
                              <a:pt x="1300811" y="42925"/>
                              <a:pt x="1413776" y="0"/>
                            </a:cubicBezTo>
                            <a:cubicBezTo>
                              <a:pt x="1526741" y="-42925"/>
                              <a:pt x="1659900" y="21753"/>
                              <a:pt x="1885034" y="0"/>
                            </a:cubicBezTo>
                            <a:cubicBezTo>
                              <a:pt x="1916473" y="138098"/>
                              <a:pt x="1869457" y="172318"/>
                              <a:pt x="1885034" y="329629"/>
                            </a:cubicBezTo>
                            <a:cubicBezTo>
                              <a:pt x="1900611" y="486940"/>
                              <a:pt x="1849845" y="518547"/>
                              <a:pt x="1885034" y="646331"/>
                            </a:cubicBezTo>
                            <a:cubicBezTo>
                              <a:pt x="1770832" y="656069"/>
                              <a:pt x="1617435" y="634043"/>
                              <a:pt x="1376075" y="646331"/>
                            </a:cubicBezTo>
                            <a:cubicBezTo>
                              <a:pt x="1134715" y="658619"/>
                              <a:pt x="976508" y="611729"/>
                              <a:pt x="867116" y="646331"/>
                            </a:cubicBezTo>
                            <a:cubicBezTo>
                              <a:pt x="757724" y="680933"/>
                              <a:pt x="244653" y="628818"/>
                              <a:pt x="0" y="646331"/>
                            </a:cubicBezTo>
                            <a:cubicBezTo>
                              <a:pt x="-33952" y="494166"/>
                              <a:pt x="19450" y="412375"/>
                              <a:pt x="0" y="329629"/>
                            </a:cubicBezTo>
                            <a:cubicBezTo>
                              <a:pt x="-19450" y="246883"/>
                              <a:pt x="11518" y="109323"/>
                              <a:pt x="0" y="0"/>
                            </a:cubicBezTo>
                            <a:close/>
                          </a:path>
                          <a:path w="1885034" h="646331" stroke="0" extrusionOk="0">
                            <a:moveTo>
                              <a:pt x="0" y="0"/>
                            </a:moveTo>
                            <a:cubicBezTo>
                              <a:pt x="133910" y="-16372"/>
                              <a:pt x="342118" y="36925"/>
                              <a:pt x="452408" y="0"/>
                            </a:cubicBezTo>
                            <a:cubicBezTo>
                              <a:pt x="562698" y="-36925"/>
                              <a:pt x="739763" y="40210"/>
                              <a:pt x="867116" y="0"/>
                            </a:cubicBezTo>
                            <a:cubicBezTo>
                              <a:pt x="994469" y="-40210"/>
                              <a:pt x="1132778" y="41024"/>
                              <a:pt x="1376075" y="0"/>
                            </a:cubicBezTo>
                            <a:cubicBezTo>
                              <a:pt x="1619372" y="-41024"/>
                              <a:pt x="1734398" y="1674"/>
                              <a:pt x="1885034" y="0"/>
                            </a:cubicBezTo>
                            <a:cubicBezTo>
                              <a:pt x="1893717" y="66160"/>
                              <a:pt x="1860322" y="249942"/>
                              <a:pt x="1885034" y="316702"/>
                            </a:cubicBezTo>
                            <a:cubicBezTo>
                              <a:pt x="1909746" y="383462"/>
                              <a:pt x="1863193" y="564609"/>
                              <a:pt x="1885034" y="646331"/>
                            </a:cubicBezTo>
                            <a:cubicBezTo>
                              <a:pt x="1787015" y="661428"/>
                              <a:pt x="1553693" y="628756"/>
                              <a:pt x="1413776" y="646331"/>
                            </a:cubicBezTo>
                            <a:cubicBezTo>
                              <a:pt x="1273859" y="663906"/>
                              <a:pt x="1140171" y="591910"/>
                              <a:pt x="904816" y="646331"/>
                            </a:cubicBezTo>
                            <a:cubicBezTo>
                              <a:pt x="669461" y="700752"/>
                              <a:pt x="615273" y="641388"/>
                              <a:pt x="490109" y="646331"/>
                            </a:cubicBezTo>
                            <a:cubicBezTo>
                              <a:pt x="364945" y="651274"/>
                              <a:pt x="213892" y="590987"/>
                              <a:pt x="0" y="646331"/>
                            </a:cubicBezTo>
                            <a:cubicBezTo>
                              <a:pt x="-5824" y="570951"/>
                              <a:pt x="1433" y="401953"/>
                              <a:pt x="0" y="323166"/>
                            </a:cubicBezTo>
                            <a:cubicBezTo>
                              <a:pt x="-1433" y="244380"/>
                              <a:pt x="23279" y="115607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5F9B2F-DEF8-7B96-1360-D607EFF6D340}"/>
                  </a:ext>
                </a:extLst>
              </p:cNvPr>
              <p:cNvSpPr txBox="1"/>
              <p:nvPr/>
            </p:nvSpPr>
            <p:spPr>
              <a:xfrm>
                <a:off x="8383680" y="3733564"/>
                <a:ext cx="2833801" cy="923330"/>
              </a:xfrm>
              <a:custGeom>
                <a:avLst/>
                <a:gdLst>
                  <a:gd name="csX0" fmla="*/ 0 w 2833801"/>
                  <a:gd name="csY0" fmla="*/ 0 h 923330"/>
                  <a:gd name="csX1" fmla="*/ 538422 w 2833801"/>
                  <a:gd name="csY1" fmla="*/ 0 h 923330"/>
                  <a:gd name="csX2" fmla="*/ 1020168 w 2833801"/>
                  <a:gd name="csY2" fmla="*/ 0 h 923330"/>
                  <a:gd name="csX3" fmla="*/ 1615267 w 2833801"/>
                  <a:gd name="csY3" fmla="*/ 0 h 923330"/>
                  <a:gd name="csX4" fmla="*/ 2097013 w 2833801"/>
                  <a:gd name="csY4" fmla="*/ 0 h 923330"/>
                  <a:gd name="csX5" fmla="*/ 2833801 w 2833801"/>
                  <a:gd name="csY5" fmla="*/ 0 h 923330"/>
                  <a:gd name="csX6" fmla="*/ 2833801 w 2833801"/>
                  <a:gd name="csY6" fmla="*/ 461665 h 923330"/>
                  <a:gd name="csX7" fmla="*/ 2833801 w 2833801"/>
                  <a:gd name="csY7" fmla="*/ 923330 h 923330"/>
                  <a:gd name="csX8" fmla="*/ 2210365 w 2833801"/>
                  <a:gd name="csY8" fmla="*/ 923330 h 923330"/>
                  <a:gd name="csX9" fmla="*/ 1700281 w 2833801"/>
                  <a:gd name="csY9" fmla="*/ 923330 h 923330"/>
                  <a:gd name="csX10" fmla="*/ 1133520 w 2833801"/>
                  <a:gd name="csY10" fmla="*/ 923330 h 923330"/>
                  <a:gd name="csX11" fmla="*/ 510084 w 2833801"/>
                  <a:gd name="csY11" fmla="*/ 923330 h 923330"/>
                  <a:gd name="csX12" fmla="*/ 0 w 2833801"/>
                  <a:gd name="csY12" fmla="*/ 923330 h 923330"/>
                  <a:gd name="csX13" fmla="*/ 0 w 2833801"/>
                  <a:gd name="csY13" fmla="*/ 470898 h 923330"/>
                  <a:gd name="csX14" fmla="*/ 0 w 2833801"/>
                  <a:gd name="csY14" fmla="*/ 0 h 9233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833801" h="923330" fill="none" extrusionOk="0">
                    <a:moveTo>
                      <a:pt x="0" y="0"/>
                    </a:moveTo>
                    <a:cubicBezTo>
                      <a:pt x="154978" y="-20895"/>
                      <a:pt x="350329" y="16829"/>
                      <a:pt x="538422" y="0"/>
                    </a:cubicBezTo>
                    <a:cubicBezTo>
                      <a:pt x="726515" y="-16829"/>
                      <a:pt x="789682" y="24975"/>
                      <a:pt x="1020168" y="0"/>
                    </a:cubicBezTo>
                    <a:cubicBezTo>
                      <a:pt x="1250654" y="-24975"/>
                      <a:pt x="1325332" y="4668"/>
                      <a:pt x="1615267" y="0"/>
                    </a:cubicBezTo>
                    <a:cubicBezTo>
                      <a:pt x="1905202" y="-4668"/>
                      <a:pt x="1866958" y="12292"/>
                      <a:pt x="2097013" y="0"/>
                    </a:cubicBezTo>
                    <a:cubicBezTo>
                      <a:pt x="2327068" y="-12292"/>
                      <a:pt x="2567701" y="81343"/>
                      <a:pt x="2833801" y="0"/>
                    </a:cubicBezTo>
                    <a:cubicBezTo>
                      <a:pt x="2856997" y="209190"/>
                      <a:pt x="2831151" y="333913"/>
                      <a:pt x="2833801" y="461665"/>
                    </a:cubicBezTo>
                    <a:cubicBezTo>
                      <a:pt x="2836451" y="589417"/>
                      <a:pt x="2827312" y="766516"/>
                      <a:pt x="2833801" y="923330"/>
                    </a:cubicBezTo>
                    <a:cubicBezTo>
                      <a:pt x="2624312" y="931675"/>
                      <a:pt x="2463584" y="865649"/>
                      <a:pt x="2210365" y="923330"/>
                    </a:cubicBezTo>
                    <a:cubicBezTo>
                      <a:pt x="1957146" y="981011"/>
                      <a:pt x="1813035" y="914382"/>
                      <a:pt x="1700281" y="923330"/>
                    </a:cubicBezTo>
                    <a:cubicBezTo>
                      <a:pt x="1587527" y="932278"/>
                      <a:pt x="1409629" y="917679"/>
                      <a:pt x="1133520" y="923330"/>
                    </a:cubicBezTo>
                    <a:cubicBezTo>
                      <a:pt x="857411" y="928981"/>
                      <a:pt x="686706" y="862811"/>
                      <a:pt x="510084" y="923330"/>
                    </a:cubicBezTo>
                    <a:cubicBezTo>
                      <a:pt x="333462" y="983849"/>
                      <a:pt x="119678" y="886625"/>
                      <a:pt x="0" y="923330"/>
                    </a:cubicBezTo>
                    <a:cubicBezTo>
                      <a:pt x="-8226" y="831763"/>
                      <a:pt x="32786" y="614727"/>
                      <a:pt x="0" y="470898"/>
                    </a:cubicBezTo>
                    <a:cubicBezTo>
                      <a:pt x="-32786" y="327069"/>
                      <a:pt x="962" y="202399"/>
                      <a:pt x="0" y="0"/>
                    </a:cubicBezTo>
                    <a:close/>
                  </a:path>
                  <a:path w="2833801" h="923330" stroke="0" extrusionOk="0">
                    <a:moveTo>
                      <a:pt x="0" y="0"/>
                    </a:moveTo>
                    <a:cubicBezTo>
                      <a:pt x="198059" y="-605"/>
                      <a:pt x="329147" y="45955"/>
                      <a:pt x="481746" y="0"/>
                    </a:cubicBezTo>
                    <a:cubicBezTo>
                      <a:pt x="634345" y="-45955"/>
                      <a:pt x="865575" y="27350"/>
                      <a:pt x="963492" y="0"/>
                    </a:cubicBezTo>
                    <a:cubicBezTo>
                      <a:pt x="1061409" y="-27350"/>
                      <a:pt x="1306102" y="53673"/>
                      <a:pt x="1501915" y="0"/>
                    </a:cubicBezTo>
                    <a:cubicBezTo>
                      <a:pt x="1697728" y="-53673"/>
                      <a:pt x="1834128" y="27989"/>
                      <a:pt x="2011999" y="0"/>
                    </a:cubicBezTo>
                    <a:cubicBezTo>
                      <a:pt x="2189870" y="-27989"/>
                      <a:pt x="2489177" y="5761"/>
                      <a:pt x="2833801" y="0"/>
                    </a:cubicBezTo>
                    <a:cubicBezTo>
                      <a:pt x="2862178" y="164826"/>
                      <a:pt x="2816798" y="305465"/>
                      <a:pt x="2833801" y="433965"/>
                    </a:cubicBezTo>
                    <a:cubicBezTo>
                      <a:pt x="2850804" y="562466"/>
                      <a:pt x="2780976" y="728746"/>
                      <a:pt x="2833801" y="923330"/>
                    </a:cubicBezTo>
                    <a:cubicBezTo>
                      <a:pt x="2724445" y="932872"/>
                      <a:pt x="2498246" y="889570"/>
                      <a:pt x="2295379" y="923330"/>
                    </a:cubicBezTo>
                    <a:cubicBezTo>
                      <a:pt x="2092512" y="957090"/>
                      <a:pt x="1878085" y="875636"/>
                      <a:pt x="1756957" y="923330"/>
                    </a:cubicBezTo>
                    <a:cubicBezTo>
                      <a:pt x="1635829" y="971024"/>
                      <a:pt x="1272722" y="852944"/>
                      <a:pt x="1133520" y="923330"/>
                    </a:cubicBezTo>
                    <a:cubicBezTo>
                      <a:pt x="994318" y="993716"/>
                      <a:pt x="738270" y="880595"/>
                      <a:pt x="538422" y="923330"/>
                    </a:cubicBezTo>
                    <a:cubicBezTo>
                      <a:pt x="338574" y="966065"/>
                      <a:pt x="117167" y="912763"/>
                      <a:pt x="0" y="923330"/>
                    </a:cubicBezTo>
                    <a:cubicBezTo>
                      <a:pt x="-19300" y="714283"/>
                      <a:pt x="54498" y="644051"/>
                      <a:pt x="0" y="443198"/>
                    </a:cubicBezTo>
                    <a:cubicBezTo>
                      <a:pt x="-54498" y="242345"/>
                      <a:pt x="29615" y="182536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Satisfies hunger.</a:t>
                </a:r>
              </a:p>
              <a:p>
                <a:pPr algn="ctr"/>
                <a:r>
                  <a:rPr lang="en-IN" dirty="0"/>
                  <a:t>Sleeps &amp; gets eaten by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=−∞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5F9B2F-DEF8-7B96-1360-D607EFF6D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80" y="3733564"/>
                <a:ext cx="2833801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custGeom>
                        <a:avLst/>
                        <a:gdLst>
                          <a:gd name="connsiteX0" fmla="*/ 0 w 2833801"/>
                          <a:gd name="connsiteY0" fmla="*/ 0 h 923330"/>
                          <a:gd name="connsiteX1" fmla="*/ 538422 w 2833801"/>
                          <a:gd name="connsiteY1" fmla="*/ 0 h 923330"/>
                          <a:gd name="connsiteX2" fmla="*/ 1020168 w 2833801"/>
                          <a:gd name="connsiteY2" fmla="*/ 0 h 923330"/>
                          <a:gd name="connsiteX3" fmla="*/ 1615267 w 2833801"/>
                          <a:gd name="connsiteY3" fmla="*/ 0 h 923330"/>
                          <a:gd name="connsiteX4" fmla="*/ 2097013 w 2833801"/>
                          <a:gd name="connsiteY4" fmla="*/ 0 h 923330"/>
                          <a:gd name="connsiteX5" fmla="*/ 2833801 w 2833801"/>
                          <a:gd name="connsiteY5" fmla="*/ 0 h 923330"/>
                          <a:gd name="connsiteX6" fmla="*/ 2833801 w 2833801"/>
                          <a:gd name="connsiteY6" fmla="*/ 461665 h 923330"/>
                          <a:gd name="connsiteX7" fmla="*/ 2833801 w 2833801"/>
                          <a:gd name="connsiteY7" fmla="*/ 923330 h 923330"/>
                          <a:gd name="connsiteX8" fmla="*/ 2210365 w 2833801"/>
                          <a:gd name="connsiteY8" fmla="*/ 923330 h 923330"/>
                          <a:gd name="connsiteX9" fmla="*/ 1700281 w 2833801"/>
                          <a:gd name="connsiteY9" fmla="*/ 923330 h 923330"/>
                          <a:gd name="connsiteX10" fmla="*/ 1133520 w 2833801"/>
                          <a:gd name="connsiteY10" fmla="*/ 923330 h 923330"/>
                          <a:gd name="connsiteX11" fmla="*/ 510084 w 2833801"/>
                          <a:gd name="connsiteY11" fmla="*/ 923330 h 923330"/>
                          <a:gd name="connsiteX12" fmla="*/ 0 w 2833801"/>
                          <a:gd name="connsiteY12" fmla="*/ 923330 h 923330"/>
                          <a:gd name="connsiteX13" fmla="*/ 0 w 2833801"/>
                          <a:gd name="connsiteY13" fmla="*/ 470898 h 923330"/>
                          <a:gd name="connsiteX14" fmla="*/ 0 w 2833801"/>
                          <a:gd name="connsiteY14" fmla="*/ 0 h 9233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2833801" h="923330" fill="none" extrusionOk="0">
                            <a:moveTo>
                              <a:pt x="0" y="0"/>
                            </a:moveTo>
                            <a:cubicBezTo>
                              <a:pt x="154978" y="-20895"/>
                              <a:pt x="350329" y="16829"/>
                              <a:pt x="538422" y="0"/>
                            </a:cubicBezTo>
                            <a:cubicBezTo>
                              <a:pt x="726515" y="-16829"/>
                              <a:pt x="789682" y="24975"/>
                              <a:pt x="1020168" y="0"/>
                            </a:cubicBezTo>
                            <a:cubicBezTo>
                              <a:pt x="1250654" y="-24975"/>
                              <a:pt x="1325332" y="4668"/>
                              <a:pt x="1615267" y="0"/>
                            </a:cubicBezTo>
                            <a:cubicBezTo>
                              <a:pt x="1905202" y="-4668"/>
                              <a:pt x="1866958" y="12292"/>
                              <a:pt x="2097013" y="0"/>
                            </a:cubicBezTo>
                            <a:cubicBezTo>
                              <a:pt x="2327068" y="-12292"/>
                              <a:pt x="2567701" y="81343"/>
                              <a:pt x="2833801" y="0"/>
                            </a:cubicBezTo>
                            <a:cubicBezTo>
                              <a:pt x="2856997" y="209190"/>
                              <a:pt x="2831151" y="333913"/>
                              <a:pt x="2833801" y="461665"/>
                            </a:cubicBezTo>
                            <a:cubicBezTo>
                              <a:pt x="2836451" y="589417"/>
                              <a:pt x="2827312" y="766516"/>
                              <a:pt x="2833801" y="923330"/>
                            </a:cubicBezTo>
                            <a:cubicBezTo>
                              <a:pt x="2624312" y="931675"/>
                              <a:pt x="2463584" y="865649"/>
                              <a:pt x="2210365" y="923330"/>
                            </a:cubicBezTo>
                            <a:cubicBezTo>
                              <a:pt x="1957146" y="981011"/>
                              <a:pt x="1813035" y="914382"/>
                              <a:pt x="1700281" y="923330"/>
                            </a:cubicBezTo>
                            <a:cubicBezTo>
                              <a:pt x="1587527" y="932278"/>
                              <a:pt x="1409629" y="917679"/>
                              <a:pt x="1133520" y="923330"/>
                            </a:cubicBezTo>
                            <a:cubicBezTo>
                              <a:pt x="857411" y="928981"/>
                              <a:pt x="686706" y="862811"/>
                              <a:pt x="510084" y="923330"/>
                            </a:cubicBezTo>
                            <a:cubicBezTo>
                              <a:pt x="333462" y="983849"/>
                              <a:pt x="119678" y="886625"/>
                              <a:pt x="0" y="923330"/>
                            </a:cubicBezTo>
                            <a:cubicBezTo>
                              <a:pt x="-8226" y="831763"/>
                              <a:pt x="32786" y="614727"/>
                              <a:pt x="0" y="470898"/>
                            </a:cubicBezTo>
                            <a:cubicBezTo>
                              <a:pt x="-32786" y="327069"/>
                              <a:pt x="962" y="202399"/>
                              <a:pt x="0" y="0"/>
                            </a:cubicBezTo>
                            <a:close/>
                          </a:path>
                          <a:path w="2833801" h="923330" stroke="0" extrusionOk="0">
                            <a:moveTo>
                              <a:pt x="0" y="0"/>
                            </a:moveTo>
                            <a:cubicBezTo>
                              <a:pt x="198059" y="-605"/>
                              <a:pt x="329147" y="45955"/>
                              <a:pt x="481746" y="0"/>
                            </a:cubicBezTo>
                            <a:cubicBezTo>
                              <a:pt x="634345" y="-45955"/>
                              <a:pt x="865575" y="27350"/>
                              <a:pt x="963492" y="0"/>
                            </a:cubicBezTo>
                            <a:cubicBezTo>
                              <a:pt x="1061409" y="-27350"/>
                              <a:pt x="1306102" y="53673"/>
                              <a:pt x="1501915" y="0"/>
                            </a:cubicBezTo>
                            <a:cubicBezTo>
                              <a:pt x="1697728" y="-53673"/>
                              <a:pt x="1834128" y="27989"/>
                              <a:pt x="2011999" y="0"/>
                            </a:cubicBezTo>
                            <a:cubicBezTo>
                              <a:pt x="2189870" y="-27989"/>
                              <a:pt x="2489177" y="5761"/>
                              <a:pt x="2833801" y="0"/>
                            </a:cubicBezTo>
                            <a:cubicBezTo>
                              <a:pt x="2862178" y="164826"/>
                              <a:pt x="2816798" y="305465"/>
                              <a:pt x="2833801" y="433965"/>
                            </a:cubicBezTo>
                            <a:cubicBezTo>
                              <a:pt x="2850804" y="562466"/>
                              <a:pt x="2780976" y="728746"/>
                              <a:pt x="2833801" y="923330"/>
                            </a:cubicBezTo>
                            <a:cubicBezTo>
                              <a:pt x="2724445" y="932872"/>
                              <a:pt x="2498246" y="889570"/>
                              <a:pt x="2295379" y="923330"/>
                            </a:cubicBezTo>
                            <a:cubicBezTo>
                              <a:pt x="2092512" y="957090"/>
                              <a:pt x="1878085" y="875636"/>
                              <a:pt x="1756957" y="923330"/>
                            </a:cubicBezTo>
                            <a:cubicBezTo>
                              <a:pt x="1635829" y="971024"/>
                              <a:pt x="1272722" y="852944"/>
                              <a:pt x="1133520" y="923330"/>
                            </a:cubicBezTo>
                            <a:cubicBezTo>
                              <a:pt x="994318" y="993716"/>
                              <a:pt x="738270" y="880595"/>
                              <a:pt x="538422" y="923330"/>
                            </a:cubicBezTo>
                            <a:cubicBezTo>
                              <a:pt x="338574" y="966065"/>
                              <a:pt x="117167" y="912763"/>
                              <a:pt x="0" y="923330"/>
                            </a:cubicBezTo>
                            <a:cubicBezTo>
                              <a:pt x="-19300" y="714283"/>
                              <a:pt x="54498" y="644051"/>
                              <a:pt x="0" y="443198"/>
                            </a:cubicBezTo>
                            <a:cubicBezTo>
                              <a:pt x="-54498" y="242345"/>
                              <a:pt x="29615" y="18253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Badge Tick1 outline">
            <a:extLst>
              <a:ext uri="{FF2B5EF4-FFF2-40B4-BE49-F238E27FC236}">
                <a16:creationId xmlns:a16="http://schemas.microsoft.com/office/drawing/2014/main" id="{6E027255-15C3-E40D-B495-E0C8A3E1AF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1885" y="2405611"/>
            <a:ext cx="457200" cy="457200"/>
          </a:xfrm>
          <a:prstGeom prst="rect">
            <a:avLst/>
          </a:prstGeom>
        </p:spPr>
      </p:pic>
      <p:pic>
        <p:nvPicPr>
          <p:cNvPr id="21" name="Graphic 20" descr="Badge Cross outline">
            <a:extLst>
              <a:ext uri="{FF2B5EF4-FFF2-40B4-BE49-F238E27FC236}">
                <a16:creationId xmlns:a16="http://schemas.microsoft.com/office/drawing/2014/main" id="{2FA09691-4F5E-E3DE-1AB9-AD538E5BD9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55080" y="2843530"/>
            <a:ext cx="457200" cy="457200"/>
          </a:xfrm>
          <a:prstGeom prst="rect">
            <a:avLst/>
          </a:prstGeom>
        </p:spPr>
      </p:pic>
      <p:pic>
        <p:nvPicPr>
          <p:cNvPr id="34" name="Picture 33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2136D196-582D-BAF2-2229-824667518B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10" y="1773049"/>
            <a:ext cx="613765" cy="1015200"/>
          </a:xfrm>
          <a:prstGeom prst="rect">
            <a:avLst/>
          </a:prstGeom>
        </p:spPr>
      </p:pic>
      <p:pic>
        <p:nvPicPr>
          <p:cNvPr id="35" name="Picture 34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509BEE5A-F568-9DEB-FF76-D1C37466BC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04674">
            <a:off x="7546767" y="2037354"/>
            <a:ext cx="613765" cy="101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F028F7E-6864-1509-2AC6-5617E5337713}"/>
                  </a:ext>
                </a:extLst>
              </p:cNvPr>
              <p:cNvSpPr txBox="1"/>
              <p:nvPr/>
            </p:nvSpPr>
            <p:spPr>
              <a:xfrm>
                <a:off x="2238903" y="5180627"/>
                <a:ext cx="7009592" cy="369332"/>
              </a:xfrm>
              <a:custGeom>
                <a:avLst/>
                <a:gdLst>
                  <a:gd name="csX0" fmla="*/ 0 w 7009592"/>
                  <a:gd name="csY0" fmla="*/ 0 h 369332"/>
                  <a:gd name="csX1" fmla="*/ 373845 w 7009592"/>
                  <a:gd name="csY1" fmla="*/ 0 h 369332"/>
                  <a:gd name="csX2" fmla="*/ 1028073 w 7009592"/>
                  <a:gd name="csY2" fmla="*/ 0 h 369332"/>
                  <a:gd name="csX3" fmla="*/ 1401918 w 7009592"/>
                  <a:gd name="csY3" fmla="*/ 0 h 369332"/>
                  <a:gd name="csX4" fmla="*/ 1915955 w 7009592"/>
                  <a:gd name="csY4" fmla="*/ 0 h 369332"/>
                  <a:gd name="csX5" fmla="*/ 2640280 w 7009592"/>
                  <a:gd name="csY5" fmla="*/ 0 h 369332"/>
                  <a:gd name="csX6" fmla="*/ 3224412 w 7009592"/>
                  <a:gd name="csY6" fmla="*/ 0 h 369332"/>
                  <a:gd name="csX7" fmla="*/ 3878641 w 7009592"/>
                  <a:gd name="csY7" fmla="*/ 0 h 369332"/>
                  <a:gd name="csX8" fmla="*/ 4392678 w 7009592"/>
                  <a:gd name="csY8" fmla="*/ 0 h 369332"/>
                  <a:gd name="csX9" fmla="*/ 4976810 w 7009592"/>
                  <a:gd name="csY9" fmla="*/ 0 h 369332"/>
                  <a:gd name="csX10" fmla="*/ 5701135 w 7009592"/>
                  <a:gd name="csY10" fmla="*/ 0 h 369332"/>
                  <a:gd name="csX11" fmla="*/ 6145076 w 7009592"/>
                  <a:gd name="csY11" fmla="*/ 0 h 369332"/>
                  <a:gd name="csX12" fmla="*/ 7009592 w 7009592"/>
                  <a:gd name="csY12" fmla="*/ 0 h 369332"/>
                  <a:gd name="csX13" fmla="*/ 7009592 w 7009592"/>
                  <a:gd name="csY13" fmla="*/ 369332 h 369332"/>
                  <a:gd name="csX14" fmla="*/ 6495555 w 7009592"/>
                  <a:gd name="csY14" fmla="*/ 369332 h 369332"/>
                  <a:gd name="csX15" fmla="*/ 6121710 w 7009592"/>
                  <a:gd name="csY15" fmla="*/ 369332 h 369332"/>
                  <a:gd name="csX16" fmla="*/ 5537578 w 7009592"/>
                  <a:gd name="csY16" fmla="*/ 369332 h 369332"/>
                  <a:gd name="csX17" fmla="*/ 5093637 w 7009592"/>
                  <a:gd name="csY17" fmla="*/ 369332 h 369332"/>
                  <a:gd name="csX18" fmla="*/ 4509504 w 7009592"/>
                  <a:gd name="csY18" fmla="*/ 369332 h 369332"/>
                  <a:gd name="csX19" fmla="*/ 3925372 w 7009592"/>
                  <a:gd name="csY19" fmla="*/ 369332 h 369332"/>
                  <a:gd name="csX20" fmla="*/ 3341239 w 7009592"/>
                  <a:gd name="csY20" fmla="*/ 369332 h 369332"/>
                  <a:gd name="csX21" fmla="*/ 2757106 w 7009592"/>
                  <a:gd name="csY21" fmla="*/ 369332 h 369332"/>
                  <a:gd name="csX22" fmla="*/ 2243069 w 7009592"/>
                  <a:gd name="csY22" fmla="*/ 369332 h 369332"/>
                  <a:gd name="csX23" fmla="*/ 1588841 w 7009592"/>
                  <a:gd name="csY23" fmla="*/ 369332 h 369332"/>
                  <a:gd name="csX24" fmla="*/ 1004708 w 7009592"/>
                  <a:gd name="csY24" fmla="*/ 369332 h 369332"/>
                  <a:gd name="csX25" fmla="*/ 0 w 7009592"/>
                  <a:gd name="csY25" fmla="*/ 369332 h 369332"/>
                  <a:gd name="csX26" fmla="*/ 0 w 7009592"/>
                  <a:gd name="csY2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7009592" h="369332" fill="none" extrusionOk="0">
                    <a:moveTo>
                      <a:pt x="0" y="0"/>
                    </a:moveTo>
                    <a:cubicBezTo>
                      <a:pt x="86871" y="-18308"/>
                      <a:pt x="271016" y="33048"/>
                      <a:pt x="373845" y="0"/>
                    </a:cubicBezTo>
                    <a:cubicBezTo>
                      <a:pt x="476674" y="-33048"/>
                      <a:pt x="788352" y="6461"/>
                      <a:pt x="1028073" y="0"/>
                    </a:cubicBezTo>
                    <a:cubicBezTo>
                      <a:pt x="1267794" y="-6461"/>
                      <a:pt x="1219606" y="25181"/>
                      <a:pt x="1401918" y="0"/>
                    </a:cubicBezTo>
                    <a:cubicBezTo>
                      <a:pt x="1584230" y="-25181"/>
                      <a:pt x="1702400" y="61140"/>
                      <a:pt x="1915955" y="0"/>
                    </a:cubicBezTo>
                    <a:cubicBezTo>
                      <a:pt x="2129510" y="-61140"/>
                      <a:pt x="2470156" y="63000"/>
                      <a:pt x="2640280" y="0"/>
                    </a:cubicBezTo>
                    <a:cubicBezTo>
                      <a:pt x="2810405" y="-63000"/>
                      <a:pt x="3069074" y="54863"/>
                      <a:pt x="3224412" y="0"/>
                    </a:cubicBezTo>
                    <a:cubicBezTo>
                      <a:pt x="3379750" y="-54863"/>
                      <a:pt x="3625871" y="75466"/>
                      <a:pt x="3878641" y="0"/>
                    </a:cubicBezTo>
                    <a:cubicBezTo>
                      <a:pt x="4131411" y="-75466"/>
                      <a:pt x="4244711" y="13108"/>
                      <a:pt x="4392678" y="0"/>
                    </a:cubicBezTo>
                    <a:cubicBezTo>
                      <a:pt x="4540645" y="-13108"/>
                      <a:pt x="4730436" y="34384"/>
                      <a:pt x="4976810" y="0"/>
                    </a:cubicBezTo>
                    <a:cubicBezTo>
                      <a:pt x="5223184" y="-34384"/>
                      <a:pt x="5458887" y="49183"/>
                      <a:pt x="5701135" y="0"/>
                    </a:cubicBezTo>
                    <a:cubicBezTo>
                      <a:pt x="5943383" y="-49183"/>
                      <a:pt x="5941438" y="47457"/>
                      <a:pt x="6145076" y="0"/>
                    </a:cubicBezTo>
                    <a:cubicBezTo>
                      <a:pt x="6348714" y="-47457"/>
                      <a:pt x="6653850" y="97066"/>
                      <a:pt x="7009592" y="0"/>
                    </a:cubicBezTo>
                    <a:cubicBezTo>
                      <a:pt x="7009666" y="139499"/>
                      <a:pt x="6994597" y="270034"/>
                      <a:pt x="7009592" y="369332"/>
                    </a:cubicBezTo>
                    <a:cubicBezTo>
                      <a:pt x="6877024" y="406731"/>
                      <a:pt x="6726518" y="315612"/>
                      <a:pt x="6495555" y="369332"/>
                    </a:cubicBezTo>
                    <a:cubicBezTo>
                      <a:pt x="6264592" y="423052"/>
                      <a:pt x="6299321" y="345046"/>
                      <a:pt x="6121710" y="369332"/>
                    </a:cubicBezTo>
                    <a:cubicBezTo>
                      <a:pt x="5944099" y="393618"/>
                      <a:pt x="5777038" y="354502"/>
                      <a:pt x="5537578" y="369332"/>
                    </a:cubicBezTo>
                    <a:cubicBezTo>
                      <a:pt x="5298118" y="384162"/>
                      <a:pt x="5204608" y="333629"/>
                      <a:pt x="5093637" y="369332"/>
                    </a:cubicBezTo>
                    <a:cubicBezTo>
                      <a:pt x="4982666" y="405035"/>
                      <a:pt x="4676539" y="356981"/>
                      <a:pt x="4509504" y="369332"/>
                    </a:cubicBezTo>
                    <a:cubicBezTo>
                      <a:pt x="4342469" y="381683"/>
                      <a:pt x="4175055" y="352089"/>
                      <a:pt x="3925372" y="369332"/>
                    </a:cubicBezTo>
                    <a:cubicBezTo>
                      <a:pt x="3675689" y="386575"/>
                      <a:pt x="3500923" y="343960"/>
                      <a:pt x="3341239" y="369332"/>
                    </a:cubicBezTo>
                    <a:cubicBezTo>
                      <a:pt x="3181555" y="394704"/>
                      <a:pt x="3019153" y="349039"/>
                      <a:pt x="2757106" y="369332"/>
                    </a:cubicBezTo>
                    <a:cubicBezTo>
                      <a:pt x="2495059" y="389625"/>
                      <a:pt x="2408366" y="312655"/>
                      <a:pt x="2243069" y="369332"/>
                    </a:cubicBezTo>
                    <a:cubicBezTo>
                      <a:pt x="2077772" y="426009"/>
                      <a:pt x="1829145" y="307355"/>
                      <a:pt x="1588841" y="369332"/>
                    </a:cubicBezTo>
                    <a:cubicBezTo>
                      <a:pt x="1348537" y="431309"/>
                      <a:pt x="1192741" y="299250"/>
                      <a:pt x="1004708" y="369332"/>
                    </a:cubicBezTo>
                    <a:cubicBezTo>
                      <a:pt x="816675" y="439414"/>
                      <a:pt x="419175" y="368760"/>
                      <a:pt x="0" y="369332"/>
                    </a:cubicBezTo>
                    <a:cubicBezTo>
                      <a:pt x="-27788" y="236673"/>
                      <a:pt x="4553" y="163225"/>
                      <a:pt x="0" y="0"/>
                    </a:cubicBezTo>
                    <a:close/>
                  </a:path>
                  <a:path w="7009592" h="369332" stroke="0" extrusionOk="0">
                    <a:moveTo>
                      <a:pt x="0" y="0"/>
                    </a:moveTo>
                    <a:cubicBezTo>
                      <a:pt x="121351" y="-15262"/>
                      <a:pt x="301253" y="8428"/>
                      <a:pt x="514037" y="0"/>
                    </a:cubicBezTo>
                    <a:cubicBezTo>
                      <a:pt x="726821" y="-8428"/>
                      <a:pt x="787227" y="33280"/>
                      <a:pt x="887882" y="0"/>
                    </a:cubicBezTo>
                    <a:cubicBezTo>
                      <a:pt x="988537" y="-33280"/>
                      <a:pt x="1316923" y="82806"/>
                      <a:pt x="1612206" y="0"/>
                    </a:cubicBezTo>
                    <a:cubicBezTo>
                      <a:pt x="1907489" y="-82806"/>
                      <a:pt x="1991787" y="18405"/>
                      <a:pt x="2126243" y="0"/>
                    </a:cubicBezTo>
                    <a:cubicBezTo>
                      <a:pt x="2260699" y="-18405"/>
                      <a:pt x="2414043" y="6713"/>
                      <a:pt x="2640280" y="0"/>
                    </a:cubicBezTo>
                    <a:cubicBezTo>
                      <a:pt x="2866517" y="-6713"/>
                      <a:pt x="3087155" y="40394"/>
                      <a:pt x="3364604" y="0"/>
                    </a:cubicBezTo>
                    <a:cubicBezTo>
                      <a:pt x="3642053" y="-40394"/>
                      <a:pt x="3685800" y="45069"/>
                      <a:pt x="3808545" y="0"/>
                    </a:cubicBezTo>
                    <a:cubicBezTo>
                      <a:pt x="3931290" y="-45069"/>
                      <a:pt x="4325853" y="76950"/>
                      <a:pt x="4532869" y="0"/>
                    </a:cubicBezTo>
                    <a:cubicBezTo>
                      <a:pt x="4739885" y="-76950"/>
                      <a:pt x="4915458" y="21445"/>
                      <a:pt x="5257194" y="0"/>
                    </a:cubicBezTo>
                    <a:cubicBezTo>
                      <a:pt x="5598931" y="-21445"/>
                      <a:pt x="5571727" y="14559"/>
                      <a:pt x="5841327" y="0"/>
                    </a:cubicBezTo>
                    <a:cubicBezTo>
                      <a:pt x="6110927" y="-14559"/>
                      <a:pt x="6472159" y="40440"/>
                      <a:pt x="7009592" y="0"/>
                    </a:cubicBezTo>
                    <a:cubicBezTo>
                      <a:pt x="7032683" y="82749"/>
                      <a:pt x="6998333" y="217141"/>
                      <a:pt x="7009592" y="369332"/>
                    </a:cubicBezTo>
                    <a:cubicBezTo>
                      <a:pt x="6854627" y="394712"/>
                      <a:pt x="6805813" y="357192"/>
                      <a:pt x="6635747" y="369332"/>
                    </a:cubicBezTo>
                    <a:cubicBezTo>
                      <a:pt x="6465682" y="381472"/>
                      <a:pt x="6110431" y="334141"/>
                      <a:pt x="5911423" y="369332"/>
                    </a:cubicBezTo>
                    <a:cubicBezTo>
                      <a:pt x="5712415" y="404523"/>
                      <a:pt x="5673321" y="359026"/>
                      <a:pt x="5467482" y="369332"/>
                    </a:cubicBezTo>
                    <a:cubicBezTo>
                      <a:pt x="5261643" y="379638"/>
                      <a:pt x="5118363" y="336738"/>
                      <a:pt x="4883349" y="369332"/>
                    </a:cubicBezTo>
                    <a:cubicBezTo>
                      <a:pt x="4648335" y="401926"/>
                      <a:pt x="4510451" y="325558"/>
                      <a:pt x="4159025" y="369332"/>
                    </a:cubicBezTo>
                    <a:cubicBezTo>
                      <a:pt x="3807599" y="413106"/>
                      <a:pt x="3757526" y="328243"/>
                      <a:pt x="3574892" y="369332"/>
                    </a:cubicBezTo>
                    <a:cubicBezTo>
                      <a:pt x="3392258" y="410421"/>
                      <a:pt x="3379823" y="342171"/>
                      <a:pt x="3201047" y="369332"/>
                    </a:cubicBezTo>
                    <a:cubicBezTo>
                      <a:pt x="3022271" y="396493"/>
                      <a:pt x="2897057" y="347073"/>
                      <a:pt x="2757106" y="369332"/>
                    </a:cubicBezTo>
                    <a:cubicBezTo>
                      <a:pt x="2617155" y="391591"/>
                      <a:pt x="2342465" y="297346"/>
                      <a:pt x="2032782" y="369332"/>
                    </a:cubicBezTo>
                    <a:cubicBezTo>
                      <a:pt x="1723099" y="441318"/>
                      <a:pt x="1685613" y="338572"/>
                      <a:pt x="1448649" y="369332"/>
                    </a:cubicBezTo>
                    <a:cubicBezTo>
                      <a:pt x="1211685" y="400092"/>
                      <a:pt x="1181185" y="354295"/>
                      <a:pt x="1004708" y="369332"/>
                    </a:cubicBezTo>
                    <a:cubicBezTo>
                      <a:pt x="828231" y="384369"/>
                      <a:pt x="375243" y="365759"/>
                      <a:pt x="0" y="369332"/>
                    </a:cubicBezTo>
                    <a:cubicBezTo>
                      <a:pt x="-18115" y="195134"/>
                      <a:pt x="43045" y="81008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dirty="0"/>
                  <a:t>Cannibal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 won’t eat Mr. Snack because then Cannibal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 will eat him.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F028F7E-6864-1509-2AC6-5617E5337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903" y="5180627"/>
                <a:ext cx="7009592" cy="369332"/>
              </a:xfrm>
              <a:prstGeom prst="rect">
                <a:avLst/>
              </a:prstGeom>
              <a:blipFill>
                <a:blip r:embed="rId13"/>
                <a:stretch>
                  <a:fillRect l="-433" b="-13514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7009592"/>
                          <a:gd name="connsiteY0" fmla="*/ 0 h 369332"/>
                          <a:gd name="connsiteX1" fmla="*/ 373845 w 7009592"/>
                          <a:gd name="connsiteY1" fmla="*/ 0 h 369332"/>
                          <a:gd name="connsiteX2" fmla="*/ 1028073 w 7009592"/>
                          <a:gd name="connsiteY2" fmla="*/ 0 h 369332"/>
                          <a:gd name="connsiteX3" fmla="*/ 1401918 w 7009592"/>
                          <a:gd name="connsiteY3" fmla="*/ 0 h 369332"/>
                          <a:gd name="connsiteX4" fmla="*/ 1915955 w 7009592"/>
                          <a:gd name="connsiteY4" fmla="*/ 0 h 369332"/>
                          <a:gd name="connsiteX5" fmla="*/ 2640280 w 7009592"/>
                          <a:gd name="connsiteY5" fmla="*/ 0 h 369332"/>
                          <a:gd name="connsiteX6" fmla="*/ 3224412 w 7009592"/>
                          <a:gd name="connsiteY6" fmla="*/ 0 h 369332"/>
                          <a:gd name="connsiteX7" fmla="*/ 3878641 w 7009592"/>
                          <a:gd name="connsiteY7" fmla="*/ 0 h 369332"/>
                          <a:gd name="connsiteX8" fmla="*/ 4392678 w 7009592"/>
                          <a:gd name="connsiteY8" fmla="*/ 0 h 369332"/>
                          <a:gd name="connsiteX9" fmla="*/ 4976810 w 7009592"/>
                          <a:gd name="connsiteY9" fmla="*/ 0 h 369332"/>
                          <a:gd name="connsiteX10" fmla="*/ 5701135 w 7009592"/>
                          <a:gd name="connsiteY10" fmla="*/ 0 h 369332"/>
                          <a:gd name="connsiteX11" fmla="*/ 6145076 w 7009592"/>
                          <a:gd name="connsiteY11" fmla="*/ 0 h 369332"/>
                          <a:gd name="connsiteX12" fmla="*/ 7009592 w 7009592"/>
                          <a:gd name="connsiteY12" fmla="*/ 0 h 369332"/>
                          <a:gd name="connsiteX13" fmla="*/ 7009592 w 7009592"/>
                          <a:gd name="connsiteY13" fmla="*/ 369332 h 369332"/>
                          <a:gd name="connsiteX14" fmla="*/ 6495555 w 7009592"/>
                          <a:gd name="connsiteY14" fmla="*/ 369332 h 369332"/>
                          <a:gd name="connsiteX15" fmla="*/ 6121710 w 7009592"/>
                          <a:gd name="connsiteY15" fmla="*/ 369332 h 369332"/>
                          <a:gd name="connsiteX16" fmla="*/ 5537578 w 7009592"/>
                          <a:gd name="connsiteY16" fmla="*/ 369332 h 369332"/>
                          <a:gd name="connsiteX17" fmla="*/ 5093637 w 7009592"/>
                          <a:gd name="connsiteY17" fmla="*/ 369332 h 369332"/>
                          <a:gd name="connsiteX18" fmla="*/ 4509504 w 7009592"/>
                          <a:gd name="connsiteY18" fmla="*/ 369332 h 369332"/>
                          <a:gd name="connsiteX19" fmla="*/ 3925372 w 7009592"/>
                          <a:gd name="connsiteY19" fmla="*/ 369332 h 369332"/>
                          <a:gd name="connsiteX20" fmla="*/ 3341239 w 7009592"/>
                          <a:gd name="connsiteY20" fmla="*/ 369332 h 369332"/>
                          <a:gd name="connsiteX21" fmla="*/ 2757106 w 7009592"/>
                          <a:gd name="connsiteY21" fmla="*/ 369332 h 369332"/>
                          <a:gd name="connsiteX22" fmla="*/ 2243069 w 7009592"/>
                          <a:gd name="connsiteY22" fmla="*/ 369332 h 369332"/>
                          <a:gd name="connsiteX23" fmla="*/ 1588841 w 7009592"/>
                          <a:gd name="connsiteY23" fmla="*/ 369332 h 369332"/>
                          <a:gd name="connsiteX24" fmla="*/ 1004708 w 7009592"/>
                          <a:gd name="connsiteY24" fmla="*/ 369332 h 369332"/>
                          <a:gd name="connsiteX25" fmla="*/ 0 w 7009592"/>
                          <a:gd name="connsiteY25" fmla="*/ 369332 h 369332"/>
                          <a:gd name="connsiteX26" fmla="*/ 0 w 7009592"/>
                          <a:gd name="connsiteY2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</a:cxnLst>
                        <a:rect l="l" t="t" r="r" b="b"/>
                        <a:pathLst>
                          <a:path w="7009592" h="369332" fill="none" extrusionOk="0">
                            <a:moveTo>
                              <a:pt x="0" y="0"/>
                            </a:moveTo>
                            <a:cubicBezTo>
                              <a:pt x="86871" y="-18308"/>
                              <a:pt x="271016" y="33048"/>
                              <a:pt x="373845" y="0"/>
                            </a:cubicBezTo>
                            <a:cubicBezTo>
                              <a:pt x="476674" y="-33048"/>
                              <a:pt x="788352" y="6461"/>
                              <a:pt x="1028073" y="0"/>
                            </a:cubicBezTo>
                            <a:cubicBezTo>
                              <a:pt x="1267794" y="-6461"/>
                              <a:pt x="1219606" y="25181"/>
                              <a:pt x="1401918" y="0"/>
                            </a:cubicBezTo>
                            <a:cubicBezTo>
                              <a:pt x="1584230" y="-25181"/>
                              <a:pt x="1702400" y="61140"/>
                              <a:pt x="1915955" y="0"/>
                            </a:cubicBezTo>
                            <a:cubicBezTo>
                              <a:pt x="2129510" y="-61140"/>
                              <a:pt x="2470156" y="63000"/>
                              <a:pt x="2640280" y="0"/>
                            </a:cubicBezTo>
                            <a:cubicBezTo>
                              <a:pt x="2810405" y="-63000"/>
                              <a:pt x="3069074" y="54863"/>
                              <a:pt x="3224412" y="0"/>
                            </a:cubicBezTo>
                            <a:cubicBezTo>
                              <a:pt x="3379750" y="-54863"/>
                              <a:pt x="3625871" y="75466"/>
                              <a:pt x="3878641" y="0"/>
                            </a:cubicBezTo>
                            <a:cubicBezTo>
                              <a:pt x="4131411" y="-75466"/>
                              <a:pt x="4244711" y="13108"/>
                              <a:pt x="4392678" y="0"/>
                            </a:cubicBezTo>
                            <a:cubicBezTo>
                              <a:pt x="4540645" y="-13108"/>
                              <a:pt x="4730436" y="34384"/>
                              <a:pt x="4976810" y="0"/>
                            </a:cubicBezTo>
                            <a:cubicBezTo>
                              <a:pt x="5223184" y="-34384"/>
                              <a:pt x="5458887" y="49183"/>
                              <a:pt x="5701135" y="0"/>
                            </a:cubicBezTo>
                            <a:cubicBezTo>
                              <a:pt x="5943383" y="-49183"/>
                              <a:pt x="5941438" y="47457"/>
                              <a:pt x="6145076" y="0"/>
                            </a:cubicBezTo>
                            <a:cubicBezTo>
                              <a:pt x="6348714" y="-47457"/>
                              <a:pt x="6653850" y="97066"/>
                              <a:pt x="7009592" y="0"/>
                            </a:cubicBezTo>
                            <a:cubicBezTo>
                              <a:pt x="7009666" y="139499"/>
                              <a:pt x="6994597" y="270034"/>
                              <a:pt x="7009592" y="369332"/>
                            </a:cubicBezTo>
                            <a:cubicBezTo>
                              <a:pt x="6877024" y="406731"/>
                              <a:pt x="6726518" y="315612"/>
                              <a:pt x="6495555" y="369332"/>
                            </a:cubicBezTo>
                            <a:cubicBezTo>
                              <a:pt x="6264592" y="423052"/>
                              <a:pt x="6299321" y="345046"/>
                              <a:pt x="6121710" y="369332"/>
                            </a:cubicBezTo>
                            <a:cubicBezTo>
                              <a:pt x="5944099" y="393618"/>
                              <a:pt x="5777038" y="354502"/>
                              <a:pt x="5537578" y="369332"/>
                            </a:cubicBezTo>
                            <a:cubicBezTo>
                              <a:pt x="5298118" y="384162"/>
                              <a:pt x="5204608" y="333629"/>
                              <a:pt x="5093637" y="369332"/>
                            </a:cubicBezTo>
                            <a:cubicBezTo>
                              <a:pt x="4982666" y="405035"/>
                              <a:pt x="4676539" y="356981"/>
                              <a:pt x="4509504" y="369332"/>
                            </a:cubicBezTo>
                            <a:cubicBezTo>
                              <a:pt x="4342469" y="381683"/>
                              <a:pt x="4175055" y="352089"/>
                              <a:pt x="3925372" y="369332"/>
                            </a:cubicBezTo>
                            <a:cubicBezTo>
                              <a:pt x="3675689" y="386575"/>
                              <a:pt x="3500923" y="343960"/>
                              <a:pt x="3341239" y="369332"/>
                            </a:cubicBezTo>
                            <a:cubicBezTo>
                              <a:pt x="3181555" y="394704"/>
                              <a:pt x="3019153" y="349039"/>
                              <a:pt x="2757106" y="369332"/>
                            </a:cubicBezTo>
                            <a:cubicBezTo>
                              <a:pt x="2495059" y="389625"/>
                              <a:pt x="2408366" y="312655"/>
                              <a:pt x="2243069" y="369332"/>
                            </a:cubicBezTo>
                            <a:cubicBezTo>
                              <a:pt x="2077772" y="426009"/>
                              <a:pt x="1829145" y="307355"/>
                              <a:pt x="1588841" y="369332"/>
                            </a:cubicBezTo>
                            <a:cubicBezTo>
                              <a:pt x="1348537" y="431309"/>
                              <a:pt x="1192741" y="299250"/>
                              <a:pt x="1004708" y="369332"/>
                            </a:cubicBezTo>
                            <a:cubicBezTo>
                              <a:pt x="816675" y="439414"/>
                              <a:pt x="419175" y="368760"/>
                              <a:pt x="0" y="369332"/>
                            </a:cubicBezTo>
                            <a:cubicBezTo>
                              <a:pt x="-27788" y="236673"/>
                              <a:pt x="4553" y="163225"/>
                              <a:pt x="0" y="0"/>
                            </a:cubicBezTo>
                            <a:close/>
                          </a:path>
                          <a:path w="7009592" h="369332" stroke="0" extrusionOk="0">
                            <a:moveTo>
                              <a:pt x="0" y="0"/>
                            </a:moveTo>
                            <a:cubicBezTo>
                              <a:pt x="121351" y="-15262"/>
                              <a:pt x="301253" y="8428"/>
                              <a:pt x="514037" y="0"/>
                            </a:cubicBezTo>
                            <a:cubicBezTo>
                              <a:pt x="726821" y="-8428"/>
                              <a:pt x="787227" y="33280"/>
                              <a:pt x="887882" y="0"/>
                            </a:cubicBezTo>
                            <a:cubicBezTo>
                              <a:pt x="988537" y="-33280"/>
                              <a:pt x="1316923" y="82806"/>
                              <a:pt x="1612206" y="0"/>
                            </a:cubicBezTo>
                            <a:cubicBezTo>
                              <a:pt x="1907489" y="-82806"/>
                              <a:pt x="1991787" y="18405"/>
                              <a:pt x="2126243" y="0"/>
                            </a:cubicBezTo>
                            <a:cubicBezTo>
                              <a:pt x="2260699" y="-18405"/>
                              <a:pt x="2414043" y="6713"/>
                              <a:pt x="2640280" y="0"/>
                            </a:cubicBezTo>
                            <a:cubicBezTo>
                              <a:pt x="2866517" y="-6713"/>
                              <a:pt x="3087155" y="40394"/>
                              <a:pt x="3364604" y="0"/>
                            </a:cubicBezTo>
                            <a:cubicBezTo>
                              <a:pt x="3642053" y="-40394"/>
                              <a:pt x="3685800" y="45069"/>
                              <a:pt x="3808545" y="0"/>
                            </a:cubicBezTo>
                            <a:cubicBezTo>
                              <a:pt x="3931290" y="-45069"/>
                              <a:pt x="4325853" y="76950"/>
                              <a:pt x="4532869" y="0"/>
                            </a:cubicBezTo>
                            <a:cubicBezTo>
                              <a:pt x="4739885" y="-76950"/>
                              <a:pt x="4915458" y="21445"/>
                              <a:pt x="5257194" y="0"/>
                            </a:cubicBezTo>
                            <a:cubicBezTo>
                              <a:pt x="5598931" y="-21445"/>
                              <a:pt x="5571727" y="14559"/>
                              <a:pt x="5841327" y="0"/>
                            </a:cubicBezTo>
                            <a:cubicBezTo>
                              <a:pt x="6110927" y="-14559"/>
                              <a:pt x="6472159" y="40440"/>
                              <a:pt x="7009592" y="0"/>
                            </a:cubicBezTo>
                            <a:cubicBezTo>
                              <a:pt x="7032683" y="82749"/>
                              <a:pt x="6998333" y="217141"/>
                              <a:pt x="7009592" y="369332"/>
                            </a:cubicBezTo>
                            <a:cubicBezTo>
                              <a:pt x="6854627" y="394712"/>
                              <a:pt x="6805813" y="357192"/>
                              <a:pt x="6635747" y="369332"/>
                            </a:cubicBezTo>
                            <a:cubicBezTo>
                              <a:pt x="6465682" y="381472"/>
                              <a:pt x="6110431" y="334141"/>
                              <a:pt x="5911423" y="369332"/>
                            </a:cubicBezTo>
                            <a:cubicBezTo>
                              <a:pt x="5712415" y="404523"/>
                              <a:pt x="5673321" y="359026"/>
                              <a:pt x="5467482" y="369332"/>
                            </a:cubicBezTo>
                            <a:cubicBezTo>
                              <a:pt x="5261643" y="379638"/>
                              <a:pt x="5118363" y="336738"/>
                              <a:pt x="4883349" y="369332"/>
                            </a:cubicBezTo>
                            <a:cubicBezTo>
                              <a:pt x="4648335" y="401926"/>
                              <a:pt x="4510451" y="325558"/>
                              <a:pt x="4159025" y="369332"/>
                            </a:cubicBezTo>
                            <a:cubicBezTo>
                              <a:pt x="3807599" y="413106"/>
                              <a:pt x="3757526" y="328243"/>
                              <a:pt x="3574892" y="369332"/>
                            </a:cubicBezTo>
                            <a:cubicBezTo>
                              <a:pt x="3392258" y="410421"/>
                              <a:pt x="3379823" y="342171"/>
                              <a:pt x="3201047" y="369332"/>
                            </a:cubicBezTo>
                            <a:cubicBezTo>
                              <a:pt x="3022271" y="396493"/>
                              <a:pt x="2897057" y="347073"/>
                              <a:pt x="2757106" y="369332"/>
                            </a:cubicBezTo>
                            <a:cubicBezTo>
                              <a:pt x="2617155" y="391591"/>
                              <a:pt x="2342465" y="297346"/>
                              <a:pt x="2032782" y="369332"/>
                            </a:cubicBezTo>
                            <a:cubicBezTo>
                              <a:pt x="1723099" y="441318"/>
                              <a:pt x="1685613" y="338572"/>
                              <a:pt x="1448649" y="369332"/>
                            </a:cubicBezTo>
                            <a:cubicBezTo>
                              <a:pt x="1211685" y="400092"/>
                              <a:pt x="1181185" y="354295"/>
                              <a:pt x="1004708" y="369332"/>
                            </a:cubicBezTo>
                            <a:cubicBezTo>
                              <a:pt x="828231" y="384369"/>
                              <a:pt x="375243" y="365759"/>
                              <a:pt x="0" y="369332"/>
                            </a:cubicBezTo>
                            <a:cubicBezTo>
                              <a:pt x="-18115" y="195134"/>
                              <a:pt x="43045" y="8100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70F0F7E6-0D2E-75A9-9868-0D8347D08A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9546633" y="332851"/>
            <a:ext cx="1767982" cy="1015395"/>
          </a:xfrm>
          <a:prstGeom prst="rect">
            <a:avLst/>
          </a:prstGeom>
        </p:spPr>
      </p:pic>
      <p:pic>
        <p:nvPicPr>
          <p:cNvPr id="14" name="Picture 13" descr="A skull and crossbones with a white background&#10;&#10;Description automatically generated">
            <a:extLst>
              <a:ext uri="{FF2B5EF4-FFF2-40B4-BE49-F238E27FC236}">
                <a16:creationId xmlns:a16="http://schemas.microsoft.com/office/drawing/2014/main" id="{ED0AFDEA-4887-415A-2043-3F670000BD2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8" t="6050" r="11615" b="8115"/>
          <a:stretch/>
        </p:blipFill>
        <p:spPr>
          <a:xfrm>
            <a:off x="7213012" y="3700184"/>
            <a:ext cx="942068" cy="9233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069793-6213-7674-771E-1EA78807AC90}"/>
              </a:ext>
            </a:extLst>
          </p:cNvPr>
          <p:cNvSpPr txBox="1"/>
          <p:nvPr/>
        </p:nvSpPr>
        <p:spPr>
          <a:xfrm>
            <a:off x="5923699" y="1055292"/>
            <a:ext cx="1102936" cy="3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Rational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A747B2-4E7B-B0EE-8CAD-030FE89CC3E4}"/>
              </a:ext>
            </a:extLst>
          </p:cNvPr>
          <p:cNvSpPr txBox="1"/>
          <p:nvPr/>
        </p:nvSpPr>
        <p:spPr>
          <a:xfrm>
            <a:off x="7566584" y="925892"/>
            <a:ext cx="1176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Maximize Payoffs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774BFC-C547-7001-BD57-9FCE99D353A0}"/>
              </a:ext>
            </a:extLst>
          </p:cNvPr>
          <p:cNvCxnSpPr>
            <a:stCxn id="4" idx="3"/>
            <a:endCxn id="12" idx="1"/>
          </p:cNvCxnSpPr>
          <p:nvPr/>
        </p:nvCxnSpPr>
        <p:spPr>
          <a:xfrm>
            <a:off x="7026635" y="1242280"/>
            <a:ext cx="539949" cy="6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4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36" grpId="0" animBg="1"/>
      <p:bldP spid="4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6794C-495E-A83C-42C0-73483311E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85B313-754D-E239-FC03-3A143563B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6BC04F4-8DB5-AFDD-B92C-51AB1E840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CF660-D6BB-94CC-3068-2CF2EED0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Cannibal 2</a:t>
            </a:r>
            <a:endParaRPr lang="en-US" sz="5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174FB2B0-ADBA-DBED-3A39-2AA4D0075692}"/>
                  </a:ext>
                </a:extLst>
              </p:cNvPr>
              <p:cNvSpPr/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174FB2B0-ADBA-DBED-3A39-2AA4D0075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CE6B4CE5-4B96-FFB1-949B-B5B7BD3FF9BB}"/>
              </a:ext>
            </a:extLst>
          </p:cNvPr>
          <p:cNvGrpSpPr/>
          <p:nvPr/>
        </p:nvGrpSpPr>
        <p:grpSpPr>
          <a:xfrm>
            <a:off x="5743699" y="2585611"/>
            <a:ext cx="4056882" cy="1147953"/>
            <a:chOff x="5743699" y="2585611"/>
            <a:chExt cx="4056882" cy="114795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5CCC53D-0A71-51D4-FE90-34E23B5FEEA0}"/>
                </a:ext>
              </a:extLst>
            </p:cNvPr>
            <p:cNvCxnSpPr>
              <a:cxnSpLocks/>
              <a:stCxn id="3" idx="4"/>
              <a:endCxn id="11" idx="0"/>
            </p:cNvCxnSpPr>
            <p:nvPr/>
          </p:nvCxnSpPr>
          <p:spPr>
            <a:xfrm>
              <a:off x="5743699" y="2585611"/>
              <a:ext cx="4056882" cy="114795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5391E20-17CC-88F1-5AE4-FE0290CB98F1}"/>
                    </a:ext>
                  </a:extLst>
                </p:cNvPr>
                <p:cNvSpPr txBox="1"/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5391E20-17CC-88F1-5AE4-FE0290CB9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60B1196-1ED5-4589-DDDF-3BFDBF31B510}"/>
              </a:ext>
            </a:extLst>
          </p:cNvPr>
          <p:cNvGrpSpPr/>
          <p:nvPr/>
        </p:nvGrpSpPr>
        <p:grpSpPr>
          <a:xfrm>
            <a:off x="2339224" y="2585611"/>
            <a:ext cx="3404475" cy="1143618"/>
            <a:chOff x="2339224" y="2585611"/>
            <a:chExt cx="3404475" cy="114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C011D42-CCBC-E3E9-87D5-F325A7E74CBC}"/>
                    </a:ext>
                  </a:extLst>
                </p:cNvPr>
                <p:cNvSpPr txBox="1"/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C011D42-CCBC-E3E9-87D5-F325A7E74C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67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47D0DF-659E-AD0C-6AF8-0E94B5B61B06}"/>
                </a:ext>
              </a:extLst>
            </p:cNvPr>
            <p:cNvCxnSpPr>
              <a:cxnSpLocks/>
              <a:stCxn id="3" idx="4"/>
              <a:endCxn id="6" idx="0"/>
            </p:cNvCxnSpPr>
            <p:nvPr/>
          </p:nvCxnSpPr>
          <p:spPr>
            <a:xfrm flipH="1">
              <a:off x="2339224" y="2585611"/>
              <a:ext cx="3404475" cy="114361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197F91-798E-A0A3-5F55-5F62E24DE854}"/>
                  </a:ext>
                </a:extLst>
              </p:cNvPr>
              <p:cNvSpPr txBox="1"/>
              <p:nvPr/>
            </p:nvSpPr>
            <p:spPr>
              <a:xfrm>
                <a:off x="1396707" y="3729229"/>
                <a:ext cx="1885034" cy="646331"/>
              </a:xfrm>
              <a:custGeom>
                <a:avLst/>
                <a:gdLst>
                  <a:gd name="csX0" fmla="*/ 0 w 1885034"/>
                  <a:gd name="csY0" fmla="*/ 0 h 646331"/>
                  <a:gd name="csX1" fmla="*/ 452408 w 1885034"/>
                  <a:gd name="csY1" fmla="*/ 0 h 646331"/>
                  <a:gd name="csX2" fmla="*/ 923667 w 1885034"/>
                  <a:gd name="csY2" fmla="*/ 0 h 646331"/>
                  <a:gd name="csX3" fmla="*/ 1413776 w 1885034"/>
                  <a:gd name="csY3" fmla="*/ 0 h 646331"/>
                  <a:gd name="csX4" fmla="*/ 1885034 w 1885034"/>
                  <a:gd name="csY4" fmla="*/ 0 h 646331"/>
                  <a:gd name="csX5" fmla="*/ 1885034 w 1885034"/>
                  <a:gd name="csY5" fmla="*/ 329629 h 646331"/>
                  <a:gd name="csX6" fmla="*/ 1885034 w 1885034"/>
                  <a:gd name="csY6" fmla="*/ 646331 h 646331"/>
                  <a:gd name="csX7" fmla="*/ 1376075 w 1885034"/>
                  <a:gd name="csY7" fmla="*/ 646331 h 646331"/>
                  <a:gd name="csX8" fmla="*/ 867116 w 1885034"/>
                  <a:gd name="csY8" fmla="*/ 646331 h 646331"/>
                  <a:gd name="csX9" fmla="*/ 0 w 1885034"/>
                  <a:gd name="csY9" fmla="*/ 646331 h 646331"/>
                  <a:gd name="csX10" fmla="*/ 0 w 1885034"/>
                  <a:gd name="csY10" fmla="*/ 329629 h 646331"/>
                  <a:gd name="csX11" fmla="*/ 0 w 1885034"/>
                  <a:gd name="csY11" fmla="*/ 0 h 64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85034" h="646331" fill="none" extrusionOk="0">
                    <a:moveTo>
                      <a:pt x="0" y="0"/>
                    </a:moveTo>
                    <a:cubicBezTo>
                      <a:pt x="98488" y="-44483"/>
                      <a:pt x="335684" y="13353"/>
                      <a:pt x="452408" y="0"/>
                    </a:cubicBezTo>
                    <a:cubicBezTo>
                      <a:pt x="569132" y="-13353"/>
                      <a:pt x="692645" y="36704"/>
                      <a:pt x="923667" y="0"/>
                    </a:cubicBezTo>
                    <a:cubicBezTo>
                      <a:pt x="1154689" y="-36704"/>
                      <a:pt x="1300811" y="42925"/>
                      <a:pt x="1413776" y="0"/>
                    </a:cubicBezTo>
                    <a:cubicBezTo>
                      <a:pt x="1526741" y="-42925"/>
                      <a:pt x="1659900" y="21753"/>
                      <a:pt x="1885034" y="0"/>
                    </a:cubicBezTo>
                    <a:cubicBezTo>
                      <a:pt x="1916473" y="138098"/>
                      <a:pt x="1869457" y="172318"/>
                      <a:pt x="1885034" y="329629"/>
                    </a:cubicBezTo>
                    <a:cubicBezTo>
                      <a:pt x="1900611" y="486940"/>
                      <a:pt x="1849845" y="518547"/>
                      <a:pt x="1885034" y="646331"/>
                    </a:cubicBezTo>
                    <a:cubicBezTo>
                      <a:pt x="1770832" y="656069"/>
                      <a:pt x="1617435" y="634043"/>
                      <a:pt x="1376075" y="646331"/>
                    </a:cubicBezTo>
                    <a:cubicBezTo>
                      <a:pt x="1134715" y="658619"/>
                      <a:pt x="976508" y="611729"/>
                      <a:pt x="867116" y="646331"/>
                    </a:cubicBezTo>
                    <a:cubicBezTo>
                      <a:pt x="757724" y="680933"/>
                      <a:pt x="244653" y="628818"/>
                      <a:pt x="0" y="646331"/>
                    </a:cubicBezTo>
                    <a:cubicBezTo>
                      <a:pt x="-33952" y="494166"/>
                      <a:pt x="19450" y="412375"/>
                      <a:pt x="0" y="329629"/>
                    </a:cubicBezTo>
                    <a:cubicBezTo>
                      <a:pt x="-19450" y="246883"/>
                      <a:pt x="11518" y="109323"/>
                      <a:pt x="0" y="0"/>
                    </a:cubicBezTo>
                    <a:close/>
                  </a:path>
                  <a:path w="1885034" h="646331" stroke="0" extrusionOk="0">
                    <a:moveTo>
                      <a:pt x="0" y="0"/>
                    </a:moveTo>
                    <a:cubicBezTo>
                      <a:pt x="133910" y="-16372"/>
                      <a:pt x="342118" y="36925"/>
                      <a:pt x="452408" y="0"/>
                    </a:cubicBezTo>
                    <a:cubicBezTo>
                      <a:pt x="562698" y="-36925"/>
                      <a:pt x="739763" y="40210"/>
                      <a:pt x="867116" y="0"/>
                    </a:cubicBezTo>
                    <a:cubicBezTo>
                      <a:pt x="994469" y="-40210"/>
                      <a:pt x="1132778" y="41024"/>
                      <a:pt x="1376075" y="0"/>
                    </a:cubicBezTo>
                    <a:cubicBezTo>
                      <a:pt x="1619372" y="-41024"/>
                      <a:pt x="1734398" y="1674"/>
                      <a:pt x="1885034" y="0"/>
                    </a:cubicBezTo>
                    <a:cubicBezTo>
                      <a:pt x="1893717" y="66160"/>
                      <a:pt x="1860322" y="249942"/>
                      <a:pt x="1885034" y="316702"/>
                    </a:cubicBezTo>
                    <a:cubicBezTo>
                      <a:pt x="1909746" y="383462"/>
                      <a:pt x="1863193" y="564609"/>
                      <a:pt x="1885034" y="646331"/>
                    </a:cubicBezTo>
                    <a:cubicBezTo>
                      <a:pt x="1787015" y="661428"/>
                      <a:pt x="1553693" y="628756"/>
                      <a:pt x="1413776" y="646331"/>
                    </a:cubicBezTo>
                    <a:cubicBezTo>
                      <a:pt x="1273859" y="663906"/>
                      <a:pt x="1140171" y="591910"/>
                      <a:pt x="904816" y="646331"/>
                    </a:cubicBezTo>
                    <a:cubicBezTo>
                      <a:pt x="669461" y="700752"/>
                      <a:pt x="615273" y="641388"/>
                      <a:pt x="490109" y="646331"/>
                    </a:cubicBezTo>
                    <a:cubicBezTo>
                      <a:pt x="364945" y="651274"/>
                      <a:pt x="213892" y="590987"/>
                      <a:pt x="0" y="646331"/>
                    </a:cubicBezTo>
                    <a:cubicBezTo>
                      <a:pt x="-5824" y="570951"/>
                      <a:pt x="1433" y="401953"/>
                      <a:pt x="0" y="323166"/>
                    </a:cubicBezTo>
                    <a:cubicBezTo>
                      <a:pt x="-1433" y="244380"/>
                      <a:pt x="23279" y="115607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Remains hungry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197F91-798E-A0A3-5F55-5F62E24DE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07" y="3729229"/>
                <a:ext cx="1885034" cy="646331"/>
              </a:xfrm>
              <a:prstGeom prst="rect">
                <a:avLst/>
              </a:prstGeom>
              <a:blipFill>
                <a:blip r:embed="rId5"/>
                <a:stretch>
                  <a:fillRect t="-877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885034"/>
                          <a:gd name="connsiteY0" fmla="*/ 0 h 646331"/>
                          <a:gd name="connsiteX1" fmla="*/ 452408 w 1885034"/>
                          <a:gd name="connsiteY1" fmla="*/ 0 h 646331"/>
                          <a:gd name="connsiteX2" fmla="*/ 923667 w 1885034"/>
                          <a:gd name="connsiteY2" fmla="*/ 0 h 646331"/>
                          <a:gd name="connsiteX3" fmla="*/ 1413776 w 1885034"/>
                          <a:gd name="connsiteY3" fmla="*/ 0 h 646331"/>
                          <a:gd name="connsiteX4" fmla="*/ 1885034 w 1885034"/>
                          <a:gd name="connsiteY4" fmla="*/ 0 h 646331"/>
                          <a:gd name="connsiteX5" fmla="*/ 1885034 w 1885034"/>
                          <a:gd name="connsiteY5" fmla="*/ 329629 h 646331"/>
                          <a:gd name="connsiteX6" fmla="*/ 1885034 w 1885034"/>
                          <a:gd name="connsiteY6" fmla="*/ 646331 h 646331"/>
                          <a:gd name="connsiteX7" fmla="*/ 1376075 w 1885034"/>
                          <a:gd name="connsiteY7" fmla="*/ 646331 h 646331"/>
                          <a:gd name="connsiteX8" fmla="*/ 867116 w 1885034"/>
                          <a:gd name="connsiteY8" fmla="*/ 646331 h 646331"/>
                          <a:gd name="connsiteX9" fmla="*/ 0 w 1885034"/>
                          <a:gd name="connsiteY9" fmla="*/ 646331 h 646331"/>
                          <a:gd name="connsiteX10" fmla="*/ 0 w 1885034"/>
                          <a:gd name="connsiteY10" fmla="*/ 329629 h 646331"/>
                          <a:gd name="connsiteX11" fmla="*/ 0 w 1885034"/>
                          <a:gd name="connsiteY11" fmla="*/ 0 h 6463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1885034" h="646331" fill="none" extrusionOk="0">
                            <a:moveTo>
                              <a:pt x="0" y="0"/>
                            </a:moveTo>
                            <a:cubicBezTo>
                              <a:pt x="98488" y="-44483"/>
                              <a:pt x="335684" y="13353"/>
                              <a:pt x="452408" y="0"/>
                            </a:cubicBezTo>
                            <a:cubicBezTo>
                              <a:pt x="569132" y="-13353"/>
                              <a:pt x="692645" y="36704"/>
                              <a:pt x="923667" y="0"/>
                            </a:cubicBezTo>
                            <a:cubicBezTo>
                              <a:pt x="1154689" y="-36704"/>
                              <a:pt x="1300811" y="42925"/>
                              <a:pt x="1413776" y="0"/>
                            </a:cubicBezTo>
                            <a:cubicBezTo>
                              <a:pt x="1526741" y="-42925"/>
                              <a:pt x="1659900" y="21753"/>
                              <a:pt x="1885034" y="0"/>
                            </a:cubicBezTo>
                            <a:cubicBezTo>
                              <a:pt x="1916473" y="138098"/>
                              <a:pt x="1869457" y="172318"/>
                              <a:pt x="1885034" y="329629"/>
                            </a:cubicBezTo>
                            <a:cubicBezTo>
                              <a:pt x="1900611" y="486940"/>
                              <a:pt x="1849845" y="518547"/>
                              <a:pt x="1885034" y="646331"/>
                            </a:cubicBezTo>
                            <a:cubicBezTo>
                              <a:pt x="1770832" y="656069"/>
                              <a:pt x="1617435" y="634043"/>
                              <a:pt x="1376075" y="646331"/>
                            </a:cubicBezTo>
                            <a:cubicBezTo>
                              <a:pt x="1134715" y="658619"/>
                              <a:pt x="976508" y="611729"/>
                              <a:pt x="867116" y="646331"/>
                            </a:cubicBezTo>
                            <a:cubicBezTo>
                              <a:pt x="757724" y="680933"/>
                              <a:pt x="244653" y="628818"/>
                              <a:pt x="0" y="646331"/>
                            </a:cubicBezTo>
                            <a:cubicBezTo>
                              <a:pt x="-33952" y="494166"/>
                              <a:pt x="19450" y="412375"/>
                              <a:pt x="0" y="329629"/>
                            </a:cubicBezTo>
                            <a:cubicBezTo>
                              <a:pt x="-19450" y="246883"/>
                              <a:pt x="11518" y="109323"/>
                              <a:pt x="0" y="0"/>
                            </a:cubicBezTo>
                            <a:close/>
                          </a:path>
                          <a:path w="1885034" h="646331" stroke="0" extrusionOk="0">
                            <a:moveTo>
                              <a:pt x="0" y="0"/>
                            </a:moveTo>
                            <a:cubicBezTo>
                              <a:pt x="133910" y="-16372"/>
                              <a:pt x="342118" y="36925"/>
                              <a:pt x="452408" y="0"/>
                            </a:cubicBezTo>
                            <a:cubicBezTo>
                              <a:pt x="562698" y="-36925"/>
                              <a:pt x="739763" y="40210"/>
                              <a:pt x="867116" y="0"/>
                            </a:cubicBezTo>
                            <a:cubicBezTo>
                              <a:pt x="994469" y="-40210"/>
                              <a:pt x="1132778" y="41024"/>
                              <a:pt x="1376075" y="0"/>
                            </a:cubicBezTo>
                            <a:cubicBezTo>
                              <a:pt x="1619372" y="-41024"/>
                              <a:pt x="1734398" y="1674"/>
                              <a:pt x="1885034" y="0"/>
                            </a:cubicBezTo>
                            <a:cubicBezTo>
                              <a:pt x="1893717" y="66160"/>
                              <a:pt x="1860322" y="249942"/>
                              <a:pt x="1885034" y="316702"/>
                            </a:cubicBezTo>
                            <a:cubicBezTo>
                              <a:pt x="1909746" y="383462"/>
                              <a:pt x="1863193" y="564609"/>
                              <a:pt x="1885034" y="646331"/>
                            </a:cubicBezTo>
                            <a:cubicBezTo>
                              <a:pt x="1787015" y="661428"/>
                              <a:pt x="1553693" y="628756"/>
                              <a:pt x="1413776" y="646331"/>
                            </a:cubicBezTo>
                            <a:cubicBezTo>
                              <a:pt x="1273859" y="663906"/>
                              <a:pt x="1140171" y="591910"/>
                              <a:pt x="904816" y="646331"/>
                            </a:cubicBezTo>
                            <a:cubicBezTo>
                              <a:pt x="669461" y="700752"/>
                              <a:pt x="615273" y="641388"/>
                              <a:pt x="490109" y="646331"/>
                            </a:cubicBezTo>
                            <a:cubicBezTo>
                              <a:pt x="364945" y="651274"/>
                              <a:pt x="213892" y="590987"/>
                              <a:pt x="0" y="646331"/>
                            </a:cubicBezTo>
                            <a:cubicBezTo>
                              <a:pt x="-5824" y="570951"/>
                              <a:pt x="1433" y="401953"/>
                              <a:pt x="0" y="323166"/>
                            </a:cubicBezTo>
                            <a:cubicBezTo>
                              <a:pt x="-1433" y="244380"/>
                              <a:pt x="23279" y="115607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AD3F49-1703-5646-1EB5-2B39C2C9256F}"/>
                  </a:ext>
                </a:extLst>
              </p:cNvPr>
              <p:cNvSpPr txBox="1"/>
              <p:nvPr/>
            </p:nvSpPr>
            <p:spPr>
              <a:xfrm>
                <a:off x="8383680" y="3733564"/>
                <a:ext cx="2833801" cy="923330"/>
              </a:xfrm>
              <a:custGeom>
                <a:avLst/>
                <a:gdLst>
                  <a:gd name="csX0" fmla="*/ 0 w 2833801"/>
                  <a:gd name="csY0" fmla="*/ 0 h 923330"/>
                  <a:gd name="csX1" fmla="*/ 538422 w 2833801"/>
                  <a:gd name="csY1" fmla="*/ 0 h 923330"/>
                  <a:gd name="csX2" fmla="*/ 1020168 w 2833801"/>
                  <a:gd name="csY2" fmla="*/ 0 h 923330"/>
                  <a:gd name="csX3" fmla="*/ 1615267 w 2833801"/>
                  <a:gd name="csY3" fmla="*/ 0 h 923330"/>
                  <a:gd name="csX4" fmla="*/ 2097013 w 2833801"/>
                  <a:gd name="csY4" fmla="*/ 0 h 923330"/>
                  <a:gd name="csX5" fmla="*/ 2833801 w 2833801"/>
                  <a:gd name="csY5" fmla="*/ 0 h 923330"/>
                  <a:gd name="csX6" fmla="*/ 2833801 w 2833801"/>
                  <a:gd name="csY6" fmla="*/ 461665 h 923330"/>
                  <a:gd name="csX7" fmla="*/ 2833801 w 2833801"/>
                  <a:gd name="csY7" fmla="*/ 923330 h 923330"/>
                  <a:gd name="csX8" fmla="*/ 2210365 w 2833801"/>
                  <a:gd name="csY8" fmla="*/ 923330 h 923330"/>
                  <a:gd name="csX9" fmla="*/ 1700281 w 2833801"/>
                  <a:gd name="csY9" fmla="*/ 923330 h 923330"/>
                  <a:gd name="csX10" fmla="*/ 1133520 w 2833801"/>
                  <a:gd name="csY10" fmla="*/ 923330 h 923330"/>
                  <a:gd name="csX11" fmla="*/ 510084 w 2833801"/>
                  <a:gd name="csY11" fmla="*/ 923330 h 923330"/>
                  <a:gd name="csX12" fmla="*/ 0 w 2833801"/>
                  <a:gd name="csY12" fmla="*/ 923330 h 923330"/>
                  <a:gd name="csX13" fmla="*/ 0 w 2833801"/>
                  <a:gd name="csY13" fmla="*/ 470898 h 923330"/>
                  <a:gd name="csX14" fmla="*/ 0 w 2833801"/>
                  <a:gd name="csY14" fmla="*/ 0 h 9233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833801" h="923330" fill="none" extrusionOk="0">
                    <a:moveTo>
                      <a:pt x="0" y="0"/>
                    </a:moveTo>
                    <a:cubicBezTo>
                      <a:pt x="154978" y="-20895"/>
                      <a:pt x="350329" y="16829"/>
                      <a:pt x="538422" y="0"/>
                    </a:cubicBezTo>
                    <a:cubicBezTo>
                      <a:pt x="726515" y="-16829"/>
                      <a:pt x="789682" y="24975"/>
                      <a:pt x="1020168" y="0"/>
                    </a:cubicBezTo>
                    <a:cubicBezTo>
                      <a:pt x="1250654" y="-24975"/>
                      <a:pt x="1325332" y="4668"/>
                      <a:pt x="1615267" y="0"/>
                    </a:cubicBezTo>
                    <a:cubicBezTo>
                      <a:pt x="1905202" y="-4668"/>
                      <a:pt x="1866958" y="12292"/>
                      <a:pt x="2097013" y="0"/>
                    </a:cubicBezTo>
                    <a:cubicBezTo>
                      <a:pt x="2327068" y="-12292"/>
                      <a:pt x="2567701" y="81343"/>
                      <a:pt x="2833801" y="0"/>
                    </a:cubicBezTo>
                    <a:cubicBezTo>
                      <a:pt x="2856997" y="209190"/>
                      <a:pt x="2831151" y="333913"/>
                      <a:pt x="2833801" y="461665"/>
                    </a:cubicBezTo>
                    <a:cubicBezTo>
                      <a:pt x="2836451" y="589417"/>
                      <a:pt x="2827312" y="766516"/>
                      <a:pt x="2833801" y="923330"/>
                    </a:cubicBezTo>
                    <a:cubicBezTo>
                      <a:pt x="2624312" y="931675"/>
                      <a:pt x="2463584" y="865649"/>
                      <a:pt x="2210365" y="923330"/>
                    </a:cubicBezTo>
                    <a:cubicBezTo>
                      <a:pt x="1957146" y="981011"/>
                      <a:pt x="1813035" y="914382"/>
                      <a:pt x="1700281" y="923330"/>
                    </a:cubicBezTo>
                    <a:cubicBezTo>
                      <a:pt x="1587527" y="932278"/>
                      <a:pt x="1409629" y="917679"/>
                      <a:pt x="1133520" y="923330"/>
                    </a:cubicBezTo>
                    <a:cubicBezTo>
                      <a:pt x="857411" y="928981"/>
                      <a:pt x="686706" y="862811"/>
                      <a:pt x="510084" y="923330"/>
                    </a:cubicBezTo>
                    <a:cubicBezTo>
                      <a:pt x="333462" y="983849"/>
                      <a:pt x="119678" y="886625"/>
                      <a:pt x="0" y="923330"/>
                    </a:cubicBezTo>
                    <a:cubicBezTo>
                      <a:pt x="-8226" y="831763"/>
                      <a:pt x="32786" y="614727"/>
                      <a:pt x="0" y="470898"/>
                    </a:cubicBezTo>
                    <a:cubicBezTo>
                      <a:pt x="-32786" y="327069"/>
                      <a:pt x="962" y="202399"/>
                      <a:pt x="0" y="0"/>
                    </a:cubicBezTo>
                    <a:close/>
                  </a:path>
                  <a:path w="2833801" h="923330" stroke="0" extrusionOk="0">
                    <a:moveTo>
                      <a:pt x="0" y="0"/>
                    </a:moveTo>
                    <a:cubicBezTo>
                      <a:pt x="198059" y="-605"/>
                      <a:pt x="329147" y="45955"/>
                      <a:pt x="481746" y="0"/>
                    </a:cubicBezTo>
                    <a:cubicBezTo>
                      <a:pt x="634345" y="-45955"/>
                      <a:pt x="865575" y="27350"/>
                      <a:pt x="963492" y="0"/>
                    </a:cubicBezTo>
                    <a:cubicBezTo>
                      <a:pt x="1061409" y="-27350"/>
                      <a:pt x="1306102" y="53673"/>
                      <a:pt x="1501915" y="0"/>
                    </a:cubicBezTo>
                    <a:cubicBezTo>
                      <a:pt x="1697728" y="-53673"/>
                      <a:pt x="1834128" y="27989"/>
                      <a:pt x="2011999" y="0"/>
                    </a:cubicBezTo>
                    <a:cubicBezTo>
                      <a:pt x="2189870" y="-27989"/>
                      <a:pt x="2489177" y="5761"/>
                      <a:pt x="2833801" y="0"/>
                    </a:cubicBezTo>
                    <a:cubicBezTo>
                      <a:pt x="2862178" y="164826"/>
                      <a:pt x="2816798" y="305465"/>
                      <a:pt x="2833801" y="433965"/>
                    </a:cubicBezTo>
                    <a:cubicBezTo>
                      <a:pt x="2850804" y="562466"/>
                      <a:pt x="2780976" y="728746"/>
                      <a:pt x="2833801" y="923330"/>
                    </a:cubicBezTo>
                    <a:cubicBezTo>
                      <a:pt x="2724445" y="932872"/>
                      <a:pt x="2498246" y="889570"/>
                      <a:pt x="2295379" y="923330"/>
                    </a:cubicBezTo>
                    <a:cubicBezTo>
                      <a:pt x="2092512" y="957090"/>
                      <a:pt x="1878085" y="875636"/>
                      <a:pt x="1756957" y="923330"/>
                    </a:cubicBezTo>
                    <a:cubicBezTo>
                      <a:pt x="1635829" y="971024"/>
                      <a:pt x="1272722" y="852944"/>
                      <a:pt x="1133520" y="923330"/>
                    </a:cubicBezTo>
                    <a:cubicBezTo>
                      <a:pt x="994318" y="993716"/>
                      <a:pt x="738270" y="880595"/>
                      <a:pt x="538422" y="923330"/>
                    </a:cubicBezTo>
                    <a:cubicBezTo>
                      <a:pt x="338574" y="966065"/>
                      <a:pt x="117167" y="912763"/>
                      <a:pt x="0" y="923330"/>
                    </a:cubicBezTo>
                    <a:cubicBezTo>
                      <a:pt x="-19300" y="714283"/>
                      <a:pt x="54498" y="644051"/>
                      <a:pt x="0" y="443198"/>
                    </a:cubicBezTo>
                    <a:cubicBezTo>
                      <a:pt x="-54498" y="242345"/>
                      <a:pt x="29615" y="182536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Satisfies hunger.</a:t>
                </a:r>
              </a:p>
              <a:p>
                <a:pPr algn="ctr"/>
                <a:r>
                  <a:rPr lang="en-IN" dirty="0"/>
                  <a:t>Sleeps &amp; gets eaten by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=−∞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AD3F49-1703-5646-1EB5-2B39C2C92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80" y="3733564"/>
                <a:ext cx="283380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custGeom>
                        <a:avLst/>
                        <a:gdLst>
                          <a:gd name="connsiteX0" fmla="*/ 0 w 2833801"/>
                          <a:gd name="connsiteY0" fmla="*/ 0 h 923330"/>
                          <a:gd name="connsiteX1" fmla="*/ 538422 w 2833801"/>
                          <a:gd name="connsiteY1" fmla="*/ 0 h 923330"/>
                          <a:gd name="connsiteX2" fmla="*/ 1020168 w 2833801"/>
                          <a:gd name="connsiteY2" fmla="*/ 0 h 923330"/>
                          <a:gd name="connsiteX3" fmla="*/ 1615267 w 2833801"/>
                          <a:gd name="connsiteY3" fmla="*/ 0 h 923330"/>
                          <a:gd name="connsiteX4" fmla="*/ 2097013 w 2833801"/>
                          <a:gd name="connsiteY4" fmla="*/ 0 h 923330"/>
                          <a:gd name="connsiteX5" fmla="*/ 2833801 w 2833801"/>
                          <a:gd name="connsiteY5" fmla="*/ 0 h 923330"/>
                          <a:gd name="connsiteX6" fmla="*/ 2833801 w 2833801"/>
                          <a:gd name="connsiteY6" fmla="*/ 461665 h 923330"/>
                          <a:gd name="connsiteX7" fmla="*/ 2833801 w 2833801"/>
                          <a:gd name="connsiteY7" fmla="*/ 923330 h 923330"/>
                          <a:gd name="connsiteX8" fmla="*/ 2210365 w 2833801"/>
                          <a:gd name="connsiteY8" fmla="*/ 923330 h 923330"/>
                          <a:gd name="connsiteX9" fmla="*/ 1700281 w 2833801"/>
                          <a:gd name="connsiteY9" fmla="*/ 923330 h 923330"/>
                          <a:gd name="connsiteX10" fmla="*/ 1133520 w 2833801"/>
                          <a:gd name="connsiteY10" fmla="*/ 923330 h 923330"/>
                          <a:gd name="connsiteX11" fmla="*/ 510084 w 2833801"/>
                          <a:gd name="connsiteY11" fmla="*/ 923330 h 923330"/>
                          <a:gd name="connsiteX12" fmla="*/ 0 w 2833801"/>
                          <a:gd name="connsiteY12" fmla="*/ 923330 h 923330"/>
                          <a:gd name="connsiteX13" fmla="*/ 0 w 2833801"/>
                          <a:gd name="connsiteY13" fmla="*/ 470898 h 923330"/>
                          <a:gd name="connsiteX14" fmla="*/ 0 w 2833801"/>
                          <a:gd name="connsiteY14" fmla="*/ 0 h 9233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2833801" h="923330" fill="none" extrusionOk="0">
                            <a:moveTo>
                              <a:pt x="0" y="0"/>
                            </a:moveTo>
                            <a:cubicBezTo>
                              <a:pt x="154978" y="-20895"/>
                              <a:pt x="350329" y="16829"/>
                              <a:pt x="538422" y="0"/>
                            </a:cubicBezTo>
                            <a:cubicBezTo>
                              <a:pt x="726515" y="-16829"/>
                              <a:pt x="789682" y="24975"/>
                              <a:pt x="1020168" y="0"/>
                            </a:cubicBezTo>
                            <a:cubicBezTo>
                              <a:pt x="1250654" y="-24975"/>
                              <a:pt x="1325332" y="4668"/>
                              <a:pt x="1615267" y="0"/>
                            </a:cubicBezTo>
                            <a:cubicBezTo>
                              <a:pt x="1905202" y="-4668"/>
                              <a:pt x="1866958" y="12292"/>
                              <a:pt x="2097013" y="0"/>
                            </a:cubicBezTo>
                            <a:cubicBezTo>
                              <a:pt x="2327068" y="-12292"/>
                              <a:pt x="2567701" y="81343"/>
                              <a:pt x="2833801" y="0"/>
                            </a:cubicBezTo>
                            <a:cubicBezTo>
                              <a:pt x="2856997" y="209190"/>
                              <a:pt x="2831151" y="333913"/>
                              <a:pt x="2833801" y="461665"/>
                            </a:cubicBezTo>
                            <a:cubicBezTo>
                              <a:pt x="2836451" y="589417"/>
                              <a:pt x="2827312" y="766516"/>
                              <a:pt x="2833801" y="923330"/>
                            </a:cubicBezTo>
                            <a:cubicBezTo>
                              <a:pt x="2624312" y="931675"/>
                              <a:pt x="2463584" y="865649"/>
                              <a:pt x="2210365" y="923330"/>
                            </a:cubicBezTo>
                            <a:cubicBezTo>
                              <a:pt x="1957146" y="981011"/>
                              <a:pt x="1813035" y="914382"/>
                              <a:pt x="1700281" y="923330"/>
                            </a:cubicBezTo>
                            <a:cubicBezTo>
                              <a:pt x="1587527" y="932278"/>
                              <a:pt x="1409629" y="917679"/>
                              <a:pt x="1133520" y="923330"/>
                            </a:cubicBezTo>
                            <a:cubicBezTo>
                              <a:pt x="857411" y="928981"/>
                              <a:pt x="686706" y="862811"/>
                              <a:pt x="510084" y="923330"/>
                            </a:cubicBezTo>
                            <a:cubicBezTo>
                              <a:pt x="333462" y="983849"/>
                              <a:pt x="119678" y="886625"/>
                              <a:pt x="0" y="923330"/>
                            </a:cubicBezTo>
                            <a:cubicBezTo>
                              <a:pt x="-8226" y="831763"/>
                              <a:pt x="32786" y="614727"/>
                              <a:pt x="0" y="470898"/>
                            </a:cubicBezTo>
                            <a:cubicBezTo>
                              <a:pt x="-32786" y="327069"/>
                              <a:pt x="962" y="202399"/>
                              <a:pt x="0" y="0"/>
                            </a:cubicBezTo>
                            <a:close/>
                          </a:path>
                          <a:path w="2833801" h="923330" stroke="0" extrusionOk="0">
                            <a:moveTo>
                              <a:pt x="0" y="0"/>
                            </a:moveTo>
                            <a:cubicBezTo>
                              <a:pt x="198059" y="-605"/>
                              <a:pt x="329147" y="45955"/>
                              <a:pt x="481746" y="0"/>
                            </a:cubicBezTo>
                            <a:cubicBezTo>
                              <a:pt x="634345" y="-45955"/>
                              <a:pt x="865575" y="27350"/>
                              <a:pt x="963492" y="0"/>
                            </a:cubicBezTo>
                            <a:cubicBezTo>
                              <a:pt x="1061409" y="-27350"/>
                              <a:pt x="1306102" y="53673"/>
                              <a:pt x="1501915" y="0"/>
                            </a:cubicBezTo>
                            <a:cubicBezTo>
                              <a:pt x="1697728" y="-53673"/>
                              <a:pt x="1834128" y="27989"/>
                              <a:pt x="2011999" y="0"/>
                            </a:cubicBezTo>
                            <a:cubicBezTo>
                              <a:pt x="2189870" y="-27989"/>
                              <a:pt x="2489177" y="5761"/>
                              <a:pt x="2833801" y="0"/>
                            </a:cubicBezTo>
                            <a:cubicBezTo>
                              <a:pt x="2862178" y="164826"/>
                              <a:pt x="2816798" y="305465"/>
                              <a:pt x="2833801" y="433965"/>
                            </a:cubicBezTo>
                            <a:cubicBezTo>
                              <a:pt x="2850804" y="562466"/>
                              <a:pt x="2780976" y="728746"/>
                              <a:pt x="2833801" y="923330"/>
                            </a:cubicBezTo>
                            <a:cubicBezTo>
                              <a:pt x="2724445" y="932872"/>
                              <a:pt x="2498246" y="889570"/>
                              <a:pt x="2295379" y="923330"/>
                            </a:cubicBezTo>
                            <a:cubicBezTo>
                              <a:pt x="2092512" y="957090"/>
                              <a:pt x="1878085" y="875636"/>
                              <a:pt x="1756957" y="923330"/>
                            </a:cubicBezTo>
                            <a:cubicBezTo>
                              <a:pt x="1635829" y="971024"/>
                              <a:pt x="1272722" y="852944"/>
                              <a:pt x="1133520" y="923330"/>
                            </a:cubicBezTo>
                            <a:cubicBezTo>
                              <a:pt x="994318" y="993716"/>
                              <a:pt x="738270" y="880595"/>
                              <a:pt x="538422" y="923330"/>
                            </a:cubicBezTo>
                            <a:cubicBezTo>
                              <a:pt x="338574" y="966065"/>
                              <a:pt x="117167" y="912763"/>
                              <a:pt x="0" y="923330"/>
                            </a:cubicBezTo>
                            <a:cubicBezTo>
                              <a:pt x="-19300" y="714283"/>
                              <a:pt x="54498" y="644051"/>
                              <a:pt x="0" y="443198"/>
                            </a:cubicBezTo>
                            <a:cubicBezTo>
                              <a:pt x="-54498" y="242345"/>
                              <a:pt x="29615" y="18253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Badge Tick1 outline">
            <a:extLst>
              <a:ext uri="{FF2B5EF4-FFF2-40B4-BE49-F238E27FC236}">
                <a16:creationId xmlns:a16="http://schemas.microsoft.com/office/drawing/2014/main" id="{28F33E01-608E-FC38-77C1-20F1764706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1885" y="2405611"/>
            <a:ext cx="457200" cy="457200"/>
          </a:xfrm>
          <a:prstGeom prst="rect">
            <a:avLst/>
          </a:prstGeom>
        </p:spPr>
      </p:pic>
      <p:pic>
        <p:nvPicPr>
          <p:cNvPr id="21" name="Graphic 20" descr="Badge Cross outline">
            <a:extLst>
              <a:ext uri="{FF2B5EF4-FFF2-40B4-BE49-F238E27FC236}">
                <a16:creationId xmlns:a16="http://schemas.microsoft.com/office/drawing/2014/main" id="{0CEC0499-2767-390B-7E08-2A0AF509EF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55080" y="2843530"/>
            <a:ext cx="457200" cy="457200"/>
          </a:xfrm>
          <a:prstGeom prst="rect">
            <a:avLst/>
          </a:prstGeom>
        </p:spPr>
      </p:pic>
      <p:pic>
        <p:nvPicPr>
          <p:cNvPr id="34" name="Picture 33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64407F94-E735-B6FB-7D1A-8A30A188C2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10" y="1773049"/>
            <a:ext cx="613765" cy="1015200"/>
          </a:xfrm>
          <a:prstGeom prst="rect">
            <a:avLst/>
          </a:prstGeom>
        </p:spPr>
      </p:pic>
      <p:pic>
        <p:nvPicPr>
          <p:cNvPr id="35" name="Picture 34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3D50DE47-2A5C-76B4-C8DF-69E6A33632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04674">
            <a:off x="7546767" y="2037354"/>
            <a:ext cx="613765" cy="101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B94697B-052E-7612-4B0F-496C5E416F50}"/>
                  </a:ext>
                </a:extLst>
              </p:cNvPr>
              <p:cNvSpPr txBox="1"/>
              <p:nvPr/>
            </p:nvSpPr>
            <p:spPr>
              <a:xfrm>
                <a:off x="2238903" y="5180627"/>
                <a:ext cx="7009592" cy="369332"/>
              </a:xfrm>
              <a:custGeom>
                <a:avLst/>
                <a:gdLst>
                  <a:gd name="csX0" fmla="*/ 0 w 7009592"/>
                  <a:gd name="csY0" fmla="*/ 0 h 369332"/>
                  <a:gd name="csX1" fmla="*/ 373845 w 7009592"/>
                  <a:gd name="csY1" fmla="*/ 0 h 369332"/>
                  <a:gd name="csX2" fmla="*/ 1028073 w 7009592"/>
                  <a:gd name="csY2" fmla="*/ 0 h 369332"/>
                  <a:gd name="csX3" fmla="*/ 1401918 w 7009592"/>
                  <a:gd name="csY3" fmla="*/ 0 h 369332"/>
                  <a:gd name="csX4" fmla="*/ 1915955 w 7009592"/>
                  <a:gd name="csY4" fmla="*/ 0 h 369332"/>
                  <a:gd name="csX5" fmla="*/ 2640280 w 7009592"/>
                  <a:gd name="csY5" fmla="*/ 0 h 369332"/>
                  <a:gd name="csX6" fmla="*/ 3224412 w 7009592"/>
                  <a:gd name="csY6" fmla="*/ 0 h 369332"/>
                  <a:gd name="csX7" fmla="*/ 3878641 w 7009592"/>
                  <a:gd name="csY7" fmla="*/ 0 h 369332"/>
                  <a:gd name="csX8" fmla="*/ 4392678 w 7009592"/>
                  <a:gd name="csY8" fmla="*/ 0 h 369332"/>
                  <a:gd name="csX9" fmla="*/ 4976810 w 7009592"/>
                  <a:gd name="csY9" fmla="*/ 0 h 369332"/>
                  <a:gd name="csX10" fmla="*/ 5701135 w 7009592"/>
                  <a:gd name="csY10" fmla="*/ 0 h 369332"/>
                  <a:gd name="csX11" fmla="*/ 6145076 w 7009592"/>
                  <a:gd name="csY11" fmla="*/ 0 h 369332"/>
                  <a:gd name="csX12" fmla="*/ 7009592 w 7009592"/>
                  <a:gd name="csY12" fmla="*/ 0 h 369332"/>
                  <a:gd name="csX13" fmla="*/ 7009592 w 7009592"/>
                  <a:gd name="csY13" fmla="*/ 369332 h 369332"/>
                  <a:gd name="csX14" fmla="*/ 6495555 w 7009592"/>
                  <a:gd name="csY14" fmla="*/ 369332 h 369332"/>
                  <a:gd name="csX15" fmla="*/ 6121710 w 7009592"/>
                  <a:gd name="csY15" fmla="*/ 369332 h 369332"/>
                  <a:gd name="csX16" fmla="*/ 5537578 w 7009592"/>
                  <a:gd name="csY16" fmla="*/ 369332 h 369332"/>
                  <a:gd name="csX17" fmla="*/ 5093637 w 7009592"/>
                  <a:gd name="csY17" fmla="*/ 369332 h 369332"/>
                  <a:gd name="csX18" fmla="*/ 4509504 w 7009592"/>
                  <a:gd name="csY18" fmla="*/ 369332 h 369332"/>
                  <a:gd name="csX19" fmla="*/ 3925372 w 7009592"/>
                  <a:gd name="csY19" fmla="*/ 369332 h 369332"/>
                  <a:gd name="csX20" fmla="*/ 3341239 w 7009592"/>
                  <a:gd name="csY20" fmla="*/ 369332 h 369332"/>
                  <a:gd name="csX21" fmla="*/ 2757106 w 7009592"/>
                  <a:gd name="csY21" fmla="*/ 369332 h 369332"/>
                  <a:gd name="csX22" fmla="*/ 2243069 w 7009592"/>
                  <a:gd name="csY22" fmla="*/ 369332 h 369332"/>
                  <a:gd name="csX23" fmla="*/ 1588841 w 7009592"/>
                  <a:gd name="csY23" fmla="*/ 369332 h 369332"/>
                  <a:gd name="csX24" fmla="*/ 1004708 w 7009592"/>
                  <a:gd name="csY24" fmla="*/ 369332 h 369332"/>
                  <a:gd name="csX25" fmla="*/ 0 w 7009592"/>
                  <a:gd name="csY25" fmla="*/ 369332 h 369332"/>
                  <a:gd name="csX26" fmla="*/ 0 w 7009592"/>
                  <a:gd name="csY2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7009592" h="369332" fill="none" extrusionOk="0">
                    <a:moveTo>
                      <a:pt x="0" y="0"/>
                    </a:moveTo>
                    <a:cubicBezTo>
                      <a:pt x="86871" y="-18308"/>
                      <a:pt x="271016" y="33048"/>
                      <a:pt x="373845" y="0"/>
                    </a:cubicBezTo>
                    <a:cubicBezTo>
                      <a:pt x="476674" y="-33048"/>
                      <a:pt x="788352" y="6461"/>
                      <a:pt x="1028073" y="0"/>
                    </a:cubicBezTo>
                    <a:cubicBezTo>
                      <a:pt x="1267794" y="-6461"/>
                      <a:pt x="1219606" y="25181"/>
                      <a:pt x="1401918" y="0"/>
                    </a:cubicBezTo>
                    <a:cubicBezTo>
                      <a:pt x="1584230" y="-25181"/>
                      <a:pt x="1702400" y="61140"/>
                      <a:pt x="1915955" y="0"/>
                    </a:cubicBezTo>
                    <a:cubicBezTo>
                      <a:pt x="2129510" y="-61140"/>
                      <a:pt x="2470156" y="63000"/>
                      <a:pt x="2640280" y="0"/>
                    </a:cubicBezTo>
                    <a:cubicBezTo>
                      <a:pt x="2810405" y="-63000"/>
                      <a:pt x="3069074" y="54863"/>
                      <a:pt x="3224412" y="0"/>
                    </a:cubicBezTo>
                    <a:cubicBezTo>
                      <a:pt x="3379750" y="-54863"/>
                      <a:pt x="3625871" y="75466"/>
                      <a:pt x="3878641" y="0"/>
                    </a:cubicBezTo>
                    <a:cubicBezTo>
                      <a:pt x="4131411" y="-75466"/>
                      <a:pt x="4244711" y="13108"/>
                      <a:pt x="4392678" y="0"/>
                    </a:cubicBezTo>
                    <a:cubicBezTo>
                      <a:pt x="4540645" y="-13108"/>
                      <a:pt x="4730436" y="34384"/>
                      <a:pt x="4976810" y="0"/>
                    </a:cubicBezTo>
                    <a:cubicBezTo>
                      <a:pt x="5223184" y="-34384"/>
                      <a:pt x="5458887" y="49183"/>
                      <a:pt x="5701135" y="0"/>
                    </a:cubicBezTo>
                    <a:cubicBezTo>
                      <a:pt x="5943383" y="-49183"/>
                      <a:pt x="5941438" y="47457"/>
                      <a:pt x="6145076" y="0"/>
                    </a:cubicBezTo>
                    <a:cubicBezTo>
                      <a:pt x="6348714" y="-47457"/>
                      <a:pt x="6653850" y="97066"/>
                      <a:pt x="7009592" y="0"/>
                    </a:cubicBezTo>
                    <a:cubicBezTo>
                      <a:pt x="7009666" y="139499"/>
                      <a:pt x="6994597" y="270034"/>
                      <a:pt x="7009592" y="369332"/>
                    </a:cubicBezTo>
                    <a:cubicBezTo>
                      <a:pt x="6877024" y="406731"/>
                      <a:pt x="6726518" y="315612"/>
                      <a:pt x="6495555" y="369332"/>
                    </a:cubicBezTo>
                    <a:cubicBezTo>
                      <a:pt x="6264592" y="423052"/>
                      <a:pt x="6299321" y="345046"/>
                      <a:pt x="6121710" y="369332"/>
                    </a:cubicBezTo>
                    <a:cubicBezTo>
                      <a:pt x="5944099" y="393618"/>
                      <a:pt x="5777038" y="354502"/>
                      <a:pt x="5537578" y="369332"/>
                    </a:cubicBezTo>
                    <a:cubicBezTo>
                      <a:pt x="5298118" y="384162"/>
                      <a:pt x="5204608" y="333629"/>
                      <a:pt x="5093637" y="369332"/>
                    </a:cubicBezTo>
                    <a:cubicBezTo>
                      <a:pt x="4982666" y="405035"/>
                      <a:pt x="4676539" y="356981"/>
                      <a:pt x="4509504" y="369332"/>
                    </a:cubicBezTo>
                    <a:cubicBezTo>
                      <a:pt x="4342469" y="381683"/>
                      <a:pt x="4175055" y="352089"/>
                      <a:pt x="3925372" y="369332"/>
                    </a:cubicBezTo>
                    <a:cubicBezTo>
                      <a:pt x="3675689" y="386575"/>
                      <a:pt x="3500923" y="343960"/>
                      <a:pt x="3341239" y="369332"/>
                    </a:cubicBezTo>
                    <a:cubicBezTo>
                      <a:pt x="3181555" y="394704"/>
                      <a:pt x="3019153" y="349039"/>
                      <a:pt x="2757106" y="369332"/>
                    </a:cubicBezTo>
                    <a:cubicBezTo>
                      <a:pt x="2495059" y="389625"/>
                      <a:pt x="2408366" y="312655"/>
                      <a:pt x="2243069" y="369332"/>
                    </a:cubicBezTo>
                    <a:cubicBezTo>
                      <a:pt x="2077772" y="426009"/>
                      <a:pt x="1829145" y="307355"/>
                      <a:pt x="1588841" y="369332"/>
                    </a:cubicBezTo>
                    <a:cubicBezTo>
                      <a:pt x="1348537" y="431309"/>
                      <a:pt x="1192741" y="299250"/>
                      <a:pt x="1004708" y="369332"/>
                    </a:cubicBezTo>
                    <a:cubicBezTo>
                      <a:pt x="816675" y="439414"/>
                      <a:pt x="419175" y="368760"/>
                      <a:pt x="0" y="369332"/>
                    </a:cubicBezTo>
                    <a:cubicBezTo>
                      <a:pt x="-27788" y="236673"/>
                      <a:pt x="4553" y="163225"/>
                      <a:pt x="0" y="0"/>
                    </a:cubicBezTo>
                    <a:close/>
                  </a:path>
                  <a:path w="7009592" h="369332" stroke="0" extrusionOk="0">
                    <a:moveTo>
                      <a:pt x="0" y="0"/>
                    </a:moveTo>
                    <a:cubicBezTo>
                      <a:pt x="121351" y="-15262"/>
                      <a:pt x="301253" y="8428"/>
                      <a:pt x="514037" y="0"/>
                    </a:cubicBezTo>
                    <a:cubicBezTo>
                      <a:pt x="726821" y="-8428"/>
                      <a:pt x="787227" y="33280"/>
                      <a:pt x="887882" y="0"/>
                    </a:cubicBezTo>
                    <a:cubicBezTo>
                      <a:pt x="988537" y="-33280"/>
                      <a:pt x="1316923" y="82806"/>
                      <a:pt x="1612206" y="0"/>
                    </a:cubicBezTo>
                    <a:cubicBezTo>
                      <a:pt x="1907489" y="-82806"/>
                      <a:pt x="1991787" y="18405"/>
                      <a:pt x="2126243" y="0"/>
                    </a:cubicBezTo>
                    <a:cubicBezTo>
                      <a:pt x="2260699" y="-18405"/>
                      <a:pt x="2414043" y="6713"/>
                      <a:pt x="2640280" y="0"/>
                    </a:cubicBezTo>
                    <a:cubicBezTo>
                      <a:pt x="2866517" y="-6713"/>
                      <a:pt x="3087155" y="40394"/>
                      <a:pt x="3364604" y="0"/>
                    </a:cubicBezTo>
                    <a:cubicBezTo>
                      <a:pt x="3642053" y="-40394"/>
                      <a:pt x="3685800" y="45069"/>
                      <a:pt x="3808545" y="0"/>
                    </a:cubicBezTo>
                    <a:cubicBezTo>
                      <a:pt x="3931290" y="-45069"/>
                      <a:pt x="4325853" y="76950"/>
                      <a:pt x="4532869" y="0"/>
                    </a:cubicBezTo>
                    <a:cubicBezTo>
                      <a:pt x="4739885" y="-76950"/>
                      <a:pt x="4915458" y="21445"/>
                      <a:pt x="5257194" y="0"/>
                    </a:cubicBezTo>
                    <a:cubicBezTo>
                      <a:pt x="5598931" y="-21445"/>
                      <a:pt x="5571727" y="14559"/>
                      <a:pt x="5841327" y="0"/>
                    </a:cubicBezTo>
                    <a:cubicBezTo>
                      <a:pt x="6110927" y="-14559"/>
                      <a:pt x="6472159" y="40440"/>
                      <a:pt x="7009592" y="0"/>
                    </a:cubicBezTo>
                    <a:cubicBezTo>
                      <a:pt x="7032683" y="82749"/>
                      <a:pt x="6998333" y="217141"/>
                      <a:pt x="7009592" y="369332"/>
                    </a:cubicBezTo>
                    <a:cubicBezTo>
                      <a:pt x="6854627" y="394712"/>
                      <a:pt x="6805813" y="357192"/>
                      <a:pt x="6635747" y="369332"/>
                    </a:cubicBezTo>
                    <a:cubicBezTo>
                      <a:pt x="6465682" y="381472"/>
                      <a:pt x="6110431" y="334141"/>
                      <a:pt x="5911423" y="369332"/>
                    </a:cubicBezTo>
                    <a:cubicBezTo>
                      <a:pt x="5712415" y="404523"/>
                      <a:pt x="5673321" y="359026"/>
                      <a:pt x="5467482" y="369332"/>
                    </a:cubicBezTo>
                    <a:cubicBezTo>
                      <a:pt x="5261643" y="379638"/>
                      <a:pt x="5118363" y="336738"/>
                      <a:pt x="4883349" y="369332"/>
                    </a:cubicBezTo>
                    <a:cubicBezTo>
                      <a:pt x="4648335" y="401926"/>
                      <a:pt x="4510451" y="325558"/>
                      <a:pt x="4159025" y="369332"/>
                    </a:cubicBezTo>
                    <a:cubicBezTo>
                      <a:pt x="3807599" y="413106"/>
                      <a:pt x="3757526" y="328243"/>
                      <a:pt x="3574892" y="369332"/>
                    </a:cubicBezTo>
                    <a:cubicBezTo>
                      <a:pt x="3392258" y="410421"/>
                      <a:pt x="3379823" y="342171"/>
                      <a:pt x="3201047" y="369332"/>
                    </a:cubicBezTo>
                    <a:cubicBezTo>
                      <a:pt x="3022271" y="396493"/>
                      <a:pt x="2897057" y="347073"/>
                      <a:pt x="2757106" y="369332"/>
                    </a:cubicBezTo>
                    <a:cubicBezTo>
                      <a:pt x="2617155" y="391591"/>
                      <a:pt x="2342465" y="297346"/>
                      <a:pt x="2032782" y="369332"/>
                    </a:cubicBezTo>
                    <a:cubicBezTo>
                      <a:pt x="1723099" y="441318"/>
                      <a:pt x="1685613" y="338572"/>
                      <a:pt x="1448649" y="369332"/>
                    </a:cubicBezTo>
                    <a:cubicBezTo>
                      <a:pt x="1211685" y="400092"/>
                      <a:pt x="1181185" y="354295"/>
                      <a:pt x="1004708" y="369332"/>
                    </a:cubicBezTo>
                    <a:cubicBezTo>
                      <a:pt x="828231" y="384369"/>
                      <a:pt x="375243" y="365759"/>
                      <a:pt x="0" y="369332"/>
                    </a:cubicBezTo>
                    <a:cubicBezTo>
                      <a:pt x="-18115" y="195134"/>
                      <a:pt x="43045" y="81008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dirty="0"/>
                  <a:t>Cannibal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 won’t eat Mr. Snack because then Cannibal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dirty="0"/>
                  <a:t> will eat him.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B94697B-052E-7612-4B0F-496C5E416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903" y="5180627"/>
                <a:ext cx="7009592" cy="369332"/>
              </a:xfrm>
              <a:prstGeom prst="rect">
                <a:avLst/>
              </a:prstGeom>
              <a:blipFill>
                <a:blip r:embed="rId12"/>
                <a:stretch>
                  <a:fillRect l="-433" b="-13514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7009592"/>
                          <a:gd name="connsiteY0" fmla="*/ 0 h 369332"/>
                          <a:gd name="connsiteX1" fmla="*/ 373845 w 7009592"/>
                          <a:gd name="connsiteY1" fmla="*/ 0 h 369332"/>
                          <a:gd name="connsiteX2" fmla="*/ 1028073 w 7009592"/>
                          <a:gd name="connsiteY2" fmla="*/ 0 h 369332"/>
                          <a:gd name="connsiteX3" fmla="*/ 1401918 w 7009592"/>
                          <a:gd name="connsiteY3" fmla="*/ 0 h 369332"/>
                          <a:gd name="connsiteX4" fmla="*/ 1915955 w 7009592"/>
                          <a:gd name="connsiteY4" fmla="*/ 0 h 369332"/>
                          <a:gd name="connsiteX5" fmla="*/ 2640280 w 7009592"/>
                          <a:gd name="connsiteY5" fmla="*/ 0 h 369332"/>
                          <a:gd name="connsiteX6" fmla="*/ 3224412 w 7009592"/>
                          <a:gd name="connsiteY6" fmla="*/ 0 h 369332"/>
                          <a:gd name="connsiteX7" fmla="*/ 3878641 w 7009592"/>
                          <a:gd name="connsiteY7" fmla="*/ 0 h 369332"/>
                          <a:gd name="connsiteX8" fmla="*/ 4392678 w 7009592"/>
                          <a:gd name="connsiteY8" fmla="*/ 0 h 369332"/>
                          <a:gd name="connsiteX9" fmla="*/ 4976810 w 7009592"/>
                          <a:gd name="connsiteY9" fmla="*/ 0 h 369332"/>
                          <a:gd name="connsiteX10" fmla="*/ 5701135 w 7009592"/>
                          <a:gd name="connsiteY10" fmla="*/ 0 h 369332"/>
                          <a:gd name="connsiteX11" fmla="*/ 6145076 w 7009592"/>
                          <a:gd name="connsiteY11" fmla="*/ 0 h 369332"/>
                          <a:gd name="connsiteX12" fmla="*/ 7009592 w 7009592"/>
                          <a:gd name="connsiteY12" fmla="*/ 0 h 369332"/>
                          <a:gd name="connsiteX13" fmla="*/ 7009592 w 7009592"/>
                          <a:gd name="connsiteY13" fmla="*/ 369332 h 369332"/>
                          <a:gd name="connsiteX14" fmla="*/ 6495555 w 7009592"/>
                          <a:gd name="connsiteY14" fmla="*/ 369332 h 369332"/>
                          <a:gd name="connsiteX15" fmla="*/ 6121710 w 7009592"/>
                          <a:gd name="connsiteY15" fmla="*/ 369332 h 369332"/>
                          <a:gd name="connsiteX16" fmla="*/ 5537578 w 7009592"/>
                          <a:gd name="connsiteY16" fmla="*/ 369332 h 369332"/>
                          <a:gd name="connsiteX17" fmla="*/ 5093637 w 7009592"/>
                          <a:gd name="connsiteY17" fmla="*/ 369332 h 369332"/>
                          <a:gd name="connsiteX18" fmla="*/ 4509504 w 7009592"/>
                          <a:gd name="connsiteY18" fmla="*/ 369332 h 369332"/>
                          <a:gd name="connsiteX19" fmla="*/ 3925372 w 7009592"/>
                          <a:gd name="connsiteY19" fmla="*/ 369332 h 369332"/>
                          <a:gd name="connsiteX20" fmla="*/ 3341239 w 7009592"/>
                          <a:gd name="connsiteY20" fmla="*/ 369332 h 369332"/>
                          <a:gd name="connsiteX21" fmla="*/ 2757106 w 7009592"/>
                          <a:gd name="connsiteY21" fmla="*/ 369332 h 369332"/>
                          <a:gd name="connsiteX22" fmla="*/ 2243069 w 7009592"/>
                          <a:gd name="connsiteY22" fmla="*/ 369332 h 369332"/>
                          <a:gd name="connsiteX23" fmla="*/ 1588841 w 7009592"/>
                          <a:gd name="connsiteY23" fmla="*/ 369332 h 369332"/>
                          <a:gd name="connsiteX24" fmla="*/ 1004708 w 7009592"/>
                          <a:gd name="connsiteY24" fmla="*/ 369332 h 369332"/>
                          <a:gd name="connsiteX25" fmla="*/ 0 w 7009592"/>
                          <a:gd name="connsiteY25" fmla="*/ 369332 h 369332"/>
                          <a:gd name="connsiteX26" fmla="*/ 0 w 7009592"/>
                          <a:gd name="connsiteY2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</a:cxnLst>
                        <a:rect l="l" t="t" r="r" b="b"/>
                        <a:pathLst>
                          <a:path w="7009592" h="369332" fill="none" extrusionOk="0">
                            <a:moveTo>
                              <a:pt x="0" y="0"/>
                            </a:moveTo>
                            <a:cubicBezTo>
                              <a:pt x="86871" y="-18308"/>
                              <a:pt x="271016" y="33048"/>
                              <a:pt x="373845" y="0"/>
                            </a:cubicBezTo>
                            <a:cubicBezTo>
                              <a:pt x="476674" y="-33048"/>
                              <a:pt x="788352" y="6461"/>
                              <a:pt x="1028073" y="0"/>
                            </a:cubicBezTo>
                            <a:cubicBezTo>
                              <a:pt x="1267794" y="-6461"/>
                              <a:pt x="1219606" y="25181"/>
                              <a:pt x="1401918" y="0"/>
                            </a:cubicBezTo>
                            <a:cubicBezTo>
                              <a:pt x="1584230" y="-25181"/>
                              <a:pt x="1702400" y="61140"/>
                              <a:pt x="1915955" y="0"/>
                            </a:cubicBezTo>
                            <a:cubicBezTo>
                              <a:pt x="2129510" y="-61140"/>
                              <a:pt x="2470156" y="63000"/>
                              <a:pt x="2640280" y="0"/>
                            </a:cubicBezTo>
                            <a:cubicBezTo>
                              <a:pt x="2810405" y="-63000"/>
                              <a:pt x="3069074" y="54863"/>
                              <a:pt x="3224412" y="0"/>
                            </a:cubicBezTo>
                            <a:cubicBezTo>
                              <a:pt x="3379750" y="-54863"/>
                              <a:pt x="3625871" y="75466"/>
                              <a:pt x="3878641" y="0"/>
                            </a:cubicBezTo>
                            <a:cubicBezTo>
                              <a:pt x="4131411" y="-75466"/>
                              <a:pt x="4244711" y="13108"/>
                              <a:pt x="4392678" y="0"/>
                            </a:cubicBezTo>
                            <a:cubicBezTo>
                              <a:pt x="4540645" y="-13108"/>
                              <a:pt x="4730436" y="34384"/>
                              <a:pt x="4976810" y="0"/>
                            </a:cubicBezTo>
                            <a:cubicBezTo>
                              <a:pt x="5223184" y="-34384"/>
                              <a:pt x="5458887" y="49183"/>
                              <a:pt x="5701135" y="0"/>
                            </a:cubicBezTo>
                            <a:cubicBezTo>
                              <a:pt x="5943383" y="-49183"/>
                              <a:pt x="5941438" y="47457"/>
                              <a:pt x="6145076" y="0"/>
                            </a:cubicBezTo>
                            <a:cubicBezTo>
                              <a:pt x="6348714" y="-47457"/>
                              <a:pt x="6653850" y="97066"/>
                              <a:pt x="7009592" y="0"/>
                            </a:cubicBezTo>
                            <a:cubicBezTo>
                              <a:pt x="7009666" y="139499"/>
                              <a:pt x="6994597" y="270034"/>
                              <a:pt x="7009592" y="369332"/>
                            </a:cubicBezTo>
                            <a:cubicBezTo>
                              <a:pt x="6877024" y="406731"/>
                              <a:pt x="6726518" y="315612"/>
                              <a:pt x="6495555" y="369332"/>
                            </a:cubicBezTo>
                            <a:cubicBezTo>
                              <a:pt x="6264592" y="423052"/>
                              <a:pt x="6299321" y="345046"/>
                              <a:pt x="6121710" y="369332"/>
                            </a:cubicBezTo>
                            <a:cubicBezTo>
                              <a:pt x="5944099" y="393618"/>
                              <a:pt x="5777038" y="354502"/>
                              <a:pt x="5537578" y="369332"/>
                            </a:cubicBezTo>
                            <a:cubicBezTo>
                              <a:pt x="5298118" y="384162"/>
                              <a:pt x="5204608" y="333629"/>
                              <a:pt x="5093637" y="369332"/>
                            </a:cubicBezTo>
                            <a:cubicBezTo>
                              <a:pt x="4982666" y="405035"/>
                              <a:pt x="4676539" y="356981"/>
                              <a:pt x="4509504" y="369332"/>
                            </a:cubicBezTo>
                            <a:cubicBezTo>
                              <a:pt x="4342469" y="381683"/>
                              <a:pt x="4175055" y="352089"/>
                              <a:pt x="3925372" y="369332"/>
                            </a:cubicBezTo>
                            <a:cubicBezTo>
                              <a:pt x="3675689" y="386575"/>
                              <a:pt x="3500923" y="343960"/>
                              <a:pt x="3341239" y="369332"/>
                            </a:cubicBezTo>
                            <a:cubicBezTo>
                              <a:pt x="3181555" y="394704"/>
                              <a:pt x="3019153" y="349039"/>
                              <a:pt x="2757106" y="369332"/>
                            </a:cubicBezTo>
                            <a:cubicBezTo>
                              <a:pt x="2495059" y="389625"/>
                              <a:pt x="2408366" y="312655"/>
                              <a:pt x="2243069" y="369332"/>
                            </a:cubicBezTo>
                            <a:cubicBezTo>
                              <a:pt x="2077772" y="426009"/>
                              <a:pt x="1829145" y="307355"/>
                              <a:pt x="1588841" y="369332"/>
                            </a:cubicBezTo>
                            <a:cubicBezTo>
                              <a:pt x="1348537" y="431309"/>
                              <a:pt x="1192741" y="299250"/>
                              <a:pt x="1004708" y="369332"/>
                            </a:cubicBezTo>
                            <a:cubicBezTo>
                              <a:pt x="816675" y="439414"/>
                              <a:pt x="419175" y="368760"/>
                              <a:pt x="0" y="369332"/>
                            </a:cubicBezTo>
                            <a:cubicBezTo>
                              <a:pt x="-27788" y="236673"/>
                              <a:pt x="4553" y="163225"/>
                              <a:pt x="0" y="0"/>
                            </a:cubicBezTo>
                            <a:close/>
                          </a:path>
                          <a:path w="7009592" h="369332" stroke="0" extrusionOk="0">
                            <a:moveTo>
                              <a:pt x="0" y="0"/>
                            </a:moveTo>
                            <a:cubicBezTo>
                              <a:pt x="121351" y="-15262"/>
                              <a:pt x="301253" y="8428"/>
                              <a:pt x="514037" y="0"/>
                            </a:cubicBezTo>
                            <a:cubicBezTo>
                              <a:pt x="726821" y="-8428"/>
                              <a:pt x="787227" y="33280"/>
                              <a:pt x="887882" y="0"/>
                            </a:cubicBezTo>
                            <a:cubicBezTo>
                              <a:pt x="988537" y="-33280"/>
                              <a:pt x="1316923" y="82806"/>
                              <a:pt x="1612206" y="0"/>
                            </a:cubicBezTo>
                            <a:cubicBezTo>
                              <a:pt x="1907489" y="-82806"/>
                              <a:pt x="1991787" y="18405"/>
                              <a:pt x="2126243" y="0"/>
                            </a:cubicBezTo>
                            <a:cubicBezTo>
                              <a:pt x="2260699" y="-18405"/>
                              <a:pt x="2414043" y="6713"/>
                              <a:pt x="2640280" y="0"/>
                            </a:cubicBezTo>
                            <a:cubicBezTo>
                              <a:pt x="2866517" y="-6713"/>
                              <a:pt x="3087155" y="40394"/>
                              <a:pt x="3364604" y="0"/>
                            </a:cubicBezTo>
                            <a:cubicBezTo>
                              <a:pt x="3642053" y="-40394"/>
                              <a:pt x="3685800" y="45069"/>
                              <a:pt x="3808545" y="0"/>
                            </a:cubicBezTo>
                            <a:cubicBezTo>
                              <a:pt x="3931290" y="-45069"/>
                              <a:pt x="4325853" y="76950"/>
                              <a:pt x="4532869" y="0"/>
                            </a:cubicBezTo>
                            <a:cubicBezTo>
                              <a:pt x="4739885" y="-76950"/>
                              <a:pt x="4915458" y="21445"/>
                              <a:pt x="5257194" y="0"/>
                            </a:cubicBezTo>
                            <a:cubicBezTo>
                              <a:pt x="5598931" y="-21445"/>
                              <a:pt x="5571727" y="14559"/>
                              <a:pt x="5841327" y="0"/>
                            </a:cubicBezTo>
                            <a:cubicBezTo>
                              <a:pt x="6110927" y="-14559"/>
                              <a:pt x="6472159" y="40440"/>
                              <a:pt x="7009592" y="0"/>
                            </a:cubicBezTo>
                            <a:cubicBezTo>
                              <a:pt x="7032683" y="82749"/>
                              <a:pt x="6998333" y="217141"/>
                              <a:pt x="7009592" y="369332"/>
                            </a:cubicBezTo>
                            <a:cubicBezTo>
                              <a:pt x="6854627" y="394712"/>
                              <a:pt x="6805813" y="357192"/>
                              <a:pt x="6635747" y="369332"/>
                            </a:cubicBezTo>
                            <a:cubicBezTo>
                              <a:pt x="6465682" y="381472"/>
                              <a:pt x="6110431" y="334141"/>
                              <a:pt x="5911423" y="369332"/>
                            </a:cubicBezTo>
                            <a:cubicBezTo>
                              <a:pt x="5712415" y="404523"/>
                              <a:pt x="5673321" y="359026"/>
                              <a:pt x="5467482" y="369332"/>
                            </a:cubicBezTo>
                            <a:cubicBezTo>
                              <a:pt x="5261643" y="379638"/>
                              <a:pt x="5118363" y="336738"/>
                              <a:pt x="4883349" y="369332"/>
                            </a:cubicBezTo>
                            <a:cubicBezTo>
                              <a:pt x="4648335" y="401926"/>
                              <a:pt x="4510451" y="325558"/>
                              <a:pt x="4159025" y="369332"/>
                            </a:cubicBezTo>
                            <a:cubicBezTo>
                              <a:pt x="3807599" y="413106"/>
                              <a:pt x="3757526" y="328243"/>
                              <a:pt x="3574892" y="369332"/>
                            </a:cubicBezTo>
                            <a:cubicBezTo>
                              <a:pt x="3392258" y="410421"/>
                              <a:pt x="3379823" y="342171"/>
                              <a:pt x="3201047" y="369332"/>
                            </a:cubicBezTo>
                            <a:cubicBezTo>
                              <a:pt x="3022271" y="396493"/>
                              <a:pt x="2897057" y="347073"/>
                              <a:pt x="2757106" y="369332"/>
                            </a:cubicBezTo>
                            <a:cubicBezTo>
                              <a:pt x="2617155" y="391591"/>
                              <a:pt x="2342465" y="297346"/>
                              <a:pt x="2032782" y="369332"/>
                            </a:cubicBezTo>
                            <a:cubicBezTo>
                              <a:pt x="1723099" y="441318"/>
                              <a:pt x="1685613" y="338572"/>
                              <a:pt x="1448649" y="369332"/>
                            </a:cubicBezTo>
                            <a:cubicBezTo>
                              <a:pt x="1211685" y="400092"/>
                              <a:pt x="1181185" y="354295"/>
                              <a:pt x="1004708" y="369332"/>
                            </a:cubicBezTo>
                            <a:cubicBezTo>
                              <a:pt x="828231" y="384369"/>
                              <a:pt x="375243" y="365759"/>
                              <a:pt x="0" y="369332"/>
                            </a:cubicBezTo>
                            <a:cubicBezTo>
                              <a:pt x="-18115" y="195134"/>
                              <a:pt x="43045" y="8100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artoon of a person&#10;&#10;Description automatically generated">
            <a:extLst>
              <a:ext uri="{FF2B5EF4-FFF2-40B4-BE49-F238E27FC236}">
                <a16:creationId xmlns:a16="http://schemas.microsoft.com/office/drawing/2014/main" id="{C2AAACB3-49BD-82D5-1E02-CF40307A82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396" y="1075687"/>
            <a:ext cx="435086" cy="1015200"/>
          </a:xfrm>
          <a:prstGeom prst="rect">
            <a:avLst/>
          </a:prstGeom>
        </p:spPr>
      </p:pic>
      <p:pic>
        <p:nvPicPr>
          <p:cNvPr id="5" name="Picture 4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C3CCA908-5E70-D27F-C6ED-0D51987493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9546633" y="332851"/>
            <a:ext cx="1767982" cy="10153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9F29F7-D52F-F9DF-2A35-636129D6E09E}"/>
              </a:ext>
            </a:extLst>
          </p:cNvPr>
          <p:cNvSpPr txBox="1"/>
          <p:nvPr/>
        </p:nvSpPr>
        <p:spPr>
          <a:xfrm>
            <a:off x="3258874" y="5967015"/>
            <a:ext cx="496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Cannibals 3, 4, 5, 6, 7, 8, &amp; 9 won’t eat Mr. Snack</a:t>
            </a:r>
          </a:p>
        </p:txBody>
      </p:sp>
      <p:pic>
        <p:nvPicPr>
          <p:cNvPr id="12" name="Picture 11" descr="A skull and crossbones with a white background&#10;&#10;Description automatically generated">
            <a:extLst>
              <a:ext uri="{FF2B5EF4-FFF2-40B4-BE49-F238E27FC236}">
                <a16:creationId xmlns:a16="http://schemas.microsoft.com/office/drawing/2014/main" id="{ECCA7239-C494-9CAF-883B-701E366454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8" t="6050" r="11615" b="8115"/>
          <a:stretch/>
        </p:blipFill>
        <p:spPr>
          <a:xfrm>
            <a:off x="7213012" y="3700184"/>
            <a:ext cx="942068" cy="9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4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36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2FF5D-B1CF-DBD1-E68A-00C7B83F3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EE4A70-F492-D64D-E4EB-8413A372C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F2BEDB0B-52E6-34D1-657B-A730DF62E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2FC71-CA42-EBCA-AF58-B26F763B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Cannibal 10</a:t>
            </a:r>
            <a:endParaRPr lang="en-US" sz="5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4EC62E1-5F8D-31C2-341B-61E18946A3C6}"/>
                  </a:ext>
                </a:extLst>
              </p:cNvPr>
              <p:cNvSpPr/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4EC62E1-5F8D-31C2-341B-61E18946A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129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87C99D6-D487-7B14-8D36-40A95BDA769C}"/>
              </a:ext>
            </a:extLst>
          </p:cNvPr>
          <p:cNvGrpSpPr/>
          <p:nvPr/>
        </p:nvGrpSpPr>
        <p:grpSpPr>
          <a:xfrm>
            <a:off x="5743699" y="2585611"/>
            <a:ext cx="4056882" cy="1147953"/>
            <a:chOff x="5743699" y="2585611"/>
            <a:chExt cx="4056882" cy="114795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1482269-DA4A-383C-448C-7AAD82751311}"/>
                </a:ext>
              </a:extLst>
            </p:cNvPr>
            <p:cNvCxnSpPr>
              <a:cxnSpLocks/>
              <a:stCxn id="3" idx="4"/>
              <a:endCxn id="11" idx="0"/>
            </p:cNvCxnSpPr>
            <p:nvPr/>
          </p:nvCxnSpPr>
          <p:spPr>
            <a:xfrm>
              <a:off x="5743699" y="2585611"/>
              <a:ext cx="4056882" cy="114795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5097C67-A40B-DA62-8559-130B84FE7377}"/>
                    </a:ext>
                  </a:extLst>
                </p:cNvPr>
                <p:cNvSpPr txBox="1"/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5097C67-A40B-DA62-8559-130B84FE7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EFABBFC-C027-B68D-68E5-230F49507F5C}"/>
              </a:ext>
            </a:extLst>
          </p:cNvPr>
          <p:cNvGrpSpPr/>
          <p:nvPr/>
        </p:nvGrpSpPr>
        <p:grpSpPr>
          <a:xfrm>
            <a:off x="2339224" y="2585611"/>
            <a:ext cx="3404475" cy="1143618"/>
            <a:chOff x="2339224" y="2585611"/>
            <a:chExt cx="3404475" cy="114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AEA0EEB-8662-28DC-F696-73D0174B2569}"/>
                    </a:ext>
                  </a:extLst>
                </p:cNvPr>
                <p:cNvSpPr txBox="1"/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AEA0EEB-8662-28DC-F696-73D0174B2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67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0BF19B8-5650-1F71-46DC-5A903D97AB87}"/>
                </a:ext>
              </a:extLst>
            </p:cNvPr>
            <p:cNvCxnSpPr>
              <a:cxnSpLocks/>
              <a:stCxn id="3" idx="4"/>
              <a:endCxn id="6" idx="0"/>
            </p:cNvCxnSpPr>
            <p:nvPr/>
          </p:nvCxnSpPr>
          <p:spPr>
            <a:xfrm flipH="1">
              <a:off x="2339224" y="2585611"/>
              <a:ext cx="3404475" cy="114361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DDFEF2-C271-D3C1-B865-E5FCD701F7D7}"/>
                  </a:ext>
                </a:extLst>
              </p:cNvPr>
              <p:cNvSpPr txBox="1"/>
              <p:nvPr/>
            </p:nvSpPr>
            <p:spPr>
              <a:xfrm>
                <a:off x="1396707" y="3729229"/>
                <a:ext cx="1885034" cy="646331"/>
              </a:xfrm>
              <a:custGeom>
                <a:avLst/>
                <a:gdLst>
                  <a:gd name="csX0" fmla="*/ 0 w 1885034"/>
                  <a:gd name="csY0" fmla="*/ 0 h 646331"/>
                  <a:gd name="csX1" fmla="*/ 452408 w 1885034"/>
                  <a:gd name="csY1" fmla="*/ 0 h 646331"/>
                  <a:gd name="csX2" fmla="*/ 923667 w 1885034"/>
                  <a:gd name="csY2" fmla="*/ 0 h 646331"/>
                  <a:gd name="csX3" fmla="*/ 1413776 w 1885034"/>
                  <a:gd name="csY3" fmla="*/ 0 h 646331"/>
                  <a:gd name="csX4" fmla="*/ 1885034 w 1885034"/>
                  <a:gd name="csY4" fmla="*/ 0 h 646331"/>
                  <a:gd name="csX5" fmla="*/ 1885034 w 1885034"/>
                  <a:gd name="csY5" fmla="*/ 329629 h 646331"/>
                  <a:gd name="csX6" fmla="*/ 1885034 w 1885034"/>
                  <a:gd name="csY6" fmla="*/ 646331 h 646331"/>
                  <a:gd name="csX7" fmla="*/ 1376075 w 1885034"/>
                  <a:gd name="csY7" fmla="*/ 646331 h 646331"/>
                  <a:gd name="csX8" fmla="*/ 867116 w 1885034"/>
                  <a:gd name="csY8" fmla="*/ 646331 h 646331"/>
                  <a:gd name="csX9" fmla="*/ 0 w 1885034"/>
                  <a:gd name="csY9" fmla="*/ 646331 h 646331"/>
                  <a:gd name="csX10" fmla="*/ 0 w 1885034"/>
                  <a:gd name="csY10" fmla="*/ 329629 h 646331"/>
                  <a:gd name="csX11" fmla="*/ 0 w 1885034"/>
                  <a:gd name="csY11" fmla="*/ 0 h 64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85034" h="646331" fill="none" extrusionOk="0">
                    <a:moveTo>
                      <a:pt x="0" y="0"/>
                    </a:moveTo>
                    <a:cubicBezTo>
                      <a:pt x="98488" y="-44483"/>
                      <a:pt x="335684" y="13353"/>
                      <a:pt x="452408" y="0"/>
                    </a:cubicBezTo>
                    <a:cubicBezTo>
                      <a:pt x="569132" y="-13353"/>
                      <a:pt x="692645" y="36704"/>
                      <a:pt x="923667" y="0"/>
                    </a:cubicBezTo>
                    <a:cubicBezTo>
                      <a:pt x="1154689" y="-36704"/>
                      <a:pt x="1300811" y="42925"/>
                      <a:pt x="1413776" y="0"/>
                    </a:cubicBezTo>
                    <a:cubicBezTo>
                      <a:pt x="1526741" y="-42925"/>
                      <a:pt x="1659900" y="21753"/>
                      <a:pt x="1885034" y="0"/>
                    </a:cubicBezTo>
                    <a:cubicBezTo>
                      <a:pt x="1916473" y="138098"/>
                      <a:pt x="1869457" y="172318"/>
                      <a:pt x="1885034" y="329629"/>
                    </a:cubicBezTo>
                    <a:cubicBezTo>
                      <a:pt x="1900611" y="486940"/>
                      <a:pt x="1849845" y="518547"/>
                      <a:pt x="1885034" y="646331"/>
                    </a:cubicBezTo>
                    <a:cubicBezTo>
                      <a:pt x="1770832" y="656069"/>
                      <a:pt x="1617435" y="634043"/>
                      <a:pt x="1376075" y="646331"/>
                    </a:cubicBezTo>
                    <a:cubicBezTo>
                      <a:pt x="1134715" y="658619"/>
                      <a:pt x="976508" y="611729"/>
                      <a:pt x="867116" y="646331"/>
                    </a:cubicBezTo>
                    <a:cubicBezTo>
                      <a:pt x="757724" y="680933"/>
                      <a:pt x="244653" y="628818"/>
                      <a:pt x="0" y="646331"/>
                    </a:cubicBezTo>
                    <a:cubicBezTo>
                      <a:pt x="-33952" y="494166"/>
                      <a:pt x="19450" y="412375"/>
                      <a:pt x="0" y="329629"/>
                    </a:cubicBezTo>
                    <a:cubicBezTo>
                      <a:pt x="-19450" y="246883"/>
                      <a:pt x="11518" y="109323"/>
                      <a:pt x="0" y="0"/>
                    </a:cubicBezTo>
                    <a:close/>
                  </a:path>
                  <a:path w="1885034" h="646331" stroke="0" extrusionOk="0">
                    <a:moveTo>
                      <a:pt x="0" y="0"/>
                    </a:moveTo>
                    <a:cubicBezTo>
                      <a:pt x="133910" y="-16372"/>
                      <a:pt x="342118" y="36925"/>
                      <a:pt x="452408" y="0"/>
                    </a:cubicBezTo>
                    <a:cubicBezTo>
                      <a:pt x="562698" y="-36925"/>
                      <a:pt x="739763" y="40210"/>
                      <a:pt x="867116" y="0"/>
                    </a:cubicBezTo>
                    <a:cubicBezTo>
                      <a:pt x="994469" y="-40210"/>
                      <a:pt x="1132778" y="41024"/>
                      <a:pt x="1376075" y="0"/>
                    </a:cubicBezTo>
                    <a:cubicBezTo>
                      <a:pt x="1619372" y="-41024"/>
                      <a:pt x="1734398" y="1674"/>
                      <a:pt x="1885034" y="0"/>
                    </a:cubicBezTo>
                    <a:cubicBezTo>
                      <a:pt x="1893717" y="66160"/>
                      <a:pt x="1860322" y="249942"/>
                      <a:pt x="1885034" y="316702"/>
                    </a:cubicBezTo>
                    <a:cubicBezTo>
                      <a:pt x="1909746" y="383462"/>
                      <a:pt x="1863193" y="564609"/>
                      <a:pt x="1885034" y="646331"/>
                    </a:cubicBezTo>
                    <a:cubicBezTo>
                      <a:pt x="1787015" y="661428"/>
                      <a:pt x="1553693" y="628756"/>
                      <a:pt x="1413776" y="646331"/>
                    </a:cubicBezTo>
                    <a:cubicBezTo>
                      <a:pt x="1273859" y="663906"/>
                      <a:pt x="1140171" y="591910"/>
                      <a:pt x="904816" y="646331"/>
                    </a:cubicBezTo>
                    <a:cubicBezTo>
                      <a:pt x="669461" y="700752"/>
                      <a:pt x="615273" y="641388"/>
                      <a:pt x="490109" y="646331"/>
                    </a:cubicBezTo>
                    <a:cubicBezTo>
                      <a:pt x="364945" y="651274"/>
                      <a:pt x="213892" y="590987"/>
                      <a:pt x="0" y="646331"/>
                    </a:cubicBezTo>
                    <a:cubicBezTo>
                      <a:pt x="-5824" y="570951"/>
                      <a:pt x="1433" y="401953"/>
                      <a:pt x="0" y="323166"/>
                    </a:cubicBezTo>
                    <a:cubicBezTo>
                      <a:pt x="-1433" y="244380"/>
                      <a:pt x="23279" y="115607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Remains hungry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DDFEF2-C271-D3C1-B865-E5FCD701F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07" y="3729229"/>
                <a:ext cx="1885034" cy="646331"/>
              </a:xfrm>
              <a:prstGeom prst="rect">
                <a:avLst/>
              </a:prstGeom>
              <a:blipFill>
                <a:blip r:embed="rId5"/>
                <a:stretch>
                  <a:fillRect t="-877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885034"/>
                          <a:gd name="connsiteY0" fmla="*/ 0 h 646331"/>
                          <a:gd name="connsiteX1" fmla="*/ 452408 w 1885034"/>
                          <a:gd name="connsiteY1" fmla="*/ 0 h 646331"/>
                          <a:gd name="connsiteX2" fmla="*/ 923667 w 1885034"/>
                          <a:gd name="connsiteY2" fmla="*/ 0 h 646331"/>
                          <a:gd name="connsiteX3" fmla="*/ 1413776 w 1885034"/>
                          <a:gd name="connsiteY3" fmla="*/ 0 h 646331"/>
                          <a:gd name="connsiteX4" fmla="*/ 1885034 w 1885034"/>
                          <a:gd name="connsiteY4" fmla="*/ 0 h 646331"/>
                          <a:gd name="connsiteX5" fmla="*/ 1885034 w 1885034"/>
                          <a:gd name="connsiteY5" fmla="*/ 329629 h 646331"/>
                          <a:gd name="connsiteX6" fmla="*/ 1885034 w 1885034"/>
                          <a:gd name="connsiteY6" fmla="*/ 646331 h 646331"/>
                          <a:gd name="connsiteX7" fmla="*/ 1376075 w 1885034"/>
                          <a:gd name="connsiteY7" fmla="*/ 646331 h 646331"/>
                          <a:gd name="connsiteX8" fmla="*/ 867116 w 1885034"/>
                          <a:gd name="connsiteY8" fmla="*/ 646331 h 646331"/>
                          <a:gd name="connsiteX9" fmla="*/ 0 w 1885034"/>
                          <a:gd name="connsiteY9" fmla="*/ 646331 h 646331"/>
                          <a:gd name="connsiteX10" fmla="*/ 0 w 1885034"/>
                          <a:gd name="connsiteY10" fmla="*/ 329629 h 646331"/>
                          <a:gd name="connsiteX11" fmla="*/ 0 w 1885034"/>
                          <a:gd name="connsiteY11" fmla="*/ 0 h 6463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1885034" h="646331" fill="none" extrusionOk="0">
                            <a:moveTo>
                              <a:pt x="0" y="0"/>
                            </a:moveTo>
                            <a:cubicBezTo>
                              <a:pt x="98488" y="-44483"/>
                              <a:pt x="335684" y="13353"/>
                              <a:pt x="452408" y="0"/>
                            </a:cubicBezTo>
                            <a:cubicBezTo>
                              <a:pt x="569132" y="-13353"/>
                              <a:pt x="692645" y="36704"/>
                              <a:pt x="923667" y="0"/>
                            </a:cubicBezTo>
                            <a:cubicBezTo>
                              <a:pt x="1154689" y="-36704"/>
                              <a:pt x="1300811" y="42925"/>
                              <a:pt x="1413776" y="0"/>
                            </a:cubicBezTo>
                            <a:cubicBezTo>
                              <a:pt x="1526741" y="-42925"/>
                              <a:pt x="1659900" y="21753"/>
                              <a:pt x="1885034" y="0"/>
                            </a:cubicBezTo>
                            <a:cubicBezTo>
                              <a:pt x="1916473" y="138098"/>
                              <a:pt x="1869457" y="172318"/>
                              <a:pt x="1885034" y="329629"/>
                            </a:cubicBezTo>
                            <a:cubicBezTo>
                              <a:pt x="1900611" y="486940"/>
                              <a:pt x="1849845" y="518547"/>
                              <a:pt x="1885034" y="646331"/>
                            </a:cubicBezTo>
                            <a:cubicBezTo>
                              <a:pt x="1770832" y="656069"/>
                              <a:pt x="1617435" y="634043"/>
                              <a:pt x="1376075" y="646331"/>
                            </a:cubicBezTo>
                            <a:cubicBezTo>
                              <a:pt x="1134715" y="658619"/>
                              <a:pt x="976508" y="611729"/>
                              <a:pt x="867116" y="646331"/>
                            </a:cubicBezTo>
                            <a:cubicBezTo>
                              <a:pt x="757724" y="680933"/>
                              <a:pt x="244653" y="628818"/>
                              <a:pt x="0" y="646331"/>
                            </a:cubicBezTo>
                            <a:cubicBezTo>
                              <a:pt x="-33952" y="494166"/>
                              <a:pt x="19450" y="412375"/>
                              <a:pt x="0" y="329629"/>
                            </a:cubicBezTo>
                            <a:cubicBezTo>
                              <a:pt x="-19450" y="246883"/>
                              <a:pt x="11518" y="109323"/>
                              <a:pt x="0" y="0"/>
                            </a:cubicBezTo>
                            <a:close/>
                          </a:path>
                          <a:path w="1885034" h="646331" stroke="0" extrusionOk="0">
                            <a:moveTo>
                              <a:pt x="0" y="0"/>
                            </a:moveTo>
                            <a:cubicBezTo>
                              <a:pt x="133910" y="-16372"/>
                              <a:pt x="342118" y="36925"/>
                              <a:pt x="452408" y="0"/>
                            </a:cubicBezTo>
                            <a:cubicBezTo>
                              <a:pt x="562698" y="-36925"/>
                              <a:pt x="739763" y="40210"/>
                              <a:pt x="867116" y="0"/>
                            </a:cubicBezTo>
                            <a:cubicBezTo>
                              <a:pt x="994469" y="-40210"/>
                              <a:pt x="1132778" y="41024"/>
                              <a:pt x="1376075" y="0"/>
                            </a:cubicBezTo>
                            <a:cubicBezTo>
                              <a:pt x="1619372" y="-41024"/>
                              <a:pt x="1734398" y="1674"/>
                              <a:pt x="1885034" y="0"/>
                            </a:cubicBezTo>
                            <a:cubicBezTo>
                              <a:pt x="1893717" y="66160"/>
                              <a:pt x="1860322" y="249942"/>
                              <a:pt x="1885034" y="316702"/>
                            </a:cubicBezTo>
                            <a:cubicBezTo>
                              <a:pt x="1909746" y="383462"/>
                              <a:pt x="1863193" y="564609"/>
                              <a:pt x="1885034" y="646331"/>
                            </a:cubicBezTo>
                            <a:cubicBezTo>
                              <a:pt x="1787015" y="661428"/>
                              <a:pt x="1553693" y="628756"/>
                              <a:pt x="1413776" y="646331"/>
                            </a:cubicBezTo>
                            <a:cubicBezTo>
                              <a:pt x="1273859" y="663906"/>
                              <a:pt x="1140171" y="591910"/>
                              <a:pt x="904816" y="646331"/>
                            </a:cubicBezTo>
                            <a:cubicBezTo>
                              <a:pt x="669461" y="700752"/>
                              <a:pt x="615273" y="641388"/>
                              <a:pt x="490109" y="646331"/>
                            </a:cubicBezTo>
                            <a:cubicBezTo>
                              <a:pt x="364945" y="651274"/>
                              <a:pt x="213892" y="590987"/>
                              <a:pt x="0" y="646331"/>
                            </a:cubicBezTo>
                            <a:cubicBezTo>
                              <a:pt x="-5824" y="570951"/>
                              <a:pt x="1433" y="401953"/>
                              <a:pt x="0" y="323166"/>
                            </a:cubicBezTo>
                            <a:cubicBezTo>
                              <a:pt x="-1433" y="244380"/>
                              <a:pt x="23279" y="115607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24DE7E-D5D1-07FB-D85F-E2BA34A86EE5}"/>
                  </a:ext>
                </a:extLst>
              </p:cNvPr>
              <p:cNvSpPr txBox="1"/>
              <p:nvPr/>
            </p:nvSpPr>
            <p:spPr>
              <a:xfrm>
                <a:off x="8383680" y="3733564"/>
                <a:ext cx="2833801" cy="923330"/>
              </a:xfrm>
              <a:custGeom>
                <a:avLst/>
                <a:gdLst>
                  <a:gd name="csX0" fmla="*/ 0 w 2833801"/>
                  <a:gd name="csY0" fmla="*/ 0 h 923330"/>
                  <a:gd name="csX1" fmla="*/ 538422 w 2833801"/>
                  <a:gd name="csY1" fmla="*/ 0 h 923330"/>
                  <a:gd name="csX2" fmla="*/ 1020168 w 2833801"/>
                  <a:gd name="csY2" fmla="*/ 0 h 923330"/>
                  <a:gd name="csX3" fmla="*/ 1615267 w 2833801"/>
                  <a:gd name="csY3" fmla="*/ 0 h 923330"/>
                  <a:gd name="csX4" fmla="*/ 2097013 w 2833801"/>
                  <a:gd name="csY4" fmla="*/ 0 h 923330"/>
                  <a:gd name="csX5" fmla="*/ 2833801 w 2833801"/>
                  <a:gd name="csY5" fmla="*/ 0 h 923330"/>
                  <a:gd name="csX6" fmla="*/ 2833801 w 2833801"/>
                  <a:gd name="csY6" fmla="*/ 461665 h 923330"/>
                  <a:gd name="csX7" fmla="*/ 2833801 w 2833801"/>
                  <a:gd name="csY7" fmla="*/ 923330 h 923330"/>
                  <a:gd name="csX8" fmla="*/ 2210365 w 2833801"/>
                  <a:gd name="csY8" fmla="*/ 923330 h 923330"/>
                  <a:gd name="csX9" fmla="*/ 1700281 w 2833801"/>
                  <a:gd name="csY9" fmla="*/ 923330 h 923330"/>
                  <a:gd name="csX10" fmla="*/ 1133520 w 2833801"/>
                  <a:gd name="csY10" fmla="*/ 923330 h 923330"/>
                  <a:gd name="csX11" fmla="*/ 510084 w 2833801"/>
                  <a:gd name="csY11" fmla="*/ 923330 h 923330"/>
                  <a:gd name="csX12" fmla="*/ 0 w 2833801"/>
                  <a:gd name="csY12" fmla="*/ 923330 h 923330"/>
                  <a:gd name="csX13" fmla="*/ 0 w 2833801"/>
                  <a:gd name="csY13" fmla="*/ 470898 h 923330"/>
                  <a:gd name="csX14" fmla="*/ 0 w 2833801"/>
                  <a:gd name="csY14" fmla="*/ 0 h 9233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833801" h="923330" fill="none" extrusionOk="0">
                    <a:moveTo>
                      <a:pt x="0" y="0"/>
                    </a:moveTo>
                    <a:cubicBezTo>
                      <a:pt x="154978" y="-20895"/>
                      <a:pt x="350329" y="16829"/>
                      <a:pt x="538422" y="0"/>
                    </a:cubicBezTo>
                    <a:cubicBezTo>
                      <a:pt x="726515" y="-16829"/>
                      <a:pt x="789682" y="24975"/>
                      <a:pt x="1020168" y="0"/>
                    </a:cubicBezTo>
                    <a:cubicBezTo>
                      <a:pt x="1250654" y="-24975"/>
                      <a:pt x="1325332" y="4668"/>
                      <a:pt x="1615267" y="0"/>
                    </a:cubicBezTo>
                    <a:cubicBezTo>
                      <a:pt x="1905202" y="-4668"/>
                      <a:pt x="1866958" y="12292"/>
                      <a:pt x="2097013" y="0"/>
                    </a:cubicBezTo>
                    <a:cubicBezTo>
                      <a:pt x="2327068" y="-12292"/>
                      <a:pt x="2567701" y="81343"/>
                      <a:pt x="2833801" y="0"/>
                    </a:cubicBezTo>
                    <a:cubicBezTo>
                      <a:pt x="2856997" y="209190"/>
                      <a:pt x="2831151" y="333913"/>
                      <a:pt x="2833801" y="461665"/>
                    </a:cubicBezTo>
                    <a:cubicBezTo>
                      <a:pt x="2836451" y="589417"/>
                      <a:pt x="2827312" y="766516"/>
                      <a:pt x="2833801" y="923330"/>
                    </a:cubicBezTo>
                    <a:cubicBezTo>
                      <a:pt x="2624312" y="931675"/>
                      <a:pt x="2463584" y="865649"/>
                      <a:pt x="2210365" y="923330"/>
                    </a:cubicBezTo>
                    <a:cubicBezTo>
                      <a:pt x="1957146" y="981011"/>
                      <a:pt x="1813035" y="914382"/>
                      <a:pt x="1700281" y="923330"/>
                    </a:cubicBezTo>
                    <a:cubicBezTo>
                      <a:pt x="1587527" y="932278"/>
                      <a:pt x="1409629" y="917679"/>
                      <a:pt x="1133520" y="923330"/>
                    </a:cubicBezTo>
                    <a:cubicBezTo>
                      <a:pt x="857411" y="928981"/>
                      <a:pt x="686706" y="862811"/>
                      <a:pt x="510084" y="923330"/>
                    </a:cubicBezTo>
                    <a:cubicBezTo>
                      <a:pt x="333462" y="983849"/>
                      <a:pt x="119678" y="886625"/>
                      <a:pt x="0" y="923330"/>
                    </a:cubicBezTo>
                    <a:cubicBezTo>
                      <a:pt x="-8226" y="831763"/>
                      <a:pt x="32786" y="614727"/>
                      <a:pt x="0" y="470898"/>
                    </a:cubicBezTo>
                    <a:cubicBezTo>
                      <a:pt x="-32786" y="327069"/>
                      <a:pt x="962" y="202399"/>
                      <a:pt x="0" y="0"/>
                    </a:cubicBezTo>
                    <a:close/>
                  </a:path>
                  <a:path w="2833801" h="923330" stroke="0" extrusionOk="0">
                    <a:moveTo>
                      <a:pt x="0" y="0"/>
                    </a:moveTo>
                    <a:cubicBezTo>
                      <a:pt x="198059" y="-605"/>
                      <a:pt x="329147" y="45955"/>
                      <a:pt x="481746" y="0"/>
                    </a:cubicBezTo>
                    <a:cubicBezTo>
                      <a:pt x="634345" y="-45955"/>
                      <a:pt x="865575" y="27350"/>
                      <a:pt x="963492" y="0"/>
                    </a:cubicBezTo>
                    <a:cubicBezTo>
                      <a:pt x="1061409" y="-27350"/>
                      <a:pt x="1306102" y="53673"/>
                      <a:pt x="1501915" y="0"/>
                    </a:cubicBezTo>
                    <a:cubicBezTo>
                      <a:pt x="1697728" y="-53673"/>
                      <a:pt x="1834128" y="27989"/>
                      <a:pt x="2011999" y="0"/>
                    </a:cubicBezTo>
                    <a:cubicBezTo>
                      <a:pt x="2189870" y="-27989"/>
                      <a:pt x="2489177" y="5761"/>
                      <a:pt x="2833801" y="0"/>
                    </a:cubicBezTo>
                    <a:cubicBezTo>
                      <a:pt x="2862178" y="164826"/>
                      <a:pt x="2816798" y="305465"/>
                      <a:pt x="2833801" y="433965"/>
                    </a:cubicBezTo>
                    <a:cubicBezTo>
                      <a:pt x="2850804" y="562466"/>
                      <a:pt x="2780976" y="728746"/>
                      <a:pt x="2833801" y="923330"/>
                    </a:cubicBezTo>
                    <a:cubicBezTo>
                      <a:pt x="2724445" y="932872"/>
                      <a:pt x="2498246" y="889570"/>
                      <a:pt x="2295379" y="923330"/>
                    </a:cubicBezTo>
                    <a:cubicBezTo>
                      <a:pt x="2092512" y="957090"/>
                      <a:pt x="1878085" y="875636"/>
                      <a:pt x="1756957" y="923330"/>
                    </a:cubicBezTo>
                    <a:cubicBezTo>
                      <a:pt x="1635829" y="971024"/>
                      <a:pt x="1272722" y="852944"/>
                      <a:pt x="1133520" y="923330"/>
                    </a:cubicBezTo>
                    <a:cubicBezTo>
                      <a:pt x="994318" y="993716"/>
                      <a:pt x="738270" y="880595"/>
                      <a:pt x="538422" y="923330"/>
                    </a:cubicBezTo>
                    <a:cubicBezTo>
                      <a:pt x="338574" y="966065"/>
                      <a:pt x="117167" y="912763"/>
                      <a:pt x="0" y="923330"/>
                    </a:cubicBezTo>
                    <a:cubicBezTo>
                      <a:pt x="-19300" y="714283"/>
                      <a:pt x="54498" y="644051"/>
                      <a:pt x="0" y="443198"/>
                    </a:cubicBezTo>
                    <a:cubicBezTo>
                      <a:pt x="-54498" y="242345"/>
                      <a:pt x="29615" y="182536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Satisfies hunger.</a:t>
                </a:r>
              </a:p>
              <a:p>
                <a:pPr algn="ctr"/>
                <a:r>
                  <a:rPr lang="en-IN" dirty="0"/>
                  <a:t>Sleeps, but survives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=+10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24DE7E-D5D1-07FB-D85F-E2BA34A86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80" y="3733564"/>
                <a:ext cx="283380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custGeom>
                        <a:avLst/>
                        <a:gdLst>
                          <a:gd name="connsiteX0" fmla="*/ 0 w 2833801"/>
                          <a:gd name="connsiteY0" fmla="*/ 0 h 923330"/>
                          <a:gd name="connsiteX1" fmla="*/ 538422 w 2833801"/>
                          <a:gd name="connsiteY1" fmla="*/ 0 h 923330"/>
                          <a:gd name="connsiteX2" fmla="*/ 1020168 w 2833801"/>
                          <a:gd name="connsiteY2" fmla="*/ 0 h 923330"/>
                          <a:gd name="connsiteX3" fmla="*/ 1615267 w 2833801"/>
                          <a:gd name="connsiteY3" fmla="*/ 0 h 923330"/>
                          <a:gd name="connsiteX4" fmla="*/ 2097013 w 2833801"/>
                          <a:gd name="connsiteY4" fmla="*/ 0 h 923330"/>
                          <a:gd name="connsiteX5" fmla="*/ 2833801 w 2833801"/>
                          <a:gd name="connsiteY5" fmla="*/ 0 h 923330"/>
                          <a:gd name="connsiteX6" fmla="*/ 2833801 w 2833801"/>
                          <a:gd name="connsiteY6" fmla="*/ 461665 h 923330"/>
                          <a:gd name="connsiteX7" fmla="*/ 2833801 w 2833801"/>
                          <a:gd name="connsiteY7" fmla="*/ 923330 h 923330"/>
                          <a:gd name="connsiteX8" fmla="*/ 2210365 w 2833801"/>
                          <a:gd name="connsiteY8" fmla="*/ 923330 h 923330"/>
                          <a:gd name="connsiteX9" fmla="*/ 1700281 w 2833801"/>
                          <a:gd name="connsiteY9" fmla="*/ 923330 h 923330"/>
                          <a:gd name="connsiteX10" fmla="*/ 1133520 w 2833801"/>
                          <a:gd name="connsiteY10" fmla="*/ 923330 h 923330"/>
                          <a:gd name="connsiteX11" fmla="*/ 510084 w 2833801"/>
                          <a:gd name="connsiteY11" fmla="*/ 923330 h 923330"/>
                          <a:gd name="connsiteX12" fmla="*/ 0 w 2833801"/>
                          <a:gd name="connsiteY12" fmla="*/ 923330 h 923330"/>
                          <a:gd name="connsiteX13" fmla="*/ 0 w 2833801"/>
                          <a:gd name="connsiteY13" fmla="*/ 470898 h 923330"/>
                          <a:gd name="connsiteX14" fmla="*/ 0 w 2833801"/>
                          <a:gd name="connsiteY14" fmla="*/ 0 h 9233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2833801" h="923330" fill="none" extrusionOk="0">
                            <a:moveTo>
                              <a:pt x="0" y="0"/>
                            </a:moveTo>
                            <a:cubicBezTo>
                              <a:pt x="154978" y="-20895"/>
                              <a:pt x="350329" y="16829"/>
                              <a:pt x="538422" y="0"/>
                            </a:cubicBezTo>
                            <a:cubicBezTo>
                              <a:pt x="726515" y="-16829"/>
                              <a:pt x="789682" y="24975"/>
                              <a:pt x="1020168" y="0"/>
                            </a:cubicBezTo>
                            <a:cubicBezTo>
                              <a:pt x="1250654" y="-24975"/>
                              <a:pt x="1325332" y="4668"/>
                              <a:pt x="1615267" y="0"/>
                            </a:cubicBezTo>
                            <a:cubicBezTo>
                              <a:pt x="1905202" y="-4668"/>
                              <a:pt x="1866958" y="12292"/>
                              <a:pt x="2097013" y="0"/>
                            </a:cubicBezTo>
                            <a:cubicBezTo>
                              <a:pt x="2327068" y="-12292"/>
                              <a:pt x="2567701" y="81343"/>
                              <a:pt x="2833801" y="0"/>
                            </a:cubicBezTo>
                            <a:cubicBezTo>
                              <a:pt x="2856997" y="209190"/>
                              <a:pt x="2831151" y="333913"/>
                              <a:pt x="2833801" y="461665"/>
                            </a:cubicBezTo>
                            <a:cubicBezTo>
                              <a:pt x="2836451" y="589417"/>
                              <a:pt x="2827312" y="766516"/>
                              <a:pt x="2833801" y="923330"/>
                            </a:cubicBezTo>
                            <a:cubicBezTo>
                              <a:pt x="2624312" y="931675"/>
                              <a:pt x="2463584" y="865649"/>
                              <a:pt x="2210365" y="923330"/>
                            </a:cubicBezTo>
                            <a:cubicBezTo>
                              <a:pt x="1957146" y="981011"/>
                              <a:pt x="1813035" y="914382"/>
                              <a:pt x="1700281" y="923330"/>
                            </a:cubicBezTo>
                            <a:cubicBezTo>
                              <a:pt x="1587527" y="932278"/>
                              <a:pt x="1409629" y="917679"/>
                              <a:pt x="1133520" y="923330"/>
                            </a:cubicBezTo>
                            <a:cubicBezTo>
                              <a:pt x="857411" y="928981"/>
                              <a:pt x="686706" y="862811"/>
                              <a:pt x="510084" y="923330"/>
                            </a:cubicBezTo>
                            <a:cubicBezTo>
                              <a:pt x="333462" y="983849"/>
                              <a:pt x="119678" y="886625"/>
                              <a:pt x="0" y="923330"/>
                            </a:cubicBezTo>
                            <a:cubicBezTo>
                              <a:pt x="-8226" y="831763"/>
                              <a:pt x="32786" y="614727"/>
                              <a:pt x="0" y="470898"/>
                            </a:cubicBezTo>
                            <a:cubicBezTo>
                              <a:pt x="-32786" y="327069"/>
                              <a:pt x="962" y="202399"/>
                              <a:pt x="0" y="0"/>
                            </a:cubicBezTo>
                            <a:close/>
                          </a:path>
                          <a:path w="2833801" h="923330" stroke="0" extrusionOk="0">
                            <a:moveTo>
                              <a:pt x="0" y="0"/>
                            </a:moveTo>
                            <a:cubicBezTo>
                              <a:pt x="198059" y="-605"/>
                              <a:pt x="329147" y="45955"/>
                              <a:pt x="481746" y="0"/>
                            </a:cubicBezTo>
                            <a:cubicBezTo>
                              <a:pt x="634345" y="-45955"/>
                              <a:pt x="865575" y="27350"/>
                              <a:pt x="963492" y="0"/>
                            </a:cubicBezTo>
                            <a:cubicBezTo>
                              <a:pt x="1061409" y="-27350"/>
                              <a:pt x="1306102" y="53673"/>
                              <a:pt x="1501915" y="0"/>
                            </a:cubicBezTo>
                            <a:cubicBezTo>
                              <a:pt x="1697728" y="-53673"/>
                              <a:pt x="1834128" y="27989"/>
                              <a:pt x="2011999" y="0"/>
                            </a:cubicBezTo>
                            <a:cubicBezTo>
                              <a:pt x="2189870" y="-27989"/>
                              <a:pt x="2489177" y="5761"/>
                              <a:pt x="2833801" y="0"/>
                            </a:cubicBezTo>
                            <a:cubicBezTo>
                              <a:pt x="2862178" y="164826"/>
                              <a:pt x="2816798" y="305465"/>
                              <a:pt x="2833801" y="433965"/>
                            </a:cubicBezTo>
                            <a:cubicBezTo>
                              <a:pt x="2850804" y="562466"/>
                              <a:pt x="2780976" y="728746"/>
                              <a:pt x="2833801" y="923330"/>
                            </a:cubicBezTo>
                            <a:cubicBezTo>
                              <a:pt x="2724445" y="932872"/>
                              <a:pt x="2498246" y="889570"/>
                              <a:pt x="2295379" y="923330"/>
                            </a:cubicBezTo>
                            <a:cubicBezTo>
                              <a:pt x="2092512" y="957090"/>
                              <a:pt x="1878085" y="875636"/>
                              <a:pt x="1756957" y="923330"/>
                            </a:cubicBezTo>
                            <a:cubicBezTo>
                              <a:pt x="1635829" y="971024"/>
                              <a:pt x="1272722" y="852944"/>
                              <a:pt x="1133520" y="923330"/>
                            </a:cubicBezTo>
                            <a:cubicBezTo>
                              <a:pt x="994318" y="993716"/>
                              <a:pt x="738270" y="880595"/>
                              <a:pt x="538422" y="923330"/>
                            </a:cubicBezTo>
                            <a:cubicBezTo>
                              <a:pt x="338574" y="966065"/>
                              <a:pt x="117167" y="912763"/>
                              <a:pt x="0" y="923330"/>
                            </a:cubicBezTo>
                            <a:cubicBezTo>
                              <a:pt x="-19300" y="714283"/>
                              <a:pt x="54498" y="644051"/>
                              <a:pt x="0" y="443198"/>
                            </a:cubicBezTo>
                            <a:cubicBezTo>
                              <a:pt x="-54498" y="242345"/>
                              <a:pt x="29615" y="18253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Badge Tick1 outline">
            <a:extLst>
              <a:ext uri="{FF2B5EF4-FFF2-40B4-BE49-F238E27FC236}">
                <a16:creationId xmlns:a16="http://schemas.microsoft.com/office/drawing/2014/main" id="{303C5325-B2FC-4CDE-7335-14211A1E59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932" y="2895836"/>
            <a:ext cx="457200" cy="457200"/>
          </a:xfrm>
          <a:prstGeom prst="rect">
            <a:avLst/>
          </a:prstGeom>
        </p:spPr>
      </p:pic>
      <p:pic>
        <p:nvPicPr>
          <p:cNvPr id="21" name="Graphic 20" descr="Badge Cross outline">
            <a:extLst>
              <a:ext uri="{FF2B5EF4-FFF2-40B4-BE49-F238E27FC236}">
                <a16:creationId xmlns:a16="http://schemas.microsoft.com/office/drawing/2014/main" id="{5E6B8295-0B8D-5124-B388-3E8F02B034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2837" y="2352038"/>
            <a:ext cx="457200" cy="457200"/>
          </a:xfrm>
          <a:prstGeom prst="rect">
            <a:avLst/>
          </a:prstGeom>
        </p:spPr>
      </p:pic>
      <p:pic>
        <p:nvPicPr>
          <p:cNvPr id="34" name="Picture 33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C8D4EE2A-08FF-1216-EE52-CA5A2151D2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10" y="1773049"/>
            <a:ext cx="613765" cy="1015200"/>
          </a:xfrm>
          <a:prstGeom prst="rect">
            <a:avLst/>
          </a:prstGeom>
        </p:spPr>
      </p:pic>
      <p:pic>
        <p:nvPicPr>
          <p:cNvPr id="35" name="Picture 34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BB0EBFC4-6E90-87B6-6A03-E2AE76173D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04674">
            <a:off x="7546767" y="2037354"/>
            <a:ext cx="613765" cy="10152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AF77CF3-86DB-797E-F31B-090AECE1D1A7}"/>
              </a:ext>
            </a:extLst>
          </p:cNvPr>
          <p:cNvSpPr txBox="1"/>
          <p:nvPr/>
        </p:nvSpPr>
        <p:spPr>
          <a:xfrm>
            <a:off x="2238903" y="5180627"/>
            <a:ext cx="7009592" cy="369332"/>
          </a:xfrm>
          <a:custGeom>
            <a:avLst/>
            <a:gdLst>
              <a:gd name="csX0" fmla="*/ 0 w 7009592"/>
              <a:gd name="csY0" fmla="*/ 0 h 369332"/>
              <a:gd name="csX1" fmla="*/ 373845 w 7009592"/>
              <a:gd name="csY1" fmla="*/ 0 h 369332"/>
              <a:gd name="csX2" fmla="*/ 1028073 w 7009592"/>
              <a:gd name="csY2" fmla="*/ 0 h 369332"/>
              <a:gd name="csX3" fmla="*/ 1401918 w 7009592"/>
              <a:gd name="csY3" fmla="*/ 0 h 369332"/>
              <a:gd name="csX4" fmla="*/ 1915955 w 7009592"/>
              <a:gd name="csY4" fmla="*/ 0 h 369332"/>
              <a:gd name="csX5" fmla="*/ 2640280 w 7009592"/>
              <a:gd name="csY5" fmla="*/ 0 h 369332"/>
              <a:gd name="csX6" fmla="*/ 3224412 w 7009592"/>
              <a:gd name="csY6" fmla="*/ 0 h 369332"/>
              <a:gd name="csX7" fmla="*/ 3878641 w 7009592"/>
              <a:gd name="csY7" fmla="*/ 0 h 369332"/>
              <a:gd name="csX8" fmla="*/ 4392678 w 7009592"/>
              <a:gd name="csY8" fmla="*/ 0 h 369332"/>
              <a:gd name="csX9" fmla="*/ 4976810 w 7009592"/>
              <a:gd name="csY9" fmla="*/ 0 h 369332"/>
              <a:gd name="csX10" fmla="*/ 5701135 w 7009592"/>
              <a:gd name="csY10" fmla="*/ 0 h 369332"/>
              <a:gd name="csX11" fmla="*/ 6145076 w 7009592"/>
              <a:gd name="csY11" fmla="*/ 0 h 369332"/>
              <a:gd name="csX12" fmla="*/ 7009592 w 7009592"/>
              <a:gd name="csY12" fmla="*/ 0 h 369332"/>
              <a:gd name="csX13" fmla="*/ 7009592 w 7009592"/>
              <a:gd name="csY13" fmla="*/ 369332 h 369332"/>
              <a:gd name="csX14" fmla="*/ 6495555 w 7009592"/>
              <a:gd name="csY14" fmla="*/ 369332 h 369332"/>
              <a:gd name="csX15" fmla="*/ 6121710 w 7009592"/>
              <a:gd name="csY15" fmla="*/ 369332 h 369332"/>
              <a:gd name="csX16" fmla="*/ 5537578 w 7009592"/>
              <a:gd name="csY16" fmla="*/ 369332 h 369332"/>
              <a:gd name="csX17" fmla="*/ 5093637 w 7009592"/>
              <a:gd name="csY17" fmla="*/ 369332 h 369332"/>
              <a:gd name="csX18" fmla="*/ 4509504 w 7009592"/>
              <a:gd name="csY18" fmla="*/ 369332 h 369332"/>
              <a:gd name="csX19" fmla="*/ 3925372 w 7009592"/>
              <a:gd name="csY19" fmla="*/ 369332 h 369332"/>
              <a:gd name="csX20" fmla="*/ 3341239 w 7009592"/>
              <a:gd name="csY20" fmla="*/ 369332 h 369332"/>
              <a:gd name="csX21" fmla="*/ 2757106 w 7009592"/>
              <a:gd name="csY21" fmla="*/ 369332 h 369332"/>
              <a:gd name="csX22" fmla="*/ 2243069 w 7009592"/>
              <a:gd name="csY22" fmla="*/ 369332 h 369332"/>
              <a:gd name="csX23" fmla="*/ 1588841 w 7009592"/>
              <a:gd name="csY23" fmla="*/ 369332 h 369332"/>
              <a:gd name="csX24" fmla="*/ 1004708 w 7009592"/>
              <a:gd name="csY24" fmla="*/ 369332 h 369332"/>
              <a:gd name="csX25" fmla="*/ 0 w 7009592"/>
              <a:gd name="csY25" fmla="*/ 369332 h 369332"/>
              <a:gd name="csX26" fmla="*/ 0 w 7009592"/>
              <a:gd name="csY2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09592" h="369332" fill="none" extrusionOk="0">
                <a:moveTo>
                  <a:pt x="0" y="0"/>
                </a:moveTo>
                <a:cubicBezTo>
                  <a:pt x="86871" y="-18308"/>
                  <a:pt x="271016" y="33048"/>
                  <a:pt x="373845" y="0"/>
                </a:cubicBezTo>
                <a:cubicBezTo>
                  <a:pt x="476674" y="-33048"/>
                  <a:pt x="788352" y="6461"/>
                  <a:pt x="1028073" y="0"/>
                </a:cubicBezTo>
                <a:cubicBezTo>
                  <a:pt x="1267794" y="-6461"/>
                  <a:pt x="1219606" y="25181"/>
                  <a:pt x="1401918" y="0"/>
                </a:cubicBezTo>
                <a:cubicBezTo>
                  <a:pt x="1584230" y="-25181"/>
                  <a:pt x="1702400" y="61140"/>
                  <a:pt x="1915955" y="0"/>
                </a:cubicBezTo>
                <a:cubicBezTo>
                  <a:pt x="2129510" y="-61140"/>
                  <a:pt x="2470156" y="63000"/>
                  <a:pt x="2640280" y="0"/>
                </a:cubicBezTo>
                <a:cubicBezTo>
                  <a:pt x="2810405" y="-63000"/>
                  <a:pt x="3069074" y="54863"/>
                  <a:pt x="3224412" y="0"/>
                </a:cubicBezTo>
                <a:cubicBezTo>
                  <a:pt x="3379750" y="-54863"/>
                  <a:pt x="3625871" y="75466"/>
                  <a:pt x="3878641" y="0"/>
                </a:cubicBezTo>
                <a:cubicBezTo>
                  <a:pt x="4131411" y="-75466"/>
                  <a:pt x="4244711" y="13108"/>
                  <a:pt x="4392678" y="0"/>
                </a:cubicBezTo>
                <a:cubicBezTo>
                  <a:pt x="4540645" y="-13108"/>
                  <a:pt x="4730436" y="34384"/>
                  <a:pt x="4976810" y="0"/>
                </a:cubicBezTo>
                <a:cubicBezTo>
                  <a:pt x="5223184" y="-34384"/>
                  <a:pt x="5458887" y="49183"/>
                  <a:pt x="5701135" y="0"/>
                </a:cubicBezTo>
                <a:cubicBezTo>
                  <a:pt x="5943383" y="-49183"/>
                  <a:pt x="5941438" y="47457"/>
                  <a:pt x="6145076" y="0"/>
                </a:cubicBezTo>
                <a:cubicBezTo>
                  <a:pt x="6348714" y="-47457"/>
                  <a:pt x="6653850" y="97066"/>
                  <a:pt x="7009592" y="0"/>
                </a:cubicBezTo>
                <a:cubicBezTo>
                  <a:pt x="7009666" y="139499"/>
                  <a:pt x="6994597" y="270034"/>
                  <a:pt x="7009592" y="369332"/>
                </a:cubicBezTo>
                <a:cubicBezTo>
                  <a:pt x="6877024" y="406731"/>
                  <a:pt x="6726518" y="315612"/>
                  <a:pt x="6495555" y="369332"/>
                </a:cubicBezTo>
                <a:cubicBezTo>
                  <a:pt x="6264592" y="423052"/>
                  <a:pt x="6299321" y="345046"/>
                  <a:pt x="6121710" y="369332"/>
                </a:cubicBezTo>
                <a:cubicBezTo>
                  <a:pt x="5944099" y="393618"/>
                  <a:pt x="5777038" y="354502"/>
                  <a:pt x="5537578" y="369332"/>
                </a:cubicBezTo>
                <a:cubicBezTo>
                  <a:pt x="5298118" y="384162"/>
                  <a:pt x="5204608" y="333629"/>
                  <a:pt x="5093637" y="369332"/>
                </a:cubicBezTo>
                <a:cubicBezTo>
                  <a:pt x="4982666" y="405035"/>
                  <a:pt x="4676539" y="356981"/>
                  <a:pt x="4509504" y="369332"/>
                </a:cubicBezTo>
                <a:cubicBezTo>
                  <a:pt x="4342469" y="381683"/>
                  <a:pt x="4175055" y="352089"/>
                  <a:pt x="3925372" y="369332"/>
                </a:cubicBezTo>
                <a:cubicBezTo>
                  <a:pt x="3675689" y="386575"/>
                  <a:pt x="3500923" y="343960"/>
                  <a:pt x="3341239" y="369332"/>
                </a:cubicBezTo>
                <a:cubicBezTo>
                  <a:pt x="3181555" y="394704"/>
                  <a:pt x="3019153" y="349039"/>
                  <a:pt x="2757106" y="369332"/>
                </a:cubicBezTo>
                <a:cubicBezTo>
                  <a:pt x="2495059" y="389625"/>
                  <a:pt x="2408366" y="312655"/>
                  <a:pt x="2243069" y="369332"/>
                </a:cubicBezTo>
                <a:cubicBezTo>
                  <a:pt x="2077772" y="426009"/>
                  <a:pt x="1829145" y="307355"/>
                  <a:pt x="1588841" y="369332"/>
                </a:cubicBezTo>
                <a:cubicBezTo>
                  <a:pt x="1348537" y="431309"/>
                  <a:pt x="1192741" y="299250"/>
                  <a:pt x="1004708" y="369332"/>
                </a:cubicBezTo>
                <a:cubicBezTo>
                  <a:pt x="816675" y="439414"/>
                  <a:pt x="419175" y="368760"/>
                  <a:pt x="0" y="369332"/>
                </a:cubicBezTo>
                <a:cubicBezTo>
                  <a:pt x="-27788" y="236673"/>
                  <a:pt x="4553" y="163225"/>
                  <a:pt x="0" y="0"/>
                </a:cubicBezTo>
                <a:close/>
              </a:path>
              <a:path w="7009592" h="369332" stroke="0" extrusionOk="0">
                <a:moveTo>
                  <a:pt x="0" y="0"/>
                </a:moveTo>
                <a:cubicBezTo>
                  <a:pt x="121351" y="-15262"/>
                  <a:pt x="301253" y="8428"/>
                  <a:pt x="514037" y="0"/>
                </a:cubicBezTo>
                <a:cubicBezTo>
                  <a:pt x="726821" y="-8428"/>
                  <a:pt x="787227" y="33280"/>
                  <a:pt x="887882" y="0"/>
                </a:cubicBezTo>
                <a:cubicBezTo>
                  <a:pt x="988537" y="-33280"/>
                  <a:pt x="1316923" y="82806"/>
                  <a:pt x="1612206" y="0"/>
                </a:cubicBezTo>
                <a:cubicBezTo>
                  <a:pt x="1907489" y="-82806"/>
                  <a:pt x="1991787" y="18405"/>
                  <a:pt x="2126243" y="0"/>
                </a:cubicBezTo>
                <a:cubicBezTo>
                  <a:pt x="2260699" y="-18405"/>
                  <a:pt x="2414043" y="6713"/>
                  <a:pt x="2640280" y="0"/>
                </a:cubicBezTo>
                <a:cubicBezTo>
                  <a:pt x="2866517" y="-6713"/>
                  <a:pt x="3087155" y="40394"/>
                  <a:pt x="3364604" y="0"/>
                </a:cubicBezTo>
                <a:cubicBezTo>
                  <a:pt x="3642053" y="-40394"/>
                  <a:pt x="3685800" y="45069"/>
                  <a:pt x="3808545" y="0"/>
                </a:cubicBezTo>
                <a:cubicBezTo>
                  <a:pt x="3931290" y="-45069"/>
                  <a:pt x="4325853" y="76950"/>
                  <a:pt x="4532869" y="0"/>
                </a:cubicBezTo>
                <a:cubicBezTo>
                  <a:pt x="4739885" y="-76950"/>
                  <a:pt x="4915458" y="21445"/>
                  <a:pt x="5257194" y="0"/>
                </a:cubicBezTo>
                <a:cubicBezTo>
                  <a:pt x="5598931" y="-21445"/>
                  <a:pt x="5571727" y="14559"/>
                  <a:pt x="5841327" y="0"/>
                </a:cubicBezTo>
                <a:cubicBezTo>
                  <a:pt x="6110927" y="-14559"/>
                  <a:pt x="6472159" y="40440"/>
                  <a:pt x="7009592" y="0"/>
                </a:cubicBezTo>
                <a:cubicBezTo>
                  <a:pt x="7032683" y="82749"/>
                  <a:pt x="6998333" y="217141"/>
                  <a:pt x="7009592" y="369332"/>
                </a:cubicBezTo>
                <a:cubicBezTo>
                  <a:pt x="6854627" y="394712"/>
                  <a:pt x="6805813" y="357192"/>
                  <a:pt x="6635747" y="369332"/>
                </a:cubicBezTo>
                <a:cubicBezTo>
                  <a:pt x="6465682" y="381472"/>
                  <a:pt x="6110431" y="334141"/>
                  <a:pt x="5911423" y="369332"/>
                </a:cubicBezTo>
                <a:cubicBezTo>
                  <a:pt x="5712415" y="404523"/>
                  <a:pt x="5673321" y="359026"/>
                  <a:pt x="5467482" y="369332"/>
                </a:cubicBezTo>
                <a:cubicBezTo>
                  <a:pt x="5261643" y="379638"/>
                  <a:pt x="5118363" y="336738"/>
                  <a:pt x="4883349" y="369332"/>
                </a:cubicBezTo>
                <a:cubicBezTo>
                  <a:pt x="4648335" y="401926"/>
                  <a:pt x="4510451" y="325558"/>
                  <a:pt x="4159025" y="369332"/>
                </a:cubicBezTo>
                <a:cubicBezTo>
                  <a:pt x="3807599" y="413106"/>
                  <a:pt x="3757526" y="328243"/>
                  <a:pt x="3574892" y="369332"/>
                </a:cubicBezTo>
                <a:cubicBezTo>
                  <a:pt x="3392258" y="410421"/>
                  <a:pt x="3379823" y="342171"/>
                  <a:pt x="3201047" y="369332"/>
                </a:cubicBezTo>
                <a:cubicBezTo>
                  <a:pt x="3022271" y="396493"/>
                  <a:pt x="2897057" y="347073"/>
                  <a:pt x="2757106" y="369332"/>
                </a:cubicBezTo>
                <a:cubicBezTo>
                  <a:pt x="2617155" y="391591"/>
                  <a:pt x="2342465" y="297346"/>
                  <a:pt x="2032782" y="369332"/>
                </a:cubicBezTo>
                <a:cubicBezTo>
                  <a:pt x="1723099" y="441318"/>
                  <a:pt x="1685613" y="338572"/>
                  <a:pt x="1448649" y="369332"/>
                </a:cubicBezTo>
                <a:cubicBezTo>
                  <a:pt x="1211685" y="400092"/>
                  <a:pt x="1181185" y="354295"/>
                  <a:pt x="1004708" y="369332"/>
                </a:cubicBezTo>
                <a:cubicBezTo>
                  <a:pt x="828231" y="384369"/>
                  <a:pt x="375243" y="365759"/>
                  <a:pt x="0" y="369332"/>
                </a:cubicBezTo>
                <a:cubicBezTo>
                  <a:pt x="-18115" y="195134"/>
                  <a:pt x="43045" y="81008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Mr. Snack will be eaten by Cannibal 10!</a:t>
            </a:r>
          </a:p>
        </p:txBody>
      </p:sp>
      <p:pic>
        <p:nvPicPr>
          <p:cNvPr id="5" name="Picture 4" descr="A black stick figure with a white background&#10;&#10;Description automatically generated">
            <a:extLst>
              <a:ext uri="{FF2B5EF4-FFF2-40B4-BE49-F238E27FC236}">
                <a16:creationId xmlns:a16="http://schemas.microsoft.com/office/drawing/2014/main" id="{7744EF57-754F-FEC2-E959-90C326C9547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9" r="20199"/>
          <a:stretch/>
        </p:blipFill>
        <p:spPr>
          <a:xfrm>
            <a:off x="5447329" y="1075687"/>
            <a:ext cx="641525" cy="1015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499200-028E-93F4-DCC1-C3681677BFF2}"/>
              </a:ext>
            </a:extLst>
          </p:cNvPr>
          <p:cNvSpPr txBox="1"/>
          <p:nvPr/>
        </p:nvSpPr>
        <p:spPr>
          <a:xfrm>
            <a:off x="2238903" y="6073692"/>
            <a:ext cx="7009592" cy="369332"/>
          </a:xfrm>
          <a:custGeom>
            <a:avLst/>
            <a:gdLst>
              <a:gd name="csX0" fmla="*/ 0 w 7009592"/>
              <a:gd name="csY0" fmla="*/ 0 h 369332"/>
              <a:gd name="csX1" fmla="*/ 373845 w 7009592"/>
              <a:gd name="csY1" fmla="*/ 0 h 369332"/>
              <a:gd name="csX2" fmla="*/ 1028073 w 7009592"/>
              <a:gd name="csY2" fmla="*/ 0 h 369332"/>
              <a:gd name="csX3" fmla="*/ 1401918 w 7009592"/>
              <a:gd name="csY3" fmla="*/ 0 h 369332"/>
              <a:gd name="csX4" fmla="*/ 1915955 w 7009592"/>
              <a:gd name="csY4" fmla="*/ 0 h 369332"/>
              <a:gd name="csX5" fmla="*/ 2640280 w 7009592"/>
              <a:gd name="csY5" fmla="*/ 0 h 369332"/>
              <a:gd name="csX6" fmla="*/ 3224412 w 7009592"/>
              <a:gd name="csY6" fmla="*/ 0 h 369332"/>
              <a:gd name="csX7" fmla="*/ 3878641 w 7009592"/>
              <a:gd name="csY7" fmla="*/ 0 h 369332"/>
              <a:gd name="csX8" fmla="*/ 4392678 w 7009592"/>
              <a:gd name="csY8" fmla="*/ 0 h 369332"/>
              <a:gd name="csX9" fmla="*/ 4976810 w 7009592"/>
              <a:gd name="csY9" fmla="*/ 0 h 369332"/>
              <a:gd name="csX10" fmla="*/ 5701135 w 7009592"/>
              <a:gd name="csY10" fmla="*/ 0 h 369332"/>
              <a:gd name="csX11" fmla="*/ 6145076 w 7009592"/>
              <a:gd name="csY11" fmla="*/ 0 h 369332"/>
              <a:gd name="csX12" fmla="*/ 7009592 w 7009592"/>
              <a:gd name="csY12" fmla="*/ 0 h 369332"/>
              <a:gd name="csX13" fmla="*/ 7009592 w 7009592"/>
              <a:gd name="csY13" fmla="*/ 369332 h 369332"/>
              <a:gd name="csX14" fmla="*/ 6495555 w 7009592"/>
              <a:gd name="csY14" fmla="*/ 369332 h 369332"/>
              <a:gd name="csX15" fmla="*/ 6121710 w 7009592"/>
              <a:gd name="csY15" fmla="*/ 369332 h 369332"/>
              <a:gd name="csX16" fmla="*/ 5537578 w 7009592"/>
              <a:gd name="csY16" fmla="*/ 369332 h 369332"/>
              <a:gd name="csX17" fmla="*/ 5093637 w 7009592"/>
              <a:gd name="csY17" fmla="*/ 369332 h 369332"/>
              <a:gd name="csX18" fmla="*/ 4509504 w 7009592"/>
              <a:gd name="csY18" fmla="*/ 369332 h 369332"/>
              <a:gd name="csX19" fmla="*/ 3925372 w 7009592"/>
              <a:gd name="csY19" fmla="*/ 369332 h 369332"/>
              <a:gd name="csX20" fmla="*/ 3341239 w 7009592"/>
              <a:gd name="csY20" fmla="*/ 369332 h 369332"/>
              <a:gd name="csX21" fmla="*/ 2757106 w 7009592"/>
              <a:gd name="csY21" fmla="*/ 369332 h 369332"/>
              <a:gd name="csX22" fmla="*/ 2243069 w 7009592"/>
              <a:gd name="csY22" fmla="*/ 369332 h 369332"/>
              <a:gd name="csX23" fmla="*/ 1588841 w 7009592"/>
              <a:gd name="csY23" fmla="*/ 369332 h 369332"/>
              <a:gd name="csX24" fmla="*/ 1004708 w 7009592"/>
              <a:gd name="csY24" fmla="*/ 369332 h 369332"/>
              <a:gd name="csX25" fmla="*/ 0 w 7009592"/>
              <a:gd name="csY25" fmla="*/ 369332 h 369332"/>
              <a:gd name="csX26" fmla="*/ 0 w 7009592"/>
              <a:gd name="csY2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09592" h="369332" fill="none" extrusionOk="0">
                <a:moveTo>
                  <a:pt x="0" y="0"/>
                </a:moveTo>
                <a:cubicBezTo>
                  <a:pt x="86871" y="-18308"/>
                  <a:pt x="271016" y="33048"/>
                  <a:pt x="373845" y="0"/>
                </a:cubicBezTo>
                <a:cubicBezTo>
                  <a:pt x="476674" y="-33048"/>
                  <a:pt x="788352" y="6461"/>
                  <a:pt x="1028073" y="0"/>
                </a:cubicBezTo>
                <a:cubicBezTo>
                  <a:pt x="1267794" y="-6461"/>
                  <a:pt x="1219606" y="25181"/>
                  <a:pt x="1401918" y="0"/>
                </a:cubicBezTo>
                <a:cubicBezTo>
                  <a:pt x="1584230" y="-25181"/>
                  <a:pt x="1702400" y="61140"/>
                  <a:pt x="1915955" y="0"/>
                </a:cubicBezTo>
                <a:cubicBezTo>
                  <a:pt x="2129510" y="-61140"/>
                  <a:pt x="2470156" y="63000"/>
                  <a:pt x="2640280" y="0"/>
                </a:cubicBezTo>
                <a:cubicBezTo>
                  <a:pt x="2810405" y="-63000"/>
                  <a:pt x="3069074" y="54863"/>
                  <a:pt x="3224412" y="0"/>
                </a:cubicBezTo>
                <a:cubicBezTo>
                  <a:pt x="3379750" y="-54863"/>
                  <a:pt x="3625871" y="75466"/>
                  <a:pt x="3878641" y="0"/>
                </a:cubicBezTo>
                <a:cubicBezTo>
                  <a:pt x="4131411" y="-75466"/>
                  <a:pt x="4244711" y="13108"/>
                  <a:pt x="4392678" y="0"/>
                </a:cubicBezTo>
                <a:cubicBezTo>
                  <a:pt x="4540645" y="-13108"/>
                  <a:pt x="4730436" y="34384"/>
                  <a:pt x="4976810" y="0"/>
                </a:cubicBezTo>
                <a:cubicBezTo>
                  <a:pt x="5223184" y="-34384"/>
                  <a:pt x="5458887" y="49183"/>
                  <a:pt x="5701135" y="0"/>
                </a:cubicBezTo>
                <a:cubicBezTo>
                  <a:pt x="5943383" y="-49183"/>
                  <a:pt x="5941438" y="47457"/>
                  <a:pt x="6145076" y="0"/>
                </a:cubicBezTo>
                <a:cubicBezTo>
                  <a:pt x="6348714" y="-47457"/>
                  <a:pt x="6653850" y="97066"/>
                  <a:pt x="7009592" y="0"/>
                </a:cubicBezTo>
                <a:cubicBezTo>
                  <a:pt x="7009666" y="139499"/>
                  <a:pt x="6994597" y="270034"/>
                  <a:pt x="7009592" y="369332"/>
                </a:cubicBezTo>
                <a:cubicBezTo>
                  <a:pt x="6877024" y="406731"/>
                  <a:pt x="6726518" y="315612"/>
                  <a:pt x="6495555" y="369332"/>
                </a:cubicBezTo>
                <a:cubicBezTo>
                  <a:pt x="6264592" y="423052"/>
                  <a:pt x="6299321" y="345046"/>
                  <a:pt x="6121710" y="369332"/>
                </a:cubicBezTo>
                <a:cubicBezTo>
                  <a:pt x="5944099" y="393618"/>
                  <a:pt x="5777038" y="354502"/>
                  <a:pt x="5537578" y="369332"/>
                </a:cubicBezTo>
                <a:cubicBezTo>
                  <a:pt x="5298118" y="384162"/>
                  <a:pt x="5204608" y="333629"/>
                  <a:pt x="5093637" y="369332"/>
                </a:cubicBezTo>
                <a:cubicBezTo>
                  <a:pt x="4982666" y="405035"/>
                  <a:pt x="4676539" y="356981"/>
                  <a:pt x="4509504" y="369332"/>
                </a:cubicBezTo>
                <a:cubicBezTo>
                  <a:pt x="4342469" y="381683"/>
                  <a:pt x="4175055" y="352089"/>
                  <a:pt x="3925372" y="369332"/>
                </a:cubicBezTo>
                <a:cubicBezTo>
                  <a:pt x="3675689" y="386575"/>
                  <a:pt x="3500923" y="343960"/>
                  <a:pt x="3341239" y="369332"/>
                </a:cubicBezTo>
                <a:cubicBezTo>
                  <a:pt x="3181555" y="394704"/>
                  <a:pt x="3019153" y="349039"/>
                  <a:pt x="2757106" y="369332"/>
                </a:cubicBezTo>
                <a:cubicBezTo>
                  <a:pt x="2495059" y="389625"/>
                  <a:pt x="2408366" y="312655"/>
                  <a:pt x="2243069" y="369332"/>
                </a:cubicBezTo>
                <a:cubicBezTo>
                  <a:pt x="2077772" y="426009"/>
                  <a:pt x="1829145" y="307355"/>
                  <a:pt x="1588841" y="369332"/>
                </a:cubicBezTo>
                <a:cubicBezTo>
                  <a:pt x="1348537" y="431309"/>
                  <a:pt x="1192741" y="299250"/>
                  <a:pt x="1004708" y="369332"/>
                </a:cubicBezTo>
                <a:cubicBezTo>
                  <a:pt x="816675" y="439414"/>
                  <a:pt x="419175" y="368760"/>
                  <a:pt x="0" y="369332"/>
                </a:cubicBezTo>
                <a:cubicBezTo>
                  <a:pt x="-27788" y="236673"/>
                  <a:pt x="4553" y="163225"/>
                  <a:pt x="0" y="0"/>
                </a:cubicBezTo>
                <a:close/>
              </a:path>
              <a:path w="7009592" h="369332" stroke="0" extrusionOk="0">
                <a:moveTo>
                  <a:pt x="0" y="0"/>
                </a:moveTo>
                <a:cubicBezTo>
                  <a:pt x="121351" y="-15262"/>
                  <a:pt x="301253" y="8428"/>
                  <a:pt x="514037" y="0"/>
                </a:cubicBezTo>
                <a:cubicBezTo>
                  <a:pt x="726821" y="-8428"/>
                  <a:pt x="787227" y="33280"/>
                  <a:pt x="887882" y="0"/>
                </a:cubicBezTo>
                <a:cubicBezTo>
                  <a:pt x="988537" y="-33280"/>
                  <a:pt x="1316923" y="82806"/>
                  <a:pt x="1612206" y="0"/>
                </a:cubicBezTo>
                <a:cubicBezTo>
                  <a:pt x="1907489" y="-82806"/>
                  <a:pt x="1991787" y="18405"/>
                  <a:pt x="2126243" y="0"/>
                </a:cubicBezTo>
                <a:cubicBezTo>
                  <a:pt x="2260699" y="-18405"/>
                  <a:pt x="2414043" y="6713"/>
                  <a:pt x="2640280" y="0"/>
                </a:cubicBezTo>
                <a:cubicBezTo>
                  <a:pt x="2866517" y="-6713"/>
                  <a:pt x="3087155" y="40394"/>
                  <a:pt x="3364604" y="0"/>
                </a:cubicBezTo>
                <a:cubicBezTo>
                  <a:pt x="3642053" y="-40394"/>
                  <a:pt x="3685800" y="45069"/>
                  <a:pt x="3808545" y="0"/>
                </a:cubicBezTo>
                <a:cubicBezTo>
                  <a:pt x="3931290" y="-45069"/>
                  <a:pt x="4325853" y="76950"/>
                  <a:pt x="4532869" y="0"/>
                </a:cubicBezTo>
                <a:cubicBezTo>
                  <a:pt x="4739885" y="-76950"/>
                  <a:pt x="4915458" y="21445"/>
                  <a:pt x="5257194" y="0"/>
                </a:cubicBezTo>
                <a:cubicBezTo>
                  <a:pt x="5598931" y="-21445"/>
                  <a:pt x="5571727" y="14559"/>
                  <a:pt x="5841327" y="0"/>
                </a:cubicBezTo>
                <a:cubicBezTo>
                  <a:pt x="6110927" y="-14559"/>
                  <a:pt x="6472159" y="40440"/>
                  <a:pt x="7009592" y="0"/>
                </a:cubicBezTo>
                <a:cubicBezTo>
                  <a:pt x="7032683" y="82749"/>
                  <a:pt x="6998333" y="217141"/>
                  <a:pt x="7009592" y="369332"/>
                </a:cubicBezTo>
                <a:cubicBezTo>
                  <a:pt x="6854627" y="394712"/>
                  <a:pt x="6805813" y="357192"/>
                  <a:pt x="6635747" y="369332"/>
                </a:cubicBezTo>
                <a:cubicBezTo>
                  <a:pt x="6465682" y="381472"/>
                  <a:pt x="6110431" y="334141"/>
                  <a:pt x="5911423" y="369332"/>
                </a:cubicBezTo>
                <a:cubicBezTo>
                  <a:pt x="5712415" y="404523"/>
                  <a:pt x="5673321" y="359026"/>
                  <a:pt x="5467482" y="369332"/>
                </a:cubicBezTo>
                <a:cubicBezTo>
                  <a:pt x="5261643" y="379638"/>
                  <a:pt x="5118363" y="336738"/>
                  <a:pt x="4883349" y="369332"/>
                </a:cubicBezTo>
                <a:cubicBezTo>
                  <a:pt x="4648335" y="401926"/>
                  <a:pt x="4510451" y="325558"/>
                  <a:pt x="4159025" y="369332"/>
                </a:cubicBezTo>
                <a:cubicBezTo>
                  <a:pt x="3807599" y="413106"/>
                  <a:pt x="3757526" y="328243"/>
                  <a:pt x="3574892" y="369332"/>
                </a:cubicBezTo>
                <a:cubicBezTo>
                  <a:pt x="3392258" y="410421"/>
                  <a:pt x="3379823" y="342171"/>
                  <a:pt x="3201047" y="369332"/>
                </a:cubicBezTo>
                <a:cubicBezTo>
                  <a:pt x="3022271" y="396493"/>
                  <a:pt x="2897057" y="347073"/>
                  <a:pt x="2757106" y="369332"/>
                </a:cubicBezTo>
                <a:cubicBezTo>
                  <a:pt x="2617155" y="391591"/>
                  <a:pt x="2342465" y="297346"/>
                  <a:pt x="2032782" y="369332"/>
                </a:cubicBezTo>
                <a:cubicBezTo>
                  <a:pt x="1723099" y="441318"/>
                  <a:pt x="1685613" y="338572"/>
                  <a:pt x="1448649" y="369332"/>
                </a:cubicBezTo>
                <a:cubicBezTo>
                  <a:pt x="1211685" y="400092"/>
                  <a:pt x="1181185" y="354295"/>
                  <a:pt x="1004708" y="369332"/>
                </a:cubicBezTo>
                <a:cubicBezTo>
                  <a:pt x="828231" y="384369"/>
                  <a:pt x="375243" y="365759"/>
                  <a:pt x="0" y="369332"/>
                </a:cubicBezTo>
                <a:cubicBezTo>
                  <a:pt x="-18115" y="195134"/>
                  <a:pt x="43045" y="81008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What’s wrong with this line of thinking?</a:t>
            </a:r>
          </a:p>
        </p:txBody>
      </p:sp>
      <p:pic>
        <p:nvPicPr>
          <p:cNvPr id="4" name="Picture 3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DA5847B5-DCE3-8222-CB99-9291B7A61BE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9546633" y="332851"/>
            <a:ext cx="1767982" cy="10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4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36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B07F4-6B12-51F9-17BF-C9EDE37E9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BAF1F89-C645-472A-6376-E220C9753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A852C00-8846-B1E7-F187-89DD192D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6F5FA91-ED3C-7D30-AF14-CBC83050DC40}"/>
                  </a:ext>
                </a:extLst>
              </p:cNvPr>
              <p:cNvSpPr/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6F5FA91-ED3C-7D30-AF14-CBC83050D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A6920EA-E0F4-3CA0-4DE6-8E39CC66994A}"/>
              </a:ext>
            </a:extLst>
          </p:cNvPr>
          <p:cNvGrpSpPr/>
          <p:nvPr/>
        </p:nvGrpSpPr>
        <p:grpSpPr>
          <a:xfrm>
            <a:off x="5743699" y="2585611"/>
            <a:ext cx="4056882" cy="1147953"/>
            <a:chOff x="5743699" y="2585611"/>
            <a:chExt cx="4056882" cy="114795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894107C-FA17-340B-DB4C-5295C4A9030F}"/>
                </a:ext>
              </a:extLst>
            </p:cNvPr>
            <p:cNvCxnSpPr>
              <a:cxnSpLocks/>
              <a:stCxn id="3" idx="4"/>
              <a:endCxn id="11" idx="0"/>
            </p:cNvCxnSpPr>
            <p:nvPr/>
          </p:nvCxnSpPr>
          <p:spPr>
            <a:xfrm>
              <a:off x="5743699" y="2585611"/>
              <a:ext cx="4056882" cy="114795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F0194E3-8093-FCDA-D481-9433220018FD}"/>
                    </a:ext>
                  </a:extLst>
                </p:cNvPr>
                <p:cNvSpPr txBox="1"/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F0194E3-8093-FCDA-D481-9433220018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DBCF383-3335-EDB6-246C-09D23CF08A2F}"/>
              </a:ext>
            </a:extLst>
          </p:cNvPr>
          <p:cNvGrpSpPr/>
          <p:nvPr/>
        </p:nvGrpSpPr>
        <p:grpSpPr>
          <a:xfrm>
            <a:off x="2339224" y="2585611"/>
            <a:ext cx="3404475" cy="1143618"/>
            <a:chOff x="2339224" y="2585611"/>
            <a:chExt cx="3404475" cy="114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6A473E0-D7CA-A898-8EF3-FFD09674FCEF}"/>
                    </a:ext>
                  </a:extLst>
                </p:cNvPr>
                <p:cNvSpPr txBox="1"/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6A473E0-D7CA-A898-8EF3-FFD09674F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67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38F44E8-3736-ECEF-9F6C-0B5531DB6F0B}"/>
                </a:ext>
              </a:extLst>
            </p:cNvPr>
            <p:cNvCxnSpPr>
              <a:cxnSpLocks/>
              <a:stCxn id="3" idx="4"/>
              <a:endCxn id="6" idx="0"/>
            </p:cNvCxnSpPr>
            <p:nvPr/>
          </p:nvCxnSpPr>
          <p:spPr>
            <a:xfrm flipH="1">
              <a:off x="2339224" y="2585611"/>
              <a:ext cx="3404475" cy="114361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Picture 49" descr="A cartoon of a person wearing sunglasses&#10;&#10;Description automatically generated">
            <a:extLst>
              <a:ext uri="{FF2B5EF4-FFF2-40B4-BE49-F238E27FC236}">
                <a16:creationId xmlns:a16="http://schemas.microsoft.com/office/drawing/2014/main" id="{28728821-677A-36FD-92A4-0662B6971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2" r="22437"/>
          <a:stretch/>
        </p:blipFill>
        <p:spPr>
          <a:xfrm>
            <a:off x="5455030" y="1179660"/>
            <a:ext cx="577338" cy="1013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5B6306-0E44-70E3-8B98-C74A3B374AF9}"/>
                  </a:ext>
                </a:extLst>
              </p:cNvPr>
              <p:cNvSpPr txBox="1"/>
              <p:nvPr/>
            </p:nvSpPr>
            <p:spPr>
              <a:xfrm>
                <a:off x="1396707" y="3729229"/>
                <a:ext cx="1885034" cy="646331"/>
              </a:xfrm>
              <a:custGeom>
                <a:avLst/>
                <a:gdLst>
                  <a:gd name="csX0" fmla="*/ 0 w 1885034"/>
                  <a:gd name="csY0" fmla="*/ 0 h 646331"/>
                  <a:gd name="csX1" fmla="*/ 452408 w 1885034"/>
                  <a:gd name="csY1" fmla="*/ 0 h 646331"/>
                  <a:gd name="csX2" fmla="*/ 923667 w 1885034"/>
                  <a:gd name="csY2" fmla="*/ 0 h 646331"/>
                  <a:gd name="csX3" fmla="*/ 1413776 w 1885034"/>
                  <a:gd name="csY3" fmla="*/ 0 h 646331"/>
                  <a:gd name="csX4" fmla="*/ 1885034 w 1885034"/>
                  <a:gd name="csY4" fmla="*/ 0 h 646331"/>
                  <a:gd name="csX5" fmla="*/ 1885034 w 1885034"/>
                  <a:gd name="csY5" fmla="*/ 329629 h 646331"/>
                  <a:gd name="csX6" fmla="*/ 1885034 w 1885034"/>
                  <a:gd name="csY6" fmla="*/ 646331 h 646331"/>
                  <a:gd name="csX7" fmla="*/ 1376075 w 1885034"/>
                  <a:gd name="csY7" fmla="*/ 646331 h 646331"/>
                  <a:gd name="csX8" fmla="*/ 867116 w 1885034"/>
                  <a:gd name="csY8" fmla="*/ 646331 h 646331"/>
                  <a:gd name="csX9" fmla="*/ 0 w 1885034"/>
                  <a:gd name="csY9" fmla="*/ 646331 h 646331"/>
                  <a:gd name="csX10" fmla="*/ 0 w 1885034"/>
                  <a:gd name="csY10" fmla="*/ 329629 h 646331"/>
                  <a:gd name="csX11" fmla="*/ 0 w 1885034"/>
                  <a:gd name="csY11" fmla="*/ 0 h 64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85034" h="646331" fill="none" extrusionOk="0">
                    <a:moveTo>
                      <a:pt x="0" y="0"/>
                    </a:moveTo>
                    <a:cubicBezTo>
                      <a:pt x="98488" y="-44483"/>
                      <a:pt x="335684" y="13353"/>
                      <a:pt x="452408" y="0"/>
                    </a:cubicBezTo>
                    <a:cubicBezTo>
                      <a:pt x="569132" y="-13353"/>
                      <a:pt x="692645" y="36704"/>
                      <a:pt x="923667" y="0"/>
                    </a:cubicBezTo>
                    <a:cubicBezTo>
                      <a:pt x="1154689" y="-36704"/>
                      <a:pt x="1300811" y="42925"/>
                      <a:pt x="1413776" y="0"/>
                    </a:cubicBezTo>
                    <a:cubicBezTo>
                      <a:pt x="1526741" y="-42925"/>
                      <a:pt x="1659900" y="21753"/>
                      <a:pt x="1885034" y="0"/>
                    </a:cubicBezTo>
                    <a:cubicBezTo>
                      <a:pt x="1916473" y="138098"/>
                      <a:pt x="1869457" y="172318"/>
                      <a:pt x="1885034" y="329629"/>
                    </a:cubicBezTo>
                    <a:cubicBezTo>
                      <a:pt x="1900611" y="486940"/>
                      <a:pt x="1849845" y="518547"/>
                      <a:pt x="1885034" y="646331"/>
                    </a:cubicBezTo>
                    <a:cubicBezTo>
                      <a:pt x="1770832" y="656069"/>
                      <a:pt x="1617435" y="634043"/>
                      <a:pt x="1376075" y="646331"/>
                    </a:cubicBezTo>
                    <a:cubicBezTo>
                      <a:pt x="1134715" y="658619"/>
                      <a:pt x="976508" y="611729"/>
                      <a:pt x="867116" y="646331"/>
                    </a:cubicBezTo>
                    <a:cubicBezTo>
                      <a:pt x="757724" y="680933"/>
                      <a:pt x="244653" y="628818"/>
                      <a:pt x="0" y="646331"/>
                    </a:cubicBezTo>
                    <a:cubicBezTo>
                      <a:pt x="-33952" y="494166"/>
                      <a:pt x="19450" y="412375"/>
                      <a:pt x="0" y="329629"/>
                    </a:cubicBezTo>
                    <a:cubicBezTo>
                      <a:pt x="-19450" y="246883"/>
                      <a:pt x="11518" y="109323"/>
                      <a:pt x="0" y="0"/>
                    </a:cubicBezTo>
                    <a:close/>
                  </a:path>
                  <a:path w="1885034" h="646331" stroke="0" extrusionOk="0">
                    <a:moveTo>
                      <a:pt x="0" y="0"/>
                    </a:moveTo>
                    <a:cubicBezTo>
                      <a:pt x="133910" y="-16372"/>
                      <a:pt x="342118" y="36925"/>
                      <a:pt x="452408" y="0"/>
                    </a:cubicBezTo>
                    <a:cubicBezTo>
                      <a:pt x="562698" y="-36925"/>
                      <a:pt x="739763" y="40210"/>
                      <a:pt x="867116" y="0"/>
                    </a:cubicBezTo>
                    <a:cubicBezTo>
                      <a:pt x="994469" y="-40210"/>
                      <a:pt x="1132778" y="41024"/>
                      <a:pt x="1376075" y="0"/>
                    </a:cubicBezTo>
                    <a:cubicBezTo>
                      <a:pt x="1619372" y="-41024"/>
                      <a:pt x="1734398" y="1674"/>
                      <a:pt x="1885034" y="0"/>
                    </a:cubicBezTo>
                    <a:cubicBezTo>
                      <a:pt x="1893717" y="66160"/>
                      <a:pt x="1860322" y="249942"/>
                      <a:pt x="1885034" y="316702"/>
                    </a:cubicBezTo>
                    <a:cubicBezTo>
                      <a:pt x="1909746" y="383462"/>
                      <a:pt x="1863193" y="564609"/>
                      <a:pt x="1885034" y="646331"/>
                    </a:cubicBezTo>
                    <a:cubicBezTo>
                      <a:pt x="1787015" y="661428"/>
                      <a:pt x="1553693" y="628756"/>
                      <a:pt x="1413776" y="646331"/>
                    </a:cubicBezTo>
                    <a:cubicBezTo>
                      <a:pt x="1273859" y="663906"/>
                      <a:pt x="1140171" y="591910"/>
                      <a:pt x="904816" y="646331"/>
                    </a:cubicBezTo>
                    <a:cubicBezTo>
                      <a:pt x="669461" y="700752"/>
                      <a:pt x="615273" y="641388"/>
                      <a:pt x="490109" y="646331"/>
                    </a:cubicBezTo>
                    <a:cubicBezTo>
                      <a:pt x="364945" y="651274"/>
                      <a:pt x="213892" y="590987"/>
                      <a:pt x="0" y="646331"/>
                    </a:cubicBezTo>
                    <a:cubicBezTo>
                      <a:pt x="-5824" y="570951"/>
                      <a:pt x="1433" y="401953"/>
                      <a:pt x="0" y="323166"/>
                    </a:cubicBezTo>
                    <a:cubicBezTo>
                      <a:pt x="-1433" y="244380"/>
                      <a:pt x="23279" y="115607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Remains hungry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5B6306-0E44-70E3-8B98-C74A3B374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07" y="3729229"/>
                <a:ext cx="1885034" cy="646331"/>
              </a:xfrm>
              <a:prstGeom prst="rect">
                <a:avLst/>
              </a:prstGeom>
              <a:blipFill>
                <a:blip r:embed="rId6"/>
                <a:stretch>
                  <a:fillRect t="-877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885034"/>
                          <a:gd name="connsiteY0" fmla="*/ 0 h 646331"/>
                          <a:gd name="connsiteX1" fmla="*/ 452408 w 1885034"/>
                          <a:gd name="connsiteY1" fmla="*/ 0 h 646331"/>
                          <a:gd name="connsiteX2" fmla="*/ 923667 w 1885034"/>
                          <a:gd name="connsiteY2" fmla="*/ 0 h 646331"/>
                          <a:gd name="connsiteX3" fmla="*/ 1413776 w 1885034"/>
                          <a:gd name="connsiteY3" fmla="*/ 0 h 646331"/>
                          <a:gd name="connsiteX4" fmla="*/ 1885034 w 1885034"/>
                          <a:gd name="connsiteY4" fmla="*/ 0 h 646331"/>
                          <a:gd name="connsiteX5" fmla="*/ 1885034 w 1885034"/>
                          <a:gd name="connsiteY5" fmla="*/ 329629 h 646331"/>
                          <a:gd name="connsiteX6" fmla="*/ 1885034 w 1885034"/>
                          <a:gd name="connsiteY6" fmla="*/ 646331 h 646331"/>
                          <a:gd name="connsiteX7" fmla="*/ 1376075 w 1885034"/>
                          <a:gd name="connsiteY7" fmla="*/ 646331 h 646331"/>
                          <a:gd name="connsiteX8" fmla="*/ 867116 w 1885034"/>
                          <a:gd name="connsiteY8" fmla="*/ 646331 h 646331"/>
                          <a:gd name="connsiteX9" fmla="*/ 0 w 1885034"/>
                          <a:gd name="connsiteY9" fmla="*/ 646331 h 646331"/>
                          <a:gd name="connsiteX10" fmla="*/ 0 w 1885034"/>
                          <a:gd name="connsiteY10" fmla="*/ 329629 h 646331"/>
                          <a:gd name="connsiteX11" fmla="*/ 0 w 1885034"/>
                          <a:gd name="connsiteY11" fmla="*/ 0 h 6463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1885034" h="646331" fill="none" extrusionOk="0">
                            <a:moveTo>
                              <a:pt x="0" y="0"/>
                            </a:moveTo>
                            <a:cubicBezTo>
                              <a:pt x="98488" y="-44483"/>
                              <a:pt x="335684" y="13353"/>
                              <a:pt x="452408" y="0"/>
                            </a:cubicBezTo>
                            <a:cubicBezTo>
                              <a:pt x="569132" y="-13353"/>
                              <a:pt x="692645" y="36704"/>
                              <a:pt x="923667" y="0"/>
                            </a:cubicBezTo>
                            <a:cubicBezTo>
                              <a:pt x="1154689" y="-36704"/>
                              <a:pt x="1300811" y="42925"/>
                              <a:pt x="1413776" y="0"/>
                            </a:cubicBezTo>
                            <a:cubicBezTo>
                              <a:pt x="1526741" y="-42925"/>
                              <a:pt x="1659900" y="21753"/>
                              <a:pt x="1885034" y="0"/>
                            </a:cubicBezTo>
                            <a:cubicBezTo>
                              <a:pt x="1916473" y="138098"/>
                              <a:pt x="1869457" y="172318"/>
                              <a:pt x="1885034" y="329629"/>
                            </a:cubicBezTo>
                            <a:cubicBezTo>
                              <a:pt x="1900611" y="486940"/>
                              <a:pt x="1849845" y="518547"/>
                              <a:pt x="1885034" y="646331"/>
                            </a:cubicBezTo>
                            <a:cubicBezTo>
                              <a:pt x="1770832" y="656069"/>
                              <a:pt x="1617435" y="634043"/>
                              <a:pt x="1376075" y="646331"/>
                            </a:cubicBezTo>
                            <a:cubicBezTo>
                              <a:pt x="1134715" y="658619"/>
                              <a:pt x="976508" y="611729"/>
                              <a:pt x="867116" y="646331"/>
                            </a:cubicBezTo>
                            <a:cubicBezTo>
                              <a:pt x="757724" y="680933"/>
                              <a:pt x="244653" y="628818"/>
                              <a:pt x="0" y="646331"/>
                            </a:cubicBezTo>
                            <a:cubicBezTo>
                              <a:pt x="-33952" y="494166"/>
                              <a:pt x="19450" y="412375"/>
                              <a:pt x="0" y="329629"/>
                            </a:cubicBezTo>
                            <a:cubicBezTo>
                              <a:pt x="-19450" y="246883"/>
                              <a:pt x="11518" y="109323"/>
                              <a:pt x="0" y="0"/>
                            </a:cubicBezTo>
                            <a:close/>
                          </a:path>
                          <a:path w="1885034" h="646331" stroke="0" extrusionOk="0">
                            <a:moveTo>
                              <a:pt x="0" y="0"/>
                            </a:moveTo>
                            <a:cubicBezTo>
                              <a:pt x="133910" y="-16372"/>
                              <a:pt x="342118" y="36925"/>
                              <a:pt x="452408" y="0"/>
                            </a:cubicBezTo>
                            <a:cubicBezTo>
                              <a:pt x="562698" y="-36925"/>
                              <a:pt x="739763" y="40210"/>
                              <a:pt x="867116" y="0"/>
                            </a:cubicBezTo>
                            <a:cubicBezTo>
                              <a:pt x="994469" y="-40210"/>
                              <a:pt x="1132778" y="41024"/>
                              <a:pt x="1376075" y="0"/>
                            </a:cubicBezTo>
                            <a:cubicBezTo>
                              <a:pt x="1619372" y="-41024"/>
                              <a:pt x="1734398" y="1674"/>
                              <a:pt x="1885034" y="0"/>
                            </a:cubicBezTo>
                            <a:cubicBezTo>
                              <a:pt x="1893717" y="66160"/>
                              <a:pt x="1860322" y="249942"/>
                              <a:pt x="1885034" y="316702"/>
                            </a:cubicBezTo>
                            <a:cubicBezTo>
                              <a:pt x="1909746" y="383462"/>
                              <a:pt x="1863193" y="564609"/>
                              <a:pt x="1885034" y="646331"/>
                            </a:cubicBezTo>
                            <a:cubicBezTo>
                              <a:pt x="1787015" y="661428"/>
                              <a:pt x="1553693" y="628756"/>
                              <a:pt x="1413776" y="646331"/>
                            </a:cubicBezTo>
                            <a:cubicBezTo>
                              <a:pt x="1273859" y="663906"/>
                              <a:pt x="1140171" y="591910"/>
                              <a:pt x="904816" y="646331"/>
                            </a:cubicBezTo>
                            <a:cubicBezTo>
                              <a:pt x="669461" y="700752"/>
                              <a:pt x="615273" y="641388"/>
                              <a:pt x="490109" y="646331"/>
                            </a:cubicBezTo>
                            <a:cubicBezTo>
                              <a:pt x="364945" y="651274"/>
                              <a:pt x="213892" y="590987"/>
                              <a:pt x="0" y="646331"/>
                            </a:cubicBezTo>
                            <a:cubicBezTo>
                              <a:pt x="-5824" y="570951"/>
                              <a:pt x="1433" y="401953"/>
                              <a:pt x="0" y="323166"/>
                            </a:cubicBezTo>
                            <a:cubicBezTo>
                              <a:pt x="-1433" y="244380"/>
                              <a:pt x="23279" y="115607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D2859D-A20F-6026-8FA1-A898A3F357EE}"/>
                  </a:ext>
                </a:extLst>
              </p:cNvPr>
              <p:cNvSpPr txBox="1"/>
              <p:nvPr/>
            </p:nvSpPr>
            <p:spPr>
              <a:xfrm>
                <a:off x="8383680" y="3733564"/>
                <a:ext cx="2833801" cy="923330"/>
              </a:xfrm>
              <a:custGeom>
                <a:avLst/>
                <a:gdLst>
                  <a:gd name="csX0" fmla="*/ 0 w 2833801"/>
                  <a:gd name="csY0" fmla="*/ 0 h 923330"/>
                  <a:gd name="csX1" fmla="*/ 538422 w 2833801"/>
                  <a:gd name="csY1" fmla="*/ 0 h 923330"/>
                  <a:gd name="csX2" fmla="*/ 1020168 w 2833801"/>
                  <a:gd name="csY2" fmla="*/ 0 h 923330"/>
                  <a:gd name="csX3" fmla="*/ 1615267 w 2833801"/>
                  <a:gd name="csY3" fmla="*/ 0 h 923330"/>
                  <a:gd name="csX4" fmla="*/ 2097013 w 2833801"/>
                  <a:gd name="csY4" fmla="*/ 0 h 923330"/>
                  <a:gd name="csX5" fmla="*/ 2833801 w 2833801"/>
                  <a:gd name="csY5" fmla="*/ 0 h 923330"/>
                  <a:gd name="csX6" fmla="*/ 2833801 w 2833801"/>
                  <a:gd name="csY6" fmla="*/ 461665 h 923330"/>
                  <a:gd name="csX7" fmla="*/ 2833801 w 2833801"/>
                  <a:gd name="csY7" fmla="*/ 923330 h 923330"/>
                  <a:gd name="csX8" fmla="*/ 2210365 w 2833801"/>
                  <a:gd name="csY8" fmla="*/ 923330 h 923330"/>
                  <a:gd name="csX9" fmla="*/ 1700281 w 2833801"/>
                  <a:gd name="csY9" fmla="*/ 923330 h 923330"/>
                  <a:gd name="csX10" fmla="*/ 1133520 w 2833801"/>
                  <a:gd name="csY10" fmla="*/ 923330 h 923330"/>
                  <a:gd name="csX11" fmla="*/ 510084 w 2833801"/>
                  <a:gd name="csY11" fmla="*/ 923330 h 923330"/>
                  <a:gd name="csX12" fmla="*/ 0 w 2833801"/>
                  <a:gd name="csY12" fmla="*/ 923330 h 923330"/>
                  <a:gd name="csX13" fmla="*/ 0 w 2833801"/>
                  <a:gd name="csY13" fmla="*/ 470898 h 923330"/>
                  <a:gd name="csX14" fmla="*/ 0 w 2833801"/>
                  <a:gd name="csY14" fmla="*/ 0 h 9233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833801" h="923330" fill="none" extrusionOk="0">
                    <a:moveTo>
                      <a:pt x="0" y="0"/>
                    </a:moveTo>
                    <a:cubicBezTo>
                      <a:pt x="154978" y="-20895"/>
                      <a:pt x="350329" y="16829"/>
                      <a:pt x="538422" y="0"/>
                    </a:cubicBezTo>
                    <a:cubicBezTo>
                      <a:pt x="726515" y="-16829"/>
                      <a:pt x="789682" y="24975"/>
                      <a:pt x="1020168" y="0"/>
                    </a:cubicBezTo>
                    <a:cubicBezTo>
                      <a:pt x="1250654" y="-24975"/>
                      <a:pt x="1325332" y="4668"/>
                      <a:pt x="1615267" y="0"/>
                    </a:cubicBezTo>
                    <a:cubicBezTo>
                      <a:pt x="1905202" y="-4668"/>
                      <a:pt x="1866958" y="12292"/>
                      <a:pt x="2097013" y="0"/>
                    </a:cubicBezTo>
                    <a:cubicBezTo>
                      <a:pt x="2327068" y="-12292"/>
                      <a:pt x="2567701" y="81343"/>
                      <a:pt x="2833801" y="0"/>
                    </a:cubicBezTo>
                    <a:cubicBezTo>
                      <a:pt x="2856997" y="209190"/>
                      <a:pt x="2831151" y="333913"/>
                      <a:pt x="2833801" y="461665"/>
                    </a:cubicBezTo>
                    <a:cubicBezTo>
                      <a:pt x="2836451" y="589417"/>
                      <a:pt x="2827312" y="766516"/>
                      <a:pt x="2833801" y="923330"/>
                    </a:cubicBezTo>
                    <a:cubicBezTo>
                      <a:pt x="2624312" y="931675"/>
                      <a:pt x="2463584" y="865649"/>
                      <a:pt x="2210365" y="923330"/>
                    </a:cubicBezTo>
                    <a:cubicBezTo>
                      <a:pt x="1957146" y="981011"/>
                      <a:pt x="1813035" y="914382"/>
                      <a:pt x="1700281" y="923330"/>
                    </a:cubicBezTo>
                    <a:cubicBezTo>
                      <a:pt x="1587527" y="932278"/>
                      <a:pt x="1409629" y="917679"/>
                      <a:pt x="1133520" y="923330"/>
                    </a:cubicBezTo>
                    <a:cubicBezTo>
                      <a:pt x="857411" y="928981"/>
                      <a:pt x="686706" y="862811"/>
                      <a:pt x="510084" y="923330"/>
                    </a:cubicBezTo>
                    <a:cubicBezTo>
                      <a:pt x="333462" y="983849"/>
                      <a:pt x="119678" y="886625"/>
                      <a:pt x="0" y="923330"/>
                    </a:cubicBezTo>
                    <a:cubicBezTo>
                      <a:pt x="-8226" y="831763"/>
                      <a:pt x="32786" y="614727"/>
                      <a:pt x="0" y="470898"/>
                    </a:cubicBezTo>
                    <a:cubicBezTo>
                      <a:pt x="-32786" y="327069"/>
                      <a:pt x="962" y="202399"/>
                      <a:pt x="0" y="0"/>
                    </a:cubicBezTo>
                    <a:close/>
                  </a:path>
                  <a:path w="2833801" h="923330" stroke="0" extrusionOk="0">
                    <a:moveTo>
                      <a:pt x="0" y="0"/>
                    </a:moveTo>
                    <a:cubicBezTo>
                      <a:pt x="198059" y="-605"/>
                      <a:pt x="329147" y="45955"/>
                      <a:pt x="481746" y="0"/>
                    </a:cubicBezTo>
                    <a:cubicBezTo>
                      <a:pt x="634345" y="-45955"/>
                      <a:pt x="865575" y="27350"/>
                      <a:pt x="963492" y="0"/>
                    </a:cubicBezTo>
                    <a:cubicBezTo>
                      <a:pt x="1061409" y="-27350"/>
                      <a:pt x="1306102" y="53673"/>
                      <a:pt x="1501915" y="0"/>
                    </a:cubicBezTo>
                    <a:cubicBezTo>
                      <a:pt x="1697728" y="-53673"/>
                      <a:pt x="1834128" y="27989"/>
                      <a:pt x="2011999" y="0"/>
                    </a:cubicBezTo>
                    <a:cubicBezTo>
                      <a:pt x="2189870" y="-27989"/>
                      <a:pt x="2489177" y="5761"/>
                      <a:pt x="2833801" y="0"/>
                    </a:cubicBezTo>
                    <a:cubicBezTo>
                      <a:pt x="2862178" y="164826"/>
                      <a:pt x="2816798" y="305465"/>
                      <a:pt x="2833801" y="433965"/>
                    </a:cubicBezTo>
                    <a:cubicBezTo>
                      <a:pt x="2850804" y="562466"/>
                      <a:pt x="2780976" y="728746"/>
                      <a:pt x="2833801" y="923330"/>
                    </a:cubicBezTo>
                    <a:cubicBezTo>
                      <a:pt x="2724445" y="932872"/>
                      <a:pt x="2498246" y="889570"/>
                      <a:pt x="2295379" y="923330"/>
                    </a:cubicBezTo>
                    <a:cubicBezTo>
                      <a:pt x="2092512" y="957090"/>
                      <a:pt x="1878085" y="875636"/>
                      <a:pt x="1756957" y="923330"/>
                    </a:cubicBezTo>
                    <a:cubicBezTo>
                      <a:pt x="1635829" y="971024"/>
                      <a:pt x="1272722" y="852944"/>
                      <a:pt x="1133520" y="923330"/>
                    </a:cubicBezTo>
                    <a:cubicBezTo>
                      <a:pt x="994318" y="993716"/>
                      <a:pt x="738270" y="880595"/>
                      <a:pt x="538422" y="923330"/>
                    </a:cubicBezTo>
                    <a:cubicBezTo>
                      <a:pt x="338574" y="966065"/>
                      <a:pt x="117167" y="912763"/>
                      <a:pt x="0" y="923330"/>
                    </a:cubicBezTo>
                    <a:cubicBezTo>
                      <a:pt x="-19300" y="714283"/>
                      <a:pt x="54498" y="644051"/>
                      <a:pt x="0" y="443198"/>
                    </a:cubicBezTo>
                    <a:cubicBezTo>
                      <a:pt x="-54498" y="242345"/>
                      <a:pt x="29615" y="182536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Satisfies hunger.</a:t>
                </a:r>
              </a:p>
              <a:p>
                <a:pPr algn="ctr"/>
                <a:r>
                  <a:rPr lang="en-IN" dirty="0"/>
                  <a:t>Sleeps &amp; gets eaten by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=−∞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D2859D-A20F-6026-8FA1-A898A3F35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80" y="3733564"/>
                <a:ext cx="2833801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custGeom>
                        <a:avLst/>
                        <a:gdLst>
                          <a:gd name="connsiteX0" fmla="*/ 0 w 2833801"/>
                          <a:gd name="connsiteY0" fmla="*/ 0 h 923330"/>
                          <a:gd name="connsiteX1" fmla="*/ 538422 w 2833801"/>
                          <a:gd name="connsiteY1" fmla="*/ 0 h 923330"/>
                          <a:gd name="connsiteX2" fmla="*/ 1020168 w 2833801"/>
                          <a:gd name="connsiteY2" fmla="*/ 0 h 923330"/>
                          <a:gd name="connsiteX3" fmla="*/ 1615267 w 2833801"/>
                          <a:gd name="connsiteY3" fmla="*/ 0 h 923330"/>
                          <a:gd name="connsiteX4" fmla="*/ 2097013 w 2833801"/>
                          <a:gd name="connsiteY4" fmla="*/ 0 h 923330"/>
                          <a:gd name="connsiteX5" fmla="*/ 2833801 w 2833801"/>
                          <a:gd name="connsiteY5" fmla="*/ 0 h 923330"/>
                          <a:gd name="connsiteX6" fmla="*/ 2833801 w 2833801"/>
                          <a:gd name="connsiteY6" fmla="*/ 461665 h 923330"/>
                          <a:gd name="connsiteX7" fmla="*/ 2833801 w 2833801"/>
                          <a:gd name="connsiteY7" fmla="*/ 923330 h 923330"/>
                          <a:gd name="connsiteX8" fmla="*/ 2210365 w 2833801"/>
                          <a:gd name="connsiteY8" fmla="*/ 923330 h 923330"/>
                          <a:gd name="connsiteX9" fmla="*/ 1700281 w 2833801"/>
                          <a:gd name="connsiteY9" fmla="*/ 923330 h 923330"/>
                          <a:gd name="connsiteX10" fmla="*/ 1133520 w 2833801"/>
                          <a:gd name="connsiteY10" fmla="*/ 923330 h 923330"/>
                          <a:gd name="connsiteX11" fmla="*/ 510084 w 2833801"/>
                          <a:gd name="connsiteY11" fmla="*/ 923330 h 923330"/>
                          <a:gd name="connsiteX12" fmla="*/ 0 w 2833801"/>
                          <a:gd name="connsiteY12" fmla="*/ 923330 h 923330"/>
                          <a:gd name="connsiteX13" fmla="*/ 0 w 2833801"/>
                          <a:gd name="connsiteY13" fmla="*/ 470898 h 923330"/>
                          <a:gd name="connsiteX14" fmla="*/ 0 w 2833801"/>
                          <a:gd name="connsiteY14" fmla="*/ 0 h 9233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2833801" h="923330" fill="none" extrusionOk="0">
                            <a:moveTo>
                              <a:pt x="0" y="0"/>
                            </a:moveTo>
                            <a:cubicBezTo>
                              <a:pt x="154978" y="-20895"/>
                              <a:pt x="350329" y="16829"/>
                              <a:pt x="538422" y="0"/>
                            </a:cubicBezTo>
                            <a:cubicBezTo>
                              <a:pt x="726515" y="-16829"/>
                              <a:pt x="789682" y="24975"/>
                              <a:pt x="1020168" y="0"/>
                            </a:cubicBezTo>
                            <a:cubicBezTo>
                              <a:pt x="1250654" y="-24975"/>
                              <a:pt x="1325332" y="4668"/>
                              <a:pt x="1615267" y="0"/>
                            </a:cubicBezTo>
                            <a:cubicBezTo>
                              <a:pt x="1905202" y="-4668"/>
                              <a:pt x="1866958" y="12292"/>
                              <a:pt x="2097013" y="0"/>
                            </a:cubicBezTo>
                            <a:cubicBezTo>
                              <a:pt x="2327068" y="-12292"/>
                              <a:pt x="2567701" y="81343"/>
                              <a:pt x="2833801" y="0"/>
                            </a:cubicBezTo>
                            <a:cubicBezTo>
                              <a:pt x="2856997" y="209190"/>
                              <a:pt x="2831151" y="333913"/>
                              <a:pt x="2833801" y="461665"/>
                            </a:cubicBezTo>
                            <a:cubicBezTo>
                              <a:pt x="2836451" y="589417"/>
                              <a:pt x="2827312" y="766516"/>
                              <a:pt x="2833801" y="923330"/>
                            </a:cubicBezTo>
                            <a:cubicBezTo>
                              <a:pt x="2624312" y="931675"/>
                              <a:pt x="2463584" y="865649"/>
                              <a:pt x="2210365" y="923330"/>
                            </a:cubicBezTo>
                            <a:cubicBezTo>
                              <a:pt x="1957146" y="981011"/>
                              <a:pt x="1813035" y="914382"/>
                              <a:pt x="1700281" y="923330"/>
                            </a:cubicBezTo>
                            <a:cubicBezTo>
                              <a:pt x="1587527" y="932278"/>
                              <a:pt x="1409629" y="917679"/>
                              <a:pt x="1133520" y="923330"/>
                            </a:cubicBezTo>
                            <a:cubicBezTo>
                              <a:pt x="857411" y="928981"/>
                              <a:pt x="686706" y="862811"/>
                              <a:pt x="510084" y="923330"/>
                            </a:cubicBezTo>
                            <a:cubicBezTo>
                              <a:pt x="333462" y="983849"/>
                              <a:pt x="119678" y="886625"/>
                              <a:pt x="0" y="923330"/>
                            </a:cubicBezTo>
                            <a:cubicBezTo>
                              <a:pt x="-8226" y="831763"/>
                              <a:pt x="32786" y="614727"/>
                              <a:pt x="0" y="470898"/>
                            </a:cubicBezTo>
                            <a:cubicBezTo>
                              <a:pt x="-32786" y="327069"/>
                              <a:pt x="962" y="202399"/>
                              <a:pt x="0" y="0"/>
                            </a:cubicBezTo>
                            <a:close/>
                          </a:path>
                          <a:path w="2833801" h="923330" stroke="0" extrusionOk="0">
                            <a:moveTo>
                              <a:pt x="0" y="0"/>
                            </a:moveTo>
                            <a:cubicBezTo>
                              <a:pt x="198059" y="-605"/>
                              <a:pt x="329147" y="45955"/>
                              <a:pt x="481746" y="0"/>
                            </a:cubicBezTo>
                            <a:cubicBezTo>
                              <a:pt x="634345" y="-45955"/>
                              <a:pt x="865575" y="27350"/>
                              <a:pt x="963492" y="0"/>
                            </a:cubicBezTo>
                            <a:cubicBezTo>
                              <a:pt x="1061409" y="-27350"/>
                              <a:pt x="1306102" y="53673"/>
                              <a:pt x="1501915" y="0"/>
                            </a:cubicBezTo>
                            <a:cubicBezTo>
                              <a:pt x="1697728" y="-53673"/>
                              <a:pt x="1834128" y="27989"/>
                              <a:pt x="2011999" y="0"/>
                            </a:cubicBezTo>
                            <a:cubicBezTo>
                              <a:pt x="2189870" y="-27989"/>
                              <a:pt x="2489177" y="5761"/>
                              <a:pt x="2833801" y="0"/>
                            </a:cubicBezTo>
                            <a:cubicBezTo>
                              <a:pt x="2862178" y="164826"/>
                              <a:pt x="2816798" y="305465"/>
                              <a:pt x="2833801" y="433965"/>
                            </a:cubicBezTo>
                            <a:cubicBezTo>
                              <a:pt x="2850804" y="562466"/>
                              <a:pt x="2780976" y="728746"/>
                              <a:pt x="2833801" y="923330"/>
                            </a:cubicBezTo>
                            <a:cubicBezTo>
                              <a:pt x="2724445" y="932872"/>
                              <a:pt x="2498246" y="889570"/>
                              <a:pt x="2295379" y="923330"/>
                            </a:cubicBezTo>
                            <a:cubicBezTo>
                              <a:pt x="2092512" y="957090"/>
                              <a:pt x="1878085" y="875636"/>
                              <a:pt x="1756957" y="923330"/>
                            </a:cubicBezTo>
                            <a:cubicBezTo>
                              <a:pt x="1635829" y="971024"/>
                              <a:pt x="1272722" y="852944"/>
                              <a:pt x="1133520" y="923330"/>
                            </a:cubicBezTo>
                            <a:cubicBezTo>
                              <a:pt x="994318" y="993716"/>
                              <a:pt x="738270" y="880595"/>
                              <a:pt x="538422" y="923330"/>
                            </a:cubicBezTo>
                            <a:cubicBezTo>
                              <a:pt x="338574" y="966065"/>
                              <a:pt x="117167" y="912763"/>
                              <a:pt x="0" y="923330"/>
                            </a:cubicBezTo>
                            <a:cubicBezTo>
                              <a:pt x="-19300" y="714283"/>
                              <a:pt x="54498" y="644051"/>
                              <a:pt x="0" y="443198"/>
                            </a:cubicBezTo>
                            <a:cubicBezTo>
                              <a:pt x="-54498" y="242345"/>
                              <a:pt x="29615" y="18253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Badge Tick1 outline">
            <a:extLst>
              <a:ext uri="{FF2B5EF4-FFF2-40B4-BE49-F238E27FC236}">
                <a16:creationId xmlns:a16="http://schemas.microsoft.com/office/drawing/2014/main" id="{22E36444-D9BC-BF8C-A02C-7026EDEAF8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1885" y="2405611"/>
            <a:ext cx="457200" cy="457200"/>
          </a:xfrm>
          <a:prstGeom prst="rect">
            <a:avLst/>
          </a:prstGeom>
        </p:spPr>
      </p:pic>
      <p:pic>
        <p:nvPicPr>
          <p:cNvPr id="21" name="Graphic 20" descr="Badge Cross outline">
            <a:extLst>
              <a:ext uri="{FF2B5EF4-FFF2-40B4-BE49-F238E27FC236}">
                <a16:creationId xmlns:a16="http://schemas.microsoft.com/office/drawing/2014/main" id="{A25C3112-23C9-55D0-4C22-321626E3E7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55080" y="2843530"/>
            <a:ext cx="457200" cy="457200"/>
          </a:xfrm>
          <a:prstGeom prst="rect">
            <a:avLst/>
          </a:prstGeom>
        </p:spPr>
      </p:pic>
      <p:pic>
        <p:nvPicPr>
          <p:cNvPr id="34" name="Picture 33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EA6834C9-9556-5C72-45E1-6AB3F7DE03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10" y="1773049"/>
            <a:ext cx="613765" cy="1015200"/>
          </a:xfrm>
          <a:prstGeom prst="rect">
            <a:avLst/>
          </a:prstGeom>
        </p:spPr>
      </p:pic>
      <p:pic>
        <p:nvPicPr>
          <p:cNvPr id="35" name="Picture 34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7859C2A2-B06B-6B5B-CA4F-E8190507B8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04674">
            <a:off x="7546767" y="2037354"/>
            <a:ext cx="613765" cy="101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F9329F-9EDE-D9F9-C522-88F17A1A59A4}"/>
                  </a:ext>
                </a:extLst>
              </p:cNvPr>
              <p:cNvSpPr txBox="1"/>
              <p:nvPr/>
            </p:nvSpPr>
            <p:spPr>
              <a:xfrm>
                <a:off x="2238903" y="5180627"/>
                <a:ext cx="7009592" cy="369332"/>
              </a:xfrm>
              <a:custGeom>
                <a:avLst/>
                <a:gdLst>
                  <a:gd name="csX0" fmla="*/ 0 w 7009592"/>
                  <a:gd name="csY0" fmla="*/ 0 h 369332"/>
                  <a:gd name="csX1" fmla="*/ 373845 w 7009592"/>
                  <a:gd name="csY1" fmla="*/ 0 h 369332"/>
                  <a:gd name="csX2" fmla="*/ 1028073 w 7009592"/>
                  <a:gd name="csY2" fmla="*/ 0 h 369332"/>
                  <a:gd name="csX3" fmla="*/ 1401918 w 7009592"/>
                  <a:gd name="csY3" fmla="*/ 0 h 369332"/>
                  <a:gd name="csX4" fmla="*/ 1915955 w 7009592"/>
                  <a:gd name="csY4" fmla="*/ 0 h 369332"/>
                  <a:gd name="csX5" fmla="*/ 2640280 w 7009592"/>
                  <a:gd name="csY5" fmla="*/ 0 h 369332"/>
                  <a:gd name="csX6" fmla="*/ 3224412 w 7009592"/>
                  <a:gd name="csY6" fmla="*/ 0 h 369332"/>
                  <a:gd name="csX7" fmla="*/ 3878641 w 7009592"/>
                  <a:gd name="csY7" fmla="*/ 0 h 369332"/>
                  <a:gd name="csX8" fmla="*/ 4392678 w 7009592"/>
                  <a:gd name="csY8" fmla="*/ 0 h 369332"/>
                  <a:gd name="csX9" fmla="*/ 4976810 w 7009592"/>
                  <a:gd name="csY9" fmla="*/ 0 h 369332"/>
                  <a:gd name="csX10" fmla="*/ 5701135 w 7009592"/>
                  <a:gd name="csY10" fmla="*/ 0 h 369332"/>
                  <a:gd name="csX11" fmla="*/ 6145076 w 7009592"/>
                  <a:gd name="csY11" fmla="*/ 0 h 369332"/>
                  <a:gd name="csX12" fmla="*/ 7009592 w 7009592"/>
                  <a:gd name="csY12" fmla="*/ 0 h 369332"/>
                  <a:gd name="csX13" fmla="*/ 7009592 w 7009592"/>
                  <a:gd name="csY13" fmla="*/ 369332 h 369332"/>
                  <a:gd name="csX14" fmla="*/ 6495555 w 7009592"/>
                  <a:gd name="csY14" fmla="*/ 369332 h 369332"/>
                  <a:gd name="csX15" fmla="*/ 6121710 w 7009592"/>
                  <a:gd name="csY15" fmla="*/ 369332 h 369332"/>
                  <a:gd name="csX16" fmla="*/ 5537578 w 7009592"/>
                  <a:gd name="csY16" fmla="*/ 369332 h 369332"/>
                  <a:gd name="csX17" fmla="*/ 5093637 w 7009592"/>
                  <a:gd name="csY17" fmla="*/ 369332 h 369332"/>
                  <a:gd name="csX18" fmla="*/ 4509504 w 7009592"/>
                  <a:gd name="csY18" fmla="*/ 369332 h 369332"/>
                  <a:gd name="csX19" fmla="*/ 3925372 w 7009592"/>
                  <a:gd name="csY19" fmla="*/ 369332 h 369332"/>
                  <a:gd name="csX20" fmla="*/ 3341239 w 7009592"/>
                  <a:gd name="csY20" fmla="*/ 369332 h 369332"/>
                  <a:gd name="csX21" fmla="*/ 2757106 w 7009592"/>
                  <a:gd name="csY21" fmla="*/ 369332 h 369332"/>
                  <a:gd name="csX22" fmla="*/ 2243069 w 7009592"/>
                  <a:gd name="csY22" fmla="*/ 369332 h 369332"/>
                  <a:gd name="csX23" fmla="*/ 1588841 w 7009592"/>
                  <a:gd name="csY23" fmla="*/ 369332 h 369332"/>
                  <a:gd name="csX24" fmla="*/ 1004708 w 7009592"/>
                  <a:gd name="csY24" fmla="*/ 369332 h 369332"/>
                  <a:gd name="csX25" fmla="*/ 0 w 7009592"/>
                  <a:gd name="csY25" fmla="*/ 369332 h 369332"/>
                  <a:gd name="csX26" fmla="*/ 0 w 7009592"/>
                  <a:gd name="csY2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7009592" h="369332" fill="none" extrusionOk="0">
                    <a:moveTo>
                      <a:pt x="0" y="0"/>
                    </a:moveTo>
                    <a:cubicBezTo>
                      <a:pt x="86871" y="-18308"/>
                      <a:pt x="271016" y="33048"/>
                      <a:pt x="373845" y="0"/>
                    </a:cubicBezTo>
                    <a:cubicBezTo>
                      <a:pt x="476674" y="-33048"/>
                      <a:pt x="788352" y="6461"/>
                      <a:pt x="1028073" y="0"/>
                    </a:cubicBezTo>
                    <a:cubicBezTo>
                      <a:pt x="1267794" y="-6461"/>
                      <a:pt x="1219606" y="25181"/>
                      <a:pt x="1401918" y="0"/>
                    </a:cubicBezTo>
                    <a:cubicBezTo>
                      <a:pt x="1584230" y="-25181"/>
                      <a:pt x="1702400" y="61140"/>
                      <a:pt x="1915955" y="0"/>
                    </a:cubicBezTo>
                    <a:cubicBezTo>
                      <a:pt x="2129510" y="-61140"/>
                      <a:pt x="2470156" y="63000"/>
                      <a:pt x="2640280" y="0"/>
                    </a:cubicBezTo>
                    <a:cubicBezTo>
                      <a:pt x="2810405" y="-63000"/>
                      <a:pt x="3069074" y="54863"/>
                      <a:pt x="3224412" y="0"/>
                    </a:cubicBezTo>
                    <a:cubicBezTo>
                      <a:pt x="3379750" y="-54863"/>
                      <a:pt x="3625871" y="75466"/>
                      <a:pt x="3878641" y="0"/>
                    </a:cubicBezTo>
                    <a:cubicBezTo>
                      <a:pt x="4131411" y="-75466"/>
                      <a:pt x="4244711" y="13108"/>
                      <a:pt x="4392678" y="0"/>
                    </a:cubicBezTo>
                    <a:cubicBezTo>
                      <a:pt x="4540645" y="-13108"/>
                      <a:pt x="4730436" y="34384"/>
                      <a:pt x="4976810" y="0"/>
                    </a:cubicBezTo>
                    <a:cubicBezTo>
                      <a:pt x="5223184" y="-34384"/>
                      <a:pt x="5458887" y="49183"/>
                      <a:pt x="5701135" y="0"/>
                    </a:cubicBezTo>
                    <a:cubicBezTo>
                      <a:pt x="5943383" y="-49183"/>
                      <a:pt x="5941438" y="47457"/>
                      <a:pt x="6145076" y="0"/>
                    </a:cubicBezTo>
                    <a:cubicBezTo>
                      <a:pt x="6348714" y="-47457"/>
                      <a:pt x="6653850" y="97066"/>
                      <a:pt x="7009592" y="0"/>
                    </a:cubicBezTo>
                    <a:cubicBezTo>
                      <a:pt x="7009666" y="139499"/>
                      <a:pt x="6994597" y="270034"/>
                      <a:pt x="7009592" y="369332"/>
                    </a:cubicBezTo>
                    <a:cubicBezTo>
                      <a:pt x="6877024" y="406731"/>
                      <a:pt x="6726518" y="315612"/>
                      <a:pt x="6495555" y="369332"/>
                    </a:cubicBezTo>
                    <a:cubicBezTo>
                      <a:pt x="6264592" y="423052"/>
                      <a:pt x="6299321" y="345046"/>
                      <a:pt x="6121710" y="369332"/>
                    </a:cubicBezTo>
                    <a:cubicBezTo>
                      <a:pt x="5944099" y="393618"/>
                      <a:pt x="5777038" y="354502"/>
                      <a:pt x="5537578" y="369332"/>
                    </a:cubicBezTo>
                    <a:cubicBezTo>
                      <a:pt x="5298118" y="384162"/>
                      <a:pt x="5204608" y="333629"/>
                      <a:pt x="5093637" y="369332"/>
                    </a:cubicBezTo>
                    <a:cubicBezTo>
                      <a:pt x="4982666" y="405035"/>
                      <a:pt x="4676539" y="356981"/>
                      <a:pt x="4509504" y="369332"/>
                    </a:cubicBezTo>
                    <a:cubicBezTo>
                      <a:pt x="4342469" y="381683"/>
                      <a:pt x="4175055" y="352089"/>
                      <a:pt x="3925372" y="369332"/>
                    </a:cubicBezTo>
                    <a:cubicBezTo>
                      <a:pt x="3675689" y="386575"/>
                      <a:pt x="3500923" y="343960"/>
                      <a:pt x="3341239" y="369332"/>
                    </a:cubicBezTo>
                    <a:cubicBezTo>
                      <a:pt x="3181555" y="394704"/>
                      <a:pt x="3019153" y="349039"/>
                      <a:pt x="2757106" y="369332"/>
                    </a:cubicBezTo>
                    <a:cubicBezTo>
                      <a:pt x="2495059" y="389625"/>
                      <a:pt x="2408366" y="312655"/>
                      <a:pt x="2243069" y="369332"/>
                    </a:cubicBezTo>
                    <a:cubicBezTo>
                      <a:pt x="2077772" y="426009"/>
                      <a:pt x="1829145" y="307355"/>
                      <a:pt x="1588841" y="369332"/>
                    </a:cubicBezTo>
                    <a:cubicBezTo>
                      <a:pt x="1348537" y="431309"/>
                      <a:pt x="1192741" y="299250"/>
                      <a:pt x="1004708" y="369332"/>
                    </a:cubicBezTo>
                    <a:cubicBezTo>
                      <a:pt x="816675" y="439414"/>
                      <a:pt x="419175" y="368760"/>
                      <a:pt x="0" y="369332"/>
                    </a:cubicBezTo>
                    <a:cubicBezTo>
                      <a:pt x="-27788" y="236673"/>
                      <a:pt x="4553" y="163225"/>
                      <a:pt x="0" y="0"/>
                    </a:cubicBezTo>
                    <a:close/>
                  </a:path>
                  <a:path w="7009592" h="369332" stroke="0" extrusionOk="0">
                    <a:moveTo>
                      <a:pt x="0" y="0"/>
                    </a:moveTo>
                    <a:cubicBezTo>
                      <a:pt x="121351" y="-15262"/>
                      <a:pt x="301253" y="8428"/>
                      <a:pt x="514037" y="0"/>
                    </a:cubicBezTo>
                    <a:cubicBezTo>
                      <a:pt x="726821" y="-8428"/>
                      <a:pt x="787227" y="33280"/>
                      <a:pt x="887882" y="0"/>
                    </a:cubicBezTo>
                    <a:cubicBezTo>
                      <a:pt x="988537" y="-33280"/>
                      <a:pt x="1316923" y="82806"/>
                      <a:pt x="1612206" y="0"/>
                    </a:cubicBezTo>
                    <a:cubicBezTo>
                      <a:pt x="1907489" y="-82806"/>
                      <a:pt x="1991787" y="18405"/>
                      <a:pt x="2126243" y="0"/>
                    </a:cubicBezTo>
                    <a:cubicBezTo>
                      <a:pt x="2260699" y="-18405"/>
                      <a:pt x="2414043" y="6713"/>
                      <a:pt x="2640280" y="0"/>
                    </a:cubicBezTo>
                    <a:cubicBezTo>
                      <a:pt x="2866517" y="-6713"/>
                      <a:pt x="3087155" y="40394"/>
                      <a:pt x="3364604" y="0"/>
                    </a:cubicBezTo>
                    <a:cubicBezTo>
                      <a:pt x="3642053" y="-40394"/>
                      <a:pt x="3685800" y="45069"/>
                      <a:pt x="3808545" y="0"/>
                    </a:cubicBezTo>
                    <a:cubicBezTo>
                      <a:pt x="3931290" y="-45069"/>
                      <a:pt x="4325853" y="76950"/>
                      <a:pt x="4532869" y="0"/>
                    </a:cubicBezTo>
                    <a:cubicBezTo>
                      <a:pt x="4739885" y="-76950"/>
                      <a:pt x="4915458" y="21445"/>
                      <a:pt x="5257194" y="0"/>
                    </a:cubicBezTo>
                    <a:cubicBezTo>
                      <a:pt x="5598931" y="-21445"/>
                      <a:pt x="5571727" y="14559"/>
                      <a:pt x="5841327" y="0"/>
                    </a:cubicBezTo>
                    <a:cubicBezTo>
                      <a:pt x="6110927" y="-14559"/>
                      <a:pt x="6472159" y="40440"/>
                      <a:pt x="7009592" y="0"/>
                    </a:cubicBezTo>
                    <a:cubicBezTo>
                      <a:pt x="7032683" y="82749"/>
                      <a:pt x="6998333" y="217141"/>
                      <a:pt x="7009592" y="369332"/>
                    </a:cubicBezTo>
                    <a:cubicBezTo>
                      <a:pt x="6854627" y="394712"/>
                      <a:pt x="6805813" y="357192"/>
                      <a:pt x="6635747" y="369332"/>
                    </a:cubicBezTo>
                    <a:cubicBezTo>
                      <a:pt x="6465682" y="381472"/>
                      <a:pt x="6110431" y="334141"/>
                      <a:pt x="5911423" y="369332"/>
                    </a:cubicBezTo>
                    <a:cubicBezTo>
                      <a:pt x="5712415" y="404523"/>
                      <a:pt x="5673321" y="359026"/>
                      <a:pt x="5467482" y="369332"/>
                    </a:cubicBezTo>
                    <a:cubicBezTo>
                      <a:pt x="5261643" y="379638"/>
                      <a:pt x="5118363" y="336738"/>
                      <a:pt x="4883349" y="369332"/>
                    </a:cubicBezTo>
                    <a:cubicBezTo>
                      <a:pt x="4648335" y="401926"/>
                      <a:pt x="4510451" y="325558"/>
                      <a:pt x="4159025" y="369332"/>
                    </a:cubicBezTo>
                    <a:cubicBezTo>
                      <a:pt x="3807599" y="413106"/>
                      <a:pt x="3757526" y="328243"/>
                      <a:pt x="3574892" y="369332"/>
                    </a:cubicBezTo>
                    <a:cubicBezTo>
                      <a:pt x="3392258" y="410421"/>
                      <a:pt x="3379823" y="342171"/>
                      <a:pt x="3201047" y="369332"/>
                    </a:cubicBezTo>
                    <a:cubicBezTo>
                      <a:pt x="3022271" y="396493"/>
                      <a:pt x="2897057" y="347073"/>
                      <a:pt x="2757106" y="369332"/>
                    </a:cubicBezTo>
                    <a:cubicBezTo>
                      <a:pt x="2617155" y="391591"/>
                      <a:pt x="2342465" y="297346"/>
                      <a:pt x="2032782" y="369332"/>
                    </a:cubicBezTo>
                    <a:cubicBezTo>
                      <a:pt x="1723099" y="441318"/>
                      <a:pt x="1685613" y="338572"/>
                      <a:pt x="1448649" y="369332"/>
                    </a:cubicBezTo>
                    <a:cubicBezTo>
                      <a:pt x="1211685" y="400092"/>
                      <a:pt x="1181185" y="354295"/>
                      <a:pt x="1004708" y="369332"/>
                    </a:cubicBezTo>
                    <a:cubicBezTo>
                      <a:pt x="828231" y="384369"/>
                      <a:pt x="375243" y="365759"/>
                      <a:pt x="0" y="369332"/>
                    </a:cubicBezTo>
                    <a:cubicBezTo>
                      <a:pt x="-18115" y="195134"/>
                      <a:pt x="43045" y="81008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dirty="0"/>
                  <a:t>Cannibal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 won’t eat Mr. Snack because then Cannibal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 will eat him.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F9329F-9EDE-D9F9-C522-88F17A1A5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903" y="5180627"/>
                <a:ext cx="7009592" cy="369332"/>
              </a:xfrm>
              <a:prstGeom prst="rect">
                <a:avLst/>
              </a:prstGeom>
              <a:blipFill>
                <a:blip r:embed="rId13"/>
                <a:stretch>
                  <a:fillRect l="-433" b="-13514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7009592"/>
                          <a:gd name="connsiteY0" fmla="*/ 0 h 369332"/>
                          <a:gd name="connsiteX1" fmla="*/ 373845 w 7009592"/>
                          <a:gd name="connsiteY1" fmla="*/ 0 h 369332"/>
                          <a:gd name="connsiteX2" fmla="*/ 1028073 w 7009592"/>
                          <a:gd name="connsiteY2" fmla="*/ 0 h 369332"/>
                          <a:gd name="connsiteX3" fmla="*/ 1401918 w 7009592"/>
                          <a:gd name="connsiteY3" fmla="*/ 0 h 369332"/>
                          <a:gd name="connsiteX4" fmla="*/ 1915955 w 7009592"/>
                          <a:gd name="connsiteY4" fmla="*/ 0 h 369332"/>
                          <a:gd name="connsiteX5" fmla="*/ 2640280 w 7009592"/>
                          <a:gd name="connsiteY5" fmla="*/ 0 h 369332"/>
                          <a:gd name="connsiteX6" fmla="*/ 3224412 w 7009592"/>
                          <a:gd name="connsiteY6" fmla="*/ 0 h 369332"/>
                          <a:gd name="connsiteX7" fmla="*/ 3878641 w 7009592"/>
                          <a:gd name="connsiteY7" fmla="*/ 0 h 369332"/>
                          <a:gd name="connsiteX8" fmla="*/ 4392678 w 7009592"/>
                          <a:gd name="connsiteY8" fmla="*/ 0 h 369332"/>
                          <a:gd name="connsiteX9" fmla="*/ 4976810 w 7009592"/>
                          <a:gd name="connsiteY9" fmla="*/ 0 h 369332"/>
                          <a:gd name="connsiteX10" fmla="*/ 5701135 w 7009592"/>
                          <a:gd name="connsiteY10" fmla="*/ 0 h 369332"/>
                          <a:gd name="connsiteX11" fmla="*/ 6145076 w 7009592"/>
                          <a:gd name="connsiteY11" fmla="*/ 0 h 369332"/>
                          <a:gd name="connsiteX12" fmla="*/ 7009592 w 7009592"/>
                          <a:gd name="connsiteY12" fmla="*/ 0 h 369332"/>
                          <a:gd name="connsiteX13" fmla="*/ 7009592 w 7009592"/>
                          <a:gd name="connsiteY13" fmla="*/ 369332 h 369332"/>
                          <a:gd name="connsiteX14" fmla="*/ 6495555 w 7009592"/>
                          <a:gd name="connsiteY14" fmla="*/ 369332 h 369332"/>
                          <a:gd name="connsiteX15" fmla="*/ 6121710 w 7009592"/>
                          <a:gd name="connsiteY15" fmla="*/ 369332 h 369332"/>
                          <a:gd name="connsiteX16" fmla="*/ 5537578 w 7009592"/>
                          <a:gd name="connsiteY16" fmla="*/ 369332 h 369332"/>
                          <a:gd name="connsiteX17" fmla="*/ 5093637 w 7009592"/>
                          <a:gd name="connsiteY17" fmla="*/ 369332 h 369332"/>
                          <a:gd name="connsiteX18" fmla="*/ 4509504 w 7009592"/>
                          <a:gd name="connsiteY18" fmla="*/ 369332 h 369332"/>
                          <a:gd name="connsiteX19" fmla="*/ 3925372 w 7009592"/>
                          <a:gd name="connsiteY19" fmla="*/ 369332 h 369332"/>
                          <a:gd name="connsiteX20" fmla="*/ 3341239 w 7009592"/>
                          <a:gd name="connsiteY20" fmla="*/ 369332 h 369332"/>
                          <a:gd name="connsiteX21" fmla="*/ 2757106 w 7009592"/>
                          <a:gd name="connsiteY21" fmla="*/ 369332 h 369332"/>
                          <a:gd name="connsiteX22" fmla="*/ 2243069 w 7009592"/>
                          <a:gd name="connsiteY22" fmla="*/ 369332 h 369332"/>
                          <a:gd name="connsiteX23" fmla="*/ 1588841 w 7009592"/>
                          <a:gd name="connsiteY23" fmla="*/ 369332 h 369332"/>
                          <a:gd name="connsiteX24" fmla="*/ 1004708 w 7009592"/>
                          <a:gd name="connsiteY24" fmla="*/ 369332 h 369332"/>
                          <a:gd name="connsiteX25" fmla="*/ 0 w 7009592"/>
                          <a:gd name="connsiteY25" fmla="*/ 369332 h 369332"/>
                          <a:gd name="connsiteX26" fmla="*/ 0 w 7009592"/>
                          <a:gd name="connsiteY2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</a:cxnLst>
                        <a:rect l="l" t="t" r="r" b="b"/>
                        <a:pathLst>
                          <a:path w="7009592" h="369332" fill="none" extrusionOk="0">
                            <a:moveTo>
                              <a:pt x="0" y="0"/>
                            </a:moveTo>
                            <a:cubicBezTo>
                              <a:pt x="86871" y="-18308"/>
                              <a:pt x="271016" y="33048"/>
                              <a:pt x="373845" y="0"/>
                            </a:cubicBezTo>
                            <a:cubicBezTo>
                              <a:pt x="476674" y="-33048"/>
                              <a:pt x="788352" y="6461"/>
                              <a:pt x="1028073" y="0"/>
                            </a:cubicBezTo>
                            <a:cubicBezTo>
                              <a:pt x="1267794" y="-6461"/>
                              <a:pt x="1219606" y="25181"/>
                              <a:pt x="1401918" y="0"/>
                            </a:cubicBezTo>
                            <a:cubicBezTo>
                              <a:pt x="1584230" y="-25181"/>
                              <a:pt x="1702400" y="61140"/>
                              <a:pt x="1915955" y="0"/>
                            </a:cubicBezTo>
                            <a:cubicBezTo>
                              <a:pt x="2129510" y="-61140"/>
                              <a:pt x="2470156" y="63000"/>
                              <a:pt x="2640280" y="0"/>
                            </a:cubicBezTo>
                            <a:cubicBezTo>
                              <a:pt x="2810405" y="-63000"/>
                              <a:pt x="3069074" y="54863"/>
                              <a:pt x="3224412" y="0"/>
                            </a:cubicBezTo>
                            <a:cubicBezTo>
                              <a:pt x="3379750" y="-54863"/>
                              <a:pt x="3625871" y="75466"/>
                              <a:pt x="3878641" y="0"/>
                            </a:cubicBezTo>
                            <a:cubicBezTo>
                              <a:pt x="4131411" y="-75466"/>
                              <a:pt x="4244711" y="13108"/>
                              <a:pt x="4392678" y="0"/>
                            </a:cubicBezTo>
                            <a:cubicBezTo>
                              <a:pt x="4540645" y="-13108"/>
                              <a:pt x="4730436" y="34384"/>
                              <a:pt x="4976810" y="0"/>
                            </a:cubicBezTo>
                            <a:cubicBezTo>
                              <a:pt x="5223184" y="-34384"/>
                              <a:pt x="5458887" y="49183"/>
                              <a:pt x="5701135" y="0"/>
                            </a:cubicBezTo>
                            <a:cubicBezTo>
                              <a:pt x="5943383" y="-49183"/>
                              <a:pt x="5941438" y="47457"/>
                              <a:pt x="6145076" y="0"/>
                            </a:cubicBezTo>
                            <a:cubicBezTo>
                              <a:pt x="6348714" y="-47457"/>
                              <a:pt x="6653850" y="97066"/>
                              <a:pt x="7009592" y="0"/>
                            </a:cubicBezTo>
                            <a:cubicBezTo>
                              <a:pt x="7009666" y="139499"/>
                              <a:pt x="6994597" y="270034"/>
                              <a:pt x="7009592" y="369332"/>
                            </a:cubicBezTo>
                            <a:cubicBezTo>
                              <a:pt x="6877024" y="406731"/>
                              <a:pt x="6726518" y="315612"/>
                              <a:pt x="6495555" y="369332"/>
                            </a:cubicBezTo>
                            <a:cubicBezTo>
                              <a:pt x="6264592" y="423052"/>
                              <a:pt x="6299321" y="345046"/>
                              <a:pt x="6121710" y="369332"/>
                            </a:cubicBezTo>
                            <a:cubicBezTo>
                              <a:pt x="5944099" y="393618"/>
                              <a:pt x="5777038" y="354502"/>
                              <a:pt x="5537578" y="369332"/>
                            </a:cubicBezTo>
                            <a:cubicBezTo>
                              <a:pt x="5298118" y="384162"/>
                              <a:pt x="5204608" y="333629"/>
                              <a:pt x="5093637" y="369332"/>
                            </a:cubicBezTo>
                            <a:cubicBezTo>
                              <a:pt x="4982666" y="405035"/>
                              <a:pt x="4676539" y="356981"/>
                              <a:pt x="4509504" y="369332"/>
                            </a:cubicBezTo>
                            <a:cubicBezTo>
                              <a:pt x="4342469" y="381683"/>
                              <a:pt x="4175055" y="352089"/>
                              <a:pt x="3925372" y="369332"/>
                            </a:cubicBezTo>
                            <a:cubicBezTo>
                              <a:pt x="3675689" y="386575"/>
                              <a:pt x="3500923" y="343960"/>
                              <a:pt x="3341239" y="369332"/>
                            </a:cubicBezTo>
                            <a:cubicBezTo>
                              <a:pt x="3181555" y="394704"/>
                              <a:pt x="3019153" y="349039"/>
                              <a:pt x="2757106" y="369332"/>
                            </a:cubicBezTo>
                            <a:cubicBezTo>
                              <a:pt x="2495059" y="389625"/>
                              <a:pt x="2408366" y="312655"/>
                              <a:pt x="2243069" y="369332"/>
                            </a:cubicBezTo>
                            <a:cubicBezTo>
                              <a:pt x="2077772" y="426009"/>
                              <a:pt x="1829145" y="307355"/>
                              <a:pt x="1588841" y="369332"/>
                            </a:cubicBezTo>
                            <a:cubicBezTo>
                              <a:pt x="1348537" y="431309"/>
                              <a:pt x="1192741" y="299250"/>
                              <a:pt x="1004708" y="369332"/>
                            </a:cubicBezTo>
                            <a:cubicBezTo>
                              <a:pt x="816675" y="439414"/>
                              <a:pt x="419175" y="368760"/>
                              <a:pt x="0" y="369332"/>
                            </a:cubicBezTo>
                            <a:cubicBezTo>
                              <a:pt x="-27788" y="236673"/>
                              <a:pt x="4553" y="163225"/>
                              <a:pt x="0" y="0"/>
                            </a:cubicBezTo>
                            <a:close/>
                          </a:path>
                          <a:path w="7009592" h="369332" stroke="0" extrusionOk="0">
                            <a:moveTo>
                              <a:pt x="0" y="0"/>
                            </a:moveTo>
                            <a:cubicBezTo>
                              <a:pt x="121351" y="-15262"/>
                              <a:pt x="301253" y="8428"/>
                              <a:pt x="514037" y="0"/>
                            </a:cubicBezTo>
                            <a:cubicBezTo>
                              <a:pt x="726821" y="-8428"/>
                              <a:pt x="787227" y="33280"/>
                              <a:pt x="887882" y="0"/>
                            </a:cubicBezTo>
                            <a:cubicBezTo>
                              <a:pt x="988537" y="-33280"/>
                              <a:pt x="1316923" y="82806"/>
                              <a:pt x="1612206" y="0"/>
                            </a:cubicBezTo>
                            <a:cubicBezTo>
                              <a:pt x="1907489" y="-82806"/>
                              <a:pt x="1991787" y="18405"/>
                              <a:pt x="2126243" y="0"/>
                            </a:cubicBezTo>
                            <a:cubicBezTo>
                              <a:pt x="2260699" y="-18405"/>
                              <a:pt x="2414043" y="6713"/>
                              <a:pt x="2640280" y="0"/>
                            </a:cubicBezTo>
                            <a:cubicBezTo>
                              <a:pt x="2866517" y="-6713"/>
                              <a:pt x="3087155" y="40394"/>
                              <a:pt x="3364604" y="0"/>
                            </a:cubicBezTo>
                            <a:cubicBezTo>
                              <a:pt x="3642053" y="-40394"/>
                              <a:pt x="3685800" y="45069"/>
                              <a:pt x="3808545" y="0"/>
                            </a:cubicBezTo>
                            <a:cubicBezTo>
                              <a:pt x="3931290" y="-45069"/>
                              <a:pt x="4325853" y="76950"/>
                              <a:pt x="4532869" y="0"/>
                            </a:cubicBezTo>
                            <a:cubicBezTo>
                              <a:pt x="4739885" y="-76950"/>
                              <a:pt x="4915458" y="21445"/>
                              <a:pt x="5257194" y="0"/>
                            </a:cubicBezTo>
                            <a:cubicBezTo>
                              <a:pt x="5598931" y="-21445"/>
                              <a:pt x="5571727" y="14559"/>
                              <a:pt x="5841327" y="0"/>
                            </a:cubicBezTo>
                            <a:cubicBezTo>
                              <a:pt x="6110927" y="-14559"/>
                              <a:pt x="6472159" y="40440"/>
                              <a:pt x="7009592" y="0"/>
                            </a:cubicBezTo>
                            <a:cubicBezTo>
                              <a:pt x="7032683" y="82749"/>
                              <a:pt x="6998333" y="217141"/>
                              <a:pt x="7009592" y="369332"/>
                            </a:cubicBezTo>
                            <a:cubicBezTo>
                              <a:pt x="6854627" y="394712"/>
                              <a:pt x="6805813" y="357192"/>
                              <a:pt x="6635747" y="369332"/>
                            </a:cubicBezTo>
                            <a:cubicBezTo>
                              <a:pt x="6465682" y="381472"/>
                              <a:pt x="6110431" y="334141"/>
                              <a:pt x="5911423" y="369332"/>
                            </a:cubicBezTo>
                            <a:cubicBezTo>
                              <a:pt x="5712415" y="404523"/>
                              <a:pt x="5673321" y="359026"/>
                              <a:pt x="5467482" y="369332"/>
                            </a:cubicBezTo>
                            <a:cubicBezTo>
                              <a:pt x="5261643" y="379638"/>
                              <a:pt x="5118363" y="336738"/>
                              <a:pt x="4883349" y="369332"/>
                            </a:cubicBezTo>
                            <a:cubicBezTo>
                              <a:pt x="4648335" y="401926"/>
                              <a:pt x="4510451" y="325558"/>
                              <a:pt x="4159025" y="369332"/>
                            </a:cubicBezTo>
                            <a:cubicBezTo>
                              <a:pt x="3807599" y="413106"/>
                              <a:pt x="3757526" y="328243"/>
                              <a:pt x="3574892" y="369332"/>
                            </a:cubicBezTo>
                            <a:cubicBezTo>
                              <a:pt x="3392258" y="410421"/>
                              <a:pt x="3379823" y="342171"/>
                              <a:pt x="3201047" y="369332"/>
                            </a:cubicBezTo>
                            <a:cubicBezTo>
                              <a:pt x="3022271" y="396493"/>
                              <a:pt x="2897057" y="347073"/>
                              <a:pt x="2757106" y="369332"/>
                            </a:cubicBezTo>
                            <a:cubicBezTo>
                              <a:pt x="2617155" y="391591"/>
                              <a:pt x="2342465" y="297346"/>
                              <a:pt x="2032782" y="369332"/>
                            </a:cubicBezTo>
                            <a:cubicBezTo>
                              <a:pt x="1723099" y="441318"/>
                              <a:pt x="1685613" y="338572"/>
                              <a:pt x="1448649" y="369332"/>
                            </a:cubicBezTo>
                            <a:cubicBezTo>
                              <a:pt x="1211685" y="400092"/>
                              <a:pt x="1181185" y="354295"/>
                              <a:pt x="1004708" y="369332"/>
                            </a:cubicBezTo>
                            <a:cubicBezTo>
                              <a:pt x="828231" y="384369"/>
                              <a:pt x="375243" y="365759"/>
                              <a:pt x="0" y="369332"/>
                            </a:cubicBezTo>
                            <a:cubicBezTo>
                              <a:pt x="-18115" y="195134"/>
                              <a:pt x="43045" y="8100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ADA780-7C0B-A395-5BE5-722D72B59C3E}"/>
              </a:ext>
            </a:extLst>
          </p:cNvPr>
          <p:cNvSpPr txBox="1"/>
          <p:nvPr/>
        </p:nvSpPr>
        <p:spPr>
          <a:xfrm>
            <a:off x="6271911" y="5804847"/>
            <a:ext cx="57032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This is an assumption about a decision that will be made in the future (What Cannibal 2 will decide to do)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638B469-3E21-8719-A126-478B6ADDBE27}"/>
              </a:ext>
            </a:extLst>
          </p:cNvPr>
          <p:cNvSpPr/>
          <p:nvPr/>
        </p:nvSpPr>
        <p:spPr>
          <a:xfrm>
            <a:off x="10086680" y="4666269"/>
            <a:ext cx="282806" cy="1133606"/>
          </a:xfrm>
          <a:custGeom>
            <a:avLst/>
            <a:gdLst>
              <a:gd name="connsiteX0" fmla="*/ 0 w 216817"/>
              <a:gd name="connsiteY0" fmla="*/ 1282045 h 1282045"/>
              <a:gd name="connsiteX1" fmla="*/ 47134 w 216817"/>
              <a:gd name="connsiteY1" fmla="*/ 1244338 h 1282045"/>
              <a:gd name="connsiteX2" fmla="*/ 160256 w 216817"/>
              <a:gd name="connsiteY2" fmla="*/ 942680 h 1282045"/>
              <a:gd name="connsiteX3" fmla="*/ 188536 w 216817"/>
              <a:gd name="connsiteY3" fmla="*/ 763571 h 1282045"/>
              <a:gd name="connsiteX4" fmla="*/ 216817 w 216817"/>
              <a:gd name="connsiteY4" fmla="*/ 612742 h 1282045"/>
              <a:gd name="connsiteX5" fmla="*/ 207390 w 216817"/>
              <a:gd name="connsiteY5" fmla="*/ 197963 h 1282045"/>
              <a:gd name="connsiteX6" fmla="*/ 160256 w 216817"/>
              <a:gd name="connsiteY6" fmla="*/ 75414 h 1282045"/>
              <a:gd name="connsiteX7" fmla="*/ 150829 w 216817"/>
              <a:gd name="connsiteY7" fmla="*/ 47134 h 1282045"/>
              <a:gd name="connsiteX8" fmla="*/ 131975 w 216817"/>
              <a:gd name="connsiteY8" fmla="*/ 18854 h 1282045"/>
              <a:gd name="connsiteX9" fmla="*/ 103695 w 216817"/>
              <a:gd name="connsiteY9" fmla="*/ 0 h 128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817" h="1282045">
                <a:moveTo>
                  <a:pt x="0" y="1282045"/>
                </a:moveTo>
                <a:cubicBezTo>
                  <a:pt x="15711" y="1269476"/>
                  <a:pt x="35354" y="1260649"/>
                  <a:pt x="47134" y="1244338"/>
                </a:cubicBezTo>
                <a:cubicBezTo>
                  <a:pt x="132961" y="1125501"/>
                  <a:pt x="132522" y="1089271"/>
                  <a:pt x="160256" y="942680"/>
                </a:cubicBezTo>
                <a:cubicBezTo>
                  <a:pt x="171492" y="883291"/>
                  <a:pt x="178323" y="823145"/>
                  <a:pt x="188536" y="763571"/>
                </a:cubicBezTo>
                <a:cubicBezTo>
                  <a:pt x="197179" y="713154"/>
                  <a:pt x="207390" y="663018"/>
                  <a:pt x="216817" y="612742"/>
                </a:cubicBezTo>
                <a:cubicBezTo>
                  <a:pt x="213675" y="474482"/>
                  <a:pt x="221867" y="335498"/>
                  <a:pt x="207390" y="197963"/>
                </a:cubicBezTo>
                <a:cubicBezTo>
                  <a:pt x="202808" y="154437"/>
                  <a:pt x="174097" y="116935"/>
                  <a:pt x="160256" y="75414"/>
                </a:cubicBezTo>
                <a:cubicBezTo>
                  <a:pt x="157114" y="65987"/>
                  <a:pt x="155273" y="56022"/>
                  <a:pt x="150829" y="47134"/>
                </a:cubicBezTo>
                <a:cubicBezTo>
                  <a:pt x="145762" y="37001"/>
                  <a:pt x="140822" y="25932"/>
                  <a:pt x="131975" y="18854"/>
                </a:cubicBezTo>
                <a:cubicBezTo>
                  <a:pt x="100714" y="-6155"/>
                  <a:pt x="103695" y="23977"/>
                  <a:pt x="103695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B50F2E-E05F-DEDE-23F3-7BF1A88437AA}"/>
              </a:ext>
            </a:extLst>
          </p:cNvPr>
          <p:cNvSpPr txBox="1"/>
          <p:nvPr/>
        </p:nvSpPr>
        <p:spPr>
          <a:xfrm>
            <a:off x="1113906" y="6073692"/>
            <a:ext cx="4044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We can’t conclude this…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A4EDFD6-2A1F-7562-4286-1A9CC0285B4D}"/>
              </a:ext>
            </a:extLst>
          </p:cNvPr>
          <p:cNvSpPr/>
          <p:nvPr/>
        </p:nvSpPr>
        <p:spPr>
          <a:xfrm>
            <a:off x="3327662" y="5618375"/>
            <a:ext cx="1423447" cy="471340"/>
          </a:xfrm>
          <a:custGeom>
            <a:avLst/>
            <a:gdLst>
              <a:gd name="connsiteX0" fmla="*/ 0 w 1423447"/>
              <a:gd name="connsiteY0" fmla="*/ 471340 h 471340"/>
              <a:gd name="connsiteX1" fmla="*/ 311084 w 1423447"/>
              <a:gd name="connsiteY1" fmla="*/ 443060 h 471340"/>
              <a:gd name="connsiteX2" fmla="*/ 584462 w 1423447"/>
              <a:gd name="connsiteY2" fmla="*/ 424206 h 471340"/>
              <a:gd name="connsiteX3" fmla="*/ 791851 w 1423447"/>
              <a:gd name="connsiteY3" fmla="*/ 395926 h 471340"/>
              <a:gd name="connsiteX4" fmla="*/ 933253 w 1423447"/>
              <a:gd name="connsiteY4" fmla="*/ 348792 h 471340"/>
              <a:gd name="connsiteX5" fmla="*/ 1055802 w 1423447"/>
              <a:gd name="connsiteY5" fmla="*/ 320512 h 471340"/>
              <a:gd name="connsiteX6" fmla="*/ 1159497 w 1423447"/>
              <a:gd name="connsiteY6" fmla="*/ 273378 h 471340"/>
              <a:gd name="connsiteX7" fmla="*/ 1197204 w 1423447"/>
              <a:gd name="connsiteY7" fmla="*/ 245097 h 471340"/>
              <a:gd name="connsiteX8" fmla="*/ 1234911 w 1423447"/>
              <a:gd name="connsiteY8" fmla="*/ 226244 h 471340"/>
              <a:gd name="connsiteX9" fmla="*/ 1263192 w 1423447"/>
              <a:gd name="connsiteY9" fmla="*/ 188536 h 471340"/>
              <a:gd name="connsiteX10" fmla="*/ 1329179 w 1423447"/>
              <a:gd name="connsiteY10" fmla="*/ 141402 h 471340"/>
              <a:gd name="connsiteX11" fmla="*/ 1348033 w 1423447"/>
              <a:gd name="connsiteY11" fmla="*/ 113122 h 471340"/>
              <a:gd name="connsiteX12" fmla="*/ 1385740 w 1423447"/>
              <a:gd name="connsiteY12" fmla="*/ 65988 h 471340"/>
              <a:gd name="connsiteX13" fmla="*/ 1395167 w 1423447"/>
              <a:gd name="connsiteY13" fmla="*/ 37707 h 471340"/>
              <a:gd name="connsiteX14" fmla="*/ 1423447 w 1423447"/>
              <a:gd name="connsiteY14" fmla="*/ 0 h 471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3447" h="471340">
                <a:moveTo>
                  <a:pt x="0" y="471340"/>
                </a:moveTo>
                <a:lnTo>
                  <a:pt x="311084" y="443060"/>
                </a:lnTo>
                <a:cubicBezTo>
                  <a:pt x="402131" y="435718"/>
                  <a:pt x="493555" y="433118"/>
                  <a:pt x="584462" y="424206"/>
                </a:cubicBezTo>
                <a:cubicBezTo>
                  <a:pt x="653899" y="417399"/>
                  <a:pt x="722721" y="405353"/>
                  <a:pt x="791851" y="395926"/>
                </a:cubicBezTo>
                <a:cubicBezTo>
                  <a:pt x="838985" y="380215"/>
                  <a:pt x="885481" y="362441"/>
                  <a:pt x="933253" y="348792"/>
                </a:cubicBezTo>
                <a:cubicBezTo>
                  <a:pt x="973563" y="337275"/>
                  <a:pt x="1016030" y="333769"/>
                  <a:pt x="1055802" y="320512"/>
                </a:cubicBezTo>
                <a:cubicBezTo>
                  <a:pt x="1091822" y="308505"/>
                  <a:pt x="1125996" y="291246"/>
                  <a:pt x="1159497" y="273378"/>
                </a:cubicBezTo>
                <a:cubicBezTo>
                  <a:pt x="1173360" y="265984"/>
                  <a:pt x="1183881" y="253424"/>
                  <a:pt x="1197204" y="245097"/>
                </a:cubicBezTo>
                <a:cubicBezTo>
                  <a:pt x="1209120" y="237649"/>
                  <a:pt x="1222342" y="232528"/>
                  <a:pt x="1234911" y="226244"/>
                </a:cubicBezTo>
                <a:cubicBezTo>
                  <a:pt x="1244338" y="213675"/>
                  <a:pt x="1252082" y="199646"/>
                  <a:pt x="1263192" y="188536"/>
                </a:cubicBezTo>
                <a:cubicBezTo>
                  <a:pt x="1274881" y="176847"/>
                  <a:pt x="1313124" y="152105"/>
                  <a:pt x="1329179" y="141402"/>
                </a:cubicBezTo>
                <a:cubicBezTo>
                  <a:pt x="1335464" y="131975"/>
                  <a:pt x="1341235" y="122186"/>
                  <a:pt x="1348033" y="113122"/>
                </a:cubicBezTo>
                <a:cubicBezTo>
                  <a:pt x="1360105" y="97026"/>
                  <a:pt x="1375076" y="83050"/>
                  <a:pt x="1385740" y="65988"/>
                </a:cubicBezTo>
                <a:cubicBezTo>
                  <a:pt x="1391007" y="57561"/>
                  <a:pt x="1390237" y="46335"/>
                  <a:pt x="1395167" y="37707"/>
                </a:cubicBezTo>
                <a:cubicBezTo>
                  <a:pt x="1402962" y="24066"/>
                  <a:pt x="1423447" y="0"/>
                  <a:pt x="1423447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CA3AD-C45B-966B-EE09-028DC95A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5400" dirty="0"/>
              <a:t>Forward reasoning</a:t>
            </a:r>
            <a:br>
              <a:rPr lang="en-US" sz="5400" dirty="0"/>
            </a:br>
            <a:r>
              <a:rPr lang="en-US" sz="2000" dirty="0"/>
              <a:t>Decisions Made with Incomplete Information about future decisions</a:t>
            </a:r>
            <a:endParaRPr lang="en-US" sz="20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AB79B-6B80-629C-23E1-142F809AC892}"/>
              </a:ext>
            </a:extLst>
          </p:cNvPr>
          <p:cNvSpPr txBox="1"/>
          <p:nvPr/>
        </p:nvSpPr>
        <p:spPr>
          <a:xfrm>
            <a:off x="838200" y="112043"/>
            <a:ext cx="3079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Sequential Decision Making</a:t>
            </a:r>
          </a:p>
        </p:txBody>
      </p:sp>
      <p:pic>
        <p:nvPicPr>
          <p:cNvPr id="15" name="Picture 14" descr="A skull and crossbones with a white background&#10;&#10;Description automatically generated">
            <a:extLst>
              <a:ext uri="{FF2B5EF4-FFF2-40B4-BE49-F238E27FC236}">
                <a16:creationId xmlns:a16="http://schemas.microsoft.com/office/drawing/2014/main" id="{F3CC61D1-F712-66F6-48AF-E3531B3DDD1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8" t="6050" r="11615" b="8115"/>
          <a:stretch/>
        </p:blipFill>
        <p:spPr>
          <a:xfrm>
            <a:off x="7213012" y="3700184"/>
            <a:ext cx="942068" cy="9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5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4" grpId="0" animBg="1"/>
      <p:bldP spid="2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A8899-EBD8-B6A2-AD43-7224F230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00DD4EF2-F7E5-E423-2A97-38913FF08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beach with palm trees and a starfish&#10;&#10;Description automatically generated">
            <a:extLst>
              <a:ext uri="{FF2B5EF4-FFF2-40B4-BE49-F238E27FC236}">
                <a16:creationId xmlns:a16="http://schemas.microsoft.com/office/drawing/2014/main" id="{25734FB9-3042-497A-21A8-5A9003C8E0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888"/>
          <a:stretch/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007C742-BE85-5589-76D7-79D4B8DF7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6898C-6B58-B65A-3237-4E13782F4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Eat or Be Eaten: A Game of </a:t>
            </a:r>
            <a:r>
              <a:rPr lang="en-US" sz="3000" dirty="0">
                <a:solidFill>
                  <a:srgbClr val="0070C0"/>
                </a:solidFill>
                <a:latin typeface="Segoe Script" panose="030B0504020000000003" pitchFamily="66" charset="0"/>
              </a:rPr>
              <a:t>Survival</a:t>
            </a:r>
            <a:endParaRPr lang="en-US" sz="3000" i="1" dirty="0">
              <a:solidFill>
                <a:srgbClr val="0070C0"/>
              </a:solidFill>
              <a:latin typeface="Segoe Script" panose="030B0504020000000003" pitchFamily="66" charset="0"/>
            </a:endParaRPr>
          </a:p>
        </p:txBody>
      </p:sp>
      <p:pic>
        <p:nvPicPr>
          <p:cNvPr id="34" name="Picture 33" descr="A stick figure with hands on hips&#10;&#10;Description automatically generated">
            <a:extLst>
              <a:ext uri="{FF2B5EF4-FFF2-40B4-BE49-F238E27FC236}">
                <a16:creationId xmlns:a16="http://schemas.microsoft.com/office/drawing/2014/main" id="{482D76FA-3657-1404-1403-F372F348D1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4" r="29454"/>
          <a:stretch/>
        </p:blipFill>
        <p:spPr>
          <a:xfrm>
            <a:off x="2652341" y="2956975"/>
            <a:ext cx="878139" cy="2011680"/>
          </a:xfrm>
          <a:prstGeom prst="rect">
            <a:avLst/>
          </a:prstGeom>
        </p:spPr>
      </p:pic>
      <p:pic>
        <p:nvPicPr>
          <p:cNvPr id="48" name="Picture 47" descr="A stick figure with one eye&#10;&#10;Description automatically generated">
            <a:extLst>
              <a:ext uri="{FF2B5EF4-FFF2-40B4-BE49-F238E27FC236}">
                <a16:creationId xmlns:a16="http://schemas.microsoft.com/office/drawing/2014/main" id="{5442088B-F0EE-9D26-8E6F-79FABD9417F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9" r="22592"/>
          <a:stretch/>
        </p:blipFill>
        <p:spPr>
          <a:xfrm>
            <a:off x="3469589" y="2956975"/>
            <a:ext cx="1096939" cy="2011680"/>
          </a:xfrm>
          <a:prstGeom prst="rect">
            <a:avLst/>
          </a:prstGeom>
        </p:spPr>
      </p:pic>
      <p:pic>
        <p:nvPicPr>
          <p:cNvPr id="55" name="Picture 54" descr="A cartoon of a person wearing sunglasses&#10;&#10;Description automatically generated">
            <a:extLst>
              <a:ext uri="{FF2B5EF4-FFF2-40B4-BE49-F238E27FC236}">
                <a16:creationId xmlns:a16="http://schemas.microsoft.com/office/drawing/2014/main" id="{C86B2703-44A3-DF71-EB10-D9BCA17C682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2" r="22437"/>
          <a:stretch/>
        </p:blipFill>
        <p:spPr>
          <a:xfrm>
            <a:off x="673194" y="2956975"/>
            <a:ext cx="1145711" cy="2011680"/>
          </a:xfrm>
          <a:prstGeom prst="rect">
            <a:avLst/>
          </a:prstGeom>
        </p:spPr>
      </p:pic>
      <p:pic>
        <p:nvPicPr>
          <p:cNvPr id="57" name="Picture 56" descr="A black and white drawing of a child&#10;&#10;Description automatically generated">
            <a:extLst>
              <a:ext uri="{FF2B5EF4-FFF2-40B4-BE49-F238E27FC236}">
                <a16:creationId xmlns:a16="http://schemas.microsoft.com/office/drawing/2014/main" id="{9E5C71FB-C0BA-249B-9285-8AF0E02FD2C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183" y="2956975"/>
            <a:ext cx="1257942" cy="2011680"/>
          </a:xfrm>
          <a:prstGeom prst="rect">
            <a:avLst/>
          </a:prstGeom>
        </p:spPr>
      </p:pic>
      <p:pic>
        <p:nvPicPr>
          <p:cNvPr id="61" name="Picture 60" descr="A black stick figure with a white background&#10;&#10;Description automatically generated">
            <a:extLst>
              <a:ext uri="{FF2B5EF4-FFF2-40B4-BE49-F238E27FC236}">
                <a16:creationId xmlns:a16="http://schemas.microsoft.com/office/drawing/2014/main" id="{1812CC4F-1192-59A0-D4E4-634F19A581E8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9" r="20199"/>
          <a:stretch/>
        </p:blipFill>
        <p:spPr>
          <a:xfrm>
            <a:off x="10368736" y="2956975"/>
            <a:ext cx="1271220" cy="2011680"/>
          </a:xfrm>
          <a:prstGeom prst="rect">
            <a:avLst/>
          </a:prstGeom>
        </p:spPr>
      </p:pic>
      <p:pic>
        <p:nvPicPr>
          <p:cNvPr id="63" name="Picture 62" descr="A stick figure with a smile&#10;&#10;Description automatically generated">
            <a:extLst>
              <a:ext uri="{FF2B5EF4-FFF2-40B4-BE49-F238E27FC236}">
                <a16:creationId xmlns:a16="http://schemas.microsoft.com/office/drawing/2014/main" id="{31371927-1694-864D-FFA6-3F3415AFD84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24244"/>
          <a:stretch/>
        </p:blipFill>
        <p:spPr>
          <a:xfrm>
            <a:off x="5829951" y="2956975"/>
            <a:ext cx="1129894" cy="2011680"/>
          </a:xfrm>
          <a:prstGeom prst="rect">
            <a:avLst/>
          </a:prstGeom>
        </p:spPr>
      </p:pic>
      <p:pic>
        <p:nvPicPr>
          <p:cNvPr id="65" name="Picture 64" descr="A stick figure with arms up&#10;&#10;Description automatically generated">
            <a:extLst>
              <a:ext uri="{FF2B5EF4-FFF2-40B4-BE49-F238E27FC236}">
                <a16:creationId xmlns:a16="http://schemas.microsoft.com/office/drawing/2014/main" id="{A991437D-09E2-C375-5184-8EBBA9C2A7D9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6" r="12907"/>
          <a:stretch/>
        </p:blipFill>
        <p:spPr>
          <a:xfrm>
            <a:off x="4471804" y="2956975"/>
            <a:ext cx="1392018" cy="2011680"/>
          </a:xfrm>
          <a:prstGeom prst="rect">
            <a:avLst/>
          </a:prstGeom>
        </p:spPr>
      </p:pic>
      <p:pic>
        <p:nvPicPr>
          <p:cNvPr id="69" name="Picture 68" descr="A cartoon of a person&#10;&#10;Description automatically generated">
            <a:extLst>
              <a:ext uri="{FF2B5EF4-FFF2-40B4-BE49-F238E27FC236}">
                <a16:creationId xmlns:a16="http://schemas.microsoft.com/office/drawing/2014/main" id="{6688FD06-EA25-C3F7-AE2E-EED7268C2DA6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09" y="2956975"/>
            <a:ext cx="862149" cy="2011680"/>
          </a:xfrm>
          <a:prstGeom prst="rect">
            <a:avLst/>
          </a:prstGeom>
        </p:spPr>
      </p:pic>
      <p:pic>
        <p:nvPicPr>
          <p:cNvPr id="71" name="Picture 70" descr="A cartoon of a person with arms crossed&#10;&#10;Description automatically generated">
            <a:extLst>
              <a:ext uri="{FF2B5EF4-FFF2-40B4-BE49-F238E27FC236}">
                <a16:creationId xmlns:a16="http://schemas.microsoft.com/office/drawing/2014/main" id="{95E160BF-C813-8403-AB5A-7E4EE48E701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7" r="28835" b="7455"/>
          <a:stretch/>
        </p:blipFill>
        <p:spPr>
          <a:xfrm>
            <a:off x="6919937" y="2956975"/>
            <a:ext cx="769609" cy="2011680"/>
          </a:xfrm>
          <a:prstGeom prst="rect">
            <a:avLst/>
          </a:prstGeom>
        </p:spPr>
      </p:pic>
      <p:pic>
        <p:nvPicPr>
          <p:cNvPr id="74" name="Picture 73" descr="A stick figure with arms out&#10;&#10;Description automatically generated">
            <a:extLst>
              <a:ext uri="{FF2B5EF4-FFF2-40B4-BE49-F238E27FC236}">
                <a16:creationId xmlns:a16="http://schemas.microsoft.com/office/drawing/2014/main" id="{2BB66D20-5268-AA25-72CE-9E9775B65F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9" r="13778"/>
          <a:stretch/>
        </p:blipFill>
        <p:spPr>
          <a:xfrm>
            <a:off x="8923125" y="2956975"/>
            <a:ext cx="1448456" cy="201168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13756586-C3A6-EF06-962C-499508818EDA}"/>
              </a:ext>
            </a:extLst>
          </p:cNvPr>
          <p:cNvSpPr txBox="1"/>
          <p:nvPr/>
        </p:nvSpPr>
        <p:spPr>
          <a:xfrm>
            <a:off x="9258508" y="5641678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The Ten Cannibals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11261A5-E340-8FB4-E314-C2E9F4683B7A}"/>
              </a:ext>
            </a:extLst>
          </p:cNvPr>
          <p:cNvSpPr txBox="1"/>
          <p:nvPr/>
        </p:nvSpPr>
        <p:spPr>
          <a:xfrm>
            <a:off x="9258508" y="5990387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The Hierarchy</a:t>
            </a:r>
            <a:endParaRPr lang="en-US" b="1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4896B05-2D41-7A87-35CC-F30F8DA71261}"/>
              </a:ext>
            </a:extLst>
          </p:cNvPr>
          <p:cNvSpPr>
            <a:spLocks noChangeAspect="1"/>
          </p:cNvSpPr>
          <p:nvPr/>
        </p:nvSpPr>
        <p:spPr>
          <a:xfrm>
            <a:off x="933197" y="4954004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5248" y="100746"/>
                  <a:pt x="78946" y="-14233"/>
                  <a:pt x="227944" y="0"/>
                </a:cubicBezTo>
                <a:cubicBezTo>
                  <a:pt x="369042" y="16109"/>
                  <a:pt x="433245" y="78582"/>
                  <a:pt x="455888" y="228600"/>
                </a:cubicBezTo>
                <a:cubicBezTo>
                  <a:pt x="450661" y="365783"/>
                  <a:pt x="357470" y="452817"/>
                  <a:pt x="227944" y="457200"/>
                </a:cubicBezTo>
                <a:cubicBezTo>
                  <a:pt x="81400" y="444880"/>
                  <a:pt x="-2911" y="37896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11" y="107085"/>
                  <a:pt x="102268" y="5565"/>
                  <a:pt x="227944" y="0"/>
                </a:cubicBezTo>
                <a:cubicBezTo>
                  <a:pt x="343064" y="12013"/>
                  <a:pt x="453505" y="90905"/>
                  <a:pt x="455888" y="228600"/>
                </a:cubicBezTo>
                <a:cubicBezTo>
                  <a:pt x="467081" y="346264"/>
                  <a:pt x="324817" y="473460"/>
                  <a:pt x="227944" y="457200"/>
                </a:cubicBezTo>
                <a:cubicBezTo>
                  <a:pt x="90602" y="465564"/>
                  <a:pt x="2421" y="35076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DB7C6DE-FC29-F7BB-E79A-DC64BB45C74A}"/>
              </a:ext>
            </a:extLst>
          </p:cNvPr>
          <p:cNvSpPr>
            <a:spLocks noChangeAspect="1"/>
          </p:cNvSpPr>
          <p:nvPr/>
        </p:nvSpPr>
        <p:spPr>
          <a:xfrm>
            <a:off x="1962477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2223" y="65029"/>
                  <a:pt x="125600" y="-10968"/>
                  <a:pt x="227944" y="0"/>
                </a:cubicBezTo>
                <a:cubicBezTo>
                  <a:pt x="320825" y="-10737"/>
                  <a:pt x="437652" y="98146"/>
                  <a:pt x="455888" y="228600"/>
                </a:cubicBezTo>
                <a:cubicBezTo>
                  <a:pt x="441728" y="348619"/>
                  <a:pt x="334729" y="451440"/>
                  <a:pt x="227944" y="457200"/>
                </a:cubicBezTo>
                <a:cubicBezTo>
                  <a:pt x="73865" y="477954"/>
                  <a:pt x="-11384" y="374972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9380" y="108684"/>
                  <a:pt x="113356" y="6059"/>
                  <a:pt x="227944" y="0"/>
                </a:cubicBezTo>
                <a:cubicBezTo>
                  <a:pt x="355131" y="11049"/>
                  <a:pt x="435881" y="112672"/>
                  <a:pt x="455888" y="228600"/>
                </a:cubicBezTo>
                <a:cubicBezTo>
                  <a:pt x="481580" y="341564"/>
                  <a:pt x="352258" y="449593"/>
                  <a:pt x="227944" y="457200"/>
                </a:cubicBezTo>
                <a:cubicBezTo>
                  <a:pt x="78234" y="458646"/>
                  <a:pt x="-4490" y="34955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588811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78E9D77-871D-97FC-5300-7C52D82C9CFD}"/>
              </a:ext>
            </a:extLst>
          </p:cNvPr>
          <p:cNvSpPr>
            <a:spLocks noChangeAspect="1"/>
          </p:cNvSpPr>
          <p:nvPr/>
        </p:nvSpPr>
        <p:spPr>
          <a:xfrm>
            <a:off x="2774421" y="495320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5394" y="104308"/>
                  <a:pt x="98384" y="14490"/>
                  <a:pt x="227944" y="0"/>
                </a:cubicBezTo>
                <a:cubicBezTo>
                  <a:pt x="373951" y="-27209"/>
                  <a:pt x="484661" y="89235"/>
                  <a:pt x="455888" y="228600"/>
                </a:cubicBezTo>
                <a:cubicBezTo>
                  <a:pt x="454188" y="341983"/>
                  <a:pt x="339992" y="442471"/>
                  <a:pt x="227944" y="457200"/>
                </a:cubicBezTo>
                <a:cubicBezTo>
                  <a:pt x="104110" y="438331"/>
                  <a:pt x="27707" y="372206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7859" y="121001"/>
                  <a:pt x="82768" y="-14380"/>
                  <a:pt x="227944" y="0"/>
                </a:cubicBezTo>
                <a:cubicBezTo>
                  <a:pt x="322567" y="4049"/>
                  <a:pt x="476281" y="99393"/>
                  <a:pt x="455888" y="228600"/>
                </a:cubicBezTo>
                <a:cubicBezTo>
                  <a:pt x="479682" y="347633"/>
                  <a:pt x="378718" y="434889"/>
                  <a:pt x="227944" y="457200"/>
                </a:cubicBezTo>
                <a:cubicBezTo>
                  <a:pt x="91869" y="458044"/>
                  <a:pt x="-7786" y="38216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791118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DFC0AEEC-AD0D-DA3A-37C3-ECBC91DF9C75}"/>
              </a:ext>
            </a:extLst>
          </p:cNvPr>
          <p:cNvSpPr>
            <a:spLocks noChangeAspect="1"/>
          </p:cNvSpPr>
          <p:nvPr/>
        </p:nvSpPr>
        <p:spPr>
          <a:xfrm>
            <a:off x="3677883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19348" y="99870"/>
                  <a:pt x="126072" y="13164"/>
                  <a:pt x="227944" y="0"/>
                </a:cubicBezTo>
                <a:cubicBezTo>
                  <a:pt x="347825" y="-1657"/>
                  <a:pt x="489048" y="109835"/>
                  <a:pt x="455888" y="228600"/>
                </a:cubicBezTo>
                <a:cubicBezTo>
                  <a:pt x="471350" y="353306"/>
                  <a:pt x="340397" y="471459"/>
                  <a:pt x="227944" y="457200"/>
                </a:cubicBezTo>
                <a:cubicBezTo>
                  <a:pt x="113112" y="491191"/>
                  <a:pt x="2768" y="383082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8129" y="95072"/>
                  <a:pt x="81027" y="18298"/>
                  <a:pt x="227944" y="0"/>
                </a:cubicBezTo>
                <a:cubicBezTo>
                  <a:pt x="350621" y="-15801"/>
                  <a:pt x="435601" y="127602"/>
                  <a:pt x="455888" y="228600"/>
                </a:cubicBezTo>
                <a:cubicBezTo>
                  <a:pt x="463370" y="372227"/>
                  <a:pt x="354970" y="421334"/>
                  <a:pt x="227944" y="457200"/>
                </a:cubicBezTo>
                <a:cubicBezTo>
                  <a:pt x="97650" y="492686"/>
                  <a:pt x="-14616" y="350988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910187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F4CD24D-2789-B266-72D6-BCBA55599FE6}"/>
              </a:ext>
            </a:extLst>
          </p:cNvPr>
          <p:cNvSpPr>
            <a:spLocks noChangeAspect="1"/>
          </p:cNvSpPr>
          <p:nvPr/>
        </p:nvSpPr>
        <p:spPr>
          <a:xfrm>
            <a:off x="4873848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6046" y="88074"/>
                  <a:pt x="124244" y="-1870"/>
                  <a:pt x="227944" y="0"/>
                </a:cubicBezTo>
                <a:cubicBezTo>
                  <a:pt x="325874" y="17714"/>
                  <a:pt x="466612" y="103946"/>
                  <a:pt x="455888" y="228600"/>
                </a:cubicBezTo>
                <a:cubicBezTo>
                  <a:pt x="478393" y="330306"/>
                  <a:pt x="345337" y="454433"/>
                  <a:pt x="227944" y="457200"/>
                </a:cubicBezTo>
                <a:cubicBezTo>
                  <a:pt x="90971" y="464254"/>
                  <a:pt x="2787" y="360221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16833" y="87028"/>
                  <a:pt x="104517" y="6250"/>
                  <a:pt x="227944" y="0"/>
                </a:cubicBezTo>
                <a:cubicBezTo>
                  <a:pt x="330630" y="-12834"/>
                  <a:pt x="441068" y="107309"/>
                  <a:pt x="455888" y="228600"/>
                </a:cubicBezTo>
                <a:cubicBezTo>
                  <a:pt x="488605" y="366946"/>
                  <a:pt x="350121" y="461904"/>
                  <a:pt x="227944" y="457200"/>
                </a:cubicBezTo>
                <a:cubicBezTo>
                  <a:pt x="130938" y="479945"/>
                  <a:pt x="-17621" y="365043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96E38CF-86FB-2BDA-576E-D8F549BD720B}"/>
              </a:ext>
            </a:extLst>
          </p:cNvPr>
          <p:cNvSpPr>
            <a:spLocks noChangeAspect="1"/>
          </p:cNvSpPr>
          <p:nvPr/>
        </p:nvSpPr>
        <p:spPr>
          <a:xfrm>
            <a:off x="6214702" y="4954004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26833" y="77108"/>
                  <a:pt x="98255" y="-7532"/>
                  <a:pt x="227944" y="0"/>
                </a:cubicBezTo>
                <a:cubicBezTo>
                  <a:pt x="366677" y="15755"/>
                  <a:pt x="480024" y="119020"/>
                  <a:pt x="455888" y="228600"/>
                </a:cubicBezTo>
                <a:cubicBezTo>
                  <a:pt x="457910" y="339469"/>
                  <a:pt x="325958" y="434025"/>
                  <a:pt x="227944" y="457200"/>
                </a:cubicBezTo>
                <a:cubicBezTo>
                  <a:pt x="98270" y="459346"/>
                  <a:pt x="2709" y="36231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2600" y="106476"/>
                  <a:pt x="106543" y="-3920"/>
                  <a:pt x="227944" y="0"/>
                </a:cubicBezTo>
                <a:cubicBezTo>
                  <a:pt x="373907" y="28586"/>
                  <a:pt x="481461" y="83432"/>
                  <a:pt x="455888" y="228600"/>
                </a:cubicBezTo>
                <a:cubicBezTo>
                  <a:pt x="460308" y="332726"/>
                  <a:pt x="359232" y="461834"/>
                  <a:pt x="227944" y="457200"/>
                </a:cubicBezTo>
                <a:cubicBezTo>
                  <a:pt x="98878" y="478148"/>
                  <a:pt x="-21065" y="334148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278C9A2-A00C-60C4-D6AE-69942D36E44F}"/>
              </a:ext>
            </a:extLst>
          </p:cNvPr>
          <p:cNvSpPr>
            <a:spLocks noChangeAspect="1"/>
          </p:cNvSpPr>
          <p:nvPr/>
        </p:nvSpPr>
        <p:spPr>
          <a:xfrm>
            <a:off x="7071063" y="4952413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3292" y="100999"/>
                  <a:pt x="92364" y="17510"/>
                  <a:pt x="227944" y="0"/>
                </a:cubicBezTo>
                <a:cubicBezTo>
                  <a:pt x="358866" y="5778"/>
                  <a:pt x="474649" y="121527"/>
                  <a:pt x="455888" y="228600"/>
                </a:cubicBezTo>
                <a:cubicBezTo>
                  <a:pt x="452145" y="353705"/>
                  <a:pt x="362452" y="467153"/>
                  <a:pt x="227944" y="457200"/>
                </a:cubicBezTo>
                <a:cubicBezTo>
                  <a:pt x="97680" y="463114"/>
                  <a:pt x="-26467" y="330575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2845" y="98160"/>
                  <a:pt x="118606" y="25944"/>
                  <a:pt x="227944" y="0"/>
                </a:cubicBezTo>
                <a:cubicBezTo>
                  <a:pt x="341797" y="-33505"/>
                  <a:pt x="485789" y="120233"/>
                  <a:pt x="455888" y="228600"/>
                </a:cubicBezTo>
                <a:cubicBezTo>
                  <a:pt x="453936" y="333557"/>
                  <a:pt x="331015" y="467478"/>
                  <a:pt x="227944" y="457200"/>
                </a:cubicBezTo>
                <a:cubicBezTo>
                  <a:pt x="97728" y="436446"/>
                  <a:pt x="21388" y="38569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11A1CC6-5C14-6E4D-1680-03D4319E98CB}"/>
              </a:ext>
            </a:extLst>
          </p:cNvPr>
          <p:cNvSpPr>
            <a:spLocks noChangeAspect="1"/>
          </p:cNvSpPr>
          <p:nvPr/>
        </p:nvSpPr>
        <p:spPr>
          <a:xfrm>
            <a:off x="7995347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6603" y="124580"/>
                  <a:pt x="91014" y="-13845"/>
                  <a:pt x="227944" y="0"/>
                </a:cubicBezTo>
                <a:cubicBezTo>
                  <a:pt x="331865" y="1379"/>
                  <a:pt x="455115" y="105472"/>
                  <a:pt x="455888" y="228600"/>
                </a:cubicBezTo>
                <a:cubicBezTo>
                  <a:pt x="455906" y="349467"/>
                  <a:pt x="331755" y="464756"/>
                  <a:pt x="227944" y="457200"/>
                </a:cubicBezTo>
                <a:cubicBezTo>
                  <a:pt x="84367" y="434315"/>
                  <a:pt x="15544" y="346134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2894" y="97012"/>
                  <a:pt x="129537" y="-12256"/>
                  <a:pt x="227944" y="0"/>
                </a:cubicBezTo>
                <a:cubicBezTo>
                  <a:pt x="366201" y="26218"/>
                  <a:pt x="432234" y="113376"/>
                  <a:pt x="455888" y="228600"/>
                </a:cubicBezTo>
                <a:cubicBezTo>
                  <a:pt x="438192" y="339496"/>
                  <a:pt x="358662" y="455406"/>
                  <a:pt x="227944" y="457200"/>
                </a:cubicBezTo>
                <a:cubicBezTo>
                  <a:pt x="93121" y="447889"/>
                  <a:pt x="27919" y="37600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8D96971-067E-0543-A9D4-2A2E6D9C6245}"/>
              </a:ext>
            </a:extLst>
          </p:cNvPr>
          <p:cNvSpPr>
            <a:spLocks noChangeAspect="1"/>
          </p:cNvSpPr>
          <p:nvPr/>
        </p:nvSpPr>
        <p:spPr>
          <a:xfrm>
            <a:off x="9381691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067" y="100383"/>
                  <a:pt x="138426" y="2400"/>
                  <a:pt x="227944" y="0"/>
                </a:cubicBezTo>
                <a:cubicBezTo>
                  <a:pt x="366793" y="22150"/>
                  <a:pt x="426145" y="101709"/>
                  <a:pt x="455888" y="228600"/>
                </a:cubicBezTo>
                <a:cubicBezTo>
                  <a:pt x="468826" y="356728"/>
                  <a:pt x="346497" y="453851"/>
                  <a:pt x="227944" y="457200"/>
                </a:cubicBezTo>
                <a:cubicBezTo>
                  <a:pt x="80691" y="463575"/>
                  <a:pt x="14324" y="335434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859" y="116136"/>
                  <a:pt x="82534" y="-8061"/>
                  <a:pt x="227944" y="0"/>
                </a:cubicBezTo>
                <a:cubicBezTo>
                  <a:pt x="379946" y="-3855"/>
                  <a:pt x="440583" y="130224"/>
                  <a:pt x="455888" y="228600"/>
                </a:cubicBezTo>
                <a:cubicBezTo>
                  <a:pt x="449453" y="357003"/>
                  <a:pt x="334318" y="480277"/>
                  <a:pt x="227944" y="457200"/>
                </a:cubicBezTo>
                <a:cubicBezTo>
                  <a:pt x="119017" y="446222"/>
                  <a:pt x="-19391" y="359300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88DAFBA-69FC-3BAE-3815-6E04BE3544C0}"/>
              </a:ext>
            </a:extLst>
          </p:cNvPr>
          <p:cNvSpPr>
            <a:spLocks noChangeAspect="1"/>
          </p:cNvSpPr>
          <p:nvPr/>
        </p:nvSpPr>
        <p:spPr>
          <a:xfrm>
            <a:off x="10730812" y="4977606"/>
            <a:ext cx="632513" cy="457200"/>
          </a:xfrm>
          <a:custGeom>
            <a:avLst/>
            <a:gdLst>
              <a:gd name="csX0" fmla="*/ 0 w 632513"/>
              <a:gd name="csY0" fmla="*/ 228600 h 457200"/>
              <a:gd name="csX1" fmla="*/ 316257 w 632513"/>
              <a:gd name="csY1" fmla="*/ 0 h 457200"/>
              <a:gd name="csX2" fmla="*/ 632514 w 632513"/>
              <a:gd name="csY2" fmla="*/ 228600 h 457200"/>
              <a:gd name="csX3" fmla="*/ 316257 w 632513"/>
              <a:gd name="csY3" fmla="*/ 457200 h 457200"/>
              <a:gd name="csX4" fmla="*/ 0 w 632513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2513" h="457200" fill="none" extrusionOk="0">
                <a:moveTo>
                  <a:pt x="0" y="228600"/>
                </a:moveTo>
                <a:cubicBezTo>
                  <a:pt x="18063" y="104491"/>
                  <a:pt x="153730" y="-24979"/>
                  <a:pt x="316257" y="0"/>
                </a:cubicBezTo>
                <a:cubicBezTo>
                  <a:pt x="458373" y="-4984"/>
                  <a:pt x="629299" y="105375"/>
                  <a:pt x="632514" y="228600"/>
                </a:cubicBezTo>
                <a:cubicBezTo>
                  <a:pt x="630654" y="337114"/>
                  <a:pt x="463251" y="495654"/>
                  <a:pt x="316257" y="457200"/>
                </a:cubicBezTo>
                <a:cubicBezTo>
                  <a:pt x="173530" y="475080"/>
                  <a:pt x="7574" y="356673"/>
                  <a:pt x="0" y="228600"/>
                </a:cubicBezTo>
                <a:close/>
              </a:path>
              <a:path w="632513" h="457200" stroke="0" extrusionOk="0">
                <a:moveTo>
                  <a:pt x="0" y="228600"/>
                </a:moveTo>
                <a:cubicBezTo>
                  <a:pt x="-6959" y="98055"/>
                  <a:pt x="98584" y="16142"/>
                  <a:pt x="316257" y="0"/>
                </a:cubicBezTo>
                <a:cubicBezTo>
                  <a:pt x="499351" y="1775"/>
                  <a:pt x="613256" y="102960"/>
                  <a:pt x="632514" y="228600"/>
                </a:cubicBezTo>
                <a:cubicBezTo>
                  <a:pt x="595753" y="390751"/>
                  <a:pt x="484449" y="492971"/>
                  <a:pt x="316257" y="457200"/>
                </a:cubicBezTo>
                <a:cubicBezTo>
                  <a:pt x="132270" y="452099"/>
                  <a:pt x="23501" y="366081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pic>
        <p:nvPicPr>
          <p:cNvPr id="112" name="Picture 111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13296DCB-58CC-5A42-404F-2A4B4AECE0AC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69" y="530730"/>
            <a:ext cx="1216212" cy="2011680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EAB2A698-07D2-E6FD-143B-4094BBE3B960}"/>
              </a:ext>
            </a:extLst>
          </p:cNvPr>
          <p:cNvSpPr txBox="1"/>
          <p:nvPr/>
        </p:nvSpPr>
        <p:spPr>
          <a:xfrm>
            <a:off x="9258508" y="6353827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Rational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E4A733-F990-0771-46F6-667E60104CB8}"/>
              </a:ext>
            </a:extLst>
          </p:cNvPr>
          <p:cNvSpPr>
            <a:spLocks noChangeAspect="1"/>
          </p:cNvSpPr>
          <p:nvPr/>
        </p:nvSpPr>
        <p:spPr>
          <a:xfrm>
            <a:off x="1099466" y="2180177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5248" y="100746"/>
                  <a:pt x="78946" y="-14233"/>
                  <a:pt x="227944" y="0"/>
                </a:cubicBezTo>
                <a:cubicBezTo>
                  <a:pt x="369042" y="16109"/>
                  <a:pt x="433245" y="78582"/>
                  <a:pt x="455888" y="228600"/>
                </a:cubicBezTo>
                <a:cubicBezTo>
                  <a:pt x="450661" y="365783"/>
                  <a:pt x="357470" y="452817"/>
                  <a:pt x="227944" y="457200"/>
                </a:cubicBezTo>
                <a:cubicBezTo>
                  <a:pt x="81400" y="444880"/>
                  <a:pt x="-2911" y="37896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11" y="107085"/>
                  <a:pt x="102268" y="5565"/>
                  <a:pt x="227944" y="0"/>
                </a:cubicBezTo>
                <a:cubicBezTo>
                  <a:pt x="343064" y="12013"/>
                  <a:pt x="453505" y="90905"/>
                  <a:pt x="455888" y="228600"/>
                </a:cubicBezTo>
                <a:cubicBezTo>
                  <a:pt x="467081" y="346264"/>
                  <a:pt x="324817" y="473460"/>
                  <a:pt x="227944" y="457200"/>
                </a:cubicBezTo>
                <a:cubicBezTo>
                  <a:pt x="90602" y="465564"/>
                  <a:pt x="2421" y="35076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D4827-237D-755C-D581-A8457E5EE409}"/>
              </a:ext>
            </a:extLst>
          </p:cNvPr>
          <p:cNvSpPr txBox="1"/>
          <p:nvPr/>
        </p:nvSpPr>
        <p:spPr>
          <a:xfrm>
            <a:off x="1517681" y="536096"/>
            <a:ext cx="301286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Mr. Snack, the Lost Sailor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4A26FA-4256-A0A6-FC84-41402055F1B8}"/>
              </a:ext>
            </a:extLst>
          </p:cNvPr>
          <p:cNvGrpSpPr/>
          <p:nvPr/>
        </p:nvGrpSpPr>
        <p:grpSpPr>
          <a:xfrm>
            <a:off x="1322156" y="1107602"/>
            <a:ext cx="3358175" cy="752977"/>
            <a:chOff x="1322156" y="1107602"/>
            <a:chExt cx="3358175" cy="7529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A7DCE60-B3C2-5111-6B2F-49C5E51814AF}"/>
                </a:ext>
              </a:extLst>
            </p:cNvPr>
            <p:cNvSpPr txBox="1"/>
            <p:nvPr/>
          </p:nvSpPr>
          <p:spPr>
            <a:xfrm>
              <a:off x="1641804" y="1491247"/>
              <a:ext cx="3038527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Who will end up eating him?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4F57BF4-6424-D323-CA08-D8607D2EA0C2}"/>
                </a:ext>
              </a:extLst>
            </p:cNvPr>
            <p:cNvSpPr/>
            <p:nvPr/>
          </p:nvSpPr>
          <p:spPr>
            <a:xfrm>
              <a:off x="1322156" y="1107602"/>
              <a:ext cx="1198880" cy="326360"/>
            </a:xfrm>
            <a:custGeom>
              <a:avLst/>
              <a:gdLst>
                <a:gd name="connsiteX0" fmla="*/ 1198880 w 1198880"/>
                <a:gd name="connsiteY0" fmla="*/ 326360 h 326360"/>
                <a:gd name="connsiteX1" fmla="*/ 833120 w 1198880"/>
                <a:gd name="connsiteY1" fmla="*/ 184120 h 326360"/>
                <a:gd name="connsiteX2" fmla="*/ 579120 w 1198880"/>
                <a:gd name="connsiteY2" fmla="*/ 133320 h 326360"/>
                <a:gd name="connsiteX3" fmla="*/ 426720 w 1198880"/>
                <a:gd name="connsiteY3" fmla="*/ 92680 h 326360"/>
                <a:gd name="connsiteX4" fmla="*/ 365760 w 1198880"/>
                <a:gd name="connsiteY4" fmla="*/ 72360 h 326360"/>
                <a:gd name="connsiteX5" fmla="*/ 111760 w 1198880"/>
                <a:gd name="connsiteY5" fmla="*/ 31720 h 326360"/>
                <a:gd name="connsiteX6" fmla="*/ 71120 w 1198880"/>
                <a:gd name="connsiteY6" fmla="*/ 21560 h 326360"/>
                <a:gd name="connsiteX7" fmla="*/ 30480 w 1198880"/>
                <a:gd name="connsiteY7" fmla="*/ 1240 h 326360"/>
                <a:gd name="connsiteX8" fmla="*/ 0 w 1198880"/>
                <a:gd name="connsiteY8" fmla="*/ 1240 h 32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8880" h="326360">
                  <a:moveTo>
                    <a:pt x="1198880" y="326360"/>
                  </a:moveTo>
                  <a:cubicBezTo>
                    <a:pt x="1044153" y="237945"/>
                    <a:pt x="1128486" y="280286"/>
                    <a:pt x="833120" y="184120"/>
                  </a:cubicBezTo>
                  <a:cubicBezTo>
                    <a:pt x="685187" y="135956"/>
                    <a:pt x="717022" y="145857"/>
                    <a:pt x="579120" y="133320"/>
                  </a:cubicBezTo>
                  <a:cubicBezTo>
                    <a:pt x="323635" y="48158"/>
                    <a:pt x="612023" y="139006"/>
                    <a:pt x="426720" y="92680"/>
                  </a:cubicBezTo>
                  <a:cubicBezTo>
                    <a:pt x="405940" y="87485"/>
                    <a:pt x="386597" y="77321"/>
                    <a:pt x="365760" y="72360"/>
                  </a:cubicBezTo>
                  <a:cubicBezTo>
                    <a:pt x="231234" y="40330"/>
                    <a:pt x="231240" y="43668"/>
                    <a:pt x="111760" y="31720"/>
                  </a:cubicBezTo>
                  <a:cubicBezTo>
                    <a:pt x="98213" y="28333"/>
                    <a:pt x="84195" y="26463"/>
                    <a:pt x="71120" y="21560"/>
                  </a:cubicBezTo>
                  <a:cubicBezTo>
                    <a:pt x="56939" y="16242"/>
                    <a:pt x="45043" y="5401"/>
                    <a:pt x="30480" y="1240"/>
                  </a:cubicBezTo>
                  <a:cubicBezTo>
                    <a:pt x="20711" y="-1551"/>
                    <a:pt x="10160" y="1240"/>
                    <a:pt x="0" y="1240"/>
                  </a:cubicBezTo>
                </a:path>
              </a:pathLst>
            </a:custGeom>
            <a:noFill/>
            <a:ln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C967859-D60B-3D7D-E5CF-36A86576CB0D}"/>
              </a:ext>
            </a:extLst>
          </p:cNvPr>
          <p:cNvSpPr txBox="1"/>
          <p:nvPr/>
        </p:nvSpPr>
        <p:spPr>
          <a:xfrm>
            <a:off x="8877664" y="1856331"/>
            <a:ext cx="301286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The only cannibal whose outcomes are certain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1EA0DA-67A9-1A62-18B9-EABA21A7D082}"/>
              </a:ext>
            </a:extLst>
          </p:cNvPr>
          <p:cNvSpPr/>
          <p:nvPr/>
        </p:nvSpPr>
        <p:spPr>
          <a:xfrm>
            <a:off x="10529739" y="2436234"/>
            <a:ext cx="546933" cy="646331"/>
          </a:xfrm>
          <a:custGeom>
            <a:avLst/>
            <a:gdLst>
              <a:gd name="connsiteX0" fmla="*/ 0 w 1103114"/>
              <a:gd name="connsiteY0" fmla="*/ 0 h 1084083"/>
              <a:gd name="connsiteX1" fmla="*/ 122548 w 1103114"/>
              <a:gd name="connsiteY1" fmla="*/ 65988 h 1084083"/>
              <a:gd name="connsiteX2" fmla="*/ 160255 w 1103114"/>
              <a:gd name="connsiteY2" fmla="*/ 103695 h 1084083"/>
              <a:gd name="connsiteX3" fmla="*/ 245097 w 1103114"/>
              <a:gd name="connsiteY3" fmla="*/ 141403 h 1084083"/>
              <a:gd name="connsiteX4" fmla="*/ 320511 w 1103114"/>
              <a:gd name="connsiteY4" fmla="*/ 188537 h 1084083"/>
              <a:gd name="connsiteX5" fmla="*/ 414779 w 1103114"/>
              <a:gd name="connsiteY5" fmla="*/ 245097 h 1084083"/>
              <a:gd name="connsiteX6" fmla="*/ 461913 w 1103114"/>
              <a:gd name="connsiteY6" fmla="*/ 282805 h 1084083"/>
              <a:gd name="connsiteX7" fmla="*/ 575035 w 1103114"/>
              <a:gd name="connsiteY7" fmla="*/ 348792 h 1084083"/>
              <a:gd name="connsiteX8" fmla="*/ 735290 w 1103114"/>
              <a:gd name="connsiteY8" fmla="*/ 480767 h 1084083"/>
              <a:gd name="connsiteX9" fmla="*/ 838985 w 1103114"/>
              <a:gd name="connsiteY9" fmla="*/ 575036 h 1084083"/>
              <a:gd name="connsiteX10" fmla="*/ 914400 w 1103114"/>
              <a:gd name="connsiteY10" fmla="*/ 678730 h 1084083"/>
              <a:gd name="connsiteX11" fmla="*/ 952107 w 1103114"/>
              <a:gd name="connsiteY11" fmla="*/ 725864 h 1084083"/>
              <a:gd name="connsiteX12" fmla="*/ 970961 w 1103114"/>
              <a:gd name="connsiteY12" fmla="*/ 772998 h 1084083"/>
              <a:gd name="connsiteX13" fmla="*/ 999241 w 1103114"/>
              <a:gd name="connsiteY13" fmla="*/ 829559 h 1084083"/>
              <a:gd name="connsiteX14" fmla="*/ 1018095 w 1103114"/>
              <a:gd name="connsiteY14" fmla="*/ 876693 h 1084083"/>
              <a:gd name="connsiteX15" fmla="*/ 1046375 w 1103114"/>
              <a:gd name="connsiteY15" fmla="*/ 923827 h 1084083"/>
              <a:gd name="connsiteX16" fmla="*/ 1065229 w 1103114"/>
              <a:gd name="connsiteY16" fmla="*/ 961534 h 1084083"/>
              <a:gd name="connsiteX17" fmla="*/ 1074655 w 1103114"/>
              <a:gd name="connsiteY17" fmla="*/ 999242 h 1084083"/>
              <a:gd name="connsiteX18" fmla="*/ 1102936 w 1103114"/>
              <a:gd name="connsiteY18" fmla="*/ 1084083 h 108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03114" h="1084083">
                <a:moveTo>
                  <a:pt x="0" y="0"/>
                </a:moveTo>
                <a:cubicBezTo>
                  <a:pt x="31127" y="15564"/>
                  <a:pt x="96059" y="46723"/>
                  <a:pt x="122548" y="65988"/>
                </a:cubicBezTo>
                <a:cubicBezTo>
                  <a:pt x="136923" y="76443"/>
                  <a:pt x="145117" y="94379"/>
                  <a:pt x="160255" y="103695"/>
                </a:cubicBezTo>
                <a:cubicBezTo>
                  <a:pt x="186612" y="119915"/>
                  <a:pt x="217745" y="126923"/>
                  <a:pt x="245097" y="141403"/>
                </a:cubicBezTo>
                <a:cubicBezTo>
                  <a:pt x="271296" y="155273"/>
                  <a:pt x="294905" y="173600"/>
                  <a:pt x="320511" y="188537"/>
                </a:cubicBezTo>
                <a:cubicBezTo>
                  <a:pt x="394227" y="231538"/>
                  <a:pt x="321142" y="176997"/>
                  <a:pt x="414779" y="245097"/>
                </a:cubicBezTo>
                <a:cubicBezTo>
                  <a:pt x="431051" y="256931"/>
                  <a:pt x="445020" y="271875"/>
                  <a:pt x="461913" y="282805"/>
                </a:cubicBezTo>
                <a:cubicBezTo>
                  <a:pt x="498563" y="306520"/>
                  <a:pt x="541249" y="321149"/>
                  <a:pt x="575035" y="348792"/>
                </a:cubicBezTo>
                <a:cubicBezTo>
                  <a:pt x="697708" y="449161"/>
                  <a:pt x="644430" y="405049"/>
                  <a:pt x="735290" y="480767"/>
                </a:cubicBezTo>
                <a:cubicBezTo>
                  <a:pt x="780428" y="518383"/>
                  <a:pt x="800292" y="532045"/>
                  <a:pt x="838985" y="575036"/>
                </a:cubicBezTo>
                <a:cubicBezTo>
                  <a:pt x="884108" y="625172"/>
                  <a:pt x="873122" y="621973"/>
                  <a:pt x="914400" y="678730"/>
                </a:cubicBezTo>
                <a:cubicBezTo>
                  <a:pt x="926234" y="695002"/>
                  <a:pt x="941755" y="708611"/>
                  <a:pt x="952107" y="725864"/>
                </a:cubicBezTo>
                <a:cubicBezTo>
                  <a:pt x="960813" y="740374"/>
                  <a:pt x="963959" y="757593"/>
                  <a:pt x="970961" y="772998"/>
                </a:cubicBezTo>
                <a:cubicBezTo>
                  <a:pt x="979684" y="792188"/>
                  <a:pt x="990518" y="810369"/>
                  <a:pt x="999241" y="829559"/>
                </a:cubicBezTo>
                <a:cubicBezTo>
                  <a:pt x="1006243" y="844964"/>
                  <a:pt x="1010527" y="861558"/>
                  <a:pt x="1018095" y="876693"/>
                </a:cubicBezTo>
                <a:cubicBezTo>
                  <a:pt x="1026289" y="893081"/>
                  <a:pt x="1037477" y="907810"/>
                  <a:pt x="1046375" y="923827"/>
                </a:cubicBezTo>
                <a:cubicBezTo>
                  <a:pt x="1053200" y="936111"/>
                  <a:pt x="1058944" y="948965"/>
                  <a:pt x="1065229" y="961534"/>
                </a:cubicBezTo>
                <a:cubicBezTo>
                  <a:pt x="1068371" y="974103"/>
                  <a:pt x="1069843" y="987213"/>
                  <a:pt x="1074655" y="999242"/>
                </a:cubicBezTo>
                <a:cubicBezTo>
                  <a:pt x="1107152" y="1080485"/>
                  <a:pt x="1102936" y="1027456"/>
                  <a:pt x="1102936" y="1084083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E09EFA-3470-A389-A2E0-0AE8555956F1}"/>
              </a:ext>
            </a:extLst>
          </p:cNvPr>
          <p:cNvSpPr txBox="1"/>
          <p:nvPr/>
        </p:nvSpPr>
        <p:spPr>
          <a:xfrm>
            <a:off x="2774421" y="2191260"/>
            <a:ext cx="529698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Lack of knowledge about future decisions means no cannibal’s decision is based on certainty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3D9FC5-5817-CEC5-F5ED-47585FA79E67}"/>
              </a:ext>
            </a:extLst>
          </p:cNvPr>
          <p:cNvSpPr txBox="1"/>
          <p:nvPr/>
        </p:nvSpPr>
        <p:spPr>
          <a:xfrm>
            <a:off x="6839060" y="6353827"/>
            <a:ext cx="271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Common knowledge of</a:t>
            </a:r>
            <a:endParaRPr lang="en-US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048E19-0FF3-6FE4-84B6-8B35FEC12F10}"/>
              </a:ext>
            </a:extLst>
          </p:cNvPr>
          <p:cNvSpPr txBox="1"/>
          <p:nvPr/>
        </p:nvSpPr>
        <p:spPr>
          <a:xfrm>
            <a:off x="5329736" y="890239"/>
            <a:ext cx="324646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Each cannibal must assume what the next in line will do.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1A09F66-FD9F-5A2A-E664-2D4B49682A5C}"/>
              </a:ext>
            </a:extLst>
          </p:cNvPr>
          <p:cNvSpPr/>
          <p:nvPr/>
        </p:nvSpPr>
        <p:spPr>
          <a:xfrm>
            <a:off x="5994400" y="1473200"/>
            <a:ext cx="812800" cy="751840"/>
          </a:xfrm>
          <a:custGeom>
            <a:avLst/>
            <a:gdLst>
              <a:gd name="csX0" fmla="*/ 0 w 812800"/>
              <a:gd name="csY0" fmla="*/ 751840 h 751840"/>
              <a:gd name="csX1" fmla="*/ 203200 w 812800"/>
              <a:gd name="csY1" fmla="*/ 629920 h 751840"/>
              <a:gd name="csX2" fmla="*/ 436880 w 812800"/>
              <a:gd name="csY2" fmla="*/ 477520 h 751840"/>
              <a:gd name="csX3" fmla="*/ 538480 w 812800"/>
              <a:gd name="csY3" fmla="*/ 406400 h 751840"/>
              <a:gd name="csX4" fmla="*/ 690880 w 812800"/>
              <a:gd name="csY4" fmla="*/ 254000 h 751840"/>
              <a:gd name="csX5" fmla="*/ 762000 w 812800"/>
              <a:gd name="csY5" fmla="*/ 101600 h 751840"/>
              <a:gd name="csX6" fmla="*/ 772160 w 812800"/>
              <a:gd name="csY6" fmla="*/ 60960 h 751840"/>
              <a:gd name="csX7" fmla="*/ 802640 w 812800"/>
              <a:gd name="csY7" fmla="*/ 20320 h 751840"/>
              <a:gd name="csX8" fmla="*/ 812800 w 812800"/>
              <a:gd name="csY8" fmla="*/ 0 h 751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12800" h="751840">
                <a:moveTo>
                  <a:pt x="0" y="751840"/>
                </a:moveTo>
                <a:lnTo>
                  <a:pt x="203200" y="629920"/>
                </a:lnTo>
                <a:cubicBezTo>
                  <a:pt x="272557" y="587411"/>
                  <a:pt x="370703" y="522641"/>
                  <a:pt x="436880" y="477520"/>
                </a:cubicBezTo>
                <a:cubicBezTo>
                  <a:pt x="471036" y="454232"/>
                  <a:pt x="511777" y="437958"/>
                  <a:pt x="538480" y="406400"/>
                </a:cubicBezTo>
                <a:cubicBezTo>
                  <a:pt x="660023" y="262758"/>
                  <a:pt x="598656" y="300112"/>
                  <a:pt x="690880" y="254000"/>
                </a:cubicBezTo>
                <a:cubicBezTo>
                  <a:pt x="714145" y="207470"/>
                  <a:pt x="744809" y="153174"/>
                  <a:pt x="762000" y="101600"/>
                </a:cubicBezTo>
                <a:cubicBezTo>
                  <a:pt x="766416" y="88353"/>
                  <a:pt x="765915" y="73449"/>
                  <a:pt x="772160" y="60960"/>
                </a:cubicBezTo>
                <a:cubicBezTo>
                  <a:pt x="779733" y="45814"/>
                  <a:pt x="793247" y="34409"/>
                  <a:pt x="802640" y="20320"/>
                </a:cubicBezTo>
                <a:cubicBezTo>
                  <a:pt x="806841" y="14019"/>
                  <a:pt x="809413" y="6773"/>
                  <a:pt x="8128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8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F8233-9304-415E-8BD8-889BA2243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3ED63A9-9BE0-D9F3-222E-A711DB359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313ED91-AE92-E53F-B34A-651F14C6B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99524-40D5-8955-1A54-D8647197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Backward Induction</a:t>
            </a:r>
            <a:endParaRPr lang="en-US" sz="5400" i="1" dirty="0"/>
          </a:p>
        </p:txBody>
      </p:sp>
      <p:pic>
        <p:nvPicPr>
          <p:cNvPr id="12" name="Picture 11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5FAB1142-356E-0152-4598-75971EE20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9546633" y="332851"/>
            <a:ext cx="1767982" cy="10153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D75BD8-46B7-FB0B-2F4E-3948CA44F9D3}"/>
              </a:ext>
            </a:extLst>
          </p:cNvPr>
          <p:cNvSpPr txBox="1"/>
          <p:nvPr/>
        </p:nvSpPr>
        <p:spPr>
          <a:xfrm>
            <a:off x="669036" y="2118727"/>
            <a:ext cx="6203104" cy="430887"/>
          </a:xfrm>
          <a:custGeom>
            <a:avLst/>
            <a:gdLst>
              <a:gd name="csX0" fmla="*/ 0 w 6203104"/>
              <a:gd name="csY0" fmla="*/ 0 h 430887"/>
              <a:gd name="csX1" fmla="*/ 377825 w 6203104"/>
              <a:gd name="csY1" fmla="*/ 0 h 430887"/>
              <a:gd name="csX2" fmla="*/ 1065806 w 6203104"/>
              <a:gd name="csY2" fmla="*/ 0 h 430887"/>
              <a:gd name="csX3" fmla="*/ 1691756 w 6203104"/>
              <a:gd name="csY3" fmla="*/ 0 h 430887"/>
              <a:gd name="csX4" fmla="*/ 2069581 w 6203104"/>
              <a:gd name="csY4" fmla="*/ 0 h 430887"/>
              <a:gd name="csX5" fmla="*/ 2571469 w 6203104"/>
              <a:gd name="csY5" fmla="*/ 0 h 430887"/>
              <a:gd name="csX6" fmla="*/ 3259449 w 6203104"/>
              <a:gd name="csY6" fmla="*/ 0 h 430887"/>
              <a:gd name="csX7" fmla="*/ 3823368 w 6203104"/>
              <a:gd name="csY7" fmla="*/ 0 h 430887"/>
              <a:gd name="csX8" fmla="*/ 4449317 w 6203104"/>
              <a:gd name="csY8" fmla="*/ 0 h 430887"/>
              <a:gd name="csX9" fmla="*/ 4951205 w 6203104"/>
              <a:gd name="csY9" fmla="*/ 0 h 430887"/>
              <a:gd name="csX10" fmla="*/ 5515123 w 6203104"/>
              <a:gd name="csY10" fmla="*/ 0 h 430887"/>
              <a:gd name="csX11" fmla="*/ 6203104 w 6203104"/>
              <a:gd name="csY11" fmla="*/ 0 h 430887"/>
              <a:gd name="csX12" fmla="*/ 6203104 w 6203104"/>
              <a:gd name="csY12" fmla="*/ 430887 h 430887"/>
              <a:gd name="csX13" fmla="*/ 5825279 w 6203104"/>
              <a:gd name="csY13" fmla="*/ 430887 h 430887"/>
              <a:gd name="csX14" fmla="*/ 5447453 w 6203104"/>
              <a:gd name="csY14" fmla="*/ 430887 h 430887"/>
              <a:gd name="csX15" fmla="*/ 4821504 w 6203104"/>
              <a:gd name="csY15" fmla="*/ 430887 h 430887"/>
              <a:gd name="csX16" fmla="*/ 4443678 w 6203104"/>
              <a:gd name="csY16" fmla="*/ 430887 h 430887"/>
              <a:gd name="csX17" fmla="*/ 3879760 w 6203104"/>
              <a:gd name="csY17" fmla="*/ 430887 h 430887"/>
              <a:gd name="csX18" fmla="*/ 3439903 w 6203104"/>
              <a:gd name="csY18" fmla="*/ 430887 h 430887"/>
              <a:gd name="csX19" fmla="*/ 2875985 w 6203104"/>
              <a:gd name="csY19" fmla="*/ 430887 h 430887"/>
              <a:gd name="csX20" fmla="*/ 2312066 w 6203104"/>
              <a:gd name="csY20" fmla="*/ 430887 h 430887"/>
              <a:gd name="csX21" fmla="*/ 1748147 w 6203104"/>
              <a:gd name="csY21" fmla="*/ 430887 h 430887"/>
              <a:gd name="csX22" fmla="*/ 1184229 w 6203104"/>
              <a:gd name="csY22" fmla="*/ 430887 h 430887"/>
              <a:gd name="csX23" fmla="*/ 682341 w 6203104"/>
              <a:gd name="csY23" fmla="*/ 430887 h 430887"/>
              <a:gd name="csX24" fmla="*/ 0 w 6203104"/>
              <a:gd name="csY24" fmla="*/ 430887 h 430887"/>
              <a:gd name="csX25" fmla="*/ 0 w 6203104"/>
              <a:gd name="csY25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6203104" h="430887" fill="none" extrusionOk="0">
                <a:moveTo>
                  <a:pt x="0" y="0"/>
                </a:moveTo>
                <a:cubicBezTo>
                  <a:pt x="172126" y="-30831"/>
                  <a:pt x="237550" y="18618"/>
                  <a:pt x="377825" y="0"/>
                </a:cubicBezTo>
                <a:cubicBezTo>
                  <a:pt x="518100" y="-18618"/>
                  <a:pt x="767266" y="43133"/>
                  <a:pt x="1065806" y="0"/>
                </a:cubicBezTo>
                <a:cubicBezTo>
                  <a:pt x="1364346" y="-43133"/>
                  <a:pt x="1546172" y="44326"/>
                  <a:pt x="1691756" y="0"/>
                </a:cubicBezTo>
                <a:cubicBezTo>
                  <a:pt x="1837340" y="-44326"/>
                  <a:pt x="1885443" y="38131"/>
                  <a:pt x="2069581" y="0"/>
                </a:cubicBezTo>
                <a:cubicBezTo>
                  <a:pt x="2253720" y="-38131"/>
                  <a:pt x="2351118" y="11534"/>
                  <a:pt x="2571469" y="0"/>
                </a:cubicBezTo>
                <a:cubicBezTo>
                  <a:pt x="2791820" y="-11534"/>
                  <a:pt x="2945040" y="21488"/>
                  <a:pt x="3259449" y="0"/>
                </a:cubicBezTo>
                <a:cubicBezTo>
                  <a:pt x="3573858" y="-21488"/>
                  <a:pt x="3572650" y="35519"/>
                  <a:pt x="3823368" y="0"/>
                </a:cubicBezTo>
                <a:cubicBezTo>
                  <a:pt x="4074086" y="-35519"/>
                  <a:pt x="4163749" y="72361"/>
                  <a:pt x="4449317" y="0"/>
                </a:cubicBezTo>
                <a:cubicBezTo>
                  <a:pt x="4734885" y="-72361"/>
                  <a:pt x="4721272" y="6294"/>
                  <a:pt x="4951205" y="0"/>
                </a:cubicBezTo>
                <a:cubicBezTo>
                  <a:pt x="5181138" y="-6294"/>
                  <a:pt x="5300471" y="49785"/>
                  <a:pt x="5515123" y="0"/>
                </a:cubicBezTo>
                <a:cubicBezTo>
                  <a:pt x="5729775" y="-49785"/>
                  <a:pt x="5885534" y="68980"/>
                  <a:pt x="6203104" y="0"/>
                </a:cubicBezTo>
                <a:cubicBezTo>
                  <a:pt x="6216958" y="108198"/>
                  <a:pt x="6166908" y="314596"/>
                  <a:pt x="6203104" y="430887"/>
                </a:cubicBezTo>
                <a:cubicBezTo>
                  <a:pt x="6123696" y="433434"/>
                  <a:pt x="5914268" y="412512"/>
                  <a:pt x="5825279" y="430887"/>
                </a:cubicBezTo>
                <a:cubicBezTo>
                  <a:pt x="5736291" y="449262"/>
                  <a:pt x="5598042" y="390457"/>
                  <a:pt x="5447453" y="430887"/>
                </a:cubicBezTo>
                <a:cubicBezTo>
                  <a:pt x="5296864" y="471317"/>
                  <a:pt x="5059554" y="407639"/>
                  <a:pt x="4821504" y="430887"/>
                </a:cubicBezTo>
                <a:cubicBezTo>
                  <a:pt x="4583454" y="454135"/>
                  <a:pt x="4588127" y="416484"/>
                  <a:pt x="4443678" y="430887"/>
                </a:cubicBezTo>
                <a:cubicBezTo>
                  <a:pt x="4299229" y="445290"/>
                  <a:pt x="4066552" y="408768"/>
                  <a:pt x="3879760" y="430887"/>
                </a:cubicBezTo>
                <a:cubicBezTo>
                  <a:pt x="3692968" y="453006"/>
                  <a:pt x="3570513" y="424628"/>
                  <a:pt x="3439903" y="430887"/>
                </a:cubicBezTo>
                <a:cubicBezTo>
                  <a:pt x="3309293" y="437146"/>
                  <a:pt x="3066493" y="395298"/>
                  <a:pt x="2875985" y="430887"/>
                </a:cubicBezTo>
                <a:cubicBezTo>
                  <a:pt x="2685477" y="466476"/>
                  <a:pt x="2528681" y="426757"/>
                  <a:pt x="2312066" y="430887"/>
                </a:cubicBezTo>
                <a:cubicBezTo>
                  <a:pt x="2095451" y="435017"/>
                  <a:pt x="1975923" y="380618"/>
                  <a:pt x="1748147" y="430887"/>
                </a:cubicBezTo>
                <a:cubicBezTo>
                  <a:pt x="1520371" y="481156"/>
                  <a:pt x="1436008" y="377765"/>
                  <a:pt x="1184229" y="430887"/>
                </a:cubicBezTo>
                <a:cubicBezTo>
                  <a:pt x="932450" y="484009"/>
                  <a:pt x="850927" y="405647"/>
                  <a:pt x="682341" y="430887"/>
                </a:cubicBezTo>
                <a:cubicBezTo>
                  <a:pt x="513755" y="456127"/>
                  <a:pt x="197769" y="366842"/>
                  <a:pt x="0" y="430887"/>
                </a:cubicBezTo>
                <a:cubicBezTo>
                  <a:pt x="-17360" y="322146"/>
                  <a:pt x="8986" y="180552"/>
                  <a:pt x="0" y="0"/>
                </a:cubicBezTo>
                <a:close/>
              </a:path>
              <a:path w="6203104" h="430887" stroke="0" extrusionOk="0">
                <a:moveTo>
                  <a:pt x="0" y="0"/>
                </a:moveTo>
                <a:cubicBezTo>
                  <a:pt x="247546" y="-54220"/>
                  <a:pt x="298541" y="41430"/>
                  <a:pt x="501888" y="0"/>
                </a:cubicBezTo>
                <a:cubicBezTo>
                  <a:pt x="705235" y="-41430"/>
                  <a:pt x="706052" y="16505"/>
                  <a:pt x="879713" y="0"/>
                </a:cubicBezTo>
                <a:cubicBezTo>
                  <a:pt x="1053374" y="-16505"/>
                  <a:pt x="1311559" y="21859"/>
                  <a:pt x="1567694" y="0"/>
                </a:cubicBezTo>
                <a:cubicBezTo>
                  <a:pt x="1823829" y="-21859"/>
                  <a:pt x="1844340" y="29733"/>
                  <a:pt x="2069581" y="0"/>
                </a:cubicBezTo>
                <a:cubicBezTo>
                  <a:pt x="2294822" y="-29733"/>
                  <a:pt x="2399371" y="7447"/>
                  <a:pt x="2571469" y="0"/>
                </a:cubicBezTo>
                <a:cubicBezTo>
                  <a:pt x="2743567" y="-7447"/>
                  <a:pt x="2973352" y="62695"/>
                  <a:pt x="3259449" y="0"/>
                </a:cubicBezTo>
                <a:cubicBezTo>
                  <a:pt x="3545546" y="-62695"/>
                  <a:pt x="3550340" y="8745"/>
                  <a:pt x="3699306" y="0"/>
                </a:cubicBezTo>
                <a:cubicBezTo>
                  <a:pt x="3848272" y="-8745"/>
                  <a:pt x="4202725" y="44753"/>
                  <a:pt x="4387286" y="0"/>
                </a:cubicBezTo>
                <a:cubicBezTo>
                  <a:pt x="4571847" y="-44753"/>
                  <a:pt x="4919575" y="52629"/>
                  <a:pt x="5075267" y="0"/>
                </a:cubicBezTo>
                <a:cubicBezTo>
                  <a:pt x="5230959" y="-52629"/>
                  <a:pt x="5507984" y="57042"/>
                  <a:pt x="5639185" y="0"/>
                </a:cubicBezTo>
                <a:cubicBezTo>
                  <a:pt x="5770386" y="-57042"/>
                  <a:pt x="6017465" y="990"/>
                  <a:pt x="6203104" y="0"/>
                </a:cubicBezTo>
                <a:cubicBezTo>
                  <a:pt x="6225759" y="208546"/>
                  <a:pt x="6167198" y="325122"/>
                  <a:pt x="6203104" y="430887"/>
                </a:cubicBezTo>
                <a:cubicBezTo>
                  <a:pt x="6063431" y="464839"/>
                  <a:pt x="6014173" y="423409"/>
                  <a:pt x="5825279" y="430887"/>
                </a:cubicBezTo>
                <a:cubicBezTo>
                  <a:pt x="5636386" y="438365"/>
                  <a:pt x="5393793" y="367076"/>
                  <a:pt x="5137298" y="430887"/>
                </a:cubicBezTo>
                <a:cubicBezTo>
                  <a:pt x="4880803" y="494698"/>
                  <a:pt x="4914382" y="384546"/>
                  <a:pt x="4697441" y="430887"/>
                </a:cubicBezTo>
                <a:cubicBezTo>
                  <a:pt x="4480500" y="477228"/>
                  <a:pt x="4378482" y="402823"/>
                  <a:pt x="4133523" y="430887"/>
                </a:cubicBezTo>
                <a:cubicBezTo>
                  <a:pt x="3888564" y="458951"/>
                  <a:pt x="3714134" y="396501"/>
                  <a:pt x="3445542" y="430887"/>
                </a:cubicBezTo>
                <a:cubicBezTo>
                  <a:pt x="3176950" y="465273"/>
                  <a:pt x="3139311" y="370338"/>
                  <a:pt x="2881624" y="430887"/>
                </a:cubicBezTo>
                <a:cubicBezTo>
                  <a:pt x="2623937" y="491436"/>
                  <a:pt x="2614005" y="420541"/>
                  <a:pt x="2503798" y="430887"/>
                </a:cubicBezTo>
                <a:cubicBezTo>
                  <a:pt x="2393591" y="441233"/>
                  <a:pt x="2272442" y="400503"/>
                  <a:pt x="2063942" y="430887"/>
                </a:cubicBezTo>
                <a:cubicBezTo>
                  <a:pt x="1855442" y="461271"/>
                  <a:pt x="1709933" y="348451"/>
                  <a:pt x="1375961" y="430887"/>
                </a:cubicBezTo>
                <a:cubicBezTo>
                  <a:pt x="1041989" y="513323"/>
                  <a:pt x="1008679" y="400020"/>
                  <a:pt x="812043" y="430887"/>
                </a:cubicBezTo>
                <a:cubicBezTo>
                  <a:pt x="615407" y="461754"/>
                  <a:pt x="328916" y="375836"/>
                  <a:pt x="0" y="430887"/>
                </a:cubicBezTo>
                <a:cubicBezTo>
                  <a:pt x="-27279" y="245048"/>
                  <a:pt x="7869" y="15282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70C0"/>
                </a:solidFill>
              </a:rPr>
              <a:t>Payoffs</a:t>
            </a:r>
            <a:r>
              <a:rPr lang="en-IN" sz="2200" dirty="0"/>
              <a:t> are assigned only to final </a:t>
            </a:r>
            <a:r>
              <a:rPr lang="en-IN" sz="2200" dirty="0">
                <a:solidFill>
                  <a:srgbClr val="C00000"/>
                </a:solidFill>
              </a:rPr>
              <a:t>actions</a:t>
            </a:r>
            <a:r>
              <a:rPr lang="en-IN" sz="2200" dirty="0"/>
              <a:t>.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D87A1D-A6D3-448C-B4CA-A7756439D651}"/>
              </a:ext>
            </a:extLst>
          </p:cNvPr>
          <p:cNvSpPr txBox="1"/>
          <p:nvPr/>
        </p:nvSpPr>
        <p:spPr>
          <a:xfrm>
            <a:off x="669036" y="2567034"/>
            <a:ext cx="8668447" cy="430887"/>
          </a:xfrm>
          <a:custGeom>
            <a:avLst/>
            <a:gdLst>
              <a:gd name="csX0" fmla="*/ 0 w 8668447"/>
              <a:gd name="csY0" fmla="*/ 0 h 430887"/>
              <a:gd name="csX1" fmla="*/ 664581 w 8668447"/>
              <a:gd name="csY1" fmla="*/ 0 h 430887"/>
              <a:gd name="csX2" fmla="*/ 1155793 w 8668447"/>
              <a:gd name="csY2" fmla="*/ 0 h 430887"/>
              <a:gd name="csX3" fmla="*/ 1907058 w 8668447"/>
              <a:gd name="csY3" fmla="*/ 0 h 430887"/>
              <a:gd name="csX4" fmla="*/ 2484955 w 8668447"/>
              <a:gd name="csY4" fmla="*/ 0 h 430887"/>
              <a:gd name="csX5" fmla="*/ 3236220 w 8668447"/>
              <a:gd name="csY5" fmla="*/ 0 h 430887"/>
              <a:gd name="csX6" fmla="*/ 3987486 w 8668447"/>
              <a:gd name="csY6" fmla="*/ 0 h 430887"/>
              <a:gd name="csX7" fmla="*/ 4392013 w 8668447"/>
              <a:gd name="csY7" fmla="*/ 0 h 430887"/>
              <a:gd name="csX8" fmla="*/ 4709856 w 8668447"/>
              <a:gd name="csY8" fmla="*/ 0 h 430887"/>
              <a:gd name="csX9" fmla="*/ 5461122 w 8668447"/>
              <a:gd name="csY9" fmla="*/ 0 h 430887"/>
              <a:gd name="csX10" fmla="*/ 5952334 w 8668447"/>
              <a:gd name="csY10" fmla="*/ 0 h 430887"/>
              <a:gd name="csX11" fmla="*/ 6270177 w 8668447"/>
              <a:gd name="csY11" fmla="*/ 0 h 430887"/>
              <a:gd name="csX12" fmla="*/ 6761389 w 8668447"/>
              <a:gd name="csY12" fmla="*/ 0 h 430887"/>
              <a:gd name="csX13" fmla="*/ 7252601 w 8668447"/>
              <a:gd name="csY13" fmla="*/ 0 h 430887"/>
              <a:gd name="csX14" fmla="*/ 7570444 w 8668447"/>
              <a:gd name="csY14" fmla="*/ 0 h 430887"/>
              <a:gd name="csX15" fmla="*/ 8668447 w 8668447"/>
              <a:gd name="csY15" fmla="*/ 0 h 430887"/>
              <a:gd name="csX16" fmla="*/ 8668447 w 8668447"/>
              <a:gd name="csY16" fmla="*/ 430887 h 430887"/>
              <a:gd name="csX17" fmla="*/ 7917182 w 8668447"/>
              <a:gd name="csY17" fmla="*/ 430887 h 430887"/>
              <a:gd name="csX18" fmla="*/ 7599339 w 8668447"/>
              <a:gd name="csY18" fmla="*/ 430887 h 430887"/>
              <a:gd name="csX19" fmla="*/ 7021442 w 8668447"/>
              <a:gd name="csY19" fmla="*/ 430887 h 430887"/>
              <a:gd name="csX20" fmla="*/ 6356861 w 8668447"/>
              <a:gd name="csY20" fmla="*/ 430887 h 430887"/>
              <a:gd name="csX21" fmla="*/ 5692280 w 8668447"/>
              <a:gd name="csY21" fmla="*/ 430887 h 430887"/>
              <a:gd name="csX22" fmla="*/ 5027699 w 8668447"/>
              <a:gd name="csY22" fmla="*/ 430887 h 430887"/>
              <a:gd name="csX23" fmla="*/ 4623172 w 8668447"/>
              <a:gd name="csY23" fmla="*/ 430887 h 430887"/>
              <a:gd name="csX24" fmla="*/ 4131960 w 8668447"/>
              <a:gd name="csY24" fmla="*/ 430887 h 430887"/>
              <a:gd name="csX25" fmla="*/ 3727432 w 8668447"/>
              <a:gd name="csY25" fmla="*/ 430887 h 430887"/>
              <a:gd name="csX26" fmla="*/ 3149536 w 8668447"/>
              <a:gd name="csY26" fmla="*/ 430887 h 430887"/>
              <a:gd name="csX27" fmla="*/ 2745008 w 8668447"/>
              <a:gd name="csY27" fmla="*/ 430887 h 430887"/>
              <a:gd name="csX28" fmla="*/ 2080427 w 8668447"/>
              <a:gd name="csY28" fmla="*/ 430887 h 430887"/>
              <a:gd name="csX29" fmla="*/ 1675900 w 8668447"/>
              <a:gd name="csY29" fmla="*/ 430887 h 430887"/>
              <a:gd name="csX30" fmla="*/ 1271372 w 8668447"/>
              <a:gd name="csY30" fmla="*/ 430887 h 430887"/>
              <a:gd name="csX31" fmla="*/ 866845 w 8668447"/>
              <a:gd name="csY31" fmla="*/ 430887 h 430887"/>
              <a:gd name="csX32" fmla="*/ 549002 w 8668447"/>
              <a:gd name="csY32" fmla="*/ 430887 h 430887"/>
              <a:gd name="csX33" fmla="*/ 0 w 8668447"/>
              <a:gd name="csY33" fmla="*/ 430887 h 430887"/>
              <a:gd name="csX34" fmla="*/ 0 w 8668447"/>
              <a:gd name="csY34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8668447" h="430887" fill="none" extrusionOk="0">
                <a:moveTo>
                  <a:pt x="0" y="0"/>
                </a:moveTo>
                <a:cubicBezTo>
                  <a:pt x="192307" y="-75318"/>
                  <a:pt x="357422" y="9202"/>
                  <a:pt x="664581" y="0"/>
                </a:cubicBezTo>
                <a:cubicBezTo>
                  <a:pt x="971740" y="-9202"/>
                  <a:pt x="912113" y="36662"/>
                  <a:pt x="1155793" y="0"/>
                </a:cubicBezTo>
                <a:cubicBezTo>
                  <a:pt x="1399473" y="-36662"/>
                  <a:pt x="1700334" y="32092"/>
                  <a:pt x="1907058" y="0"/>
                </a:cubicBezTo>
                <a:cubicBezTo>
                  <a:pt x="2113782" y="-32092"/>
                  <a:pt x="2307123" y="53473"/>
                  <a:pt x="2484955" y="0"/>
                </a:cubicBezTo>
                <a:cubicBezTo>
                  <a:pt x="2662787" y="-53473"/>
                  <a:pt x="2989079" y="35287"/>
                  <a:pt x="3236220" y="0"/>
                </a:cubicBezTo>
                <a:cubicBezTo>
                  <a:pt x="3483362" y="-35287"/>
                  <a:pt x="3821475" y="41847"/>
                  <a:pt x="3987486" y="0"/>
                </a:cubicBezTo>
                <a:cubicBezTo>
                  <a:pt x="4153497" y="-41847"/>
                  <a:pt x="4234132" y="32129"/>
                  <a:pt x="4392013" y="0"/>
                </a:cubicBezTo>
                <a:cubicBezTo>
                  <a:pt x="4549894" y="-32129"/>
                  <a:pt x="4593822" y="12710"/>
                  <a:pt x="4709856" y="0"/>
                </a:cubicBezTo>
                <a:cubicBezTo>
                  <a:pt x="4825890" y="-12710"/>
                  <a:pt x="5235314" y="65275"/>
                  <a:pt x="5461122" y="0"/>
                </a:cubicBezTo>
                <a:cubicBezTo>
                  <a:pt x="5686930" y="-65275"/>
                  <a:pt x="5778472" y="14268"/>
                  <a:pt x="5952334" y="0"/>
                </a:cubicBezTo>
                <a:cubicBezTo>
                  <a:pt x="6126196" y="-14268"/>
                  <a:pt x="6154607" y="14597"/>
                  <a:pt x="6270177" y="0"/>
                </a:cubicBezTo>
                <a:cubicBezTo>
                  <a:pt x="6385747" y="-14597"/>
                  <a:pt x="6559220" y="54863"/>
                  <a:pt x="6761389" y="0"/>
                </a:cubicBezTo>
                <a:cubicBezTo>
                  <a:pt x="6963558" y="-54863"/>
                  <a:pt x="7053701" y="43300"/>
                  <a:pt x="7252601" y="0"/>
                </a:cubicBezTo>
                <a:cubicBezTo>
                  <a:pt x="7451501" y="-43300"/>
                  <a:pt x="7423963" y="26564"/>
                  <a:pt x="7570444" y="0"/>
                </a:cubicBezTo>
                <a:cubicBezTo>
                  <a:pt x="7716925" y="-26564"/>
                  <a:pt x="8277455" y="32061"/>
                  <a:pt x="8668447" y="0"/>
                </a:cubicBezTo>
                <a:cubicBezTo>
                  <a:pt x="8688916" y="150563"/>
                  <a:pt x="8632694" y="254631"/>
                  <a:pt x="8668447" y="430887"/>
                </a:cubicBezTo>
                <a:cubicBezTo>
                  <a:pt x="8495960" y="462775"/>
                  <a:pt x="8286826" y="344493"/>
                  <a:pt x="7917182" y="430887"/>
                </a:cubicBezTo>
                <a:cubicBezTo>
                  <a:pt x="7547539" y="517281"/>
                  <a:pt x="7679522" y="407677"/>
                  <a:pt x="7599339" y="430887"/>
                </a:cubicBezTo>
                <a:cubicBezTo>
                  <a:pt x="7519156" y="454097"/>
                  <a:pt x="7164437" y="427385"/>
                  <a:pt x="7021442" y="430887"/>
                </a:cubicBezTo>
                <a:cubicBezTo>
                  <a:pt x="6878447" y="434389"/>
                  <a:pt x="6521731" y="395809"/>
                  <a:pt x="6356861" y="430887"/>
                </a:cubicBezTo>
                <a:cubicBezTo>
                  <a:pt x="6191991" y="465965"/>
                  <a:pt x="5966675" y="412945"/>
                  <a:pt x="5692280" y="430887"/>
                </a:cubicBezTo>
                <a:cubicBezTo>
                  <a:pt x="5417885" y="448829"/>
                  <a:pt x="5306778" y="355669"/>
                  <a:pt x="5027699" y="430887"/>
                </a:cubicBezTo>
                <a:cubicBezTo>
                  <a:pt x="4748620" y="506105"/>
                  <a:pt x="4793464" y="423837"/>
                  <a:pt x="4623172" y="430887"/>
                </a:cubicBezTo>
                <a:cubicBezTo>
                  <a:pt x="4452880" y="437937"/>
                  <a:pt x="4256929" y="374614"/>
                  <a:pt x="4131960" y="430887"/>
                </a:cubicBezTo>
                <a:cubicBezTo>
                  <a:pt x="4006991" y="487160"/>
                  <a:pt x="3895356" y="414592"/>
                  <a:pt x="3727432" y="430887"/>
                </a:cubicBezTo>
                <a:cubicBezTo>
                  <a:pt x="3559508" y="447182"/>
                  <a:pt x="3377793" y="417035"/>
                  <a:pt x="3149536" y="430887"/>
                </a:cubicBezTo>
                <a:cubicBezTo>
                  <a:pt x="2921279" y="444739"/>
                  <a:pt x="2857989" y="403436"/>
                  <a:pt x="2745008" y="430887"/>
                </a:cubicBezTo>
                <a:cubicBezTo>
                  <a:pt x="2632027" y="458338"/>
                  <a:pt x="2219256" y="398685"/>
                  <a:pt x="2080427" y="430887"/>
                </a:cubicBezTo>
                <a:cubicBezTo>
                  <a:pt x="1941598" y="463089"/>
                  <a:pt x="1831237" y="398663"/>
                  <a:pt x="1675900" y="430887"/>
                </a:cubicBezTo>
                <a:cubicBezTo>
                  <a:pt x="1520563" y="463111"/>
                  <a:pt x="1413747" y="388089"/>
                  <a:pt x="1271372" y="430887"/>
                </a:cubicBezTo>
                <a:cubicBezTo>
                  <a:pt x="1128997" y="473685"/>
                  <a:pt x="959642" y="392973"/>
                  <a:pt x="866845" y="430887"/>
                </a:cubicBezTo>
                <a:cubicBezTo>
                  <a:pt x="774048" y="468801"/>
                  <a:pt x="656424" y="404811"/>
                  <a:pt x="549002" y="430887"/>
                </a:cubicBezTo>
                <a:cubicBezTo>
                  <a:pt x="441580" y="456963"/>
                  <a:pt x="193043" y="380705"/>
                  <a:pt x="0" y="430887"/>
                </a:cubicBezTo>
                <a:cubicBezTo>
                  <a:pt x="-24578" y="341657"/>
                  <a:pt x="956" y="143424"/>
                  <a:pt x="0" y="0"/>
                </a:cubicBezTo>
                <a:close/>
              </a:path>
              <a:path w="8668447" h="430887" stroke="0" extrusionOk="0">
                <a:moveTo>
                  <a:pt x="0" y="0"/>
                </a:moveTo>
                <a:cubicBezTo>
                  <a:pt x="198493" y="-43803"/>
                  <a:pt x="294057" y="10501"/>
                  <a:pt x="404528" y="0"/>
                </a:cubicBezTo>
                <a:cubicBezTo>
                  <a:pt x="514999" y="-10501"/>
                  <a:pt x="737471" y="8847"/>
                  <a:pt x="982424" y="0"/>
                </a:cubicBezTo>
                <a:cubicBezTo>
                  <a:pt x="1227377" y="-8847"/>
                  <a:pt x="1249069" y="6920"/>
                  <a:pt x="1386952" y="0"/>
                </a:cubicBezTo>
                <a:cubicBezTo>
                  <a:pt x="1524835" y="-6920"/>
                  <a:pt x="1977467" y="35743"/>
                  <a:pt x="2138217" y="0"/>
                </a:cubicBezTo>
                <a:cubicBezTo>
                  <a:pt x="2298967" y="-35743"/>
                  <a:pt x="2571504" y="43841"/>
                  <a:pt x="2802798" y="0"/>
                </a:cubicBezTo>
                <a:cubicBezTo>
                  <a:pt x="3034092" y="-43841"/>
                  <a:pt x="2962151" y="29620"/>
                  <a:pt x="3120641" y="0"/>
                </a:cubicBezTo>
                <a:cubicBezTo>
                  <a:pt x="3279131" y="-29620"/>
                  <a:pt x="3597501" y="14322"/>
                  <a:pt x="3871906" y="0"/>
                </a:cubicBezTo>
                <a:cubicBezTo>
                  <a:pt x="4146312" y="-14322"/>
                  <a:pt x="4117205" y="9601"/>
                  <a:pt x="4189749" y="0"/>
                </a:cubicBezTo>
                <a:cubicBezTo>
                  <a:pt x="4262293" y="-9601"/>
                  <a:pt x="4726852" y="51450"/>
                  <a:pt x="4941015" y="0"/>
                </a:cubicBezTo>
                <a:cubicBezTo>
                  <a:pt x="5155178" y="-51450"/>
                  <a:pt x="5157147" y="35057"/>
                  <a:pt x="5258858" y="0"/>
                </a:cubicBezTo>
                <a:cubicBezTo>
                  <a:pt x="5360569" y="-35057"/>
                  <a:pt x="5692018" y="73470"/>
                  <a:pt x="6010123" y="0"/>
                </a:cubicBezTo>
                <a:cubicBezTo>
                  <a:pt x="6328228" y="-73470"/>
                  <a:pt x="6170010" y="34653"/>
                  <a:pt x="6327966" y="0"/>
                </a:cubicBezTo>
                <a:cubicBezTo>
                  <a:pt x="6485922" y="-34653"/>
                  <a:pt x="6655070" y="45998"/>
                  <a:pt x="6905863" y="0"/>
                </a:cubicBezTo>
                <a:cubicBezTo>
                  <a:pt x="7156656" y="-45998"/>
                  <a:pt x="7279077" y="31787"/>
                  <a:pt x="7397075" y="0"/>
                </a:cubicBezTo>
                <a:cubicBezTo>
                  <a:pt x="7515073" y="-31787"/>
                  <a:pt x="7843458" y="38699"/>
                  <a:pt x="8148340" y="0"/>
                </a:cubicBezTo>
                <a:cubicBezTo>
                  <a:pt x="8453222" y="-38699"/>
                  <a:pt x="8528887" y="57588"/>
                  <a:pt x="8668447" y="0"/>
                </a:cubicBezTo>
                <a:cubicBezTo>
                  <a:pt x="8680360" y="91551"/>
                  <a:pt x="8627650" y="290238"/>
                  <a:pt x="8668447" y="430887"/>
                </a:cubicBezTo>
                <a:cubicBezTo>
                  <a:pt x="8450998" y="496602"/>
                  <a:pt x="8314645" y="374949"/>
                  <a:pt x="8003866" y="430887"/>
                </a:cubicBezTo>
                <a:cubicBezTo>
                  <a:pt x="7693087" y="486825"/>
                  <a:pt x="7744157" y="387570"/>
                  <a:pt x="7599339" y="430887"/>
                </a:cubicBezTo>
                <a:cubicBezTo>
                  <a:pt x="7454521" y="474204"/>
                  <a:pt x="7395863" y="426090"/>
                  <a:pt x="7281495" y="430887"/>
                </a:cubicBezTo>
                <a:cubicBezTo>
                  <a:pt x="7167127" y="435684"/>
                  <a:pt x="7065912" y="428577"/>
                  <a:pt x="6876968" y="430887"/>
                </a:cubicBezTo>
                <a:cubicBezTo>
                  <a:pt x="6688024" y="433197"/>
                  <a:pt x="6483038" y="403387"/>
                  <a:pt x="6299071" y="430887"/>
                </a:cubicBezTo>
                <a:cubicBezTo>
                  <a:pt x="6115104" y="458387"/>
                  <a:pt x="6051470" y="411823"/>
                  <a:pt x="5981228" y="430887"/>
                </a:cubicBezTo>
                <a:cubicBezTo>
                  <a:pt x="5910986" y="449951"/>
                  <a:pt x="5557524" y="416895"/>
                  <a:pt x="5403332" y="430887"/>
                </a:cubicBezTo>
                <a:cubicBezTo>
                  <a:pt x="5249140" y="444879"/>
                  <a:pt x="5220544" y="405907"/>
                  <a:pt x="5085489" y="430887"/>
                </a:cubicBezTo>
                <a:cubicBezTo>
                  <a:pt x="4950434" y="455867"/>
                  <a:pt x="4903904" y="396308"/>
                  <a:pt x="4767646" y="430887"/>
                </a:cubicBezTo>
                <a:cubicBezTo>
                  <a:pt x="4631388" y="465466"/>
                  <a:pt x="4537152" y="426837"/>
                  <a:pt x="4449803" y="430887"/>
                </a:cubicBezTo>
                <a:cubicBezTo>
                  <a:pt x="4362454" y="434937"/>
                  <a:pt x="4273312" y="407885"/>
                  <a:pt x="4131960" y="430887"/>
                </a:cubicBezTo>
                <a:cubicBezTo>
                  <a:pt x="3990608" y="453889"/>
                  <a:pt x="3655289" y="390820"/>
                  <a:pt x="3467379" y="430887"/>
                </a:cubicBezTo>
                <a:cubicBezTo>
                  <a:pt x="3279469" y="470954"/>
                  <a:pt x="2954395" y="347449"/>
                  <a:pt x="2716113" y="430887"/>
                </a:cubicBezTo>
                <a:cubicBezTo>
                  <a:pt x="2477831" y="514325"/>
                  <a:pt x="2349753" y="398926"/>
                  <a:pt x="2138217" y="430887"/>
                </a:cubicBezTo>
                <a:cubicBezTo>
                  <a:pt x="1926681" y="462848"/>
                  <a:pt x="1758412" y="404618"/>
                  <a:pt x="1473636" y="430887"/>
                </a:cubicBezTo>
                <a:cubicBezTo>
                  <a:pt x="1188860" y="457156"/>
                  <a:pt x="1070391" y="400451"/>
                  <a:pt x="722371" y="430887"/>
                </a:cubicBezTo>
                <a:cubicBezTo>
                  <a:pt x="374351" y="461323"/>
                  <a:pt x="326521" y="348207"/>
                  <a:pt x="0" y="430887"/>
                </a:cubicBezTo>
                <a:cubicBezTo>
                  <a:pt x="-15424" y="291329"/>
                  <a:pt x="29692" y="13555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4431218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IN" sz="2200" dirty="0"/>
              <a:t>Hence, comparisons are possible only at the end of the decision tree.</a:t>
            </a:r>
            <a:endParaRPr lang="en-US" sz="2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1367C5-9898-D211-A97D-5021EAEFA782}"/>
              </a:ext>
            </a:extLst>
          </p:cNvPr>
          <p:cNvSpPr txBox="1"/>
          <p:nvPr/>
        </p:nvSpPr>
        <p:spPr>
          <a:xfrm>
            <a:off x="669036" y="2988353"/>
            <a:ext cx="8668447" cy="430887"/>
          </a:xfrm>
          <a:custGeom>
            <a:avLst/>
            <a:gdLst>
              <a:gd name="csX0" fmla="*/ 0 w 8668447"/>
              <a:gd name="csY0" fmla="*/ 0 h 430887"/>
              <a:gd name="csX1" fmla="*/ 317843 w 8668447"/>
              <a:gd name="csY1" fmla="*/ 0 h 430887"/>
              <a:gd name="csX2" fmla="*/ 1069108 w 8668447"/>
              <a:gd name="csY2" fmla="*/ 0 h 430887"/>
              <a:gd name="csX3" fmla="*/ 1820374 w 8668447"/>
              <a:gd name="csY3" fmla="*/ 0 h 430887"/>
              <a:gd name="csX4" fmla="*/ 2138217 w 8668447"/>
              <a:gd name="csY4" fmla="*/ 0 h 430887"/>
              <a:gd name="csX5" fmla="*/ 2629429 w 8668447"/>
              <a:gd name="csY5" fmla="*/ 0 h 430887"/>
              <a:gd name="csX6" fmla="*/ 3207325 w 8668447"/>
              <a:gd name="csY6" fmla="*/ 0 h 430887"/>
              <a:gd name="csX7" fmla="*/ 3525168 w 8668447"/>
              <a:gd name="csY7" fmla="*/ 0 h 430887"/>
              <a:gd name="csX8" fmla="*/ 3929696 w 8668447"/>
              <a:gd name="csY8" fmla="*/ 0 h 430887"/>
              <a:gd name="csX9" fmla="*/ 4334224 w 8668447"/>
              <a:gd name="csY9" fmla="*/ 0 h 430887"/>
              <a:gd name="csX10" fmla="*/ 5085489 w 8668447"/>
              <a:gd name="csY10" fmla="*/ 0 h 430887"/>
              <a:gd name="csX11" fmla="*/ 5836754 w 8668447"/>
              <a:gd name="csY11" fmla="*/ 0 h 430887"/>
              <a:gd name="csX12" fmla="*/ 6241282 w 8668447"/>
              <a:gd name="csY12" fmla="*/ 0 h 430887"/>
              <a:gd name="csX13" fmla="*/ 6819178 w 8668447"/>
              <a:gd name="csY13" fmla="*/ 0 h 430887"/>
              <a:gd name="csX14" fmla="*/ 7397075 w 8668447"/>
              <a:gd name="csY14" fmla="*/ 0 h 430887"/>
              <a:gd name="csX15" fmla="*/ 8148340 w 8668447"/>
              <a:gd name="csY15" fmla="*/ 0 h 430887"/>
              <a:gd name="csX16" fmla="*/ 8668447 w 8668447"/>
              <a:gd name="csY16" fmla="*/ 0 h 430887"/>
              <a:gd name="csX17" fmla="*/ 8668447 w 8668447"/>
              <a:gd name="csY17" fmla="*/ 430887 h 430887"/>
              <a:gd name="csX18" fmla="*/ 8090551 w 8668447"/>
              <a:gd name="csY18" fmla="*/ 430887 h 430887"/>
              <a:gd name="csX19" fmla="*/ 7599339 w 8668447"/>
              <a:gd name="csY19" fmla="*/ 430887 h 430887"/>
              <a:gd name="csX20" fmla="*/ 6934758 w 8668447"/>
              <a:gd name="csY20" fmla="*/ 430887 h 430887"/>
              <a:gd name="csX21" fmla="*/ 6356861 w 8668447"/>
              <a:gd name="csY21" fmla="*/ 430887 h 430887"/>
              <a:gd name="csX22" fmla="*/ 6039018 w 8668447"/>
              <a:gd name="csY22" fmla="*/ 430887 h 430887"/>
              <a:gd name="csX23" fmla="*/ 5374437 w 8668447"/>
              <a:gd name="csY23" fmla="*/ 430887 h 430887"/>
              <a:gd name="csX24" fmla="*/ 4796541 w 8668447"/>
              <a:gd name="csY24" fmla="*/ 430887 h 430887"/>
              <a:gd name="csX25" fmla="*/ 4305329 w 8668447"/>
              <a:gd name="csY25" fmla="*/ 430887 h 430887"/>
              <a:gd name="csX26" fmla="*/ 3640748 w 8668447"/>
              <a:gd name="csY26" fmla="*/ 430887 h 430887"/>
              <a:gd name="csX27" fmla="*/ 3322905 w 8668447"/>
              <a:gd name="csY27" fmla="*/ 430887 h 430887"/>
              <a:gd name="csX28" fmla="*/ 2658324 w 8668447"/>
              <a:gd name="csY28" fmla="*/ 430887 h 430887"/>
              <a:gd name="csX29" fmla="*/ 2340481 w 8668447"/>
              <a:gd name="csY29" fmla="*/ 430887 h 430887"/>
              <a:gd name="csX30" fmla="*/ 2022638 w 8668447"/>
              <a:gd name="csY30" fmla="*/ 430887 h 430887"/>
              <a:gd name="csX31" fmla="*/ 1704795 w 8668447"/>
              <a:gd name="csY31" fmla="*/ 430887 h 430887"/>
              <a:gd name="csX32" fmla="*/ 1126898 w 8668447"/>
              <a:gd name="csY32" fmla="*/ 430887 h 430887"/>
              <a:gd name="csX33" fmla="*/ 549002 w 8668447"/>
              <a:gd name="csY33" fmla="*/ 430887 h 430887"/>
              <a:gd name="csX34" fmla="*/ 0 w 8668447"/>
              <a:gd name="csY34" fmla="*/ 430887 h 430887"/>
              <a:gd name="csX35" fmla="*/ 0 w 8668447"/>
              <a:gd name="csY35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8668447" h="430887" fill="none" extrusionOk="0">
                <a:moveTo>
                  <a:pt x="0" y="0"/>
                </a:moveTo>
                <a:cubicBezTo>
                  <a:pt x="133924" y="-18562"/>
                  <a:pt x="240307" y="926"/>
                  <a:pt x="317843" y="0"/>
                </a:cubicBezTo>
                <a:cubicBezTo>
                  <a:pt x="395379" y="-926"/>
                  <a:pt x="735470" y="85851"/>
                  <a:pt x="1069108" y="0"/>
                </a:cubicBezTo>
                <a:cubicBezTo>
                  <a:pt x="1402747" y="-85851"/>
                  <a:pt x="1500939" y="48354"/>
                  <a:pt x="1820374" y="0"/>
                </a:cubicBezTo>
                <a:cubicBezTo>
                  <a:pt x="2139809" y="-48354"/>
                  <a:pt x="2056908" y="32737"/>
                  <a:pt x="2138217" y="0"/>
                </a:cubicBezTo>
                <a:cubicBezTo>
                  <a:pt x="2219526" y="-32737"/>
                  <a:pt x="2393501" y="27546"/>
                  <a:pt x="2629429" y="0"/>
                </a:cubicBezTo>
                <a:cubicBezTo>
                  <a:pt x="2865357" y="-27546"/>
                  <a:pt x="3076514" y="2959"/>
                  <a:pt x="3207325" y="0"/>
                </a:cubicBezTo>
                <a:cubicBezTo>
                  <a:pt x="3338136" y="-2959"/>
                  <a:pt x="3405964" y="27227"/>
                  <a:pt x="3525168" y="0"/>
                </a:cubicBezTo>
                <a:cubicBezTo>
                  <a:pt x="3644372" y="-27227"/>
                  <a:pt x="3754600" y="3596"/>
                  <a:pt x="3929696" y="0"/>
                </a:cubicBezTo>
                <a:cubicBezTo>
                  <a:pt x="4104792" y="-3596"/>
                  <a:pt x="4134492" y="24012"/>
                  <a:pt x="4334224" y="0"/>
                </a:cubicBezTo>
                <a:cubicBezTo>
                  <a:pt x="4533956" y="-24012"/>
                  <a:pt x="4900918" y="28407"/>
                  <a:pt x="5085489" y="0"/>
                </a:cubicBezTo>
                <a:cubicBezTo>
                  <a:pt x="5270060" y="-28407"/>
                  <a:pt x="5631865" y="59064"/>
                  <a:pt x="5836754" y="0"/>
                </a:cubicBezTo>
                <a:cubicBezTo>
                  <a:pt x="6041644" y="-59064"/>
                  <a:pt x="6057812" y="29634"/>
                  <a:pt x="6241282" y="0"/>
                </a:cubicBezTo>
                <a:cubicBezTo>
                  <a:pt x="6424752" y="-29634"/>
                  <a:pt x="6646175" y="46426"/>
                  <a:pt x="6819178" y="0"/>
                </a:cubicBezTo>
                <a:cubicBezTo>
                  <a:pt x="6992181" y="-46426"/>
                  <a:pt x="7132036" y="27178"/>
                  <a:pt x="7397075" y="0"/>
                </a:cubicBezTo>
                <a:cubicBezTo>
                  <a:pt x="7662114" y="-27178"/>
                  <a:pt x="7961840" y="29834"/>
                  <a:pt x="8148340" y="0"/>
                </a:cubicBezTo>
                <a:cubicBezTo>
                  <a:pt x="8334840" y="-29834"/>
                  <a:pt x="8479663" y="8342"/>
                  <a:pt x="8668447" y="0"/>
                </a:cubicBezTo>
                <a:cubicBezTo>
                  <a:pt x="8704003" y="194984"/>
                  <a:pt x="8643305" y="252091"/>
                  <a:pt x="8668447" y="430887"/>
                </a:cubicBezTo>
                <a:cubicBezTo>
                  <a:pt x="8410089" y="441682"/>
                  <a:pt x="8228641" y="426855"/>
                  <a:pt x="8090551" y="430887"/>
                </a:cubicBezTo>
                <a:cubicBezTo>
                  <a:pt x="7952461" y="434919"/>
                  <a:pt x="7761712" y="408874"/>
                  <a:pt x="7599339" y="430887"/>
                </a:cubicBezTo>
                <a:cubicBezTo>
                  <a:pt x="7436966" y="452900"/>
                  <a:pt x="7207055" y="358721"/>
                  <a:pt x="6934758" y="430887"/>
                </a:cubicBezTo>
                <a:cubicBezTo>
                  <a:pt x="6662461" y="503053"/>
                  <a:pt x="6598956" y="411174"/>
                  <a:pt x="6356861" y="430887"/>
                </a:cubicBezTo>
                <a:cubicBezTo>
                  <a:pt x="6114766" y="450600"/>
                  <a:pt x="6177997" y="420894"/>
                  <a:pt x="6039018" y="430887"/>
                </a:cubicBezTo>
                <a:cubicBezTo>
                  <a:pt x="5900039" y="440880"/>
                  <a:pt x="5590353" y="414451"/>
                  <a:pt x="5374437" y="430887"/>
                </a:cubicBezTo>
                <a:cubicBezTo>
                  <a:pt x="5158521" y="447323"/>
                  <a:pt x="5078594" y="421020"/>
                  <a:pt x="4796541" y="430887"/>
                </a:cubicBezTo>
                <a:cubicBezTo>
                  <a:pt x="4514488" y="440754"/>
                  <a:pt x="4481480" y="414812"/>
                  <a:pt x="4305329" y="430887"/>
                </a:cubicBezTo>
                <a:cubicBezTo>
                  <a:pt x="4129178" y="446962"/>
                  <a:pt x="3830144" y="375110"/>
                  <a:pt x="3640748" y="430887"/>
                </a:cubicBezTo>
                <a:cubicBezTo>
                  <a:pt x="3451352" y="486664"/>
                  <a:pt x="3470142" y="425914"/>
                  <a:pt x="3322905" y="430887"/>
                </a:cubicBezTo>
                <a:cubicBezTo>
                  <a:pt x="3175668" y="435860"/>
                  <a:pt x="2820380" y="401365"/>
                  <a:pt x="2658324" y="430887"/>
                </a:cubicBezTo>
                <a:cubicBezTo>
                  <a:pt x="2496268" y="460409"/>
                  <a:pt x="2436565" y="397139"/>
                  <a:pt x="2340481" y="430887"/>
                </a:cubicBezTo>
                <a:cubicBezTo>
                  <a:pt x="2244397" y="464635"/>
                  <a:pt x="2107941" y="398822"/>
                  <a:pt x="2022638" y="430887"/>
                </a:cubicBezTo>
                <a:cubicBezTo>
                  <a:pt x="1937335" y="462952"/>
                  <a:pt x="1808792" y="428098"/>
                  <a:pt x="1704795" y="430887"/>
                </a:cubicBezTo>
                <a:cubicBezTo>
                  <a:pt x="1600798" y="433676"/>
                  <a:pt x="1243914" y="416118"/>
                  <a:pt x="1126898" y="430887"/>
                </a:cubicBezTo>
                <a:cubicBezTo>
                  <a:pt x="1009882" y="445656"/>
                  <a:pt x="822351" y="369651"/>
                  <a:pt x="549002" y="430887"/>
                </a:cubicBezTo>
                <a:cubicBezTo>
                  <a:pt x="275653" y="492123"/>
                  <a:pt x="255098" y="379694"/>
                  <a:pt x="0" y="430887"/>
                </a:cubicBezTo>
                <a:cubicBezTo>
                  <a:pt x="-42745" y="220783"/>
                  <a:pt x="8473" y="91282"/>
                  <a:pt x="0" y="0"/>
                </a:cubicBezTo>
                <a:close/>
              </a:path>
              <a:path w="8668447" h="430887" stroke="0" extrusionOk="0">
                <a:moveTo>
                  <a:pt x="0" y="0"/>
                </a:moveTo>
                <a:cubicBezTo>
                  <a:pt x="119099" y="-45822"/>
                  <a:pt x="380174" y="59888"/>
                  <a:pt x="577896" y="0"/>
                </a:cubicBezTo>
                <a:cubicBezTo>
                  <a:pt x="775618" y="-59888"/>
                  <a:pt x="758078" y="2583"/>
                  <a:pt x="895740" y="0"/>
                </a:cubicBezTo>
                <a:cubicBezTo>
                  <a:pt x="1033402" y="-2583"/>
                  <a:pt x="1148194" y="23800"/>
                  <a:pt x="1386952" y="0"/>
                </a:cubicBezTo>
                <a:cubicBezTo>
                  <a:pt x="1625710" y="-23800"/>
                  <a:pt x="1957686" y="18829"/>
                  <a:pt x="2138217" y="0"/>
                </a:cubicBezTo>
                <a:cubicBezTo>
                  <a:pt x="2318748" y="-18829"/>
                  <a:pt x="2618811" y="31262"/>
                  <a:pt x="2889482" y="0"/>
                </a:cubicBezTo>
                <a:cubicBezTo>
                  <a:pt x="3160153" y="-31262"/>
                  <a:pt x="3071616" y="17793"/>
                  <a:pt x="3207325" y="0"/>
                </a:cubicBezTo>
                <a:cubicBezTo>
                  <a:pt x="3343034" y="-17793"/>
                  <a:pt x="3649657" y="36762"/>
                  <a:pt x="3785222" y="0"/>
                </a:cubicBezTo>
                <a:cubicBezTo>
                  <a:pt x="3920787" y="-36762"/>
                  <a:pt x="4137620" y="26262"/>
                  <a:pt x="4276434" y="0"/>
                </a:cubicBezTo>
                <a:cubicBezTo>
                  <a:pt x="4415248" y="-26262"/>
                  <a:pt x="4479085" y="2735"/>
                  <a:pt x="4594277" y="0"/>
                </a:cubicBezTo>
                <a:cubicBezTo>
                  <a:pt x="4709469" y="-2735"/>
                  <a:pt x="4792484" y="31872"/>
                  <a:pt x="4912120" y="0"/>
                </a:cubicBezTo>
                <a:cubicBezTo>
                  <a:pt x="5031756" y="-31872"/>
                  <a:pt x="5315722" y="30172"/>
                  <a:pt x="5576701" y="0"/>
                </a:cubicBezTo>
                <a:cubicBezTo>
                  <a:pt x="5837680" y="-30172"/>
                  <a:pt x="5776905" y="26283"/>
                  <a:pt x="5894544" y="0"/>
                </a:cubicBezTo>
                <a:cubicBezTo>
                  <a:pt x="6012183" y="-26283"/>
                  <a:pt x="6289940" y="64957"/>
                  <a:pt x="6559125" y="0"/>
                </a:cubicBezTo>
                <a:cubicBezTo>
                  <a:pt x="6828310" y="-64957"/>
                  <a:pt x="7080425" y="28512"/>
                  <a:pt x="7310390" y="0"/>
                </a:cubicBezTo>
                <a:cubicBezTo>
                  <a:pt x="7540356" y="-28512"/>
                  <a:pt x="7652019" y="13495"/>
                  <a:pt x="7974971" y="0"/>
                </a:cubicBezTo>
                <a:cubicBezTo>
                  <a:pt x="8297923" y="-13495"/>
                  <a:pt x="8446965" y="47021"/>
                  <a:pt x="8668447" y="0"/>
                </a:cubicBezTo>
                <a:cubicBezTo>
                  <a:pt x="8703204" y="116433"/>
                  <a:pt x="8642218" y="268307"/>
                  <a:pt x="8668447" y="430887"/>
                </a:cubicBezTo>
                <a:cubicBezTo>
                  <a:pt x="8378696" y="470211"/>
                  <a:pt x="8193861" y="377970"/>
                  <a:pt x="7917182" y="430887"/>
                </a:cubicBezTo>
                <a:cubicBezTo>
                  <a:pt x="7640504" y="483804"/>
                  <a:pt x="7739616" y="403067"/>
                  <a:pt x="7599339" y="430887"/>
                </a:cubicBezTo>
                <a:cubicBezTo>
                  <a:pt x="7459062" y="458707"/>
                  <a:pt x="7242139" y="383447"/>
                  <a:pt x="7021442" y="430887"/>
                </a:cubicBezTo>
                <a:cubicBezTo>
                  <a:pt x="6800745" y="478327"/>
                  <a:pt x="6721869" y="393781"/>
                  <a:pt x="6616915" y="430887"/>
                </a:cubicBezTo>
                <a:cubicBezTo>
                  <a:pt x="6511961" y="467993"/>
                  <a:pt x="6414814" y="393729"/>
                  <a:pt x="6299071" y="430887"/>
                </a:cubicBezTo>
                <a:cubicBezTo>
                  <a:pt x="6183328" y="468045"/>
                  <a:pt x="6019331" y="430392"/>
                  <a:pt x="5807859" y="430887"/>
                </a:cubicBezTo>
                <a:cubicBezTo>
                  <a:pt x="5596387" y="431382"/>
                  <a:pt x="5393912" y="372370"/>
                  <a:pt x="5143279" y="430887"/>
                </a:cubicBezTo>
                <a:cubicBezTo>
                  <a:pt x="4892646" y="489404"/>
                  <a:pt x="4680141" y="369391"/>
                  <a:pt x="4478698" y="430887"/>
                </a:cubicBezTo>
                <a:cubicBezTo>
                  <a:pt x="4277255" y="492383"/>
                  <a:pt x="4164846" y="422878"/>
                  <a:pt x="3987486" y="430887"/>
                </a:cubicBezTo>
                <a:cubicBezTo>
                  <a:pt x="3810126" y="438896"/>
                  <a:pt x="3734160" y="393767"/>
                  <a:pt x="3496274" y="430887"/>
                </a:cubicBezTo>
                <a:cubicBezTo>
                  <a:pt x="3258388" y="468007"/>
                  <a:pt x="3208038" y="412784"/>
                  <a:pt x="3005062" y="430887"/>
                </a:cubicBezTo>
                <a:cubicBezTo>
                  <a:pt x="2802086" y="448990"/>
                  <a:pt x="2682335" y="402758"/>
                  <a:pt x="2427165" y="430887"/>
                </a:cubicBezTo>
                <a:cubicBezTo>
                  <a:pt x="2171995" y="459016"/>
                  <a:pt x="2094403" y="375496"/>
                  <a:pt x="1935953" y="430887"/>
                </a:cubicBezTo>
                <a:cubicBezTo>
                  <a:pt x="1777503" y="486278"/>
                  <a:pt x="1386998" y="343895"/>
                  <a:pt x="1184688" y="430887"/>
                </a:cubicBezTo>
                <a:cubicBezTo>
                  <a:pt x="982379" y="517879"/>
                  <a:pt x="468974" y="403858"/>
                  <a:pt x="0" y="430887"/>
                </a:cubicBezTo>
                <a:cubicBezTo>
                  <a:pt x="-36145" y="244908"/>
                  <a:pt x="6561" y="17642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0847240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IN" sz="2200" dirty="0"/>
              <a:t>The decision problem asks which initial </a:t>
            </a:r>
            <a:r>
              <a:rPr lang="en-IN" sz="2200" dirty="0">
                <a:solidFill>
                  <a:srgbClr val="C00000"/>
                </a:solidFill>
              </a:rPr>
              <a:t>action</a:t>
            </a:r>
            <a:r>
              <a:rPr lang="en-IN" sz="2200" dirty="0"/>
              <a:t> should be chosen.</a:t>
            </a:r>
            <a:endParaRPr lang="en-US" sz="2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682438-64EE-9A8F-C1D8-996D5E29F1F4}"/>
              </a:ext>
            </a:extLst>
          </p:cNvPr>
          <p:cNvSpPr txBox="1"/>
          <p:nvPr/>
        </p:nvSpPr>
        <p:spPr>
          <a:xfrm>
            <a:off x="669036" y="4795906"/>
            <a:ext cx="10853928" cy="769441"/>
          </a:xfrm>
          <a:custGeom>
            <a:avLst/>
            <a:gdLst>
              <a:gd name="csX0" fmla="*/ 0 w 10853928"/>
              <a:gd name="csY0" fmla="*/ 0 h 769441"/>
              <a:gd name="csX1" fmla="*/ 788338 w 10853928"/>
              <a:gd name="csY1" fmla="*/ 0 h 769441"/>
              <a:gd name="csX2" fmla="*/ 1033979 w 10853928"/>
              <a:gd name="csY2" fmla="*/ 0 h 769441"/>
              <a:gd name="csX3" fmla="*/ 1388160 w 10853928"/>
              <a:gd name="csY3" fmla="*/ 0 h 769441"/>
              <a:gd name="csX4" fmla="*/ 1633802 w 10853928"/>
              <a:gd name="csY4" fmla="*/ 0 h 769441"/>
              <a:gd name="csX5" fmla="*/ 2422140 w 10853928"/>
              <a:gd name="csY5" fmla="*/ 0 h 769441"/>
              <a:gd name="csX6" fmla="*/ 2993399 w 10853928"/>
              <a:gd name="csY6" fmla="*/ 0 h 769441"/>
              <a:gd name="csX7" fmla="*/ 3781737 w 10853928"/>
              <a:gd name="csY7" fmla="*/ 0 h 769441"/>
              <a:gd name="csX8" fmla="*/ 4461536 w 10853928"/>
              <a:gd name="csY8" fmla="*/ 0 h 769441"/>
              <a:gd name="csX9" fmla="*/ 5032795 w 10853928"/>
              <a:gd name="csY9" fmla="*/ 0 h 769441"/>
              <a:gd name="csX10" fmla="*/ 5712594 w 10853928"/>
              <a:gd name="csY10" fmla="*/ 0 h 769441"/>
              <a:gd name="csX11" fmla="*/ 6500932 w 10853928"/>
              <a:gd name="csY11" fmla="*/ 0 h 769441"/>
              <a:gd name="csX12" fmla="*/ 6746573 w 10853928"/>
              <a:gd name="csY12" fmla="*/ 0 h 769441"/>
              <a:gd name="csX13" fmla="*/ 6992215 w 10853928"/>
              <a:gd name="csY13" fmla="*/ 0 h 769441"/>
              <a:gd name="csX14" fmla="*/ 7454935 w 10853928"/>
              <a:gd name="csY14" fmla="*/ 0 h 769441"/>
              <a:gd name="csX15" fmla="*/ 8026194 w 10853928"/>
              <a:gd name="csY15" fmla="*/ 0 h 769441"/>
              <a:gd name="csX16" fmla="*/ 8380375 w 10853928"/>
              <a:gd name="csY16" fmla="*/ 0 h 769441"/>
              <a:gd name="csX17" fmla="*/ 8951634 w 10853928"/>
              <a:gd name="csY17" fmla="*/ 0 h 769441"/>
              <a:gd name="csX18" fmla="*/ 9197276 w 10853928"/>
              <a:gd name="csY18" fmla="*/ 0 h 769441"/>
              <a:gd name="csX19" fmla="*/ 9768535 w 10853928"/>
              <a:gd name="csY19" fmla="*/ 0 h 769441"/>
              <a:gd name="csX20" fmla="*/ 10853928 w 10853928"/>
              <a:gd name="csY20" fmla="*/ 0 h 769441"/>
              <a:gd name="csX21" fmla="*/ 10853928 w 10853928"/>
              <a:gd name="csY21" fmla="*/ 369332 h 769441"/>
              <a:gd name="csX22" fmla="*/ 10853928 w 10853928"/>
              <a:gd name="csY22" fmla="*/ 769441 h 769441"/>
              <a:gd name="csX23" fmla="*/ 10391208 w 10853928"/>
              <a:gd name="csY23" fmla="*/ 769441 h 769441"/>
              <a:gd name="csX24" fmla="*/ 9819949 w 10853928"/>
              <a:gd name="csY24" fmla="*/ 769441 h 769441"/>
              <a:gd name="csX25" fmla="*/ 9574307 w 10853928"/>
              <a:gd name="csY25" fmla="*/ 769441 h 769441"/>
              <a:gd name="csX26" fmla="*/ 9111587 w 10853928"/>
              <a:gd name="csY26" fmla="*/ 769441 h 769441"/>
              <a:gd name="csX27" fmla="*/ 8865945 w 10853928"/>
              <a:gd name="csY27" fmla="*/ 769441 h 769441"/>
              <a:gd name="csX28" fmla="*/ 8620304 w 10853928"/>
              <a:gd name="csY28" fmla="*/ 769441 h 769441"/>
              <a:gd name="csX29" fmla="*/ 7940505 w 10853928"/>
              <a:gd name="csY29" fmla="*/ 769441 h 769441"/>
              <a:gd name="csX30" fmla="*/ 7586324 w 10853928"/>
              <a:gd name="csY30" fmla="*/ 769441 h 769441"/>
              <a:gd name="csX31" fmla="*/ 7232144 w 10853928"/>
              <a:gd name="csY31" fmla="*/ 769441 h 769441"/>
              <a:gd name="csX32" fmla="*/ 6552345 w 10853928"/>
              <a:gd name="csY32" fmla="*/ 769441 h 769441"/>
              <a:gd name="csX33" fmla="*/ 5981086 w 10853928"/>
              <a:gd name="csY33" fmla="*/ 769441 h 769441"/>
              <a:gd name="csX34" fmla="*/ 5192748 w 10853928"/>
              <a:gd name="csY34" fmla="*/ 769441 h 769441"/>
              <a:gd name="csX35" fmla="*/ 4838567 w 10853928"/>
              <a:gd name="csY35" fmla="*/ 769441 h 769441"/>
              <a:gd name="csX36" fmla="*/ 4592925 w 10853928"/>
              <a:gd name="csY36" fmla="*/ 769441 h 769441"/>
              <a:gd name="csX37" fmla="*/ 3804587 w 10853928"/>
              <a:gd name="csY37" fmla="*/ 769441 h 769441"/>
              <a:gd name="csX38" fmla="*/ 3450407 w 10853928"/>
              <a:gd name="csY38" fmla="*/ 769441 h 769441"/>
              <a:gd name="csX39" fmla="*/ 3096226 w 10853928"/>
              <a:gd name="csY39" fmla="*/ 769441 h 769441"/>
              <a:gd name="csX40" fmla="*/ 2416427 w 10853928"/>
              <a:gd name="csY40" fmla="*/ 769441 h 769441"/>
              <a:gd name="csX41" fmla="*/ 2170786 w 10853928"/>
              <a:gd name="csY41" fmla="*/ 769441 h 769441"/>
              <a:gd name="csX42" fmla="*/ 1708066 w 10853928"/>
              <a:gd name="csY42" fmla="*/ 769441 h 769441"/>
              <a:gd name="csX43" fmla="*/ 1462424 w 10853928"/>
              <a:gd name="csY43" fmla="*/ 769441 h 769441"/>
              <a:gd name="csX44" fmla="*/ 1216782 w 10853928"/>
              <a:gd name="csY44" fmla="*/ 769441 h 769441"/>
              <a:gd name="csX45" fmla="*/ 862602 w 10853928"/>
              <a:gd name="csY45" fmla="*/ 769441 h 769441"/>
              <a:gd name="csX46" fmla="*/ 0 w 10853928"/>
              <a:gd name="csY46" fmla="*/ 769441 h 769441"/>
              <a:gd name="csX47" fmla="*/ 0 w 10853928"/>
              <a:gd name="csY47" fmla="*/ 400109 h 769441"/>
              <a:gd name="csX48" fmla="*/ 0 w 10853928"/>
              <a:gd name="csY48" fmla="*/ 0 h 769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0853928" h="769441" fill="none" extrusionOk="0">
                <a:moveTo>
                  <a:pt x="0" y="0"/>
                </a:moveTo>
                <a:cubicBezTo>
                  <a:pt x="394127" y="-58725"/>
                  <a:pt x="464315" y="26886"/>
                  <a:pt x="788338" y="0"/>
                </a:cubicBezTo>
                <a:cubicBezTo>
                  <a:pt x="1112361" y="-26886"/>
                  <a:pt x="915144" y="21423"/>
                  <a:pt x="1033979" y="0"/>
                </a:cubicBezTo>
                <a:cubicBezTo>
                  <a:pt x="1152814" y="-21423"/>
                  <a:pt x="1218685" y="30596"/>
                  <a:pt x="1388160" y="0"/>
                </a:cubicBezTo>
                <a:cubicBezTo>
                  <a:pt x="1557635" y="-30596"/>
                  <a:pt x="1530209" y="16345"/>
                  <a:pt x="1633802" y="0"/>
                </a:cubicBezTo>
                <a:cubicBezTo>
                  <a:pt x="1737395" y="-16345"/>
                  <a:pt x="2208777" y="7556"/>
                  <a:pt x="2422140" y="0"/>
                </a:cubicBezTo>
                <a:cubicBezTo>
                  <a:pt x="2635503" y="-7556"/>
                  <a:pt x="2711529" y="62946"/>
                  <a:pt x="2993399" y="0"/>
                </a:cubicBezTo>
                <a:cubicBezTo>
                  <a:pt x="3275269" y="-62946"/>
                  <a:pt x="3460767" y="89917"/>
                  <a:pt x="3781737" y="0"/>
                </a:cubicBezTo>
                <a:cubicBezTo>
                  <a:pt x="4102707" y="-89917"/>
                  <a:pt x="4309580" y="12491"/>
                  <a:pt x="4461536" y="0"/>
                </a:cubicBezTo>
                <a:cubicBezTo>
                  <a:pt x="4613492" y="-12491"/>
                  <a:pt x="4891758" y="58377"/>
                  <a:pt x="5032795" y="0"/>
                </a:cubicBezTo>
                <a:cubicBezTo>
                  <a:pt x="5173832" y="-58377"/>
                  <a:pt x="5526594" y="29875"/>
                  <a:pt x="5712594" y="0"/>
                </a:cubicBezTo>
                <a:cubicBezTo>
                  <a:pt x="5898594" y="-29875"/>
                  <a:pt x="6191003" y="5383"/>
                  <a:pt x="6500932" y="0"/>
                </a:cubicBezTo>
                <a:cubicBezTo>
                  <a:pt x="6810861" y="-5383"/>
                  <a:pt x="6656402" y="11602"/>
                  <a:pt x="6746573" y="0"/>
                </a:cubicBezTo>
                <a:cubicBezTo>
                  <a:pt x="6836744" y="-11602"/>
                  <a:pt x="6920530" y="18163"/>
                  <a:pt x="6992215" y="0"/>
                </a:cubicBezTo>
                <a:cubicBezTo>
                  <a:pt x="7063900" y="-18163"/>
                  <a:pt x="7286243" y="42834"/>
                  <a:pt x="7454935" y="0"/>
                </a:cubicBezTo>
                <a:cubicBezTo>
                  <a:pt x="7623627" y="-42834"/>
                  <a:pt x="7772829" y="47812"/>
                  <a:pt x="8026194" y="0"/>
                </a:cubicBezTo>
                <a:cubicBezTo>
                  <a:pt x="8279559" y="-47812"/>
                  <a:pt x="8271897" y="27036"/>
                  <a:pt x="8380375" y="0"/>
                </a:cubicBezTo>
                <a:cubicBezTo>
                  <a:pt x="8488853" y="-27036"/>
                  <a:pt x="8678577" y="28345"/>
                  <a:pt x="8951634" y="0"/>
                </a:cubicBezTo>
                <a:cubicBezTo>
                  <a:pt x="9224691" y="-28345"/>
                  <a:pt x="9107604" y="24922"/>
                  <a:pt x="9197276" y="0"/>
                </a:cubicBezTo>
                <a:cubicBezTo>
                  <a:pt x="9286948" y="-24922"/>
                  <a:pt x="9654050" y="12725"/>
                  <a:pt x="9768535" y="0"/>
                </a:cubicBezTo>
                <a:cubicBezTo>
                  <a:pt x="9883020" y="-12725"/>
                  <a:pt x="10632524" y="21168"/>
                  <a:pt x="10853928" y="0"/>
                </a:cubicBezTo>
                <a:cubicBezTo>
                  <a:pt x="10876873" y="133509"/>
                  <a:pt x="10819141" y="210846"/>
                  <a:pt x="10853928" y="369332"/>
                </a:cubicBezTo>
                <a:cubicBezTo>
                  <a:pt x="10888715" y="527818"/>
                  <a:pt x="10807139" y="592799"/>
                  <a:pt x="10853928" y="769441"/>
                </a:cubicBezTo>
                <a:cubicBezTo>
                  <a:pt x="10712234" y="772306"/>
                  <a:pt x="10503922" y="739406"/>
                  <a:pt x="10391208" y="769441"/>
                </a:cubicBezTo>
                <a:cubicBezTo>
                  <a:pt x="10278494" y="799476"/>
                  <a:pt x="10043845" y="741336"/>
                  <a:pt x="9819949" y="769441"/>
                </a:cubicBezTo>
                <a:cubicBezTo>
                  <a:pt x="9596053" y="797546"/>
                  <a:pt x="9632645" y="742716"/>
                  <a:pt x="9574307" y="769441"/>
                </a:cubicBezTo>
                <a:cubicBezTo>
                  <a:pt x="9515969" y="796166"/>
                  <a:pt x="9331776" y="725247"/>
                  <a:pt x="9111587" y="769441"/>
                </a:cubicBezTo>
                <a:cubicBezTo>
                  <a:pt x="8891398" y="813635"/>
                  <a:pt x="8978294" y="755419"/>
                  <a:pt x="8865945" y="769441"/>
                </a:cubicBezTo>
                <a:cubicBezTo>
                  <a:pt x="8753596" y="783463"/>
                  <a:pt x="8691053" y="754682"/>
                  <a:pt x="8620304" y="769441"/>
                </a:cubicBezTo>
                <a:cubicBezTo>
                  <a:pt x="8549555" y="784200"/>
                  <a:pt x="8108946" y="732719"/>
                  <a:pt x="7940505" y="769441"/>
                </a:cubicBezTo>
                <a:cubicBezTo>
                  <a:pt x="7772064" y="806163"/>
                  <a:pt x="7691961" y="767012"/>
                  <a:pt x="7586324" y="769441"/>
                </a:cubicBezTo>
                <a:cubicBezTo>
                  <a:pt x="7480687" y="771870"/>
                  <a:pt x="7362396" y="750248"/>
                  <a:pt x="7232144" y="769441"/>
                </a:cubicBezTo>
                <a:cubicBezTo>
                  <a:pt x="7101892" y="788634"/>
                  <a:pt x="6780306" y="768618"/>
                  <a:pt x="6552345" y="769441"/>
                </a:cubicBezTo>
                <a:cubicBezTo>
                  <a:pt x="6324384" y="770264"/>
                  <a:pt x="6206411" y="718993"/>
                  <a:pt x="5981086" y="769441"/>
                </a:cubicBezTo>
                <a:cubicBezTo>
                  <a:pt x="5755761" y="819889"/>
                  <a:pt x="5407564" y="706920"/>
                  <a:pt x="5192748" y="769441"/>
                </a:cubicBezTo>
                <a:cubicBezTo>
                  <a:pt x="4977932" y="831962"/>
                  <a:pt x="4952522" y="733924"/>
                  <a:pt x="4838567" y="769441"/>
                </a:cubicBezTo>
                <a:cubicBezTo>
                  <a:pt x="4724612" y="804958"/>
                  <a:pt x="4710512" y="745395"/>
                  <a:pt x="4592925" y="769441"/>
                </a:cubicBezTo>
                <a:cubicBezTo>
                  <a:pt x="4475338" y="793487"/>
                  <a:pt x="4017259" y="730391"/>
                  <a:pt x="3804587" y="769441"/>
                </a:cubicBezTo>
                <a:cubicBezTo>
                  <a:pt x="3591915" y="808491"/>
                  <a:pt x="3583595" y="756327"/>
                  <a:pt x="3450407" y="769441"/>
                </a:cubicBezTo>
                <a:cubicBezTo>
                  <a:pt x="3317219" y="782555"/>
                  <a:pt x="3246668" y="755373"/>
                  <a:pt x="3096226" y="769441"/>
                </a:cubicBezTo>
                <a:cubicBezTo>
                  <a:pt x="2945784" y="783509"/>
                  <a:pt x="2609330" y="725796"/>
                  <a:pt x="2416427" y="769441"/>
                </a:cubicBezTo>
                <a:cubicBezTo>
                  <a:pt x="2223524" y="813086"/>
                  <a:pt x="2230070" y="768561"/>
                  <a:pt x="2170786" y="769441"/>
                </a:cubicBezTo>
                <a:cubicBezTo>
                  <a:pt x="2111502" y="770321"/>
                  <a:pt x="1867899" y="738766"/>
                  <a:pt x="1708066" y="769441"/>
                </a:cubicBezTo>
                <a:cubicBezTo>
                  <a:pt x="1548233" y="800116"/>
                  <a:pt x="1576745" y="745204"/>
                  <a:pt x="1462424" y="769441"/>
                </a:cubicBezTo>
                <a:cubicBezTo>
                  <a:pt x="1348103" y="793678"/>
                  <a:pt x="1296851" y="748236"/>
                  <a:pt x="1216782" y="769441"/>
                </a:cubicBezTo>
                <a:cubicBezTo>
                  <a:pt x="1136713" y="790646"/>
                  <a:pt x="974803" y="743162"/>
                  <a:pt x="862602" y="769441"/>
                </a:cubicBezTo>
                <a:cubicBezTo>
                  <a:pt x="750401" y="795720"/>
                  <a:pt x="308992" y="683706"/>
                  <a:pt x="0" y="769441"/>
                </a:cubicBezTo>
                <a:cubicBezTo>
                  <a:pt x="-35975" y="610075"/>
                  <a:pt x="27164" y="578735"/>
                  <a:pt x="0" y="400109"/>
                </a:cubicBezTo>
                <a:cubicBezTo>
                  <a:pt x="-27164" y="221483"/>
                  <a:pt x="18085" y="155170"/>
                  <a:pt x="0" y="0"/>
                </a:cubicBezTo>
                <a:close/>
              </a:path>
              <a:path w="10853928" h="769441" stroke="0" extrusionOk="0">
                <a:moveTo>
                  <a:pt x="0" y="0"/>
                </a:moveTo>
                <a:cubicBezTo>
                  <a:pt x="265647" y="-1528"/>
                  <a:pt x="399960" y="4036"/>
                  <a:pt x="571259" y="0"/>
                </a:cubicBezTo>
                <a:cubicBezTo>
                  <a:pt x="742558" y="-4036"/>
                  <a:pt x="1022715" y="67972"/>
                  <a:pt x="1142519" y="0"/>
                </a:cubicBezTo>
                <a:cubicBezTo>
                  <a:pt x="1262323" y="-67972"/>
                  <a:pt x="1481685" y="32701"/>
                  <a:pt x="1605239" y="0"/>
                </a:cubicBezTo>
                <a:cubicBezTo>
                  <a:pt x="1728793" y="-32701"/>
                  <a:pt x="1950604" y="18134"/>
                  <a:pt x="2176498" y="0"/>
                </a:cubicBezTo>
                <a:cubicBezTo>
                  <a:pt x="2402392" y="-18134"/>
                  <a:pt x="2310033" y="20371"/>
                  <a:pt x="2422140" y="0"/>
                </a:cubicBezTo>
                <a:cubicBezTo>
                  <a:pt x="2534247" y="-20371"/>
                  <a:pt x="2657868" y="27554"/>
                  <a:pt x="2776321" y="0"/>
                </a:cubicBezTo>
                <a:cubicBezTo>
                  <a:pt x="2894774" y="-27554"/>
                  <a:pt x="3055441" y="40945"/>
                  <a:pt x="3239041" y="0"/>
                </a:cubicBezTo>
                <a:cubicBezTo>
                  <a:pt x="3422641" y="-40945"/>
                  <a:pt x="3362604" y="28636"/>
                  <a:pt x="3484682" y="0"/>
                </a:cubicBezTo>
                <a:cubicBezTo>
                  <a:pt x="3606760" y="-28636"/>
                  <a:pt x="4090776" y="37330"/>
                  <a:pt x="4273020" y="0"/>
                </a:cubicBezTo>
                <a:cubicBezTo>
                  <a:pt x="4455264" y="-37330"/>
                  <a:pt x="4549292" y="43861"/>
                  <a:pt x="4735740" y="0"/>
                </a:cubicBezTo>
                <a:cubicBezTo>
                  <a:pt x="4922188" y="-43861"/>
                  <a:pt x="4893290" y="4638"/>
                  <a:pt x="4981382" y="0"/>
                </a:cubicBezTo>
                <a:cubicBezTo>
                  <a:pt x="5069474" y="-4638"/>
                  <a:pt x="5119678" y="24476"/>
                  <a:pt x="5227023" y="0"/>
                </a:cubicBezTo>
                <a:cubicBezTo>
                  <a:pt x="5334368" y="-24476"/>
                  <a:pt x="5816610" y="12341"/>
                  <a:pt x="6015361" y="0"/>
                </a:cubicBezTo>
                <a:cubicBezTo>
                  <a:pt x="6214112" y="-12341"/>
                  <a:pt x="6397831" y="32945"/>
                  <a:pt x="6695160" y="0"/>
                </a:cubicBezTo>
                <a:cubicBezTo>
                  <a:pt x="6992489" y="-32945"/>
                  <a:pt x="6933554" y="39957"/>
                  <a:pt x="7157880" y="0"/>
                </a:cubicBezTo>
                <a:cubicBezTo>
                  <a:pt x="7382206" y="-39957"/>
                  <a:pt x="7719387" y="5439"/>
                  <a:pt x="7946218" y="0"/>
                </a:cubicBezTo>
                <a:cubicBezTo>
                  <a:pt x="8173049" y="-5439"/>
                  <a:pt x="8202066" y="37920"/>
                  <a:pt x="8300399" y="0"/>
                </a:cubicBezTo>
                <a:cubicBezTo>
                  <a:pt x="8398732" y="-37920"/>
                  <a:pt x="8819810" y="19635"/>
                  <a:pt x="9088737" y="0"/>
                </a:cubicBezTo>
                <a:cubicBezTo>
                  <a:pt x="9357664" y="-19635"/>
                  <a:pt x="9402896" y="31491"/>
                  <a:pt x="9659996" y="0"/>
                </a:cubicBezTo>
                <a:cubicBezTo>
                  <a:pt x="9917096" y="-31491"/>
                  <a:pt x="10123458" y="63820"/>
                  <a:pt x="10339795" y="0"/>
                </a:cubicBezTo>
                <a:cubicBezTo>
                  <a:pt x="10556132" y="-63820"/>
                  <a:pt x="10679076" y="42238"/>
                  <a:pt x="10853928" y="0"/>
                </a:cubicBezTo>
                <a:cubicBezTo>
                  <a:pt x="10869712" y="86342"/>
                  <a:pt x="10832601" y="278643"/>
                  <a:pt x="10853928" y="384721"/>
                </a:cubicBezTo>
                <a:cubicBezTo>
                  <a:pt x="10875255" y="490799"/>
                  <a:pt x="10838100" y="619955"/>
                  <a:pt x="10853928" y="769441"/>
                </a:cubicBezTo>
                <a:cubicBezTo>
                  <a:pt x="10647699" y="776316"/>
                  <a:pt x="10575093" y="760270"/>
                  <a:pt x="10391208" y="769441"/>
                </a:cubicBezTo>
                <a:cubicBezTo>
                  <a:pt x="10207323" y="778612"/>
                  <a:pt x="9906226" y="722483"/>
                  <a:pt x="9711409" y="769441"/>
                </a:cubicBezTo>
                <a:cubicBezTo>
                  <a:pt x="9516592" y="816399"/>
                  <a:pt x="9262574" y="764561"/>
                  <a:pt x="9031611" y="769441"/>
                </a:cubicBezTo>
                <a:cubicBezTo>
                  <a:pt x="8800648" y="774321"/>
                  <a:pt x="8626480" y="684186"/>
                  <a:pt x="8243273" y="769441"/>
                </a:cubicBezTo>
                <a:cubicBezTo>
                  <a:pt x="7860066" y="854696"/>
                  <a:pt x="7848529" y="764775"/>
                  <a:pt x="7454935" y="769441"/>
                </a:cubicBezTo>
                <a:cubicBezTo>
                  <a:pt x="7061341" y="774107"/>
                  <a:pt x="7020461" y="706116"/>
                  <a:pt x="6883675" y="769441"/>
                </a:cubicBezTo>
                <a:cubicBezTo>
                  <a:pt x="6746889" y="832766"/>
                  <a:pt x="6487598" y="744177"/>
                  <a:pt x="6203877" y="769441"/>
                </a:cubicBezTo>
                <a:cubicBezTo>
                  <a:pt x="5920156" y="794705"/>
                  <a:pt x="5801429" y="735795"/>
                  <a:pt x="5415539" y="769441"/>
                </a:cubicBezTo>
                <a:cubicBezTo>
                  <a:pt x="5029649" y="803087"/>
                  <a:pt x="5224827" y="748338"/>
                  <a:pt x="5061358" y="769441"/>
                </a:cubicBezTo>
                <a:cubicBezTo>
                  <a:pt x="4897889" y="790544"/>
                  <a:pt x="4674507" y="688616"/>
                  <a:pt x="4381559" y="769441"/>
                </a:cubicBezTo>
                <a:cubicBezTo>
                  <a:pt x="4088611" y="850266"/>
                  <a:pt x="4185050" y="754442"/>
                  <a:pt x="4135918" y="769441"/>
                </a:cubicBezTo>
                <a:cubicBezTo>
                  <a:pt x="4086786" y="784440"/>
                  <a:pt x="3726052" y="738815"/>
                  <a:pt x="3564658" y="769441"/>
                </a:cubicBezTo>
                <a:cubicBezTo>
                  <a:pt x="3403264" y="800067"/>
                  <a:pt x="3370478" y="765158"/>
                  <a:pt x="3319017" y="769441"/>
                </a:cubicBezTo>
                <a:cubicBezTo>
                  <a:pt x="3267556" y="773724"/>
                  <a:pt x="3166537" y="765467"/>
                  <a:pt x="3073375" y="769441"/>
                </a:cubicBezTo>
                <a:cubicBezTo>
                  <a:pt x="2980213" y="773415"/>
                  <a:pt x="2529653" y="730462"/>
                  <a:pt x="2393577" y="769441"/>
                </a:cubicBezTo>
                <a:cubicBezTo>
                  <a:pt x="2257501" y="808420"/>
                  <a:pt x="1889541" y="705526"/>
                  <a:pt x="1605239" y="769441"/>
                </a:cubicBezTo>
                <a:cubicBezTo>
                  <a:pt x="1320937" y="833356"/>
                  <a:pt x="1090461" y="726987"/>
                  <a:pt x="925440" y="769441"/>
                </a:cubicBezTo>
                <a:cubicBezTo>
                  <a:pt x="760419" y="811895"/>
                  <a:pt x="369002" y="672434"/>
                  <a:pt x="0" y="769441"/>
                </a:cubicBezTo>
                <a:cubicBezTo>
                  <a:pt x="-15410" y="616569"/>
                  <a:pt x="35274" y="567474"/>
                  <a:pt x="0" y="400109"/>
                </a:cubicBezTo>
                <a:cubicBezTo>
                  <a:pt x="-35274" y="232744"/>
                  <a:pt x="40528" y="13925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6367620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IN" sz="2200" b="1" dirty="0"/>
              <a:t>Backward induction </a:t>
            </a:r>
            <a:r>
              <a:rPr lang="en-IN" sz="2200" dirty="0"/>
              <a:t>bridges this gap by working backward from payoff-comparable final </a:t>
            </a:r>
            <a:r>
              <a:rPr lang="en-IN" sz="2200" dirty="0">
                <a:solidFill>
                  <a:srgbClr val="C00000"/>
                </a:solidFill>
              </a:rPr>
              <a:t>actions</a:t>
            </a:r>
            <a:r>
              <a:rPr lang="en-IN" sz="2200" dirty="0"/>
              <a:t> to earlier choices that lack direct payoff comparisons.</a:t>
            </a:r>
            <a:endParaRPr lang="en-US" sz="2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1CE06B-E8F0-7201-2B97-9628B0914872}"/>
              </a:ext>
            </a:extLst>
          </p:cNvPr>
          <p:cNvSpPr txBox="1"/>
          <p:nvPr/>
        </p:nvSpPr>
        <p:spPr>
          <a:xfrm>
            <a:off x="669035" y="3429193"/>
            <a:ext cx="6203105" cy="430887"/>
          </a:xfrm>
          <a:custGeom>
            <a:avLst/>
            <a:gdLst>
              <a:gd name="csX0" fmla="*/ 0 w 6203105"/>
              <a:gd name="csY0" fmla="*/ 0 h 430887"/>
              <a:gd name="csX1" fmla="*/ 377825 w 6203105"/>
              <a:gd name="csY1" fmla="*/ 0 h 430887"/>
              <a:gd name="csX2" fmla="*/ 1003775 w 6203105"/>
              <a:gd name="csY2" fmla="*/ 0 h 430887"/>
              <a:gd name="csX3" fmla="*/ 1691756 w 6203105"/>
              <a:gd name="csY3" fmla="*/ 0 h 430887"/>
              <a:gd name="csX4" fmla="*/ 2069581 w 6203105"/>
              <a:gd name="csY4" fmla="*/ 0 h 430887"/>
              <a:gd name="csX5" fmla="*/ 2757562 w 6203105"/>
              <a:gd name="csY5" fmla="*/ 0 h 430887"/>
              <a:gd name="csX6" fmla="*/ 3445543 w 6203105"/>
              <a:gd name="csY6" fmla="*/ 0 h 430887"/>
              <a:gd name="csX7" fmla="*/ 4009462 w 6203105"/>
              <a:gd name="csY7" fmla="*/ 0 h 430887"/>
              <a:gd name="csX8" fmla="*/ 4697442 w 6203105"/>
              <a:gd name="csY8" fmla="*/ 0 h 430887"/>
              <a:gd name="csX9" fmla="*/ 5385423 w 6203105"/>
              <a:gd name="csY9" fmla="*/ 0 h 430887"/>
              <a:gd name="csX10" fmla="*/ 6203105 w 6203105"/>
              <a:gd name="csY10" fmla="*/ 0 h 430887"/>
              <a:gd name="csX11" fmla="*/ 6203105 w 6203105"/>
              <a:gd name="csY11" fmla="*/ 430887 h 430887"/>
              <a:gd name="csX12" fmla="*/ 5825280 w 6203105"/>
              <a:gd name="csY12" fmla="*/ 430887 h 430887"/>
              <a:gd name="csX13" fmla="*/ 5447454 w 6203105"/>
              <a:gd name="csY13" fmla="*/ 430887 h 430887"/>
              <a:gd name="csX14" fmla="*/ 4883535 w 6203105"/>
              <a:gd name="csY14" fmla="*/ 430887 h 430887"/>
              <a:gd name="csX15" fmla="*/ 4257586 w 6203105"/>
              <a:gd name="csY15" fmla="*/ 430887 h 430887"/>
              <a:gd name="csX16" fmla="*/ 3755698 w 6203105"/>
              <a:gd name="csY16" fmla="*/ 430887 h 430887"/>
              <a:gd name="csX17" fmla="*/ 3253811 w 6203105"/>
              <a:gd name="csY17" fmla="*/ 430887 h 430887"/>
              <a:gd name="csX18" fmla="*/ 2751923 w 6203105"/>
              <a:gd name="csY18" fmla="*/ 430887 h 430887"/>
              <a:gd name="csX19" fmla="*/ 2188004 w 6203105"/>
              <a:gd name="csY19" fmla="*/ 430887 h 430887"/>
              <a:gd name="csX20" fmla="*/ 1624086 w 6203105"/>
              <a:gd name="csY20" fmla="*/ 430887 h 430887"/>
              <a:gd name="csX21" fmla="*/ 1122198 w 6203105"/>
              <a:gd name="csY21" fmla="*/ 430887 h 430887"/>
              <a:gd name="csX22" fmla="*/ 0 w 6203105"/>
              <a:gd name="csY22" fmla="*/ 430887 h 430887"/>
              <a:gd name="csX23" fmla="*/ 0 w 6203105"/>
              <a:gd name="csY23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203105" h="430887" fill="none" extrusionOk="0">
                <a:moveTo>
                  <a:pt x="0" y="0"/>
                </a:moveTo>
                <a:cubicBezTo>
                  <a:pt x="84536" y="-16477"/>
                  <a:pt x="219511" y="42465"/>
                  <a:pt x="377825" y="0"/>
                </a:cubicBezTo>
                <a:cubicBezTo>
                  <a:pt x="536139" y="-42465"/>
                  <a:pt x="717720" y="6068"/>
                  <a:pt x="1003775" y="0"/>
                </a:cubicBezTo>
                <a:cubicBezTo>
                  <a:pt x="1289830" y="-6068"/>
                  <a:pt x="1541639" y="70325"/>
                  <a:pt x="1691756" y="0"/>
                </a:cubicBezTo>
                <a:cubicBezTo>
                  <a:pt x="1841873" y="-70325"/>
                  <a:pt x="1898818" y="27092"/>
                  <a:pt x="2069581" y="0"/>
                </a:cubicBezTo>
                <a:cubicBezTo>
                  <a:pt x="2240344" y="-27092"/>
                  <a:pt x="2453770" y="40709"/>
                  <a:pt x="2757562" y="0"/>
                </a:cubicBezTo>
                <a:cubicBezTo>
                  <a:pt x="3061354" y="-40709"/>
                  <a:pt x="3225099" y="82053"/>
                  <a:pt x="3445543" y="0"/>
                </a:cubicBezTo>
                <a:cubicBezTo>
                  <a:pt x="3665987" y="-82053"/>
                  <a:pt x="3760189" y="10015"/>
                  <a:pt x="4009462" y="0"/>
                </a:cubicBezTo>
                <a:cubicBezTo>
                  <a:pt x="4258735" y="-10015"/>
                  <a:pt x="4480820" y="12725"/>
                  <a:pt x="4697442" y="0"/>
                </a:cubicBezTo>
                <a:cubicBezTo>
                  <a:pt x="4914064" y="-12725"/>
                  <a:pt x="5177232" y="51692"/>
                  <a:pt x="5385423" y="0"/>
                </a:cubicBezTo>
                <a:cubicBezTo>
                  <a:pt x="5593614" y="-51692"/>
                  <a:pt x="6000272" y="53281"/>
                  <a:pt x="6203105" y="0"/>
                </a:cubicBezTo>
                <a:cubicBezTo>
                  <a:pt x="6251754" y="164669"/>
                  <a:pt x="6202672" y="288665"/>
                  <a:pt x="6203105" y="430887"/>
                </a:cubicBezTo>
                <a:cubicBezTo>
                  <a:pt x="6032739" y="457556"/>
                  <a:pt x="5972218" y="395271"/>
                  <a:pt x="5825280" y="430887"/>
                </a:cubicBezTo>
                <a:cubicBezTo>
                  <a:pt x="5678342" y="466503"/>
                  <a:pt x="5525732" y="396371"/>
                  <a:pt x="5447454" y="430887"/>
                </a:cubicBezTo>
                <a:cubicBezTo>
                  <a:pt x="5369176" y="465403"/>
                  <a:pt x="5106948" y="397122"/>
                  <a:pt x="4883535" y="430887"/>
                </a:cubicBezTo>
                <a:cubicBezTo>
                  <a:pt x="4660122" y="464652"/>
                  <a:pt x="4459647" y="392059"/>
                  <a:pt x="4257586" y="430887"/>
                </a:cubicBezTo>
                <a:cubicBezTo>
                  <a:pt x="4055525" y="469715"/>
                  <a:pt x="3923042" y="380284"/>
                  <a:pt x="3755698" y="430887"/>
                </a:cubicBezTo>
                <a:cubicBezTo>
                  <a:pt x="3588354" y="481490"/>
                  <a:pt x="3403617" y="422275"/>
                  <a:pt x="3253811" y="430887"/>
                </a:cubicBezTo>
                <a:cubicBezTo>
                  <a:pt x="3104005" y="439499"/>
                  <a:pt x="2995944" y="422035"/>
                  <a:pt x="2751923" y="430887"/>
                </a:cubicBezTo>
                <a:cubicBezTo>
                  <a:pt x="2507902" y="439739"/>
                  <a:pt x="2459462" y="399188"/>
                  <a:pt x="2188004" y="430887"/>
                </a:cubicBezTo>
                <a:cubicBezTo>
                  <a:pt x="1916546" y="462586"/>
                  <a:pt x="1819539" y="400121"/>
                  <a:pt x="1624086" y="430887"/>
                </a:cubicBezTo>
                <a:cubicBezTo>
                  <a:pt x="1428633" y="461653"/>
                  <a:pt x="1344355" y="377711"/>
                  <a:pt x="1122198" y="430887"/>
                </a:cubicBezTo>
                <a:cubicBezTo>
                  <a:pt x="900041" y="484063"/>
                  <a:pt x="299154" y="365943"/>
                  <a:pt x="0" y="430887"/>
                </a:cubicBezTo>
                <a:cubicBezTo>
                  <a:pt x="-17749" y="337571"/>
                  <a:pt x="14302" y="119025"/>
                  <a:pt x="0" y="0"/>
                </a:cubicBezTo>
                <a:close/>
              </a:path>
              <a:path w="6203105" h="430887" stroke="0" extrusionOk="0">
                <a:moveTo>
                  <a:pt x="0" y="0"/>
                </a:moveTo>
                <a:cubicBezTo>
                  <a:pt x="161018" y="-39158"/>
                  <a:pt x="344601" y="41371"/>
                  <a:pt x="563919" y="0"/>
                </a:cubicBezTo>
                <a:cubicBezTo>
                  <a:pt x="783237" y="-41371"/>
                  <a:pt x="827172" y="20750"/>
                  <a:pt x="941744" y="0"/>
                </a:cubicBezTo>
                <a:cubicBezTo>
                  <a:pt x="1056316" y="-20750"/>
                  <a:pt x="1299974" y="18494"/>
                  <a:pt x="1443632" y="0"/>
                </a:cubicBezTo>
                <a:cubicBezTo>
                  <a:pt x="1587290" y="-18494"/>
                  <a:pt x="1854794" y="38939"/>
                  <a:pt x="2131612" y="0"/>
                </a:cubicBezTo>
                <a:cubicBezTo>
                  <a:pt x="2408430" y="-38939"/>
                  <a:pt x="2655122" y="15616"/>
                  <a:pt x="2819593" y="0"/>
                </a:cubicBezTo>
                <a:cubicBezTo>
                  <a:pt x="2984064" y="-15616"/>
                  <a:pt x="3029503" y="39089"/>
                  <a:pt x="3197419" y="0"/>
                </a:cubicBezTo>
                <a:cubicBezTo>
                  <a:pt x="3365335" y="-39089"/>
                  <a:pt x="3530649" y="52149"/>
                  <a:pt x="3761337" y="0"/>
                </a:cubicBezTo>
                <a:cubicBezTo>
                  <a:pt x="3992025" y="-52149"/>
                  <a:pt x="4095670" y="40590"/>
                  <a:pt x="4263225" y="0"/>
                </a:cubicBezTo>
                <a:cubicBezTo>
                  <a:pt x="4430780" y="-40590"/>
                  <a:pt x="4467974" y="23346"/>
                  <a:pt x="4641050" y="0"/>
                </a:cubicBezTo>
                <a:cubicBezTo>
                  <a:pt x="4814127" y="-23346"/>
                  <a:pt x="4846442" y="38740"/>
                  <a:pt x="5018876" y="0"/>
                </a:cubicBezTo>
                <a:cubicBezTo>
                  <a:pt x="5191310" y="-38740"/>
                  <a:pt x="5413701" y="71784"/>
                  <a:pt x="5644826" y="0"/>
                </a:cubicBezTo>
                <a:cubicBezTo>
                  <a:pt x="5875951" y="-71784"/>
                  <a:pt x="6033996" y="3487"/>
                  <a:pt x="6203105" y="0"/>
                </a:cubicBezTo>
                <a:cubicBezTo>
                  <a:pt x="6231366" y="147322"/>
                  <a:pt x="6177575" y="331056"/>
                  <a:pt x="6203105" y="430887"/>
                </a:cubicBezTo>
                <a:cubicBezTo>
                  <a:pt x="5984956" y="452600"/>
                  <a:pt x="5856514" y="388062"/>
                  <a:pt x="5763248" y="430887"/>
                </a:cubicBezTo>
                <a:cubicBezTo>
                  <a:pt x="5669982" y="473712"/>
                  <a:pt x="5352602" y="429608"/>
                  <a:pt x="5075268" y="430887"/>
                </a:cubicBezTo>
                <a:cubicBezTo>
                  <a:pt x="4797934" y="432166"/>
                  <a:pt x="4598276" y="389222"/>
                  <a:pt x="4449318" y="430887"/>
                </a:cubicBezTo>
                <a:cubicBezTo>
                  <a:pt x="4300360" y="472552"/>
                  <a:pt x="4189558" y="394882"/>
                  <a:pt x="3947430" y="430887"/>
                </a:cubicBezTo>
                <a:cubicBezTo>
                  <a:pt x="3705302" y="466892"/>
                  <a:pt x="3675183" y="397291"/>
                  <a:pt x="3445543" y="430887"/>
                </a:cubicBezTo>
                <a:cubicBezTo>
                  <a:pt x="3215903" y="464483"/>
                  <a:pt x="3248221" y="392423"/>
                  <a:pt x="3067717" y="430887"/>
                </a:cubicBezTo>
                <a:cubicBezTo>
                  <a:pt x="2887213" y="469351"/>
                  <a:pt x="2724425" y="427118"/>
                  <a:pt x="2503799" y="430887"/>
                </a:cubicBezTo>
                <a:cubicBezTo>
                  <a:pt x="2283173" y="434656"/>
                  <a:pt x="2206084" y="396292"/>
                  <a:pt x="2063942" y="430887"/>
                </a:cubicBezTo>
                <a:cubicBezTo>
                  <a:pt x="1921800" y="465482"/>
                  <a:pt x="1852872" y="410826"/>
                  <a:pt x="1686117" y="430887"/>
                </a:cubicBezTo>
                <a:cubicBezTo>
                  <a:pt x="1519362" y="450948"/>
                  <a:pt x="1301995" y="387952"/>
                  <a:pt x="1184229" y="430887"/>
                </a:cubicBezTo>
                <a:cubicBezTo>
                  <a:pt x="1066463" y="473822"/>
                  <a:pt x="802414" y="368807"/>
                  <a:pt x="558279" y="430887"/>
                </a:cubicBezTo>
                <a:cubicBezTo>
                  <a:pt x="314144" y="492967"/>
                  <a:pt x="212998" y="376110"/>
                  <a:pt x="0" y="430887"/>
                </a:cubicBezTo>
                <a:cubicBezTo>
                  <a:pt x="-15609" y="332366"/>
                  <a:pt x="19836" y="18742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0847240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70C0"/>
                </a:solidFill>
              </a:rPr>
              <a:t>Payoffs</a:t>
            </a:r>
            <a:r>
              <a:rPr lang="en-IN" sz="2200" dirty="0"/>
              <a:t> are not assigned directly to initial </a:t>
            </a:r>
            <a:r>
              <a:rPr lang="en-IN" sz="2200" dirty="0">
                <a:solidFill>
                  <a:srgbClr val="C00000"/>
                </a:solidFill>
              </a:rPr>
              <a:t>actions</a:t>
            </a:r>
            <a:r>
              <a:rPr lang="en-IN" sz="2200" dirty="0"/>
              <a:t>.</a:t>
            </a:r>
            <a:endParaRPr lang="en-US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0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DDFC6-0100-EFD8-0787-9F344469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592A00-7368-565C-40E8-88E03341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F939EDA8-EE44-855A-D84B-B70910BEE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9C9F5-EE93-FF75-C37E-49FC66C6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Cannibal 10</a:t>
            </a:r>
            <a:endParaRPr lang="en-US" sz="5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1A94B9A2-3049-3249-946A-E75EE9172796}"/>
                  </a:ext>
                </a:extLst>
              </p:cNvPr>
              <p:cNvSpPr/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1A94B9A2-3049-3249-946A-E75EE91727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D059F89F-AC59-646C-D952-D7926112524E}"/>
              </a:ext>
            </a:extLst>
          </p:cNvPr>
          <p:cNvGrpSpPr/>
          <p:nvPr/>
        </p:nvGrpSpPr>
        <p:grpSpPr>
          <a:xfrm>
            <a:off x="5743699" y="2585611"/>
            <a:ext cx="4056882" cy="1147953"/>
            <a:chOff x="5743699" y="2585611"/>
            <a:chExt cx="4056882" cy="114795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7C6FD1F-3022-ACFC-AC92-BC6942674772}"/>
                </a:ext>
              </a:extLst>
            </p:cNvPr>
            <p:cNvCxnSpPr>
              <a:cxnSpLocks/>
              <a:stCxn id="3" idx="4"/>
              <a:endCxn id="11" idx="0"/>
            </p:cNvCxnSpPr>
            <p:nvPr/>
          </p:nvCxnSpPr>
          <p:spPr>
            <a:xfrm>
              <a:off x="5743699" y="2585611"/>
              <a:ext cx="4056882" cy="114795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577B526-537B-D5B2-AFA2-43B9DCC9CC4E}"/>
                    </a:ext>
                  </a:extLst>
                </p:cNvPr>
                <p:cNvSpPr txBox="1"/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577B526-537B-D5B2-AFA2-43B9DCC9C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E5E4FD7-ADA8-94C2-34E6-EA467D489B1C}"/>
              </a:ext>
            </a:extLst>
          </p:cNvPr>
          <p:cNvGrpSpPr/>
          <p:nvPr/>
        </p:nvGrpSpPr>
        <p:grpSpPr>
          <a:xfrm>
            <a:off x="2339224" y="2585611"/>
            <a:ext cx="3404475" cy="1143618"/>
            <a:chOff x="2339224" y="2585611"/>
            <a:chExt cx="3404475" cy="114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CA922FF-8FA8-3F72-2612-030A8BB2A50C}"/>
                    </a:ext>
                  </a:extLst>
                </p:cNvPr>
                <p:cNvSpPr txBox="1"/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CA922FF-8FA8-3F72-2612-030A8BB2A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67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810B7A9-ED18-37EB-DE53-E07D005468FE}"/>
                </a:ext>
              </a:extLst>
            </p:cNvPr>
            <p:cNvCxnSpPr>
              <a:cxnSpLocks/>
              <a:stCxn id="3" idx="4"/>
              <a:endCxn id="6" idx="0"/>
            </p:cNvCxnSpPr>
            <p:nvPr/>
          </p:nvCxnSpPr>
          <p:spPr>
            <a:xfrm flipH="1">
              <a:off x="2339224" y="2585611"/>
              <a:ext cx="3404475" cy="114361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B9D58F-8874-30A2-6AC6-98F66672B321}"/>
                  </a:ext>
                </a:extLst>
              </p:cNvPr>
              <p:cNvSpPr txBox="1"/>
              <p:nvPr/>
            </p:nvSpPr>
            <p:spPr>
              <a:xfrm>
                <a:off x="1396707" y="3729229"/>
                <a:ext cx="1885034" cy="646331"/>
              </a:xfrm>
              <a:custGeom>
                <a:avLst/>
                <a:gdLst>
                  <a:gd name="csX0" fmla="*/ 0 w 1885034"/>
                  <a:gd name="csY0" fmla="*/ 0 h 646331"/>
                  <a:gd name="csX1" fmla="*/ 452408 w 1885034"/>
                  <a:gd name="csY1" fmla="*/ 0 h 646331"/>
                  <a:gd name="csX2" fmla="*/ 923667 w 1885034"/>
                  <a:gd name="csY2" fmla="*/ 0 h 646331"/>
                  <a:gd name="csX3" fmla="*/ 1413776 w 1885034"/>
                  <a:gd name="csY3" fmla="*/ 0 h 646331"/>
                  <a:gd name="csX4" fmla="*/ 1885034 w 1885034"/>
                  <a:gd name="csY4" fmla="*/ 0 h 646331"/>
                  <a:gd name="csX5" fmla="*/ 1885034 w 1885034"/>
                  <a:gd name="csY5" fmla="*/ 329629 h 646331"/>
                  <a:gd name="csX6" fmla="*/ 1885034 w 1885034"/>
                  <a:gd name="csY6" fmla="*/ 646331 h 646331"/>
                  <a:gd name="csX7" fmla="*/ 1376075 w 1885034"/>
                  <a:gd name="csY7" fmla="*/ 646331 h 646331"/>
                  <a:gd name="csX8" fmla="*/ 867116 w 1885034"/>
                  <a:gd name="csY8" fmla="*/ 646331 h 646331"/>
                  <a:gd name="csX9" fmla="*/ 0 w 1885034"/>
                  <a:gd name="csY9" fmla="*/ 646331 h 646331"/>
                  <a:gd name="csX10" fmla="*/ 0 w 1885034"/>
                  <a:gd name="csY10" fmla="*/ 329629 h 646331"/>
                  <a:gd name="csX11" fmla="*/ 0 w 1885034"/>
                  <a:gd name="csY11" fmla="*/ 0 h 64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85034" h="646331" fill="none" extrusionOk="0">
                    <a:moveTo>
                      <a:pt x="0" y="0"/>
                    </a:moveTo>
                    <a:cubicBezTo>
                      <a:pt x="98488" y="-44483"/>
                      <a:pt x="335684" y="13353"/>
                      <a:pt x="452408" y="0"/>
                    </a:cubicBezTo>
                    <a:cubicBezTo>
                      <a:pt x="569132" y="-13353"/>
                      <a:pt x="692645" y="36704"/>
                      <a:pt x="923667" y="0"/>
                    </a:cubicBezTo>
                    <a:cubicBezTo>
                      <a:pt x="1154689" y="-36704"/>
                      <a:pt x="1300811" y="42925"/>
                      <a:pt x="1413776" y="0"/>
                    </a:cubicBezTo>
                    <a:cubicBezTo>
                      <a:pt x="1526741" y="-42925"/>
                      <a:pt x="1659900" y="21753"/>
                      <a:pt x="1885034" y="0"/>
                    </a:cubicBezTo>
                    <a:cubicBezTo>
                      <a:pt x="1916473" y="138098"/>
                      <a:pt x="1869457" y="172318"/>
                      <a:pt x="1885034" y="329629"/>
                    </a:cubicBezTo>
                    <a:cubicBezTo>
                      <a:pt x="1900611" y="486940"/>
                      <a:pt x="1849845" y="518547"/>
                      <a:pt x="1885034" y="646331"/>
                    </a:cubicBezTo>
                    <a:cubicBezTo>
                      <a:pt x="1770832" y="656069"/>
                      <a:pt x="1617435" y="634043"/>
                      <a:pt x="1376075" y="646331"/>
                    </a:cubicBezTo>
                    <a:cubicBezTo>
                      <a:pt x="1134715" y="658619"/>
                      <a:pt x="976508" y="611729"/>
                      <a:pt x="867116" y="646331"/>
                    </a:cubicBezTo>
                    <a:cubicBezTo>
                      <a:pt x="757724" y="680933"/>
                      <a:pt x="244653" y="628818"/>
                      <a:pt x="0" y="646331"/>
                    </a:cubicBezTo>
                    <a:cubicBezTo>
                      <a:pt x="-33952" y="494166"/>
                      <a:pt x="19450" y="412375"/>
                      <a:pt x="0" y="329629"/>
                    </a:cubicBezTo>
                    <a:cubicBezTo>
                      <a:pt x="-19450" y="246883"/>
                      <a:pt x="11518" y="109323"/>
                      <a:pt x="0" y="0"/>
                    </a:cubicBezTo>
                    <a:close/>
                  </a:path>
                  <a:path w="1885034" h="646331" stroke="0" extrusionOk="0">
                    <a:moveTo>
                      <a:pt x="0" y="0"/>
                    </a:moveTo>
                    <a:cubicBezTo>
                      <a:pt x="133910" y="-16372"/>
                      <a:pt x="342118" y="36925"/>
                      <a:pt x="452408" y="0"/>
                    </a:cubicBezTo>
                    <a:cubicBezTo>
                      <a:pt x="562698" y="-36925"/>
                      <a:pt x="739763" y="40210"/>
                      <a:pt x="867116" y="0"/>
                    </a:cubicBezTo>
                    <a:cubicBezTo>
                      <a:pt x="994469" y="-40210"/>
                      <a:pt x="1132778" y="41024"/>
                      <a:pt x="1376075" y="0"/>
                    </a:cubicBezTo>
                    <a:cubicBezTo>
                      <a:pt x="1619372" y="-41024"/>
                      <a:pt x="1734398" y="1674"/>
                      <a:pt x="1885034" y="0"/>
                    </a:cubicBezTo>
                    <a:cubicBezTo>
                      <a:pt x="1893717" y="66160"/>
                      <a:pt x="1860322" y="249942"/>
                      <a:pt x="1885034" y="316702"/>
                    </a:cubicBezTo>
                    <a:cubicBezTo>
                      <a:pt x="1909746" y="383462"/>
                      <a:pt x="1863193" y="564609"/>
                      <a:pt x="1885034" y="646331"/>
                    </a:cubicBezTo>
                    <a:cubicBezTo>
                      <a:pt x="1787015" y="661428"/>
                      <a:pt x="1553693" y="628756"/>
                      <a:pt x="1413776" y="646331"/>
                    </a:cubicBezTo>
                    <a:cubicBezTo>
                      <a:pt x="1273859" y="663906"/>
                      <a:pt x="1140171" y="591910"/>
                      <a:pt x="904816" y="646331"/>
                    </a:cubicBezTo>
                    <a:cubicBezTo>
                      <a:pt x="669461" y="700752"/>
                      <a:pt x="615273" y="641388"/>
                      <a:pt x="490109" y="646331"/>
                    </a:cubicBezTo>
                    <a:cubicBezTo>
                      <a:pt x="364945" y="651274"/>
                      <a:pt x="213892" y="590987"/>
                      <a:pt x="0" y="646331"/>
                    </a:cubicBezTo>
                    <a:cubicBezTo>
                      <a:pt x="-5824" y="570951"/>
                      <a:pt x="1433" y="401953"/>
                      <a:pt x="0" y="323166"/>
                    </a:cubicBezTo>
                    <a:cubicBezTo>
                      <a:pt x="-1433" y="244380"/>
                      <a:pt x="23279" y="115607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Remains hungry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B9D58F-8874-30A2-6AC6-98F66672B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07" y="3729229"/>
                <a:ext cx="1885034" cy="646331"/>
              </a:xfrm>
              <a:prstGeom prst="rect">
                <a:avLst/>
              </a:prstGeom>
              <a:blipFill>
                <a:blip r:embed="rId5"/>
                <a:stretch>
                  <a:fillRect t="-877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885034"/>
                          <a:gd name="csY0" fmla="*/ 0 h 646331"/>
                          <a:gd name="csX1" fmla="*/ 452408 w 1885034"/>
                          <a:gd name="csY1" fmla="*/ 0 h 646331"/>
                          <a:gd name="csX2" fmla="*/ 923667 w 1885034"/>
                          <a:gd name="csY2" fmla="*/ 0 h 646331"/>
                          <a:gd name="csX3" fmla="*/ 1413776 w 1885034"/>
                          <a:gd name="csY3" fmla="*/ 0 h 646331"/>
                          <a:gd name="csX4" fmla="*/ 1885034 w 1885034"/>
                          <a:gd name="csY4" fmla="*/ 0 h 646331"/>
                          <a:gd name="csX5" fmla="*/ 1885034 w 1885034"/>
                          <a:gd name="csY5" fmla="*/ 329629 h 646331"/>
                          <a:gd name="csX6" fmla="*/ 1885034 w 1885034"/>
                          <a:gd name="csY6" fmla="*/ 646331 h 646331"/>
                          <a:gd name="csX7" fmla="*/ 1376075 w 1885034"/>
                          <a:gd name="csY7" fmla="*/ 646331 h 646331"/>
                          <a:gd name="csX8" fmla="*/ 867116 w 1885034"/>
                          <a:gd name="csY8" fmla="*/ 646331 h 646331"/>
                          <a:gd name="csX9" fmla="*/ 0 w 1885034"/>
                          <a:gd name="csY9" fmla="*/ 646331 h 646331"/>
                          <a:gd name="csX10" fmla="*/ 0 w 1885034"/>
                          <a:gd name="csY10" fmla="*/ 329629 h 646331"/>
                          <a:gd name="csX11" fmla="*/ 0 w 1885034"/>
                          <a:gd name="csY11" fmla="*/ 0 h 646331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</a:cxnLst>
                        <a:rect l="l" t="t" r="r" b="b"/>
                        <a:pathLst>
                          <a:path w="1885034" h="646331" fill="none" extrusionOk="0">
                            <a:moveTo>
                              <a:pt x="0" y="0"/>
                            </a:moveTo>
                            <a:cubicBezTo>
                              <a:pt x="98488" y="-44483"/>
                              <a:pt x="335684" y="13353"/>
                              <a:pt x="452408" y="0"/>
                            </a:cubicBezTo>
                            <a:cubicBezTo>
                              <a:pt x="569132" y="-13353"/>
                              <a:pt x="692645" y="36704"/>
                              <a:pt x="923667" y="0"/>
                            </a:cubicBezTo>
                            <a:cubicBezTo>
                              <a:pt x="1154689" y="-36704"/>
                              <a:pt x="1300811" y="42925"/>
                              <a:pt x="1413776" y="0"/>
                            </a:cubicBezTo>
                            <a:cubicBezTo>
                              <a:pt x="1526741" y="-42925"/>
                              <a:pt x="1659900" y="21753"/>
                              <a:pt x="1885034" y="0"/>
                            </a:cubicBezTo>
                            <a:cubicBezTo>
                              <a:pt x="1916473" y="138098"/>
                              <a:pt x="1869457" y="172318"/>
                              <a:pt x="1885034" y="329629"/>
                            </a:cubicBezTo>
                            <a:cubicBezTo>
                              <a:pt x="1900611" y="486940"/>
                              <a:pt x="1849845" y="518547"/>
                              <a:pt x="1885034" y="646331"/>
                            </a:cubicBezTo>
                            <a:cubicBezTo>
                              <a:pt x="1770832" y="656069"/>
                              <a:pt x="1617435" y="634043"/>
                              <a:pt x="1376075" y="646331"/>
                            </a:cubicBezTo>
                            <a:cubicBezTo>
                              <a:pt x="1134715" y="658619"/>
                              <a:pt x="976508" y="611729"/>
                              <a:pt x="867116" y="646331"/>
                            </a:cubicBezTo>
                            <a:cubicBezTo>
                              <a:pt x="757724" y="680933"/>
                              <a:pt x="244653" y="628818"/>
                              <a:pt x="0" y="646331"/>
                            </a:cubicBezTo>
                            <a:cubicBezTo>
                              <a:pt x="-33952" y="494166"/>
                              <a:pt x="19450" y="412375"/>
                              <a:pt x="0" y="329629"/>
                            </a:cubicBezTo>
                            <a:cubicBezTo>
                              <a:pt x="-19450" y="246883"/>
                              <a:pt x="11518" y="109323"/>
                              <a:pt x="0" y="0"/>
                            </a:cubicBezTo>
                            <a:close/>
                          </a:path>
                          <a:path w="1885034" h="646331" stroke="0" extrusionOk="0">
                            <a:moveTo>
                              <a:pt x="0" y="0"/>
                            </a:moveTo>
                            <a:cubicBezTo>
                              <a:pt x="133910" y="-16372"/>
                              <a:pt x="342118" y="36925"/>
                              <a:pt x="452408" y="0"/>
                            </a:cubicBezTo>
                            <a:cubicBezTo>
                              <a:pt x="562698" y="-36925"/>
                              <a:pt x="739763" y="40210"/>
                              <a:pt x="867116" y="0"/>
                            </a:cubicBezTo>
                            <a:cubicBezTo>
                              <a:pt x="994469" y="-40210"/>
                              <a:pt x="1132778" y="41024"/>
                              <a:pt x="1376075" y="0"/>
                            </a:cubicBezTo>
                            <a:cubicBezTo>
                              <a:pt x="1619372" y="-41024"/>
                              <a:pt x="1734398" y="1674"/>
                              <a:pt x="1885034" y="0"/>
                            </a:cubicBezTo>
                            <a:cubicBezTo>
                              <a:pt x="1893717" y="66160"/>
                              <a:pt x="1860322" y="249942"/>
                              <a:pt x="1885034" y="316702"/>
                            </a:cubicBezTo>
                            <a:cubicBezTo>
                              <a:pt x="1909746" y="383462"/>
                              <a:pt x="1863193" y="564609"/>
                              <a:pt x="1885034" y="646331"/>
                            </a:cubicBezTo>
                            <a:cubicBezTo>
                              <a:pt x="1787015" y="661428"/>
                              <a:pt x="1553693" y="628756"/>
                              <a:pt x="1413776" y="646331"/>
                            </a:cubicBezTo>
                            <a:cubicBezTo>
                              <a:pt x="1273859" y="663906"/>
                              <a:pt x="1140171" y="591910"/>
                              <a:pt x="904816" y="646331"/>
                            </a:cubicBezTo>
                            <a:cubicBezTo>
                              <a:pt x="669461" y="700752"/>
                              <a:pt x="615273" y="641388"/>
                              <a:pt x="490109" y="646331"/>
                            </a:cubicBezTo>
                            <a:cubicBezTo>
                              <a:pt x="364945" y="651274"/>
                              <a:pt x="213892" y="590987"/>
                              <a:pt x="0" y="646331"/>
                            </a:cubicBezTo>
                            <a:cubicBezTo>
                              <a:pt x="-5824" y="570951"/>
                              <a:pt x="1433" y="401953"/>
                              <a:pt x="0" y="323166"/>
                            </a:cubicBezTo>
                            <a:cubicBezTo>
                              <a:pt x="-1433" y="244380"/>
                              <a:pt x="23279" y="115607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C4CCA5-BC56-B467-C3CB-48133CE3FF78}"/>
                  </a:ext>
                </a:extLst>
              </p:cNvPr>
              <p:cNvSpPr txBox="1"/>
              <p:nvPr/>
            </p:nvSpPr>
            <p:spPr>
              <a:xfrm>
                <a:off x="8383680" y="3733564"/>
                <a:ext cx="2833801" cy="923330"/>
              </a:xfrm>
              <a:custGeom>
                <a:avLst/>
                <a:gdLst>
                  <a:gd name="csX0" fmla="*/ 0 w 2833801"/>
                  <a:gd name="csY0" fmla="*/ 0 h 923330"/>
                  <a:gd name="csX1" fmla="*/ 538422 w 2833801"/>
                  <a:gd name="csY1" fmla="*/ 0 h 923330"/>
                  <a:gd name="csX2" fmla="*/ 1020168 w 2833801"/>
                  <a:gd name="csY2" fmla="*/ 0 h 923330"/>
                  <a:gd name="csX3" fmla="*/ 1615267 w 2833801"/>
                  <a:gd name="csY3" fmla="*/ 0 h 923330"/>
                  <a:gd name="csX4" fmla="*/ 2097013 w 2833801"/>
                  <a:gd name="csY4" fmla="*/ 0 h 923330"/>
                  <a:gd name="csX5" fmla="*/ 2833801 w 2833801"/>
                  <a:gd name="csY5" fmla="*/ 0 h 923330"/>
                  <a:gd name="csX6" fmla="*/ 2833801 w 2833801"/>
                  <a:gd name="csY6" fmla="*/ 461665 h 923330"/>
                  <a:gd name="csX7" fmla="*/ 2833801 w 2833801"/>
                  <a:gd name="csY7" fmla="*/ 923330 h 923330"/>
                  <a:gd name="csX8" fmla="*/ 2210365 w 2833801"/>
                  <a:gd name="csY8" fmla="*/ 923330 h 923330"/>
                  <a:gd name="csX9" fmla="*/ 1700281 w 2833801"/>
                  <a:gd name="csY9" fmla="*/ 923330 h 923330"/>
                  <a:gd name="csX10" fmla="*/ 1133520 w 2833801"/>
                  <a:gd name="csY10" fmla="*/ 923330 h 923330"/>
                  <a:gd name="csX11" fmla="*/ 510084 w 2833801"/>
                  <a:gd name="csY11" fmla="*/ 923330 h 923330"/>
                  <a:gd name="csX12" fmla="*/ 0 w 2833801"/>
                  <a:gd name="csY12" fmla="*/ 923330 h 923330"/>
                  <a:gd name="csX13" fmla="*/ 0 w 2833801"/>
                  <a:gd name="csY13" fmla="*/ 470898 h 923330"/>
                  <a:gd name="csX14" fmla="*/ 0 w 2833801"/>
                  <a:gd name="csY14" fmla="*/ 0 h 9233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833801" h="923330" fill="none" extrusionOk="0">
                    <a:moveTo>
                      <a:pt x="0" y="0"/>
                    </a:moveTo>
                    <a:cubicBezTo>
                      <a:pt x="154978" y="-20895"/>
                      <a:pt x="350329" y="16829"/>
                      <a:pt x="538422" y="0"/>
                    </a:cubicBezTo>
                    <a:cubicBezTo>
                      <a:pt x="726515" y="-16829"/>
                      <a:pt x="789682" y="24975"/>
                      <a:pt x="1020168" y="0"/>
                    </a:cubicBezTo>
                    <a:cubicBezTo>
                      <a:pt x="1250654" y="-24975"/>
                      <a:pt x="1325332" y="4668"/>
                      <a:pt x="1615267" y="0"/>
                    </a:cubicBezTo>
                    <a:cubicBezTo>
                      <a:pt x="1905202" y="-4668"/>
                      <a:pt x="1866958" y="12292"/>
                      <a:pt x="2097013" y="0"/>
                    </a:cubicBezTo>
                    <a:cubicBezTo>
                      <a:pt x="2327068" y="-12292"/>
                      <a:pt x="2567701" y="81343"/>
                      <a:pt x="2833801" y="0"/>
                    </a:cubicBezTo>
                    <a:cubicBezTo>
                      <a:pt x="2856997" y="209190"/>
                      <a:pt x="2831151" y="333913"/>
                      <a:pt x="2833801" y="461665"/>
                    </a:cubicBezTo>
                    <a:cubicBezTo>
                      <a:pt x="2836451" y="589417"/>
                      <a:pt x="2827312" y="766516"/>
                      <a:pt x="2833801" y="923330"/>
                    </a:cubicBezTo>
                    <a:cubicBezTo>
                      <a:pt x="2624312" y="931675"/>
                      <a:pt x="2463584" y="865649"/>
                      <a:pt x="2210365" y="923330"/>
                    </a:cubicBezTo>
                    <a:cubicBezTo>
                      <a:pt x="1957146" y="981011"/>
                      <a:pt x="1813035" y="914382"/>
                      <a:pt x="1700281" y="923330"/>
                    </a:cubicBezTo>
                    <a:cubicBezTo>
                      <a:pt x="1587527" y="932278"/>
                      <a:pt x="1409629" y="917679"/>
                      <a:pt x="1133520" y="923330"/>
                    </a:cubicBezTo>
                    <a:cubicBezTo>
                      <a:pt x="857411" y="928981"/>
                      <a:pt x="686706" y="862811"/>
                      <a:pt x="510084" y="923330"/>
                    </a:cubicBezTo>
                    <a:cubicBezTo>
                      <a:pt x="333462" y="983849"/>
                      <a:pt x="119678" y="886625"/>
                      <a:pt x="0" y="923330"/>
                    </a:cubicBezTo>
                    <a:cubicBezTo>
                      <a:pt x="-8226" y="831763"/>
                      <a:pt x="32786" y="614727"/>
                      <a:pt x="0" y="470898"/>
                    </a:cubicBezTo>
                    <a:cubicBezTo>
                      <a:pt x="-32786" y="327069"/>
                      <a:pt x="962" y="202399"/>
                      <a:pt x="0" y="0"/>
                    </a:cubicBezTo>
                    <a:close/>
                  </a:path>
                  <a:path w="2833801" h="923330" stroke="0" extrusionOk="0">
                    <a:moveTo>
                      <a:pt x="0" y="0"/>
                    </a:moveTo>
                    <a:cubicBezTo>
                      <a:pt x="198059" y="-605"/>
                      <a:pt x="329147" y="45955"/>
                      <a:pt x="481746" y="0"/>
                    </a:cubicBezTo>
                    <a:cubicBezTo>
                      <a:pt x="634345" y="-45955"/>
                      <a:pt x="865575" y="27350"/>
                      <a:pt x="963492" y="0"/>
                    </a:cubicBezTo>
                    <a:cubicBezTo>
                      <a:pt x="1061409" y="-27350"/>
                      <a:pt x="1306102" y="53673"/>
                      <a:pt x="1501915" y="0"/>
                    </a:cubicBezTo>
                    <a:cubicBezTo>
                      <a:pt x="1697728" y="-53673"/>
                      <a:pt x="1834128" y="27989"/>
                      <a:pt x="2011999" y="0"/>
                    </a:cubicBezTo>
                    <a:cubicBezTo>
                      <a:pt x="2189870" y="-27989"/>
                      <a:pt x="2489177" y="5761"/>
                      <a:pt x="2833801" y="0"/>
                    </a:cubicBezTo>
                    <a:cubicBezTo>
                      <a:pt x="2862178" y="164826"/>
                      <a:pt x="2816798" y="305465"/>
                      <a:pt x="2833801" y="433965"/>
                    </a:cubicBezTo>
                    <a:cubicBezTo>
                      <a:pt x="2850804" y="562466"/>
                      <a:pt x="2780976" y="728746"/>
                      <a:pt x="2833801" y="923330"/>
                    </a:cubicBezTo>
                    <a:cubicBezTo>
                      <a:pt x="2724445" y="932872"/>
                      <a:pt x="2498246" y="889570"/>
                      <a:pt x="2295379" y="923330"/>
                    </a:cubicBezTo>
                    <a:cubicBezTo>
                      <a:pt x="2092512" y="957090"/>
                      <a:pt x="1878085" y="875636"/>
                      <a:pt x="1756957" y="923330"/>
                    </a:cubicBezTo>
                    <a:cubicBezTo>
                      <a:pt x="1635829" y="971024"/>
                      <a:pt x="1272722" y="852944"/>
                      <a:pt x="1133520" y="923330"/>
                    </a:cubicBezTo>
                    <a:cubicBezTo>
                      <a:pt x="994318" y="993716"/>
                      <a:pt x="738270" y="880595"/>
                      <a:pt x="538422" y="923330"/>
                    </a:cubicBezTo>
                    <a:cubicBezTo>
                      <a:pt x="338574" y="966065"/>
                      <a:pt x="117167" y="912763"/>
                      <a:pt x="0" y="923330"/>
                    </a:cubicBezTo>
                    <a:cubicBezTo>
                      <a:pt x="-19300" y="714283"/>
                      <a:pt x="54498" y="644051"/>
                      <a:pt x="0" y="443198"/>
                    </a:cubicBezTo>
                    <a:cubicBezTo>
                      <a:pt x="-54498" y="242345"/>
                      <a:pt x="29615" y="182536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Satisfies hunger.</a:t>
                </a:r>
              </a:p>
              <a:p>
                <a:pPr algn="ctr"/>
                <a:r>
                  <a:rPr lang="en-IN" dirty="0"/>
                  <a:t>Sleeps, but survives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=+10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C4CCA5-BC56-B467-C3CB-48133CE3F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80" y="3733564"/>
                <a:ext cx="283380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custGeom>
                        <a:avLst/>
                        <a:gdLst>
                          <a:gd name="csX0" fmla="*/ 0 w 2833801"/>
                          <a:gd name="csY0" fmla="*/ 0 h 923330"/>
                          <a:gd name="csX1" fmla="*/ 538422 w 2833801"/>
                          <a:gd name="csY1" fmla="*/ 0 h 923330"/>
                          <a:gd name="csX2" fmla="*/ 1020168 w 2833801"/>
                          <a:gd name="csY2" fmla="*/ 0 h 923330"/>
                          <a:gd name="csX3" fmla="*/ 1615267 w 2833801"/>
                          <a:gd name="csY3" fmla="*/ 0 h 923330"/>
                          <a:gd name="csX4" fmla="*/ 2097013 w 2833801"/>
                          <a:gd name="csY4" fmla="*/ 0 h 923330"/>
                          <a:gd name="csX5" fmla="*/ 2833801 w 2833801"/>
                          <a:gd name="csY5" fmla="*/ 0 h 923330"/>
                          <a:gd name="csX6" fmla="*/ 2833801 w 2833801"/>
                          <a:gd name="csY6" fmla="*/ 461665 h 923330"/>
                          <a:gd name="csX7" fmla="*/ 2833801 w 2833801"/>
                          <a:gd name="csY7" fmla="*/ 923330 h 923330"/>
                          <a:gd name="csX8" fmla="*/ 2210365 w 2833801"/>
                          <a:gd name="csY8" fmla="*/ 923330 h 923330"/>
                          <a:gd name="csX9" fmla="*/ 1700281 w 2833801"/>
                          <a:gd name="csY9" fmla="*/ 923330 h 923330"/>
                          <a:gd name="csX10" fmla="*/ 1133520 w 2833801"/>
                          <a:gd name="csY10" fmla="*/ 923330 h 923330"/>
                          <a:gd name="csX11" fmla="*/ 510084 w 2833801"/>
                          <a:gd name="csY11" fmla="*/ 923330 h 923330"/>
                          <a:gd name="csX12" fmla="*/ 0 w 2833801"/>
                          <a:gd name="csY12" fmla="*/ 923330 h 923330"/>
                          <a:gd name="csX13" fmla="*/ 0 w 2833801"/>
                          <a:gd name="csY13" fmla="*/ 470898 h 923330"/>
                          <a:gd name="csX14" fmla="*/ 0 w 2833801"/>
                          <a:gd name="csY14" fmla="*/ 0 h 92333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2833801" h="923330" fill="none" extrusionOk="0">
                            <a:moveTo>
                              <a:pt x="0" y="0"/>
                            </a:moveTo>
                            <a:cubicBezTo>
                              <a:pt x="154978" y="-20895"/>
                              <a:pt x="350329" y="16829"/>
                              <a:pt x="538422" y="0"/>
                            </a:cubicBezTo>
                            <a:cubicBezTo>
                              <a:pt x="726515" y="-16829"/>
                              <a:pt x="789682" y="24975"/>
                              <a:pt x="1020168" y="0"/>
                            </a:cubicBezTo>
                            <a:cubicBezTo>
                              <a:pt x="1250654" y="-24975"/>
                              <a:pt x="1325332" y="4668"/>
                              <a:pt x="1615267" y="0"/>
                            </a:cubicBezTo>
                            <a:cubicBezTo>
                              <a:pt x="1905202" y="-4668"/>
                              <a:pt x="1866958" y="12292"/>
                              <a:pt x="2097013" y="0"/>
                            </a:cubicBezTo>
                            <a:cubicBezTo>
                              <a:pt x="2327068" y="-12292"/>
                              <a:pt x="2567701" y="81343"/>
                              <a:pt x="2833801" y="0"/>
                            </a:cubicBezTo>
                            <a:cubicBezTo>
                              <a:pt x="2856997" y="209190"/>
                              <a:pt x="2831151" y="333913"/>
                              <a:pt x="2833801" y="461665"/>
                            </a:cubicBezTo>
                            <a:cubicBezTo>
                              <a:pt x="2836451" y="589417"/>
                              <a:pt x="2827312" y="766516"/>
                              <a:pt x="2833801" y="923330"/>
                            </a:cubicBezTo>
                            <a:cubicBezTo>
                              <a:pt x="2624312" y="931675"/>
                              <a:pt x="2463584" y="865649"/>
                              <a:pt x="2210365" y="923330"/>
                            </a:cubicBezTo>
                            <a:cubicBezTo>
                              <a:pt x="1957146" y="981011"/>
                              <a:pt x="1813035" y="914382"/>
                              <a:pt x="1700281" y="923330"/>
                            </a:cubicBezTo>
                            <a:cubicBezTo>
                              <a:pt x="1587527" y="932278"/>
                              <a:pt x="1409629" y="917679"/>
                              <a:pt x="1133520" y="923330"/>
                            </a:cubicBezTo>
                            <a:cubicBezTo>
                              <a:pt x="857411" y="928981"/>
                              <a:pt x="686706" y="862811"/>
                              <a:pt x="510084" y="923330"/>
                            </a:cubicBezTo>
                            <a:cubicBezTo>
                              <a:pt x="333462" y="983849"/>
                              <a:pt x="119678" y="886625"/>
                              <a:pt x="0" y="923330"/>
                            </a:cubicBezTo>
                            <a:cubicBezTo>
                              <a:pt x="-8226" y="831763"/>
                              <a:pt x="32786" y="614727"/>
                              <a:pt x="0" y="470898"/>
                            </a:cubicBezTo>
                            <a:cubicBezTo>
                              <a:pt x="-32786" y="327069"/>
                              <a:pt x="962" y="202399"/>
                              <a:pt x="0" y="0"/>
                            </a:cubicBezTo>
                            <a:close/>
                          </a:path>
                          <a:path w="2833801" h="923330" stroke="0" extrusionOk="0">
                            <a:moveTo>
                              <a:pt x="0" y="0"/>
                            </a:moveTo>
                            <a:cubicBezTo>
                              <a:pt x="198059" y="-605"/>
                              <a:pt x="329147" y="45955"/>
                              <a:pt x="481746" y="0"/>
                            </a:cubicBezTo>
                            <a:cubicBezTo>
                              <a:pt x="634345" y="-45955"/>
                              <a:pt x="865575" y="27350"/>
                              <a:pt x="963492" y="0"/>
                            </a:cubicBezTo>
                            <a:cubicBezTo>
                              <a:pt x="1061409" y="-27350"/>
                              <a:pt x="1306102" y="53673"/>
                              <a:pt x="1501915" y="0"/>
                            </a:cubicBezTo>
                            <a:cubicBezTo>
                              <a:pt x="1697728" y="-53673"/>
                              <a:pt x="1834128" y="27989"/>
                              <a:pt x="2011999" y="0"/>
                            </a:cubicBezTo>
                            <a:cubicBezTo>
                              <a:pt x="2189870" y="-27989"/>
                              <a:pt x="2489177" y="5761"/>
                              <a:pt x="2833801" y="0"/>
                            </a:cubicBezTo>
                            <a:cubicBezTo>
                              <a:pt x="2862178" y="164826"/>
                              <a:pt x="2816798" y="305465"/>
                              <a:pt x="2833801" y="433965"/>
                            </a:cubicBezTo>
                            <a:cubicBezTo>
                              <a:pt x="2850804" y="562466"/>
                              <a:pt x="2780976" y="728746"/>
                              <a:pt x="2833801" y="923330"/>
                            </a:cubicBezTo>
                            <a:cubicBezTo>
                              <a:pt x="2724445" y="932872"/>
                              <a:pt x="2498246" y="889570"/>
                              <a:pt x="2295379" y="923330"/>
                            </a:cubicBezTo>
                            <a:cubicBezTo>
                              <a:pt x="2092512" y="957090"/>
                              <a:pt x="1878085" y="875636"/>
                              <a:pt x="1756957" y="923330"/>
                            </a:cubicBezTo>
                            <a:cubicBezTo>
                              <a:pt x="1635829" y="971024"/>
                              <a:pt x="1272722" y="852944"/>
                              <a:pt x="1133520" y="923330"/>
                            </a:cubicBezTo>
                            <a:cubicBezTo>
                              <a:pt x="994318" y="993716"/>
                              <a:pt x="738270" y="880595"/>
                              <a:pt x="538422" y="923330"/>
                            </a:cubicBezTo>
                            <a:cubicBezTo>
                              <a:pt x="338574" y="966065"/>
                              <a:pt x="117167" y="912763"/>
                              <a:pt x="0" y="923330"/>
                            </a:cubicBezTo>
                            <a:cubicBezTo>
                              <a:pt x="-19300" y="714283"/>
                              <a:pt x="54498" y="644051"/>
                              <a:pt x="0" y="443198"/>
                            </a:cubicBezTo>
                            <a:cubicBezTo>
                              <a:pt x="-54498" y="242345"/>
                              <a:pt x="29615" y="18253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Badge Tick1 outline">
            <a:extLst>
              <a:ext uri="{FF2B5EF4-FFF2-40B4-BE49-F238E27FC236}">
                <a16:creationId xmlns:a16="http://schemas.microsoft.com/office/drawing/2014/main" id="{A87E62B1-7084-493C-AD01-54585CD0EC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932" y="2895836"/>
            <a:ext cx="457200" cy="457200"/>
          </a:xfrm>
          <a:prstGeom prst="rect">
            <a:avLst/>
          </a:prstGeom>
        </p:spPr>
      </p:pic>
      <p:pic>
        <p:nvPicPr>
          <p:cNvPr id="21" name="Graphic 20" descr="Badge Cross outline">
            <a:extLst>
              <a:ext uri="{FF2B5EF4-FFF2-40B4-BE49-F238E27FC236}">
                <a16:creationId xmlns:a16="http://schemas.microsoft.com/office/drawing/2014/main" id="{03D00CB0-6FC5-CA8C-97D3-080571521B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2837" y="2352038"/>
            <a:ext cx="457200" cy="457200"/>
          </a:xfrm>
          <a:prstGeom prst="rect">
            <a:avLst/>
          </a:prstGeom>
        </p:spPr>
      </p:pic>
      <p:pic>
        <p:nvPicPr>
          <p:cNvPr id="34" name="Picture 33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31A52D37-3131-8FEE-138E-1925A5BCF9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10" y="1773049"/>
            <a:ext cx="613765" cy="1015200"/>
          </a:xfrm>
          <a:prstGeom prst="rect">
            <a:avLst/>
          </a:prstGeom>
        </p:spPr>
      </p:pic>
      <p:pic>
        <p:nvPicPr>
          <p:cNvPr id="35" name="Picture 34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1767E7B6-3755-0C88-D3BA-197F364EB5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04674">
            <a:off x="7546767" y="2037354"/>
            <a:ext cx="613765" cy="101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4F441F6-A1C8-789F-1EA4-141FBB25B510}"/>
                  </a:ext>
                </a:extLst>
              </p:cNvPr>
              <p:cNvSpPr txBox="1"/>
              <p:nvPr/>
            </p:nvSpPr>
            <p:spPr>
              <a:xfrm>
                <a:off x="2238903" y="5180627"/>
                <a:ext cx="7009592" cy="369332"/>
              </a:xfrm>
              <a:custGeom>
                <a:avLst/>
                <a:gdLst>
                  <a:gd name="csX0" fmla="*/ 0 w 7009592"/>
                  <a:gd name="csY0" fmla="*/ 0 h 369332"/>
                  <a:gd name="csX1" fmla="*/ 373845 w 7009592"/>
                  <a:gd name="csY1" fmla="*/ 0 h 369332"/>
                  <a:gd name="csX2" fmla="*/ 1028073 w 7009592"/>
                  <a:gd name="csY2" fmla="*/ 0 h 369332"/>
                  <a:gd name="csX3" fmla="*/ 1401918 w 7009592"/>
                  <a:gd name="csY3" fmla="*/ 0 h 369332"/>
                  <a:gd name="csX4" fmla="*/ 1915955 w 7009592"/>
                  <a:gd name="csY4" fmla="*/ 0 h 369332"/>
                  <a:gd name="csX5" fmla="*/ 2640280 w 7009592"/>
                  <a:gd name="csY5" fmla="*/ 0 h 369332"/>
                  <a:gd name="csX6" fmla="*/ 3224412 w 7009592"/>
                  <a:gd name="csY6" fmla="*/ 0 h 369332"/>
                  <a:gd name="csX7" fmla="*/ 3878641 w 7009592"/>
                  <a:gd name="csY7" fmla="*/ 0 h 369332"/>
                  <a:gd name="csX8" fmla="*/ 4392678 w 7009592"/>
                  <a:gd name="csY8" fmla="*/ 0 h 369332"/>
                  <a:gd name="csX9" fmla="*/ 4976810 w 7009592"/>
                  <a:gd name="csY9" fmla="*/ 0 h 369332"/>
                  <a:gd name="csX10" fmla="*/ 5701135 w 7009592"/>
                  <a:gd name="csY10" fmla="*/ 0 h 369332"/>
                  <a:gd name="csX11" fmla="*/ 6145076 w 7009592"/>
                  <a:gd name="csY11" fmla="*/ 0 h 369332"/>
                  <a:gd name="csX12" fmla="*/ 7009592 w 7009592"/>
                  <a:gd name="csY12" fmla="*/ 0 h 369332"/>
                  <a:gd name="csX13" fmla="*/ 7009592 w 7009592"/>
                  <a:gd name="csY13" fmla="*/ 369332 h 369332"/>
                  <a:gd name="csX14" fmla="*/ 6495555 w 7009592"/>
                  <a:gd name="csY14" fmla="*/ 369332 h 369332"/>
                  <a:gd name="csX15" fmla="*/ 6121710 w 7009592"/>
                  <a:gd name="csY15" fmla="*/ 369332 h 369332"/>
                  <a:gd name="csX16" fmla="*/ 5537578 w 7009592"/>
                  <a:gd name="csY16" fmla="*/ 369332 h 369332"/>
                  <a:gd name="csX17" fmla="*/ 5093637 w 7009592"/>
                  <a:gd name="csY17" fmla="*/ 369332 h 369332"/>
                  <a:gd name="csX18" fmla="*/ 4509504 w 7009592"/>
                  <a:gd name="csY18" fmla="*/ 369332 h 369332"/>
                  <a:gd name="csX19" fmla="*/ 3925372 w 7009592"/>
                  <a:gd name="csY19" fmla="*/ 369332 h 369332"/>
                  <a:gd name="csX20" fmla="*/ 3341239 w 7009592"/>
                  <a:gd name="csY20" fmla="*/ 369332 h 369332"/>
                  <a:gd name="csX21" fmla="*/ 2757106 w 7009592"/>
                  <a:gd name="csY21" fmla="*/ 369332 h 369332"/>
                  <a:gd name="csX22" fmla="*/ 2243069 w 7009592"/>
                  <a:gd name="csY22" fmla="*/ 369332 h 369332"/>
                  <a:gd name="csX23" fmla="*/ 1588841 w 7009592"/>
                  <a:gd name="csY23" fmla="*/ 369332 h 369332"/>
                  <a:gd name="csX24" fmla="*/ 1004708 w 7009592"/>
                  <a:gd name="csY24" fmla="*/ 369332 h 369332"/>
                  <a:gd name="csX25" fmla="*/ 0 w 7009592"/>
                  <a:gd name="csY25" fmla="*/ 369332 h 369332"/>
                  <a:gd name="csX26" fmla="*/ 0 w 7009592"/>
                  <a:gd name="csY2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7009592" h="369332" fill="none" extrusionOk="0">
                    <a:moveTo>
                      <a:pt x="0" y="0"/>
                    </a:moveTo>
                    <a:cubicBezTo>
                      <a:pt x="86871" y="-18308"/>
                      <a:pt x="271016" y="33048"/>
                      <a:pt x="373845" y="0"/>
                    </a:cubicBezTo>
                    <a:cubicBezTo>
                      <a:pt x="476674" y="-33048"/>
                      <a:pt x="788352" y="6461"/>
                      <a:pt x="1028073" y="0"/>
                    </a:cubicBezTo>
                    <a:cubicBezTo>
                      <a:pt x="1267794" y="-6461"/>
                      <a:pt x="1219606" y="25181"/>
                      <a:pt x="1401918" y="0"/>
                    </a:cubicBezTo>
                    <a:cubicBezTo>
                      <a:pt x="1584230" y="-25181"/>
                      <a:pt x="1702400" y="61140"/>
                      <a:pt x="1915955" y="0"/>
                    </a:cubicBezTo>
                    <a:cubicBezTo>
                      <a:pt x="2129510" y="-61140"/>
                      <a:pt x="2470156" y="63000"/>
                      <a:pt x="2640280" y="0"/>
                    </a:cubicBezTo>
                    <a:cubicBezTo>
                      <a:pt x="2810405" y="-63000"/>
                      <a:pt x="3069074" y="54863"/>
                      <a:pt x="3224412" y="0"/>
                    </a:cubicBezTo>
                    <a:cubicBezTo>
                      <a:pt x="3379750" y="-54863"/>
                      <a:pt x="3625871" y="75466"/>
                      <a:pt x="3878641" y="0"/>
                    </a:cubicBezTo>
                    <a:cubicBezTo>
                      <a:pt x="4131411" y="-75466"/>
                      <a:pt x="4244711" y="13108"/>
                      <a:pt x="4392678" y="0"/>
                    </a:cubicBezTo>
                    <a:cubicBezTo>
                      <a:pt x="4540645" y="-13108"/>
                      <a:pt x="4730436" y="34384"/>
                      <a:pt x="4976810" y="0"/>
                    </a:cubicBezTo>
                    <a:cubicBezTo>
                      <a:pt x="5223184" y="-34384"/>
                      <a:pt x="5458887" y="49183"/>
                      <a:pt x="5701135" y="0"/>
                    </a:cubicBezTo>
                    <a:cubicBezTo>
                      <a:pt x="5943383" y="-49183"/>
                      <a:pt x="5941438" y="47457"/>
                      <a:pt x="6145076" y="0"/>
                    </a:cubicBezTo>
                    <a:cubicBezTo>
                      <a:pt x="6348714" y="-47457"/>
                      <a:pt x="6653850" y="97066"/>
                      <a:pt x="7009592" y="0"/>
                    </a:cubicBezTo>
                    <a:cubicBezTo>
                      <a:pt x="7009666" y="139499"/>
                      <a:pt x="6994597" y="270034"/>
                      <a:pt x="7009592" y="369332"/>
                    </a:cubicBezTo>
                    <a:cubicBezTo>
                      <a:pt x="6877024" y="406731"/>
                      <a:pt x="6726518" y="315612"/>
                      <a:pt x="6495555" y="369332"/>
                    </a:cubicBezTo>
                    <a:cubicBezTo>
                      <a:pt x="6264592" y="423052"/>
                      <a:pt x="6299321" y="345046"/>
                      <a:pt x="6121710" y="369332"/>
                    </a:cubicBezTo>
                    <a:cubicBezTo>
                      <a:pt x="5944099" y="393618"/>
                      <a:pt x="5777038" y="354502"/>
                      <a:pt x="5537578" y="369332"/>
                    </a:cubicBezTo>
                    <a:cubicBezTo>
                      <a:pt x="5298118" y="384162"/>
                      <a:pt x="5204608" y="333629"/>
                      <a:pt x="5093637" y="369332"/>
                    </a:cubicBezTo>
                    <a:cubicBezTo>
                      <a:pt x="4982666" y="405035"/>
                      <a:pt x="4676539" y="356981"/>
                      <a:pt x="4509504" y="369332"/>
                    </a:cubicBezTo>
                    <a:cubicBezTo>
                      <a:pt x="4342469" y="381683"/>
                      <a:pt x="4175055" y="352089"/>
                      <a:pt x="3925372" y="369332"/>
                    </a:cubicBezTo>
                    <a:cubicBezTo>
                      <a:pt x="3675689" y="386575"/>
                      <a:pt x="3500923" y="343960"/>
                      <a:pt x="3341239" y="369332"/>
                    </a:cubicBezTo>
                    <a:cubicBezTo>
                      <a:pt x="3181555" y="394704"/>
                      <a:pt x="3019153" y="349039"/>
                      <a:pt x="2757106" y="369332"/>
                    </a:cubicBezTo>
                    <a:cubicBezTo>
                      <a:pt x="2495059" y="389625"/>
                      <a:pt x="2408366" y="312655"/>
                      <a:pt x="2243069" y="369332"/>
                    </a:cubicBezTo>
                    <a:cubicBezTo>
                      <a:pt x="2077772" y="426009"/>
                      <a:pt x="1829145" y="307355"/>
                      <a:pt x="1588841" y="369332"/>
                    </a:cubicBezTo>
                    <a:cubicBezTo>
                      <a:pt x="1348537" y="431309"/>
                      <a:pt x="1192741" y="299250"/>
                      <a:pt x="1004708" y="369332"/>
                    </a:cubicBezTo>
                    <a:cubicBezTo>
                      <a:pt x="816675" y="439414"/>
                      <a:pt x="419175" y="368760"/>
                      <a:pt x="0" y="369332"/>
                    </a:cubicBezTo>
                    <a:cubicBezTo>
                      <a:pt x="-27788" y="236673"/>
                      <a:pt x="4553" y="163225"/>
                      <a:pt x="0" y="0"/>
                    </a:cubicBezTo>
                    <a:close/>
                  </a:path>
                  <a:path w="7009592" h="369332" stroke="0" extrusionOk="0">
                    <a:moveTo>
                      <a:pt x="0" y="0"/>
                    </a:moveTo>
                    <a:cubicBezTo>
                      <a:pt x="121351" y="-15262"/>
                      <a:pt x="301253" y="8428"/>
                      <a:pt x="514037" y="0"/>
                    </a:cubicBezTo>
                    <a:cubicBezTo>
                      <a:pt x="726821" y="-8428"/>
                      <a:pt x="787227" y="33280"/>
                      <a:pt x="887882" y="0"/>
                    </a:cubicBezTo>
                    <a:cubicBezTo>
                      <a:pt x="988537" y="-33280"/>
                      <a:pt x="1316923" y="82806"/>
                      <a:pt x="1612206" y="0"/>
                    </a:cubicBezTo>
                    <a:cubicBezTo>
                      <a:pt x="1907489" y="-82806"/>
                      <a:pt x="1991787" y="18405"/>
                      <a:pt x="2126243" y="0"/>
                    </a:cubicBezTo>
                    <a:cubicBezTo>
                      <a:pt x="2260699" y="-18405"/>
                      <a:pt x="2414043" y="6713"/>
                      <a:pt x="2640280" y="0"/>
                    </a:cubicBezTo>
                    <a:cubicBezTo>
                      <a:pt x="2866517" y="-6713"/>
                      <a:pt x="3087155" y="40394"/>
                      <a:pt x="3364604" y="0"/>
                    </a:cubicBezTo>
                    <a:cubicBezTo>
                      <a:pt x="3642053" y="-40394"/>
                      <a:pt x="3685800" y="45069"/>
                      <a:pt x="3808545" y="0"/>
                    </a:cubicBezTo>
                    <a:cubicBezTo>
                      <a:pt x="3931290" y="-45069"/>
                      <a:pt x="4325853" y="76950"/>
                      <a:pt x="4532869" y="0"/>
                    </a:cubicBezTo>
                    <a:cubicBezTo>
                      <a:pt x="4739885" y="-76950"/>
                      <a:pt x="4915458" y="21445"/>
                      <a:pt x="5257194" y="0"/>
                    </a:cubicBezTo>
                    <a:cubicBezTo>
                      <a:pt x="5598931" y="-21445"/>
                      <a:pt x="5571727" y="14559"/>
                      <a:pt x="5841327" y="0"/>
                    </a:cubicBezTo>
                    <a:cubicBezTo>
                      <a:pt x="6110927" y="-14559"/>
                      <a:pt x="6472159" y="40440"/>
                      <a:pt x="7009592" y="0"/>
                    </a:cubicBezTo>
                    <a:cubicBezTo>
                      <a:pt x="7032683" y="82749"/>
                      <a:pt x="6998333" y="217141"/>
                      <a:pt x="7009592" y="369332"/>
                    </a:cubicBezTo>
                    <a:cubicBezTo>
                      <a:pt x="6854627" y="394712"/>
                      <a:pt x="6805813" y="357192"/>
                      <a:pt x="6635747" y="369332"/>
                    </a:cubicBezTo>
                    <a:cubicBezTo>
                      <a:pt x="6465682" y="381472"/>
                      <a:pt x="6110431" y="334141"/>
                      <a:pt x="5911423" y="369332"/>
                    </a:cubicBezTo>
                    <a:cubicBezTo>
                      <a:pt x="5712415" y="404523"/>
                      <a:pt x="5673321" y="359026"/>
                      <a:pt x="5467482" y="369332"/>
                    </a:cubicBezTo>
                    <a:cubicBezTo>
                      <a:pt x="5261643" y="379638"/>
                      <a:pt x="5118363" y="336738"/>
                      <a:pt x="4883349" y="369332"/>
                    </a:cubicBezTo>
                    <a:cubicBezTo>
                      <a:pt x="4648335" y="401926"/>
                      <a:pt x="4510451" y="325558"/>
                      <a:pt x="4159025" y="369332"/>
                    </a:cubicBezTo>
                    <a:cubicBezTo>
                      <a:pt x="3807599" y="413106"/>
                      <a:pt x="3757526" y="328243"/>
                      <a:pt x="3574892" y="369332"/>
                    </a:cubicBezTo>
                    <a:cubicBezTo>
                      <a:pt x="3392258" y="410421"/>
                      <a:pt x="3379823" y="342171"/>
                      <a:pt x="3201047" y="369332"/>
                    </a:cubicBezTo>
                    <a:cubicBezTo>
                      <a:pt x="3022271" y="396493"/>
                      <a:pt x="2897057" y="347073"/>
                      <a:pt x="2757106" y="369332"/>
                    </a:cubicBezTo>
                    <a:cubicBezTo>
                      <a:pt x="2617155" y="391591"/>
                      <a:pt x="2342465" y="297346"/>
                      <a:pt x="2032782" y="369332"/>
                    </a:cubicBezTo>
                    <a:cubicBezTo>
                      <a:pt x="1723099" y="441318"/>
                      <a:pt x="1685613" y="338572"/>
                      <a:pt x="1448649" y="369332"/>
                    </a:cubicBezTo>
                    <a:cubicBezTo>
                      <a:pt x="1211685" y="400092"/>
                      <a:pt x="1181185" y="354295"/>
                      <a:pt x="1004708" y="369332"/>
                    </a:cubicBezTo>
                    <a:cubicBezTo>
                      <a:pt x="828231" y="384369"/>
                      <a:pt x="375243" y="365759"/>
                      <a:pt x="0" y="369332"/>
                    </a:cubicBezTo>
                    <a:cubicBezTo>
                      <a:pt x="-18115" y="195134"/>
                      <a:pt x="43045" y="81008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Cannibal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IN" dirty="0"/>
                  <a:t> will eat Mr. Snack, if given the option.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4F441F6-A1C8-789F-1EA4-141FBB25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903" y="5180627"/>
                <a:ext cx="7009592" cy="369332"/>
              </a:xfrm>
              <a:prstGeom prst="rect">
                <a:avLst/>
              </a:prstGeom>
              <a:blipFill>
                <a:blip r:embed="rId12"/>
                <a:stretch>
                  <a:fillRect b="-13514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7009592"/>
                          <a:gd name="csY0" fmla="*/ 0 h 369332"/>
                          <a:gd name="csX1" fmla="*/ 373845 w 7009592"/>
                          <a:gd name="csY1" fmla="*/ 0 h 369332"/>
                          <a:gd name="csX2" fmla="*/ 1028073 w 7009592"/>
                          <a:gd name="csY2" fmla="*/ 0 h 369332"/>
                          <a:gd name="csX3" fmla="*/ 1401918 w 7009592"/>
                          <a:gd name="csY3" fmla="*/ 0 h 369332"/>
                          <a:gd name="csX4" fmla="*/ 1915955 w 7009592"/>
                          <a:gd name="csY4" fmla="*/ 0 h 369332"/>
                          <a:gd name="csX5" fmla="*/ 2640280 w 7009592"/>
                          <a:gd name="csY5" fmla="*/ 0 h 369332"/>
                          <a:gd name="csX6" fmla="*/ 3224412 w 7009592"/>
                          <a:gd name="csY6" fmla="*/ 0 h 369332"/>
                          <a:gd name="csX7" fmla="*/ 3878641 w 7009592"/>
                          <a:gd name="csY7" fmla="*/ 0 h 369332"/>
                          <a:gd name="csX8" fmla="*/ 4392678 w 7009592"/>
                          <a:gd name="csY8" fmla="*/ 0 h 369332"/>
                          <a:gd name="csX9" fmla="*/ 4976810 w 7009592"/>
                          <a:gd name="csY9" fmla="*/ 0 h 369332"/>
                          <a:gd name="csX10" fmla="*/ 5701135 w 7009592"/>
                          <a:gd name="csY10" fmla="*/ 0 h 369332"/>
                          <a:gd name="csX11" fmla="*/ 6145076 w 7009592"/>
                          <a:gd name="csY11" fmla="*/ 0 h 369332"/>
                          <a:gd name="csX12" fmla="*/ 7009592 w 7009592"/>
                          <a:gd name="csY12" fmla="*/ 0 h 369332"/>
                          <a:gd name="csX13" fmla="*/ 7009592 w 7009592"/>
                          <a:gd name="csY13" fmla="*/ 369332 h 369332"/>
                          <a:gd name="csX14" fmla="*/ 6495555 w 7009592"/>
                          <a:gd name="csY14" fmla="*/ 369332 h 369332"/>
                          <a:gd name="csX15" fmla="*/ 6121710 w 7009592"/>
                          <a:gd name="csY15" fmla="*/ 369332 h 369332"/>
                          <a:gd name="csX16" fmla="*/ 5537578 w 7009592"/>
                          <a:gd name="csY16" fmla="*/ 369332 h 369332"/>
                          <a:gd name="csX17" fmla="*/ 5093637 w 7009592"/>
                          <a:gd name="csY17" fmla="*/ 369332 h 369332"/>
                          <a:gd name="csX18" fmla="*/ 4509504 w 7009592"/>
                          <a:gd name="csY18" fmla="*/ 369332 h 369332"/>
                          <a:gd name="csX19" fmla="*/ 3925372 w 7009592"/>
                          <a:gd name="csY19" fmla="*/ 369332 h 369332"/>
                          <a:gd name="csX20" fmla="*/ 3341239 w 7009592"/>
                          <a:gd name="csY20" fmla="*/ 369332 h 369332"/>
                          <a:gd name="csX21" fmla="*/ 2757106 w 7009592"/>
                          <a:gd name="csY21" fmla="*/ 369332 h 369332"/>
                          <a:gd name="csX22" fmla="*/ 2243069 w 7009592"/>
                          <a:gd name="csY22" fmla="*/ 369332 h 369332"/>
                          <a:gd name="csX23" fmla="*/ 1588841 w 7009592"/>
                          <a:gd name="csY23" fmla="*/ 369332 h 369332"/>
                          <a:gd name="csX24" fmla="*/ 1004708 w 7009592"/>
                          <a:gd name="csY24" fmla="*/ 369332 h 369332"/>
                          <a:gd name="csX25" fmla="*/ 0 w 7009592"/>
                          <a:gd name="csY25" fmla="*/ 369332 h 369332"/>
                          <a:gd name="csX26" fmla="*/ 0 w 7009592"/>
                          <a:gd name="csY26" fmla="*/ 0 h 36933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</a:cxnLst>
                        <a:rect l="l" t="t" r="r" b="b"/>
                        <a:pathLst>
                          <a:path w="7009592" h="369332" fill="none" extrusionOk="0">
                            <a:moveTo>
                              <a:pt x="0" y="0"/>
                            </a:moveTo>
                            <a:cubicBezTo>
                              <a:pt x="86871" y="-18308"/>
                              <a:pt x="271016" y="33048"/>
                              <a:pt x="373845" y="0"/>
                            </a:cubicBezTo>
                            <a:cubicBezTo>
                              <a:pt x="476674" y="-33048"/>
                              <a:pt x="788352" y="6461"/>
                              <a:pt x="1028073" y="0"/>
                            </a:cubicBezTo>
                            <a:cubicBezTo>
                              <a:pt x="1267794" y="-6461"/>
                              <a:pt x="1219606" y="25181"/>
                              <a:pt x="1401918" y="0"/>
                            </a:cubicBezTo>
                            <a:cubicBezTo>
                              <a:pt x="1584230" y="-25181"/>
                              <a:pt x="1702400" y="61140"/>
                              <a:pt x="1915955" y="0"/>
                            </a:cubicBezTo>
                            <a:cubicBezTo>
                              <a:pt x="2129510" y="-61140"/>
                              <a:pt x="2470156" y="63000"/>
                              <a:pt x="2640280" y="0"/>
                            </a:cubicBezTo>
                            <a:cubicBezTo>
                              <a:pt x="2810405" y="-63000"/>
                              <a:pt x="3069074" y="54863"/>
                              <a:pt x="3224412" y="0"/>
                            </a:cubicBezTo>
                            <a:cubicBezTo>
                              <a:pt x="3379750" y="-54863"/>
                              <a:pt x="3625871" y="75466"/>
                              <a:pt x="3878641" y="0"/>
                            </a:cubicBezTo>
                            <a:cubicBezTo>
                              <a:pt x="4131411" y="-75466"/>
                              <a:pt x="4244711" y="13108"/>
                              <a:pt x="4392678" y="0"/>
                            </a:cubicBezTo>
                            <a:cubicBezTo>
                              <a:pt x="4540645" y="-13108"/>
                              <a:pt x="4730436" y="34384"/>
                              <a:pt x="4976810" y="0"/>
                            </a:cubicBezTo>
                            <a:cubicBezTo>
                              <a:pt x="5223184" y="-34384"/>
                              <a:pt x="5458887" y="49183"/>
                              <a:pt x="5701135" y="0"/>
                            </a:cubicBezTo>
                            <a:cubicBezTo>
                              <a:pt x="5943383" y="-49183"/>
                              <a:pt x="5941438" y="47457"/>
                              <a:pt x="6145076" y="0"/>
                            </a:cubicBezTo>
                            <a:cubicBezTo>
                              <a:pt x="6348714" y="-47457"/>
                              <a:pt x="6653850" y="97066"/>
                              <a:pt x="7009592" y="0"/>
                            </a:cubicBezTo>
                            <a:cubicBezTo>
                              <a:pt x="7009666" y="139499"/>
                              <a:pt x="6994597" y="270034"/>
                              <a:pt x="7009592" y="369332"/>
                            </a:cubicBezTo>
                            <a:cubicBezTo>
                              <a:pt x="6877024" y="406731"/>
                              <a:pt x="6726518" y="315612"/>
                              <a:pt x="6495555" y="369332"/>
                            </a:cubicBezTo>
                            <a:cubicBezTo>
                              <a:pt x="6264592" y="423052"/>
                              <a:pt x="6299321" y="345046"/>
                              <a:pt x="6121710" y="369332"/>
                            </a:cubicBezTo>
                            <a:cubicBezTo>
                              <a:pt x="5944099" y="393618"/>
                              <a:pt x="5777038" y="354502"/>
                              <a:pt x="5537578" y="369332"/>
                            </a:cubicBezTo>
                            <a:cubicBezTo>
                              <a:pt x="5298118" y="384162"/>
                              <a:pt x="5204608" y="333629"/>
                              <a:pt x="5093637" y="369332"/>
                            </a:cubicBezTo>
                            <a:cubicBezTo>
                              <a:pt x="4982666" y="405035"/>
                              <a:pt x="4676539" y="356981"/>
                              <a:pt x="4509504" y="369332"/>
                            </a:cubicBezTo>
                            <a:cubicBezTo>
                              <a:pt x="4342469" y="381683"/>
                              <a:pt x="4175055" y="352089"/>
                              <a:pt x="3925372" y="369332"/>
                            </a:cubicBezTo>
                            <a:cubicBezTo>
                              <a:pt x="3675689" y="386575"/>
                              <a:pt x="3500923" y="343960"/>
                              <a:pt x="3341239" y="369332"/>
                            </a:cubicBezTo>
                            <a:cubicBezTo>
                              <a:pt x="3181555" y="394704"/>
                              <a:pt x="3019153" y="349039"/>
                              <a:pt x="2757106" y="369332"/>
                            </a:cubicBezTo>
                            <a:cubicBezTo>
                              <a:pt x="2495059" y="389625"/>
                              <a:pt x="2408366" y="312655"/>
                              <a:pt x="2243069" y="369332"/>
                            </a:cubicBezTo>
                            <a:cubicBezTo>
                              <a:pt x="2077772" y="426009"/>
                              <a:pt x="1829145" y="307355"/>
                              <a:pt x="1588841" y="369332"/>
                            </a:cubicBezTo>
                            <a:cubicBezTo>
                              <a:pt x="1348537" y="431309"/>
                              <a:pt x="1192741" y="299250"/>
                              <a:pt x="1004708" y="369332"/>
                            </a:cubicBezTo>
                            <a:cubicBezTo>
                              <a:pt x="816675" y="439414"/>
                              <a:pt x="419175" y="368760"/>
                              <a:pt x="0" y="369332"/>
                            </a:cubicBezTo>
                            <a:cubicBezTo>
                              <a:pt x="-27788" y="236673"/>
                              <a:pt x="4553" y="163225"/>
                              <a:pt x="0" y="0"/>
                            </a:cubicBezTo>
                            <a:close/>
                          </a:path>
                          <a:path w="7009592" h="369332" stroke="0" extrusionOk="0">
                            <a:moveTo>
                              <a:pt x="0" y="0"/>
                            </a:moveTo>
                            <a:cubicBezTo>
                              <a:pt x="121351" y="-15262"/>
                              <a:pt x="301253" y="8428"/>
                              <a:pt x="514037" y="0"/>
                            </a:cubicBezTo>
                            <a:cubicBezTo>
                              <a:pt x="726821" y="-8428"/>
                              <a:pt x="787227" y="33280"/>
                              <a:pt x="887882" y="0"/>
                            </a:cubicBezTo>
                            <a:cubicBezTo>
                              <a:pt x="988537" y="-33280"/>
                              <a:pt x="1316923" y="82806"/>
                              <a:pt x="1612206" y="0"/>
                            </a:cubicBezTo>
                            <a:cubicBezTo>
                              <a:pt x="1907489" y="-82806"/>
                              <a:pt x="1991787" y="18405"/>
                              <a:pt x="2126243" y="0"/>
                            </a:cubicBezTo>
                            <a:cubicBezTo>
                              <a:pt x="2260699" y="-18405"/>
                              <a:pt x="2414043" y="6713"/>
                              <a:pt x="2640280" y="0"/>
                            </a:cubicBezTo>
                            <a:cubicBezTo>
                              <a:pt x="2866517" y="-6713"/>
                              <a:pt x="3087155" y="40394"/>
                              <a:pt x="3364604" y="0"/>
                            </a:cubicBezTo>
                            <a:cubicBezTo>
                              <a:pt x="3642053" y="-40394"/>
                              <a:pt x="3685800" y="45069"/>
                              <a:pt x="3808545" y="0"/>
                            </a:cubicBezTo>
                            <a:cubicBezTo>
                              <a:pt x="3931290" y="-45069"/>
                              <a:pt x="4325853" y="76950"/>
                              <a:pt x="4532869" y="0"/>
                            </a:cubicBezTo>
                            <a:cubicBezTo>
                              <a:pt x="4739885" y="-76950"/>
                              <a:pt x="4915458" y="21445"/>
                              <a:pt x="5257194" y="0"/>
                            </a:cubicBezTo>
                            <a:cubicBezTo>
                              <a:pt x="5598931" y="-21445"/>
                              <a:pt x="5571727" y="14559"/>
                              <a:pt x="5841327" y="0"/>
                            </a:cubicBezTo>
                            <a:cubicBezTo>
                              <a:pt x="6110927" y="-14559"/>
                              <a:pt x="6472159" y="40440"/>
                              <a:pt x="7009592" y="0"/>
                            </a:cubicBezTo>
                            <a:cubicBezTo>
                              <a:pt x="7032683" y="82749"/>
                              <a:pt x="6998333" y="217141"/>
                              <a:pt x="7009592" y="369332"/>
                            </a:cubicBezTo>
                            <a:cubicBezTo>
                              <a:pt x="6854627" y="394712"/>
                              <a:pt x="6805813" y="357192"/>
                              <a:pt x="6635747" y="369332"/>
                            </a:cubicBezTo>
                            <a:cubicBezTo>
                              <a:pt x="6465682" y="381472"/>
                              <a:pt x="6110431" y="334141"/>
                              <a:pt x="5911423" y="369332"/>
                            </a:cubicBezTo>
                            <a:cubicBezTo>
                              <a:pt x="5712415" y="404523"/>
                              <a:pt x="5673321" y="359026"/>
                              <a:pt x="5467482" y="369332"/>
                            </a:cubicBezTo>
                            <a:cubicBezTo>
                              <a:pt x="5261643" y="379638"/>
                              <a:pt x="5118363" y="336738"/>
                              <a:pt x="4883349" y="369332"/>
                            </a:cubicBezTo>
                            <a:cubicBezTo>
                              <a:pt x="4648335" y="401926"/>
                              <a:pt x="4510451" y="325558"/>
                              <a:pt x="4159025" y="369332"/>
                            </a:cubicBezTo>
                            <a:cubicBezTo>
                              <a:pt x="3807599" y="413106"/>
                              <a:pt x="3757526" y="328243"/>
                              <a:pt x="3574892" y="369332"/>
                            </a:cubicBezTo>
                            <a:cubicBezTo>
                              <a:pt x="3392258" y="410421"/>
                              <a:pt x="3379823" y="342171"/>
                              <a:pt x="3201047" y="369332"/>
                            </a:cubicBezTo>
                            <a:cubicBezTo>
                              <a:pt x="3022271" y="396493"/>
                              <a:pt x="2897057" y="347073"/>
                              <a:pt x="2757106" y="369332"/>
                            </a:cubicBezTo>
                            <a:cubicBezTo>
                              <a:pt x="2617155" y="391591"/>
                              <a:pt x="2342465" y="297346"/>
                              <a:pt x="2032782" y="369332"/>
                            </a:cubicBezTo>
                            <a:cubicBezTo>
                              <a:pt x="1723099" y="441318"/>
                              <a:pt x="1685613" y="338572"/>
                              <a:pt x="1448649" y="369332"/>
                            </a:cubicBezTo>
                            <a:cubicBezTo>
                              <a:pt x="1211685" y="400092"/>
                              <a:pt x="1181185" y="354295"/>
                              <a:pt x="1004708" y="369332"/>
                            </a:cubicBezTo>
                            <a:cubicBezTo>
                              <a:pt x="828231" y="384369"/>
                              <a:pt x="375243" y="365759"/>
                              <a:pt x="0" y="369332"/>
                            </a:cubicBezTo>
                            <a:cubicBezTo>
                              <a:pt x="-18115" y="195134"/>
                              <a:pt x="43045" y="8100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stick figure with a white background&#10;&#10;Description automatically generated">
            <a:extLst>
              <a:ext uri="{FF2B5EF4-FFF2-40B4-BE49-F238E27FC236}">
                <a16:creationId xmlns:a16="http://schemas.microsoft.com/office/drawing/2014/main" id="{F6974501-B3D9-EADC-9766-F041818BA1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9" r="20199"/>
          <a:stretch/>
        </p:blipFill>
        <p:spPr>
          <a:xfrm>
            <a:off x="5447329" y="1075687"/>
            <a:ext cx="641525" cy="1015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2E0735-9BAA-9B32-5577-7CDD5781B327}"/>
              </a:ext>
            </a:extLst>
          </p:cNvPr>
          <p:cNvSpPr txBox="1"/>
          <p:nvPr/>
        </p:nvSpPr>
        <p:spPr>
          <a:xfrm>
            <a:off x="7862834" y="6015046"/>
            <a:ext cx="42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Univers" panose="020B0503020202020204" pitchFamily="34" charset="0"/>
              </a:rPr>
              <a:t>This is not an assumption made due to lack of knowledge about future decisions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6318CD2-7518-58F2-4C4D-5B25162AC7FF}"/>
              </a:ext>
            </a:extLst>
          </p:cNvPr>
          <p:cNvSpPr/>
          <p:nvPr/>
        </p:nvSpPr>
        <p:spPr>
          <a:xfrm>
            <a:off x="10152668" y="4666268"/>
            <a:ext cx="216817" cy="1282045"/>
          </a:xfrm>
          <a:custGeom>
            <a:avLst/>
            <a:gdLst>
              <a:gd name="connsiteX0" fmla="*/ 0 w 216817"/>
              <a:gd name="connsiteY0" fmla="*/ 1282045 h 1282045"/>
              <a:gd name="connsiteX1" fmla="*/ 47134 w 216817"/>
              <a:gd name="connsiteY1" fmla="*/ 1244338 h 1282045"/>
              <a:gd name="connsiteX2" fmla="*/ 160256 w 216817"/>
              <a:gd name="connsiteY2" fmla="*/ 942680 h 1282045"/>
              <a:gd name="connsiteX3" fmla="*/ 188536 w 216817"/>
              <a:gd name="connsiteY3" fmla="*/ 763571 h 1282045"/>
              <a:gd name="connsiteX4" fmla="*/ 216817 w 216817"/>
              <a:gd name="connsiteY4" fmla="*/ 612742 h 1282045"/>
              <a:gd name="connsiteX5" fmla="*/ 207390 w 216817"/>
              <a:gd name="connsiteY5" fmla="*/ 197963 h 1282045"/>
              <a:gd name="connsiteX6" fmla="*/ 160256 w 216817"/>
              <a:gd name="connsiteY6" fmla="*/ 75414 h 1282045"/>
              <a:gd name="connsiteX7" fmla="*/ 150829 w 216817"/>
              <a:gd name="connsiteY7" fmla="*/ 47134 h 1282045"/>
              <a:gd name="connsiteX8" fmla="*/ 131975 w 216817"/>
              <a:gd name="connsiteY8" fmla="*/ 18854 h 1282045"/>
              <a:gd name="connsiteX9" fmla="*/ 103695 w 216817"/>
              <a:gd name="connsiteY9" fmla="*/ 0 h 128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817" h="1282045">
                <a:moveTo>
                  <a:pt x="0" y="1282045"/>
                </a:moveTo>
                <a:cubicBezTo>
                  <a:pt x="15711" y="1269476"/>
                  <a:pt x="35354" y="1260649"/>
                  <a:pt x="47134" y="1244338"/>
                </a:cubicBezTo>
                <a:cubicBezTo>
                  <a:pt x="132961" y="1125501"/>
                  <a:pt x="132522" y="1089271"/>
                  <a:pt x="160256" y="942680"/>
                </a:cubicBezTo>
                <a:cubicBezTo>
                  <a:pt x="171492" y="883291"/>
                  <a:pt x="178323" y="823145"/>
                  <a:pt x="188536" y="763571"/>
                </a:cubicBezTo>
                <a:cubicBezTo>
                  <a:pt x="197179" y="713154"/>
                  <a:pt x="207390" y="663018"/>
                  <a:pt x="216817" y="612742"/>
                </a:cubicBezTo>
                <a:cubicBezTo>
                  <a:pt x="213675" y="474482"/>
                  <a:pt x="221867" y="335498"/>
                  <a:pt x="207390" y="197963"/>
                </a:cubicBezTo>
                <a:cubicBezTo>
                  <a:pt x="202808" y="154437"/>
                  <a:pt x="174097" y="116935"/>
                  <a:pt x="160256" y="75414"/>
                </a:cubicBezTo>
                <a:cubicBezTo>
                  <a:pt x="157114" y="65987"/>
                  <a:pt x="155273" y="56022"/>
                  <a:pt x="150829" y="47134"/>
                </a:cubicBezTo>
                <a:cubicBezTo>
                  <a:pt x="145762" y="37001"/>
                  <a:pt x="140822" y="25932"/>
                  <a:pt x="131975" y="18854"/>
                </a:cubicBezTo>
                <a:cubicBezTo>
                  <a:pt x="100714" y="-6155"/>
                  <a:pt x="103695" y="23977"/>
                  <a:pt x="103695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602A4A-BBD3-4BE4-F1A8-031D7A823E88}"/>
              </a:ext>
            </a:extLst>
          </p:cNvPr>
          <p:cNvSpPr txBox="1"/>
          <p:nvPr/>
        </p:nvSpPr>
        <p:spPr>
          <a:xfrm>
            <a:off x="1113906" y="6073692"/>
            <a:ext cx="4044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We can conclude this…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B271D4-B8B9-669D-8F6D-D363016B34CC}"/>
              </a:ext>
            </a:extLst>
          </p:cNvPr>
          <p:cNvSpPr/>
          <p:nvPr/>
        </p:nvSpPr>
        <p:spPr>
          <a:xfrm>
            <a:off x="3327662" y="5618375"/>
            <a:ext cx="1423447" cy="471340"/>
          </a:xfrm>
          <a:custGeom>
            <a:avLst/>
            <a:gdLst>
              <a:gd name="connsiteX0" fmla="*/ 0 w 1423447"/>
              <a:gd name="connsiteY0" fmla="*/ 471340 h 471340"/>
              <a:gd name="connsiteX1" fmla="*/ 311084 w 1423447"/>
              <a:gd name="connsiteY1" fmla="*/ 443060 h 471340"/>
              <a:gd name="connsiteX2" fmla="*/ 584462 w 1423447"/>
              <a:gd name="connsiteY2" fmla="*/ 424206 h 471340"/>
              <a:gd name="connsiteX3" fmla="*/ 791851 w 1423447"/>
              <a:gd name="connsiteY3" fmla="*/ 395926 h 471340"/>
              <a:gd name="connsiteX4" fmla="*/ 933253 w 1423447"/>
              <a:gd name="connsiteY4" fmla="*/ 348792 h 471340"/>
              <a:gd name="connsiteX5" fmla="*/ 1055802 w 1423447"/>
              <a:gd name="connsiteY5" fmla="*/ 320512 h 471340"/>
              <a:gd name="connsiteX6" fmla="*/ 1159497 w 1423447"/>
              <a:gd name="connsiteY6" fmla="*/ 273378 h 471340"/>
              <a:gd name="connsiteX7" fmla="*/ 1197204 w 1423447"/>
              <a:gd name="connsiteY7" fmla="*/ 245097 h 471340"/>
              <a:gd name="connsiteX8" fmla="*/ 1234911 w 1423447"/>
              <a:gd name="connsiteY8" fmla="*/ 226244 h 471340"/>
              <a:gd name="connsiteX9" fmla="*/ 1263192 w 1423447"/>
              <a:gd name="connsiteY9" fmla="*/ 188536 h 471340"/>
              <a:gd name="connsiteX10" fmla="*/ 1329179 w 1423447"/>
              <a:gd name="connsiteY10" fmla="*/ 141402 h 471340"/>
              <a:gd name="connsiteX11" fmla="*/ 1348033 w 1423447"/>
              <a:gd name="connsiteY11" fmla="*/ 113122 h 471340"/>
              <a:gd name="connsiteX12" fmla="*/ 1385740 w 1423447"/>
              <a:gd name="connsiteY12" fmla="*/ 65988 h 471340"/>
              <a:gd name="connsiteX13" fmla="*/ 1395167 w 1423447"/>
              <a:gd name="connsiteY13" fmla="*/ 37707 h 471340"/>
              <a:gd name="connsiteX14" fmla="*/ 1423447 w 1423447"/>
              <a:gd name="connsiteY14" fmla="*/ 0 h 471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3447" h="471340">
                <a:moveTo>
                  <a:pt x="0" y="471340"/>
                </a:moveTo>
                <a:lnTo>
                  <a:pt x="311084" y="443060"/>
                </a:lnTo>
                <a:cubicBezTo>
                  <a:pt x="402131" y="435718"/>
                  <a:pt x="493555" y="433118"/>
                  <a:pt x="584462" y="424206"/>
                </a:cubicBezTo>
                <a:cubicBezTo>
                  <a:pt x="653899" y="417399"/>
                  <a:pt x="722721" y="405353"/>
                  <a:pt x="791851" y="395926"/>
                </a:cubicBezTo>
                <a:cubicBezTo>
                  <a:pt x="838985" y="380215"/>
                  <a:pt x="885481" y="362441"/>
                  <a:pt x="933253" y="348792"/>
                </a:cubicBezTo>
                <a:cubicBezTo>
                  <a:pt x="973563" y="337275"/>
                  <a:pt x="1016030" y="333769"/>
                  <a:pt x="1055802" y="320512"/>
                </a:cubicBezTo>
                <a:cubicBezTo>
                  <a:pt x="1091822" y="308505"/>
                  <a:pt x="1125996" y="291246"/>
                  <a:pt x="1159497" y="273378"/>
                </a:cubicBezTo>
                <a:cubicBezTo>
                  <a:pt x="1173360" y="265984"/>
                  <a:pt x="1183881" y="253424"/>
                  <a:pt x="1197204" y="245097"/>
                </a:cubicBezTo>
                <a:cubicBezTo>
                  <a:pt x="1209120" y="237649"/>
                  <a:pt x="1222342" y="232528"/>
                  <a:pt x="1234911" y="226244"/>
                </a:cubicBezTo>
                <a:cubicBezTo>
                  <a:pt x="1244338" y="213675"/>
                  <a:pt x="1252082" y="199646"/>
                  <a:pt x="1263192" y="188536"/>
                </a:cubicBezTo>
                <a:cubicBezTo>
                  <a:pt x="1274881" y="176847"/>
                  <a:pt x="1313124" y="152105"/>
                  <a:pt x="1329179" y="141402"/>
                </a:cubicBezTo>
                <a:cubicBezTo>
                  <a:pt x="1335464" y="131975"/>
                  <a:pt x="1341235" y="122186"/>
                  <a:pt x="1348033" y="113122"/>
                </a:cubicBezTo>
                <a:cubicBezTo>
                  <a:pt x="1360105" y="97026"/>
                  <a:pt x="1375076" y="83050"/>
                  <a:pt x="1385740" y="65988"/>
                </a:cubicBezTo>
                <a:cubicBezTo>
                  <a:pt x="1391007" y="57561"/>
                  <a:pt x="1390237" y="46335"/>
                  <a:pt x="1395167" y="37707"/>
                </a:cubicBezTo>
                <a:cubicBezTo>
                  <a:pt x="1402962" y="24066"/>
                  <a:pt x="1423447" y="0"/>
                  <a:pt x="1423447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A7C818-4258-6237-3B58-9F4EE90411AD}"/>
              </a:ext>
            </a:extLst>
          </p:cNvPr>
          <p:cNvSpPr txBox="1"/>
          <p:nvPr/>
        </p:nvSpPr>
        <p:spPr>
          <a:xfrm>
            <a:off x="5375327" y="4814247"/>
            <a:ext cx="2076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or Cannibal 9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577AE-D7FA-29BA-AC11-3C513D15D3E6}"/>
              </a:ext>
            </a:extLst>
          </p:cNvPr>
          <p:cNvSpPr/>
          <p:nvPr/>
        </p:nvSpPr>
        <p:spPr>
          <a:xfrm>
            <a:off x="6249971" y="5241304"/>
            <a:ext cx="216817" cy="308656"/>
          </a:xfrm>
          <a:custGeom>
            <a:avLst/>
            <a:gdLst>
              <a:gd name="connsiteX0" fmla="*/ 0 w 216817"/>
              <a:gd name="connsiteY0" fmla="*/ 443060 h 461913"/>
              <a:gd name="connsiteX1" fmla="*/ 37707 w 216817"/>
              <a:gd name="connsiteY1" fmla="*/ 301658 h 461913"/>
              <a:gd name="connsiteX2" fmla="*/ 75415 w 216817"/>
              <a:gd name="connsiteY2" fmla="*/ 0 h 461913"/>
              <a:gd name="connsiteX3" fmla="*/ 84841 w 216817"/>
              <a:gd name="connsiteY3" fmla="*/ 122549 h 461913"/>
              <a:gd name="connsiteX4" fmla="*/ 113122 w 216817"/>
              <a:gd name="connsiteY4" fmla="*/ 254524 h 461913"/>
              <a:gd name="connsiteX5" fmla="*/ 122549 w 216817"/>
              <a:gd name="connsiteY5" fmla="*/ 282804 h 461913"/>
              <a:gd name="connsiteX6" fmla="*/ 131975 w 216817"/>
              <a:gd name="connsiteY6" fmla="*/ 320511 h 461913"/>
              <a:gd name="connsiteX7" fmla="*/ 160256 w 216817"/>
              <a:gd name="connsiteY7" fmla="*/ 367645 h 461913"/>
              <a:gd name="connsiteX8" fmla="*/ 197963 w 216817"/>
              <a:gd name="connsiteY8" fmla="*/ 452487 h 461913"/>
              <a:gd name="connsiteX9" fmla="*/ 216817 w 216817"/>
              <a:gd name="connsiteY9" fmla="*/ 461913 h 46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817" h="461913">
                <a:moveTo>
                  <a:pt x="0" y="443060"/>
                </a:moveTo>
                <a:cubicBezTo>
                  <a:pt x="27411" y="374534"/>
                  <a:pt x="21869" y="396685"/>
                  <a:pt x="37707" y="301658"/>
                </a:cubicBezTo>
                <a:cubicBezTo>
                  <a:pt x="67836" y="120886"/>
                  <a:pt x="62952" y="149548"/>
                  <a:pt x="75415" y="0"/>
                </a:cubicBezTo>
                <a:cubicBezTo>
                  <a:pt x="78557" y="40850"/>
                  <a:pt x="79542" y="81923"/>
                  <a:pt x="84841" y="122549"/>
                </a:cubicBezTo>
                <a:cubicBezTo>
                  <a:pt x="87438" y="142461"/>
                  <a:pt x="103523" y="220928"/>
                  <a:pt x="113122" y="254524"/>
                </a:cubicBezTo>
                <a:cubicBezTo>
                  <a:pt x="115852" y="264078"/>
                  <a:pt x="119819" y="273250"/>
                  <a:pt x="122549" y="282804"/>
                </a:cubicBezTo>
                <a:cubicBezTo>
                  <a:pt x="126108" y="295261"/>
                  <a:pt x="126713" y="308672"/>
                  <a:pt x="131975" y="320511"/>
                </a:cubicBezTo>
                <a:cubicBezTo>
                  <a:pt x="139416" y="337254"/>
                  <a:pt x="150829" y="351934"/>
                  <a:pt x="160256" y="367645"/>
                </a:cubicBezTo>
                <a:cubicBezTo>
                  <a:pt x="169544" y="414082"/>
                  <a:pt x="163228" y="417752"/>
                  <a:pt x="197963" y="452487"/>
                </a:cubicBezTo>
                <a:cubicBezTo>
                  <a:pt x="202931" y="457455"/>
                  <a:pt x="210532" y="458771"/>
                  <a:pt x="216817" y="461913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CB93D049-1BA7-8477-9AFC-A92F96D42B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9546633" y="332851"/>
            <a:ext cx="1767982" cy="10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0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4" grpId="0"/>
      <p:bldP spid="15" grpId="0" animBg="1"/>
      <p:bldP spid="18" grpId="0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4B117-D01B-A1FD-B3B9-1442641B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34C4C8F-02CC-B450-FF6E-E4E3F4226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B61D0102-45E3-6E3D-03FC-54D0B422E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F6232-D820-1CBC-5107-F2F764CE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Cannibal 9</a:t>
            </a:r>
            <a:endParaRPr lang="en-US" sz="5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10DDED4-6612-6581-B45A-3AA6AF15B3E4}"/>
                  </a:ext>
                </a:extLst>
              </p:cNvPr>
              <p:cNvSpPr/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10DDED4-6612-6581-B45A-3AA6AF15B3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ABBE54B9-2EEE-7307-2938-24B301A45445}"/>
              </a:ext>
            </a:extLst>
          </p:cNvPr>
          <p:cNvGrpSpPr/>
          <p:nvPr/>
        </p:nvGrpSpPr>
        <p:grpSpPr>
          <a:xfrm>
            <a:off x="5743699" y="2585611"/>
            <a:ext cx="4056882" cy="1147953"/>
            <a:chOff x="5743699" y="2585611"/>
            <a:chExt cx="4056882" cy="114795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B3C111C-F354-31DD-1687-2357AB240279}"/>
                </a:ext>
              </a:extLst>
            </p:cNvPr>
            <p:cNvCxnSpPr>
              <a:cxnSpLocks/>
              <a:stCxn id="3" idx="4"/>
            </p:cNvCxnSpPr>
            <p:nvPr/>
          </p:nvCxnSpPr>
          <p:spPr>
            <a:xfrm>
              <a:off x="5743699" y="2585611"/>
              <a:ext cx="4056882" cy="114795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76C37BF-D964-A4AA-48A3-03C6F36E2820}"/>
                    </a:ext>
                  </a:extLst>
                </p:cNvPr>
                <p:cNvSpPr txBox="1"/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76C37BF-D964-A4AA-48A3-03C6F36E2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26FF6E3-EB1B-3A72-9CF2-6F37BF0484DA}"/>
              </a:ext>
            </a:extLst>
          </p:cNvPr>
          <p:cNvGrpSpPr/>
          <p:nvPr/>
        </p:nvGrpSpPr>
        <p:grpSpPr>
          <a:xfrm>
            <a:off x="2339224" y="2585611"/>
            <a:ext cx="3404475" cy="1143618"/>
            <a:chOff x="2339224" y="2585611"/>
            <a:chExt cx="3404475" cy="114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9DBAD53-3D6D-82CF-BB71-FFDA8B1A00D8}"/>
                    </a:ext>
                  </a:extLst>
                </p:cNvPr>
                <p:cNvSpPr txBox="1"/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9DBAD53-3D6D-82CF-BB71-FFDA8B1A0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67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A7B4AC2-201B-C75B-526A-E763DC127722}"/>
                </a:ext>
              </a:extLst>
            </p:cNvPr>
            <p:cNvCxnSpPr>
              <a:cxnSpLocks/>
              <a:stCxn id="3" idx="4"/>
              <a:endCxn id="6" idx="0"/>
            </p:cNvCxnSpPr>
            <p:nvPr/>
          </p:nvCxnSpPr>
          <p:spPr>
            <a:xfrm flipH="1">
              <a:off x="2339224" y="2585611"/>
              <a:ext cx="3404475" cy="114361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4DB2A5-6E06-1553-BF82-EF409778538E}"/>
                  </a:ext>
                </a:extLst>
              </p:cNvPr>
              <p:cNvSpPr txBox="1"/>
              <p:nvPr/>
            </p:nvSpPr>
            <p:spPr>
              <a:xfrm>
                <a:off x="1396707" y="3729229"/>
                <a:ext cx="1885034" cy="646331"/>
              </a:xfrm>
              <a:custGeom>
                <a:avLst/>
                <a:gdLst>
                  <a:gd name="csX0" fmla="*/ 0 w 1885034"/>
                  <a:gd name="csY0" fmla="*/ 0 h 646331"/>
                  <a:gd name="csX1" fmla="*/ 452408 w 1885034"/>
                  <a:gd name="csY1" fmla="*/ 0 h 646331"/>
                  <a:gd name="csX2" fmla="*/ 923667 w 1885034"/>
                  <a:gd name="csY2" fmla="*/ 0 h 646331"/>
                  <a:gd name="csX3" fmla="*/ 1413776 w 1885034"/>
                  <a:gd name="csY3" fmla="*/ 0 h 646331"/>
                  <a:gd name="csX4" fmla="*/ 1885034 w 1885034"/>
                  <a:gd name="csY4" fmla="*/ 0 h 646331"/>
                  <a:gd name="csX5" fmla="*/ 1885034 w 1885034"/>
                  <a:gd name="csY5" fmla="*/ 329629 h 646331"/>
                  <a:gd name="csX6" fmla="*/ 1885034 w 1885034"/>
                  <a:gd name="csY6" fmla="*/ 646331 h 646331"/>
                  <a:gd name="csX7" fmla="*/ 1376075 w 1885034"/>
                  <a:gd name="csY7" fmla="*/ 646331 h 646331"/>
                  <a:gd name="csX8" fmla="*/ 867116 w 1885034"/>
                  <a:gd name="csY8" fmla="*/ 646331 h 646331"/>
                  <a:gd name="csX9" fmla="*/ 0 w 1885034"/>
                  <a:gd name="csY9" fmla="*/ 646331 h 646331"/>
                  <a:gd name="csX10" fmla="*/ 0 w 1885034"/>
                  <a:gd name="csY10" fmla="*/ 329629 h 646331"/>
                  <a:gd name="csX11" fmla="*/ 0 w 1885034"/>
                  <a:gd name="csY11" fmla="*/ 0 h 64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85034" h="646331" fill="none" extrusionOk="0">
                    <a:moveTo>
                      <a:pt x="0" y="0"/>
                    </a:moveTo>
                    <a:cubicBezTo>
                      <a:pt x="98488" y="-44483"/>
                      <a:pt x="335684" y="13353"/>
                      <a:pt x="452408" y="0"/>
                    </a:cubicBezTo>
                    <a:cubicBezTo>
                      <a:pt x="569132" y="-13353"/>
                      <a:pt x="692645" y="36704"/>
                      <a:pt x="923667" y="0"/>
                    </a:cubicBezTo>
                    <a:cubicBezTo>
                      <a:pt x="1154689" y="-36704"/>
                      <a:pt x="1300811" y="42925"/>
                      <a:pt x="1413776" y="0"/>
                    </a:cubicBezTo>
                    <a:cubicBezTo>
                      <a:pt x="1526741" y="-42925"/>
                      <a:pt x="1659900" y="21753"/>
                      <a:pt x="1885034" y="0"/>
                    </a:cubicBezTo>
                    <a:cubicBezTo>
                      <a:pt x="1916473" y="138098"/>
                      <a:pt x="1869457" y="172318"/>
                      <a:pt x="1885034" y="329629"/>
                    </a:cubicBezTo>
                    <a:cubicBezTo>
                      <a:pt x="1900611" y="486940"/>
                      <a:pt x="1849845" y="518547"/>
                      <a:pt x="1885034" y="646331"/>
                    </a:cubicBezTo>
                    <a:cubicBezTo>
                      <a:pt x="1770832" y="656069"/>
                      <a:pt x="1617435" y="634043"/>
                      <a:pt x="1376075" y="646331"/>
                    </a:cubicBezTo>
                    <a:cubicBezTo>
                      <a:pt x="1134715" y="658619"/>
                      <a:pt x="976508" y="611729"/>
                      <a:pt x="867116" y="646331"/>
                    </a:cubicBezTo>
                    <a:cubicBezTo>
                      <a:pt x="757724" y="680933"/>
                      <a:pt x="244653" y="628818"/>
                      <a:pt x="0" y="646331"/>
                    </a:cubicBezTo>
                    <a:cubicBezTo>
                      <a:pt x="-33952" y="494166"/>
                      <a:pt x="19450" y="412375"/>
                      <a:pt x="0" y="329629"/>
                    </a:cubicBezTo>
                    <a:cubicBezTo>
                      <a:pt x="-19450" y="246883"/>
                      <a:pt x="11518" y="109323"/>
                      <a:pt x="0" y="0"/>
                    </a:cubicBezTo>
                    <a:close/>
                  </a:path>
                  <a:path w="1885034" h="646331" stroke="0" extrusionOk="0">
                    <a:moveTo>
                      <a:pt x="0" y="0"/>
                    </a:moveTo>
                    <a:cubicBezTo>
                      <a:pt x="133910" y="-16372"/>
                      <a:pt x="342118" y="36925"/>
                      <a:pt x="452408" y="0"/>
                    </a:cubicBezTo>
                    <a:cubicBezTo>
                      <a:pt x="562698" y="-36925"/>
                      <a:pt x="739763" y="40210"/>
                      <a:pt x="867116" y="0"/>
                    </a:cubicBezTo>
                    <a:cubicBezTo>
                      <a:pt x="994469" y="-40210"/>
                      <a:pt x="1132778" y="41024"/>
                      <a:pt x="1376075" y="0"/>
                    </a:cubicBezTo>
                    <a:cubicBezTo>
                      <a:pt x="1619372" y="-41024"/>
                      <a:pt x="1734398" y="1674"/>
                      <a:pt x="1885034" y="0"/>
                    </a:cubicBezTo>
                    <a:cubicBezTo>
                      <a:pt x="1893717" y="66160"/>
                      <a:pt x="1860322" y="249942"/>
                      <a:pt x="1885034" y="316702"/>
                    </a:cubicBezTo>
                    <a:cubicBezTo>
                      <a:pt x="1909746" y="383462"/>
                      <a:pt x="1863193" y="564609"/>
                      <a:pt x="1885034" y="646331"/>
                    </a:cubicBezTo>
                    <a:cubicBezTo>
                      <a:pt x="1787015" y="661428"/>
                      <a:pt x="1553693" y="628756"/>
                      <a:pt x="1413776" y="646331"/>
                    </a:cubicBezTo>
                    <a:cubicBezTo>
                      <a:pt x="1273859" y="663906"/>
                      <a:pt x="1140171" y="591910"/>
                      <a:pt x="904816" y="646331"/>
                    </a:cubicBezTo>
                    <a:cubicBezTo>
                      <a:pt x="669461" y="700752"/>
                      <a:pt x="615273" y="641388"/>
                      <a:pt x="490109" y="646331"/>
                    </a:cubicBezTo>
                    <a:cubicBezTo>
                      <a:pt x="364945" y="651274"/>
                      <a:pt x="213892" y="590987"/>
                      <a:pt x="0" y="646331"/>
                    </a:cubicBezTo>
                    <a:cubicBezTo>
                      <a:pt x="-5824" y="570951"/>
                      <a:pt x="1433" y="401953"/>
                      <a:pt x="0" y="323166"/>
                    </a:cubicBezTo>
                    <a:cubicBezTo>
                      <a:pt x="-1433" y="244380"/>
                      <a:pt x="23279" y="115607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Remains hungry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4DB2A5-6E06-1553-BF82-EF4097785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07" y="3729229"/>
                <a:ext cx="1885034" cy="646331"/>
              </a:xfrm>
              <a:prstGeom prst="rect">
                <a:avLst/>
              </a:prstGeom>
              <a:blipFill>
                <a:blip r:embed="rId5"/>
                <a:stretch>
                  <a:fillRect t="-877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885034"/>
                          <a:gd name="connsiteY0" fmla="*/ 0 h 646331"/>
                          <a:gd name="connsiteX1" fmla="*/ 452408 w 1885034"/>
                          <a:gd name="connsiteY1" fmla="*/ 0 h 646331"/>
                          <a:gd name="connsiteX2" fmla="*/ 923667 w 1885034"/>
                          <a:gd name="connsiteY2" fmla="*/ 0 h 646331"/>
                          <a:gd name="connsiteX3" fmla="*/ 1413776 w 1885034"/>
                          <a:gd name="connsiteY3" fmla="*/ 0 h 646331"/>
                          <a:gd name="connsiteX4" fmla="*/ 1885034 w 1885034"/>
                          <a:gd name="connsiteY4" fmla="*/ 0 h 646331"/>
                          <a:gd name="connsiteX5" fmla="*/ 1885034 w 1885034"/>
                          <a:gd name="connsiteY5" fmla="*/ 329629 h 646331"/>
                          <a:gd name="connsiteX6" fmla="*/ 1885034 w 1885034"/>
                          <a:gd name="connsiteY6" fmla="*/ 646331 h 646331"/>
                          <a:gd name="connsiteX7" fmla="*/ 1376075 w 1885034"/>
                          <a:gd name="connsiteY7" fmla="*/ 646331 h 646331"/>
                          <a:gd name="connsiteX8" fmla="*/ 867116 w 1885034"/>
                          <a:gd name="connsiteY8" fmla="*/ 646331 h 646331"/>
                          <a:gd name="connsiteX9" fmla="*/ 0 w 1885034"/>
                          <a:gd name="connsiteY9" fmla="*/ 646331 h 646331"/>
                          <a:gd name="connsiteX10" fmla="*/ 0 w 1885034"/>
                          <a:gd name="connsiteY10" fmla="*/ 329629 h 646331"/>
                          <a:gd name="connsiteX11" fmla="*/ 0 w 1885034"/>
                          <a:gd name="connsiteY11" fmla="*/ 0 h 6463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1885034" h="646331" fill="none" extrusionOk="0">
                            <a:moveTo>
                              <a:pt x="0" y="0"/>
                            </a:moveTo>
                            <a:cubicBezTo>
                              <a:pt x="98488" y="-44483"/>
                              <a:pt x="335684" y="13353"/>
                              <a:pt x="452408" y="0"/>
                            </a:cubicBezTo>
                            <a:cubicBezTo>
                              <a:pt x="569132" y="-13353"/>
                              <a:pt x="692645" y="36704"/>
                              <a:pt x="923667" y="0"/>
                            </a:cubicBezTo>
                            <a:cubicBezTo>
                              <a:pt x="1154689" y="-36704"/>
                              <a:pt x="1300811" y="42925"/>
                              <a:pt x="1413776" y="0"/>
                            </a:cubicBezTo>
                            <a:cubicBezTo>
                              <a:pt x="1526741" y="-42925"/>
                              <a:pt x="1659900" y="21753"/>
                              <a:pt x="1885034" y="0"/>
                            </a:cubicBezTo>
                            <a:cubicBezTo>
                              <a:pt x="1916473" y="138098"/>
                              <a:pt x="1869457" y="172318"/>
                              <a:pt x="1885034" y="329629"/>
                            </a:cubicBezTo>
                            <a:cubicBezTo>
                              <a:pt x="1900611" y="486940"/>
                              <a:pt x="1849845" y="518547"/>
                              <a:pt x="1885034" y="646331"/>
                            </a:cubicBezTo>
                            <a:cubicBezTo>
                              <a:pt x="1770832" y="656069"/>
                              <a:pt x="1617435" y="634043"/>
                              <a:pt x="1376075" y="646331"/>
                            </a:cubicBezTo>
                            <a:cubicBezTo>
                              <a:pt x="1134715" y="658619"/>
                              <a:pt x="976508" y="611729"/>
                              <a:pt x="867116" y="646331"/>
                            </a:cubicBezTo>
                            <a:cubicBezTo>
                              <a:pt x="757724" y="680933"/>
                              <a:pt x="244653" y="628818"/>
                              <a:pt x="0" y="646331"/>
                            </a:cubicBezTo>
                            <a:cubicBezTo>
                              <a:pt x="-33952" y="494166"/>
                              <a:pt x="19450" y="412375"/>
                              <a:pt x="0" y="329629"/>
                            </a:cubicBezTo>
                            <a:cubicBezTo>
                              <a:pt x="-19450" y="246883"/>
                              <a:pt x="11518" y="109323"/>
                              <a:pt x="0" y="0"/>
                            </a:cubicBezTo>
                            <a:close/>
                          </a:path>
                          <a:path w="1885034" h="646331" stroke="0" extrusionOk="0">
                            <a:moveTo>
                              <a:pt x="0" y="0"/>
                            </a:moveTo>
                            <a:cubicBezTo>
                              <a:pt x="133910" y="-16372"/>
                              <a:pt x="342118" y="36925"/>
                              <a:pt x="452408" y="0"/>
                            </a:cubicBezTo>
                            <a:cubicBezTo>
                              <a:pt x="562698" y="-36925"/>
                              <a:pt x="739763" y="40210"/>
                              <a:pt x="867116" y="0"/>
                            </a:cubicBezTo>
                            <a:cubicBezTo>
                              <a:pt x="994469" y="-40210"/>
                              <a:pt x="1132778" y="41024"/>
                              <a:pt x="1376075" y="0"/>
                            </a:cubicBezTo>
                            <a:cubicBezTo>
                              <a:pt x="1619372" y="-41024"/>
                              <a:pt x="1734398" y="1674"/>
                              <a:pt x="1885034" y="0"/>
                            </a:cubicBezTo>
                            <a:cubicBezTo>
                              <a:pt x="1893717" y="66160"/>
                              <a:pt x="1860322" y="249942"/>
                              <a:pt x="1885034" y="316702"/>
                            </a:cubicBezTo>
                            <a:cubicBezTo>
                              <a:pt x="1909746" y="383462"/>
                              <a:pt x="1863193" y="564609"/>
                              <a:pt x="1885034" y="646331"/>
                            </a:cubicBezTo>
                            <a:cubicBezTo>
                              <a:pt x="1787015" y="661428"/>
                              <a:pt x="1553693" y="628756"/>
                              <a:pt x="1413776" y="646331"/>
                            </a:cubicBezTo>
                            <a:cubicBezTo>
                              <a:pt x="1273859" y="663906"/>
                              <a:pt x="1140171" y="591910"/>
                              <a:pt x="904816" y="646331"/>
                            </a:cubicBezTo>
                            <a:cubicBezTo>
                              <a:pt x="669461" y="700752"/>
                              <a:pt x="615273" y="641388"/>
                              <a:pt x="490109" y="646331"/>
                            </a:cubicBezTo>
                            <a:cubicBezTo>
                              <a:pt x="364945" y="651274"/>
                              <a:pt x="213892" y="590987"/>
                              <a:pt x="0" y="646331"/>
                            </a:cubicBezTo>
                            <a:cubicBezTo>
                              <a:pt x="-5824" y="570951"/>
                              <a:pt x="1433" y="401953"/>
                              <a:pt x="0" y="323166"/>
                            </a:cubicBezTo>
                            <a:cubicBezTo>
                              <a:pt x="-1433" y="244380"/>
                              <a:pt x="23279" y="115607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Badge Tick1 outline">
            <a:extLst>
              <a:ext uri="{FF2B5EF4-FFF2-40B4-BE49-F238E27FC236}">
                <a16:creationId xmlns:a16="http://schemas.microsoft.com/office/drawing/2014/main" id="{FF300887-252D-92CF-6D04-F80586B8EC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1885" y="2393036"/>
            <a:ext cx="457200" cy="457200"/>
          </a:xfrm>
          <a:prstGeom prst="rect">
            <a:avLst/>
          </a:prstGeom>
        </p:spPr>
      </p:pic>
      <p:pic>
        <p:nvPicPr>
          <p:cNvPr id="21" name="Graphic 20" descr="Badge Cross outline">
            <a:extLst>
              <a:ext uri="{FF2B5EF4-FFF2-40B4-BE49-F238E27FC236}">
                <a16:creationId xmlns:a16="http://schemas.microsoft.com/office/drawing/2014/main" id="{B5A45F26-F5F0-238D-7FCC-E4B7A203F5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6915" y="2851955"/>
            <a:ext cx="457200" cy="457200"/>
          </a:xfrm>
          <a:prstGeom prst="rect">
            <a:avLst/>
          </a:prstGeom>
        </p:spPr>
      </p:pic>
      <p:pic>
        <p:nvPicPr>
          <p:cNvPr id="34" name="Picture 33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0C870DEE-0AA9-CCEE-BC4F-2B23AE1DA3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10" y="1773049"/>
            <a:ext cx="613765" cy="1015200"/>
          </a:xfrm>
          <a:prstGeom prst="rect">
            <a:avLst/>
          </a:prstGeom>
        </p:spPr>
      </p:pic>
      <p:pic>
        <p:nvPicPr>
          <p:cNvPr id="35" name="Picture 34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FDB38B12-44C7-8AB9-21C7-6E5FBD64EC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04674">
            <a:off x="7546767" y="2037354"/>
            <a:ext cx="613765" cy="101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E594D93-5A57-E192-2962-E5C4CFBFA993}"/>
                  </a:ext>
                </a:extLst>
              </p:cNvPr>
              <p:cNvSpPr txBox="1"/>
              <p:nvPr/>
            </p:nvSpPr>
            <p:spPr>
              <a:xfrm>
                <a:off x="2507177" y="5161040"/>
                <a:ext cx="7174598" cy="369332"/>
              </a:xfrm>
              <a:custGeom>
                <a:avLst/>
                <a:gdLst>
                  <a:gd name="csX0" fmla="*/ 0 w 7174598"/>
                  <a:gd name="csY0" fmla="*/ 0 h 369332"/>
                  <a:gd name="csX1" fmla="*/ 382645 w 7174598"/>
                  <a:gd name="csY1" fmla="*/ 0 h 369332"/>
                  <a:gd name="csX2" fmla="*/ 1052274 w 7174598"/>
                  <a:gd name="csY2" fmla="*/ 0 h 369332"/>
                  <a:gd name="csX3" fmla="*/ 1434920 w 7174598"/>
                  <a:gd name="csY3" fmla="*/ 0 h 369332"/>
                  <a:gd name="csX4" fmla="*/ 1961057 w 7174598"/>
                  <a:gd name="csY4" fmla="*/ 0 h 369332"/>
                  <a:gd name="csX5" fmla="*/ 2702432 w 7174598"/>
                  <a:gd name="csY5" fmla="*/ 0 h 369332"/>
                  <a:gd name="csX6" fmla="*/ 3300315 w 7174598"/>
                  <a:gd name="csY6" fmla="*/ 0 h 369332"/>
                  <a:gd name="csX7" fmla="*/ 3969944 w 7174598"/>
                  <a:gd name="csY7" fmla="*/ 0 h 369332"/>
                  <a:gd name="csX8" fmla="*/ 4496081 w 7174598"/>
                  <a:gd name="csY8" fmla="*/ 0 h 369332"/>
                  <a:gd name="csX9" fmla="*/ 5093965 w 7174598"/>
                  <a:gd name="csY9" fmla="*/ 0 h 369332"/>
                  <a:gd name="csX10" fmla="*/ 5835340 w 7174598"/>
                  <a:gd name="csY10" fmla="*/ 0 h 369332"/>
                  <a:gd name="csX11" fmla="*/ 6289731 w 7174598"/>
                  <a:gd name="csY11" fmla="*/ 0 h 369332"/>
                  <a:gd name="csX12" fmla="*/ 7174598 w 7174598"/>
                  <a:gd name="csY12" fmla="*/ 0 h 369332"/>
                  <a:gd name="csX13" fmla="*/ 7174598 w 7174598"/>
                  <a:gd name="csY13" fmla="*/ 369332 h 369332"/>
                  <a:gd name="csX14" fmla="*/ 6648461 w 7174598"/>
                  <a:gd name="csY14" fmla="*/ 369332 h 369332"/>
                  <a:gd name="csX15" fmla="*/ 6265816 w 7174598"/>
                  <a:gd name="csY15" fmla="*/ 369332 h 369332"/>
                  <a:gd name="csX16" fmla="*/ 5667932 w 7174598"/>
                  <a:gd name="csY16" fmla="*/ 369332 h 369332"/>
                  <a:gd name="csX17" fmla="*/ 5213541 w 7174598"/>
                  <a:gd name="csY17" fmla="*/ 369332 h 369332"/>
                  <a:gd name="csX18" fmla="*/ 4615658 w 7174598"/>
                  <a:gd name="csY18" fmla="*/ 369332 h 369332"/>
                  <a:gd name="csX19" fmla="*/ 4017775 w 7174598"/>
                  <a:gd name="csY19" fmla="*/ 369332 h 369332"/>
                  <a:gd name="csX20" fmla="*/ 3419892 w 7174598"/>
                  <a:gd name="csY20" fmla="*/ 369332 h 369332"/>
                  <a:gd name="csX21" fmla="*/ 2822009 w 7174598"/>
                  <a:gd name="csY21" fmla="*/ 369332 h 369332"/>
                  <a:gd name="csX22" fmla="*/ 2295871 w 7174598"/>
                  <a:gd name="csY22" fmla="*/ 369332 h 369332"/>
                  <a:gd name="csX23" fmla="*/ 1626242 w 7174598"/>
                  <a:gd name="csY23" fmla="*/ 369332 h 369332"/>
                  <a:gd name="csX24" fmla="*/ 1028359 w 7174598"/>
                  <a:gd name="csY24" fmla="*/ 369332 h 369332"/>
                  <a:gd name="csX25" fmla="*/ 0 w 7174598"/>
                  <a:gd name="csY25" fmla="*/ 369332 h 369332"/>
                  <a:gd name="csX26" fmla="*/ 0 w 7174598"/>
                  <a:gd name="csY2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7174598" h="369332" fill="none" extrusionOk="0">
                    <a:moveTo>
                      <a:pt x="0" y="0"/>
                    </a:moveTo>
                    <a:cubicBezTo>
                      <a:pt x="111220" y="-37272"/>
                      <a:pt x="230906" y="6505"/>
                      <a:pt x="382645" y="0"/>
                    </a:cubicBezTo>
                    <a:cubicBezTo>
                      <a:pt x="534384" y="-6505"/>
                      <a:pt x="779300" y="64199"/>
                      <a:pt x="1052274" y="0"/>
                    </a:cubicBezTo>
                    <a:cubicBezTo>
                      <a:pt x="1325248" y="-64199"/>
                      <a:pt x="1319413" y="27380"/>
                      <a:pt x="1434920" y="0"/>
                    </a:cubicBezTo>
                    <a:cubicBezTo>
                      <a:pt x="1550427" y="-27380"/>
                      <a:pt x="1750220" y="35047"/>
                      <a:pt x="1961057" y="0"/>
                    </a:cubicBezTo>
                    <a:cubicBezTo>
                      <a:pt x="2171894" y="-35047"/>
                      <a:pt x="2372946" y="9477"/>
                      <a:pt x="2702432" y="0"/>
                    </a:cubicBezTo>
                    <a:cubicBezTo>
                      <a:pt x="3031919" y="-9477"/>
                      <a:pt x="3116679" y="14972"/>
                      <a:pt x="3300315" y="0"/>
                    </a:cubicBezTo>
                    <a:cubicBezTo>
                      <a:pt x="3483951" y="-14972"/>
                      <a:pt x="3636151" y="73884"/>
                      <a:pt x="3969944" y="0"/>
                    </a:cubicBezTo>
                    <a:cubicBezTo>
                      <a:pt x="4303737" y="-73884"/>
                      <a:pt x="4376179" y="1476"/>
                      <a:pt x="4496081" y="0"/>
                    </a:cubicBezTo>
                    <a:cubicBezTo>
                      <a:pt x="4615983" y="-1476"/>
                      <a:pt x="4971788" y="50445"/>
                      <a:pt x="5093965" y="0"/>
                    </a:cubicBezTo>
                    <a:cubicBezTo>
                      <a:pt x="5216142" y="-50445"/>
                      <a:pt x="5480276" y="9772"/>
                      <a:pt x="5835340" y="0"/>
                    </a:cubicBezTo>
                    <a:cubicBezTo>
                      <a:pt x="6190405" y="-9772"/>
                      <a:pt x="6186106" y="46154"/>
                      <a:pt x="6289731" y="0"/>
                    </a:cubicBezTo>
                    <a:cubicBezTo>
                      <a:pt x="6393356" y="-46154"/>
                      <a:pt x="6732205" y="83807"/>
                      <a:pt x="7174598" y="0"/>
                    </a:cubicBezTo>
                    <a:cubicBezTo>
                      <a:pt x="7174672" y="139499"/>
                      <a:pt x="7159603" y="270034"/>
                      <a:pt x="7174598" y="369332"/>
                    </a:cubicBezTo>
                    <a:cubicBezTo>
                      <a:pt x="7030329" y="397111"/>
                      <a:pt x="6882402" y="335970"/>
                      <a:pt x="6648461" y="369332"/>
                    </a:cubicBezTo>
                    <a:cubicBezTo>
                      <a:pt x="6414520" y="402694"/>
                      <a:pt x="6348042" y="356331"/>
                      <a:pt x="6265816" y="369332"/>
                    </a:cubicBezTo>
                    <a:cubicBezTo>
                      <a:pt x="6183591" y="382333"/>
                      <a:pt x="5955760" y="299196"/>
                      <a:pt x="5667932" y="369332"/>
                    </a:cubicBezTo>
                    <a:cubicBezTo>
                      <a:pt x="5380104" y="439468"/>
                      <a:pt x="5431540" y="336280"/>
                      <a:pt x="5213541" y="369332"/>
                    </a:cubicBezTo>
                    <a:cubicBezTo>
                      <a:pt x="4995542" y="402384"/>
                      <a:pt x="4764887" y="359919"/>
                      <a:pt x="4615658" y="369332"/>
                    </a:cubicBezTo>
                    <a:cubicBezTo>
                      <a:pt x="4466429" y="378745"/>
                      <a:pt x="4275824" y="353088"/>
                      <a:pt x="4017775" y="369332"/>
                    </a:cubicBezTo>
                    <a:cubicBezTo>
                      <a:pt x="3759726" y="385576"/>
                      <a:pt x="3549119" y="317539"/>
                      <a:pt x="3419892" y="369332"/>
                    </a:cubicBezTo>
                    <a:cubicBezTo>
                      <a:pt x="3290665" y="421125"/>
                      <a:pt x="2988342" y="365887"/>
                      <a:pt x="2822009" y="369332"/>
                    </a:cubicBezTo>
                    <a:cubicBezTo>
                      <a:pt x="2655676" y="372777"/>
                      <a:pt x="2402939" y="338195"/>
                      <a:pt x="2295871" y="369332"/>
                    </a:cubicBezTo>
                    <a:cubicBezTo>
                      <a:pt x="2188803" y="400469"/>
                      <a:pt x="1853834" y="318309"/>
                      <a:pt x="1626242" y="369332"/>
                    </a:cubicBezTo>
                    <a:cubicBezTo>
                      <a:pt x="1398650" y="420355"/>
                      <a:pt x="1316207" y="358990"/>
                      <a:pt x="1028359" y="369332"/>
                    </a:cubicBezTo>
                    <a:cubicBezTo>
                      <a:pt x="740511" y="379674"/>
                      <a:pt x="252733" y="257980"/>
                      <a:pt x="0" y="369332"/>
                    </a:cubicBezTo>
                    <a:cubicBezTo>
                      <a:pt x="-27788" y="236673"/>
                      <a:pt x="4553" y="163225"/>
                      <a:pt x="0" y="0"/>
                    </a:cubicBezTo>
                    <a:close/>
                  </a:path>
                  <a:path w="7174598" h="369332" stroke="0" extrusionOk="0">
                    <a:moveTo>
                      <a:pt x="0" y="0"/>
                    </a:moveTo>
                    <a:cubicBezTo>
                      <a:pt x="112072" y="-38784"/>
                      <a:pt x="411871" y="53418"/>
                      <a:pt x="526137" y="0"/>
                    </a:cubicBezTo>
                    <a:cubicBezTo>
                      <a:pt x="640403" y="-53418"/>
                      <a:pt x="765959" y="44638"/>
                      <a:pt x="908782" y="0"/>
                    </a:cubicBezTo>
                    <a:cubicBezTo>
                      <a:pt x="1051605" y="-44638"/>
                      <a:pt x="1343098" y="51442"/>
                      <a:pt x="1650158" y="0"/>
                    </a:cubicBezTo>
                    <a:cubicBezTo>
                      <a:pt x="1957218" y="-51442"/>
                      <a:pt x="2022328" y="19755"/>
                      <a:pt x="2176295" y="0"/>
                    </a:cubicBezTo>
                    <a:cubicBezTo>
                      <a:pt x="2330262" y="-19755"/>
                      <a:pt x="2578497" y="1788"/>
                      <a:pt x="2702432" y="0"/>
                    </a:cubicBezTo>
                    <a:cubicBezTo>
                      <a:pt x="2826367" y="-1788"/>
                      <a:pt x="3288260" y="72901"/>
                      <a:pt x="3443807" y="0"/>
                    </a:cubicBezTo>
                    <a:cubicBezTo>
                      <a:pt x="3599354" y="-72901"/>
                      <a:pt x="3714622" y="18067"/>
                      <a:pt x="3898198" y="0"/>
                    </a:cubicBezTo>
                    <a:cubicBezTo>
                      <a:pt x="4081774" y="-18067"/>
                      <a:pt x="4429224" y="1896"/>
                      <a:pt x="4639573" y="0"/>
                    </a:cubicBezTo>
                    <a:cubicBezTo>
                      <a:pt x="4849922" y="-1896"/>
                      <a:pt x="5200593" y="34993"/>
                      <a:pt x="5380949" y="0"/>
                    </a:cubicBezTo>
                    <a:cubicBezTo>
                      <a:pt x="5561305" y="-34993"/>
                      <a:pt x="5709738" y="5308"/>
                      <a:pt x="5978832" y="0"/>
                    </a:cubicBezTo>
                    <a:cubicBezTo>
                      <a:pt x="6247926" y="-5308"/>
                      <a:pt x="6790721" y="61026"/>
                      <a:pt x="7174598" y="0"/>
                    </a:cubicBezTo>
                    <a:cubicBezTo>
                      <a:pt x="7197689" y="82749"/>
                      <a:pt x="7163339" y="217141"/>
                      <a:pt x="7174598" y="369332"/>
                    </a:cubicBezTo>
                    <a:cubicBezTo>
                      <a:pt x="7041988" y="388384"/>
                      <a:pt x="6901961" y="339777"/>
                      <a:pt x="6791953" y="369332"/>
                    </a:cubicBezTo>
                    <a:cubicBezTo>
                      <a:pt x="6681946" y="398887"/>
                      <a:pt x="6325114" y="281151"/>
                      <a:pt x="6050578" y="369332"/>
                    </a:cubicBezTo>
                    <a:cubicBezTo>
                      <a:pt x="5776043" y="457513"/>
                      <a:pt x="5712669" y="338018"/>
                      <a:pt x="5596186" y="369332"/>
                    </a:cubicBezTo>
                    <a:cubicBezTo>
                      <a:pt x="5479703" y="400646"/>
                      <a:pt x="5279115" y="330951"/>
                      <a:pt x="4998303" y="369332"/>
                    </a:cubicBezTo>
                    <a:cubicBezTo>
                      <a:pt x="4717491" y="407713"/>
                      <a:pt x="4540118" y="314862"/>
                      <a:pt x="4256928" y="369332"/>
                    </a:cubicBezTo>
                    <a:cubicBezTo>
                      <a:pt x="3973738" y="423802"/>
                      <a:pt x="3933069" y="340289"/>
                      <a:pt x="3659045" y="369332"/>
                    </a:cubicBezTo>
                    <a:cubicBezTo>
                      <a:pt x="3385021" y="398375"/>
                      <a:pt x="3387109" y="332676"/>
                      <a:pt x="3276400" y="369332"/>
                    </a:cubicBezTo>
                    <a:cubicBezTo>
                      <a:pt x="3165692" y="405988"/>
                      <a:pt x="3001800" y="320708"/>
                      <a:pt x="2822009" y="369332"/>
                    </a:cubicBezTo>
                    <a:cubicBezTo>
                      <a:pt x="2642218" y="417956"/>
                      <a:pt x="2391292" y="340544"/>
                      <a:pt x="2080633" y="369332"/>
                    </a:cubicBezTo>
                    <a:cubicBezTo>
                      <a:pt x="1769974" y="398120"/>
                      <a:pt x="1710246" y="339222"/>
                      <a:pt x="1482750" y="369332"/>
                    </a:cubicBezTo>
                    <a:cubicBezTo>
                      <a:pt x="1255254" y="399442"/>
                      <a:pt x="1208508" y="329679"/>
                      <a:pt x="1028359" y="369332"/>
                    </a:cubicBezTo>
                    <a:cubicBezTo>
                      <a:pt x="848210" y="408985"/>
                      <a:pt x="288850" y="289026"/>
                      <a:pt x="0" y="369332"/>
                    </a:cubicBezTo>
                    <a:cubicBezTo>
                      <a:pt x="-18115" y="195134"/>
                      <a:pt x="43045" y="81008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dirty="0"/>
                  <a:t>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IN" dirty="0"/>
                  <a:t> won’t eat Mr. Snack because then 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IN" dirty="0"/>
                  <a:t> will eat him.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E594D93-5A57-E192-2962-E5C4CFBFA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177" y="5161040"/>
                <a:ext cx="7174598" cy="369332"/>
              </a:xfrm>
              <a:prstGeom prst="rect">
                <a:avLst/>
              </a:prstGeom>
              <a:blipFill>
                <a:blip r:embed="rId11"/>
                <a:stretch>
                  <a:fillRect l="-423" b="-15068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7174598"/>
                          <a:gd name="connsiteY0" fmla="*/ 0 h 369332"/>
                          <a:gd name="connsiteX1" fmla="*/ 382645 w 7174598"/>
                          <a:gd name="connsiteY1" fmla="*/ 0 h 369332"/>
                          <a:gd name="connsiteX2" fmla="*/ 1052274 w 7174598"/>
                          <a:gd name="connsiteY2" fmla="*/ 0 h 369332"/>
                          <a:gd name="connsiteX3" fmla="*/ 1434920 w 7174598"/>
                          <a:gd name="connsiteY3" fmla="*/ 0 h 369332"/>
                          <a:gd name="connsiteX4" fmla="*/ 1961057 w 7174598"/>
                          <a:gd name="connsiteY4" fmla="*/ 0 h 369332"/>
                          <a:gd name="connsiteX5" fmla="*/ 2702432 w 7174598"/>
                          <a:gd name="connsiteY5" fmla="*/ 0 h 369332"/>
                          <a:gd name="connsiteX6" fmla="*/ 3300315 w 7174598"/>
                          <a:gd name="connsiteY6" fmla="*/ 0 h 369332"/>
                          <a:gd name="connsiteX7" fmla="*/ 3969944 w 7174598"/>
                          <a:gd name="connsiteY7" fmla="*/ 0 h 369332"/>
                          <a:gd name="connsiteX8" fmla="*/ 4496081 w 7174598"/>
                          <a:gd name="connsiteY8" fmla="*/ 0 h 369332"/>
                          <a:gd name="connsiteX9" fmla="*/ 5093965 w 7174598"/>
                          <a:gd name="connsiteY9" fmla="*/ 0 h 369332"/>
                          <a:gd name="connsiteX10" fmla="*/ 5835340 w 7174598"/>
                          <a:gd name="connsiteY10" fmla="*/ 0 h 369332"/>
                          <a:gd name="connsiteX11" fmla="*/ 6289731 w 7174598"/>
                          <a:gd name="connsiteY11" fmla="*/ 0 h 369332"/>
                          <a:gd name="connsiteX12" fmla="*/ 7174598 w 7174598"/>
                          <a:gd name="connsiteY12" fmla="*/ 0 h 369332"/>
                          <a:gd name="connsiteX13" fmla="*/ 7174598 w 7174598"/>
                          <a:gd name="connsiteY13" fmla="*/ 369332 h 369332"/>
                          <a:gd name="connsiteX14" fmla="*/ 6648461 w 7174598"/>
                          <a:gd name="connsiteY14" fmla="*/ 369332 h 369332"/>
                          <a:gd name="connsiteX15" fmla="*/ 6265816 w 7174598"/>
                          <a:gd name="connsiteY15" fmla="*/ 369332 h 369332"/>
                          <a:gd name="connsiteX16" fmla="*/ 5667932 w 7174598"/>
                          <a:gd name="connsiteY16" fmla="*/ 369332 h 369332"/>
                          <a:gd name="connsiteX17" fmla="*/ 5213541 w 7174598"/>
                          <a:gd name="connsiteY17" fmla="*/ 369332 h 369332"/>
                          <a:gd name="connsiteX18" fmla="*/ 4615658 w 7174598"/>
                          <a:gd name="connsiteY18" fmla="*/ 369332 h 369332"/>
                          <a:gd name="connsiteX19" fmla="*/ 4017775 w 7174598"/>
                          <a:gd name="connsiteY19" fmla="*/ 369332 h 369332"/>
                          <a:gd name="connsiteX20" fmla="*/ 3419892 w 7174598"/>
                          <a:gd name="connsiteY20" fmla="*/ 369332 h 369332"/>
                          <a:gd name="connsiteX21" fmla="*/ 2822009 w 7174598"/>
                          <a:gd name="connsiteY21" fmla="*/ 369332 h 369332"/>
                          <a:gd name="connsiteX22" fmla="*/ 2295871 w 7174598"/>
                          <a:gd name="connsiteY22" fmla="*/ 369332 h 369332"/>
                          <a:gd name="connsiteX23" fmla="*/ 1626242 w 7174598"/>
                          <a:gd name="connsiteY23" fmla="*/ 369332 h 369332"/>
                          <a:gd name="connsiteX24" fmla="*/ 1028359 w 7174598"/>
                          <a:gd name="connsiteY24" fmla="*/ 369332 h 369332"/>
                          <a:gd name="connsiteX25" fmla="*/ 0 w 7174598"/>
                          <a:gd name="connsiteY25" fmla="*/ 369332 h 369332"/>
                          <a:gd name="connsiteX26" fmla="*/ 0 w 7174598"/>
                          <a:gd name="connsiteY26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</a:cxnLst>
                        <a:rect l="l" t="t" r="r" b="b"/>
                        <a:pathLst>
                          <a:path w="7174598" h="369332" fill="none" extrusionOk="0">
                            <a:moveTo>
                              <a:pt x="0" y="0"/>
                            </a:moveTo>
                            <a:cubicBezTo>
                              <a:pt x="111220" y="-37272"/>
                              <a:pt x="230906" y="6505"/>
                              <a:pt x="382645" y="0"/>
                            </a:cubicBezTo>
                            <a:cubicBezTo>
                              <a:pt x="534384" y="-6505"/>
                              <a:pt x="779300" y="64199"/>
                              <a:pt x="1052274" y="0"/>
                            </a:cubicBezTo>
                            <a:cubicBezTo>
                              <a:pt x="1325248" y="-64199"/>
                              <a:pt x="1319413" y="27380"/>
                              <a:pt x="1434920" y="0"/>
                            </a:cubicBezTo>
                            <a:cubicBezTo>
                              <a:pt x="1550427" y="-27380"/>
                              <a:pt x="1750220" y="35047"/>
                              <a:pt x="1961057" y="0"/>
                            </a:cubicBezTo>
                            <a:cubicBezTo>
                              <a:pt x="2171894" y="-35047"/>
                              <a:pt x="2372946" y="9477"/>
                              <a:pt x="2702432" y="0"/>
                            </a:cubicBezTo>
                            <a:cubicBezTo>
                              <a:pt x="3031919" y="-9477"/>
                              <a:pt x="3116679" y="14972"/>
                              <a:pt x="3300315" y="0"/>
                            </a:cubicBezTo>
                            <a:cubicBezTo>
                              <a:pt x="3483951" y="-14972"/>
                              <a:pt x="3636151" y="73884"/>
                              <a:pt x="3969944" y="0"/>
                            </a:cubicBezTo>
                            <a:cubicBezTo>
                              <a:pt x="4303737" y="-73884"/>
                              <a:pt x="4376179" y="1476"/>
                              <a:pt x="4496081" y="0"/>
                            </a:cubicBezTo>
                            <a:cubicBezTo>
                              <a:pt x="4615983" y="-1476"/>
                              <a:pt x="4971788" y="50445"/>
                              <a:pt x="5093965" y="0"/>
                            </a:cubicBezTo>
                            <a:cubicBezTo>
                              <a:pt x="5216142" y="-50445"/>
                              <a:pt x="5480276" y="9772"/>
                              <a:pt x="5835340" y="0"/>
                            </a:cubicBezTo>
                            <a:cubicBezTo>
                              <a:pt x="6190405" y="-9772"/>
                              <a:pt x="6186106" y="46154"/>
                              <a:pt x="6289731" y="0"/>
                            </a:cubicBezTo>
                            <a:cubicBezTo>
                              <a:pt x="6393356" y="-46154"/>
                              <a:pt x="6732205" y="83807"/>
                              <a:pt x="7174598" y="0"/>
                            </a:cubicBezTo>
                            <a:cubicBezTo>
                              <a:pt x="7174672" y="139499"/>
                              <a:pt x="7159603" y="270034"/>
                              <a:pt x="7174598" y="369332"/>
                            </a:cubicBezTo>
                            <a:cubicBezTo>
                              <a:pt x="7030329" y="397111"/>
                              <a:pt x="6882402" y="335970"/>
                              <a:pt x="6648461" y="369332"/>
                            </a:cubicBezTo>
                            <a:cubicBezTo>
                              <a:pt x="6414520" y="402694"/>
                              <a:pt x="6348042" y="356331"/>
                              <a:pt x="6265816" y="369332"/>
                            </a:cubicBezTo>
                            <a:cubicBezTo>
                              <a:pt x="6183591" y="382333"/>
                              <a:pt x="5955760" y="299196"/>
                              <a:pt x="5667932" y="369332"/>
                            </a:cubicBezTo>
                            <a:cubicBezTo>
                              <a:pt x="5380104" y="439468"/>
                              <a:pt x="5431540" y="336280"/>
                              <a:pt x="5213541" y="369332"/>
                            </a:cubicBezTo>
                            <a:cubicBezTo>
                              <a:pt x="4995542" y="402384"/>
                              <a:pt x="4764887" y="359919"/>
                              <a:pt x="4615658" y="369332"/>
                            </a:cubicBezTo>
                            <a:cubicBezTo>
                              <a:pt x="4466429" y="378745"/>
                              <a:pt x="4275824" y="353088"/>
                              <a:pt x="4017775" y="369332"/>
                            </a:cubicBezTo>
                            <a:cubicBezTo>
                              <a:pt x="3759726" y="385576"/>
                              <a:pt x="3549119" y="317539"/>
                              <a:pt x="3419892" y="369332"/>
                            </a:cubicBezTo>
                            <a:cubicBezTo>
                              <a:pt x="3290665" y="421125"/>
                              <a:pt x="2988342" y="365887"/>
                              <a:pt x="2822009" y="369332"/>
                            </a:cubicBezTo>
                            <a:cubicBezTo>
                              <a:pt x="2655676" y="372777"/>
                              <a:pt x="2402939" y="338195"/>
                              <a:pt x="2295871" y="369332"/>
                            </a:cubicBezTo>
                            <a:cubicBezTo>
                              <a:pt x="2188803" y="400469"/>
                              <a:pt x="1853834" y="318309"/>
                              <a:pt x="1626242" y="369332"/>
                            </a:cubicBezTo>
                            <a:cubicBezTo>
                              <a:pt x="1398650" y="420355"/>
                              <a:pt x="1316207" y="358990"/>
                              <a:pt x="1028359" y="369332"/>
                            </a:cubicBezTo>
                            <a:cubicBezTo>
                              <a:pt x="740511" y="379674"/>
                              <a:pt x="252733" y="257980"/>
                              <a:pt x="0" y="369332"/>
                            </a:cubicBezTo>
                            <a:cubicBezTo>
                              <a:pt x="-27788" y="236673"/>
                              <a:pt x="4553" y="163225"/>
                              <a:pt x="0" y="0"/>
                            </a:cubicBezTo>
                            <a:close/>
                          </a:path>
                          <a:path w="7174598" h="369332" stroke="0" extrusionOk="0">
                            <a:moveTo>
                              <a:pt x="0" y="0"/>
                            </a:moveTo>
                            <a:cubicBezTo>
                              <a:pt x="112072" y="-38784"/>
                              <a:pt x="411871" y="53418"/>
                              <a:pt x="526137" y="0"/>
                            </a:cubicBezTo>
                            <a:cubicBezTo>
                              <a:pt x="640403" y="-53418"/>
                              <a:pt x="765959" y="44638"/>
                              <a:pt x="908782" y="0"/>
                            </a:cubicBezTo>
                            <a:cubicBezTo>
                              <a:pt x="1051605" y="-44638"/>
                              <a:pt x="1343098" y="51442"/>
                              <a:pt x="1650158" y="0"/>
                            </a:cubicBezTo>
                            <a:cubicBezTo>
                              <a:pt x="1957218" y="-51442"/>
                              <a:pt x="2022328" y="19755"/>
                              <a:pt x="2176295" y="0"/>
                            </a:cubicBezTo>
                            <a:cubicBezTo>
                              <a:pt x="2330262" y="-19755"/>
                              <a:pt x="2578497" y="1788"/>
                              <a:pt x="2702432" y="0"/>
                            </a:cubicBezTo>
                            <a:cubicBezTo>
                              <a:pt x="2826367" y="-1788"/>
                              <a:pt x="3288260" y="72901"/>
                              <a:pt x="3443807" y="0"/>
                            </a:cubicBezTo>
                            <a:cubicBezTo>
                              <a:pt x="3599354" y="-72901"/>
                              <a:pt x="3714622" y="18067"/>
                              <a:pt x="3898198" y="0"/>
                            </a:cubicBezTo>
                            <a:cubicBezTo>
                              <a:pt x="4081774" y="-18067"/>
                              <a:pt x="4429224" y="1896"/>
                              <a:pt x="4639573" y="0"/>
                            </a:cubicBezTo>
                            <a:cubicBezTo>
                              <a:pt x="4849922" y="-1896"/>
                              <a:pt x="5200593" y="34993"/>
                              <a:pt x="5380949" y="0"/>
                            </a:cubicBezTo>
                            <a:cubicBezTo>
                              <a:pt x="5561305" y="-34993"/>
                              <a:pt x="5709738" y="5308"/>
                              <a:pt x="5978832" y="0"/>
                            </a:cubicBezTo>
                            <a:cubicBezTo>
                              <a:pt x="6247926" y="-5308"/>
                              <a:pt x="6790721" y="61026"/>
                              <a:pt x="7174598" y="0"/>
                            </a:cubicBezTo>
                            <a:cubicBezTo>
                              <a:pt x="7197689" y="82749"/>
                              <a:pt x="7163339" y="217141"/>
                              <a:pt x="7174598" y="369332"/>
                            </a:cubicBezTo>
                            <a:cubicBezTo>
                              <a:pt x="7041988" y="388384"/>
                              <a:pt x="6901961" y="339777"/>
                              <a:pt x="6791953" y="369332"/>
                            </a:cubicBezTo>
                            <a:cubicBezTo>
                              <a:pt x="6681946" y="398887"/>
                              <a:pt x="6325114" y="281151"/>
                              <a:pt x="6050578" y="369332"/>
                            </a:cubicBezTo>
                            <a:cubicBezTo>
                              <a:pt x="5776043" y="457513"/>
                              <a:pt x="5712669" y="338018"/>
                              <a:pt x="5596186" y="369332"/>
                            </a:cubicBezTo>
                            <a:cubicBezTo>
                              <a:pt x="5479703" y="400646"/>
                              <a:pt x="5279115" y="330951"/>
                              <a:pt x="4998303" y="369332"/>
                            </a:cubicBezTo>
                            <a:cubicBezTo>
                              <a:pt x="4717491" y="407713"/>
                              <a:pt x="4540118" y="314862"/>
                              <a:pt x="4256928" y="369332"/>
                            </a:cubicBezTo>
                            <a:cubicBezTo>
                              <a:pt x="3973738" y="423802"/>
                              <a:pt x="3933069" y="340289"/>
                              <a:pt x="3659045" y="369332"/>
                            </a:cubicBezTo>
                            <a:cubicBezTo>
                              <a:pt x="3385021" y="398375"/>
                              <a:pt x="3387109" y="332676"/>
                              <a:pt x="3276400" y="369332"/>
                            </a:cubicBezTo>
                            <a:cubicBezTo>
                              <a:pt x="3165692" y="405988"/>
                              <a:pt x="3001800" y="320708"/>
                              <a:pt x="2822009" y="369332"/>
                            </a:cubicBezTo>
                            <a:cubicBezTo>
                              <a:pt x="2642218" y="417956"/>
                              <a:pt x="2391292" y="340544"/>
                              <a:pt x="2080633" y="369332"/>
                            </a:cubicBezTo>
                            <a:cubicBezTo>
                              <a:pt x="1769974" y="398120"/>
                              <a:pt x="1710246" y="339222"/>
                              <a:pt x="1482750" y="369332"/>
                            </a:cubicBezTo>
                            <a:cubicBezTo>
                              <a:pt x="1255254" y="399442"/>
                              <a:pt x="1208508" y="329679"/>
                              <a:pt x="1028359" y="369332"/>
                            </a:cubicBezTo>
                            <a:cubicBezTo>
                              <a:pt x="848210" y="408985"/>
                              <a:pt x="288850" y="289026"/>
                              <a:pt x="0" y="369332"/>
                            </a:cubicBezTo>
                            <a:cubicBezTo>
                              <a:pt x="-18115" y="195134"/>
                              <a:pt x="43045" y="8100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BBB5FF-99D0-7B1A-338F-2EDFF5B85C55}"/>
              </a:ext>
            </a:extLst>
          </p:cNvPr>
          <p:cNvSpPr/>
          <p:nvPr/>
        </p:nvSpPr>
        <p:spPr>
          <a:xfrm>
            <a:off x="10152668" y="4666268"/>
            <a:ext cx="216817" cy="1282045"/>
          </a:xfrm>
          <a:custGeom>
            <a:avLst/>
            <a:gdLst>
              <a:gd name="connsiteX0" fmla="*/ 0 w 216817"/>
              <a:gd name="connsiteY0" fmla="*/ 1282045 h 1282045"/>
              <a:gd name="connsiteX1" fmla="*/ 47134 w 216817"/>
              <a:gd name="connsiteY1" fmla="*/ 1244338 h 1282045"/>
              <a:gd name="connsiteX2" fmla="*/ 160256 w 216817"/>
              <a:gd name="connsiteY2" fmla="*/ 942680 h 1282045"/>
              <a:gd name="connsiteX3" fmla="*/ 188536 w 216817"/>
              <a:gd name="connsiteY3" fmla="*/ 763571 h 1282045"/>
              <a:gd name="connsiteX4" fmla="*/ 216817 w 216817"/>
              <a:gd name="connsiteY4" fmla="*/ 612742 h 1282045"/>
              <a:gd name="connsiteX5" fmla="*/ 207390 w 216817"/>
              <a:gd name="connsiteY5" fmla="*/ 197963 h 1282045"/>
              <a:gd name="connsiteX6" fmla="*/ 160256 w 216817"/>
              <a:gd name="connsiteY6" fmla="*/ 75414 h 1282045"/>
              <a:gd name="connsiteX7" fmla="*/ 150829 w 216817"/>
              <a:gd name="connsiteY7" fmla="*/ 47134 h 1282045"/>
              <a:gd name="connsiteX8" fmla="*/ 131975 w 216817"/>
              <a:gd name="connsiteY8" fmla="*/ 18854 h 1282045"/>
              <a:gd name="connsiteX9" fmla="*/ 103695 w 216817"/>
              <a:gd name="connsiteY9" fmla="*/ 0 h 128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817" h="1282045">
                <a:moveTo>
                  <a:pt x="0" y="1282045"/>
                </a:moveTo>
                <a:cubicBezTo>
                  <a:pt x="15711" y="1269476"/>
                  <a:pt x="35354" y="1260649"/>
                  <a:pt x="47134" y="1244338"/>
                </a:cubicBezTo>
                <a:cubicBezTo>
                  <a:pt x="132961" y="1125501"/>
                  <a:pt x="132522" y="1089271"/>
                  <a:pt x="160256" y="942680"/>
                </a:cubicBezTo>
                <a:cubicBezTo>
                  <a:pt x="171492" y="883291"/>
                  <a:pt x="178323" y="823145"/>
                  <a:pt x="188536" y="763571"/>
                </a:cubicBezTo>
                <a:cubicBezTo>
                  <a:pt x="197179" y="713154"/>
                  <a:pt x="207390" y="663018"/>
                  <a:pt x="216817" y="612742"/>
                </a:cubicBezTo>
                <a:cubicBezTo>
                  <a:pt x="213675" y="474482"/>
                  <a:pt x="221867" y="335498"/>
                  <a:pt x="207390" y="197963"/>
                </a:cubicBezTo>
                <a:cubicBezTo>
                  <a:pt x="202808" y="154437"/>
                  <a:pt x="174097" y="116935"/>
                  <a:pt x="160256" y="75414"/>
                </a:cubicBezTo>
                <a:cubicBezTo>
                  <a:pt x="157114" y="65987"/>
                  <a:pt x="155273" y="56022"/>
                  <a:pt x="150829" y="47134"/>
                </a:cubicBezTo>
                <a:cubicBezTo>
                  <a:pt x="145762" y="37001"/>
                  <a:pt x="140822" y="25932"/>
                  <a:pt x="131975" y="18854"/>
                </a:cubicBezTo>
                <a:cubicBezTo>
                  <a:pt x="100714" y="-6155"/>
                  <a:pt x="103695" y="23977"/>
                  <a:pt x="103695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EBF83A-7708-E840-5C92-0684A15B7C43}"/>
              </a:ext>
            </a:extLst>
          </p:cNvPr>
          <p:cNvSpPr txBox="1"/>
          <p:nvPr/>
        </p:nvSpPr>
        <p:spPr>
          <a:xfrm>
            <a:off x="1113906" y="6073692"/>
            <a:ext cx="4044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We can conclude this…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3FE84F8-AD0B-789D-5A67-FF1A4A1A4F3F}"/>
              </a:ext>
            </a:extLst>
          </p:cNvPr>
          <p:cNvSpPr/>
          <p:nvPr/>
        </p:nvSpPr>
        <p:spPr>
          <a:xfrm>
            <a:off x="3327662" y="5618375"/>
            <a:ext cx="1423447" cy="471340"/>
          </a:xfrm>
          <a:custGeom>
            <a:avLst/>
            <a:gdLst>
              <a:gd name="connsiteX0" fmla="*/ 0 w 1423447"/>
              <a:gd name="connsiteY0" fmla="*/ 471340 h 471340"/>
              <a:gd name="connsiteX1" fmla="*/ 311084 w 1423447"/>
              <a:gd name="connsiteY1" fmla="*/ 443060 h 471340"/>
              <a:gd name="connsiteX2" fmla="*/ 584462 w 1423447"/>
              <a:gd name="connsiteY2" fmla="*/ 424206 h 471340"/>
              <a:gd name="connsiteX3" fmla="*/ 791851 w 1423447"/>
              <a:gd name="connsiteY3" fmla="*/ 395926 h 471340"/>
              <a:gd name="connsiteX4" fmla="*/ 933253 w 1423447"/>
              <a:gd name="connsiteY4" fmla="*/ 348792 h 471340"/>
              <a:gd name="connsiteX5" fmla="*/ 1055802 w 1423447"/>
              <a:gd name="connsiteY5" fmla="*/ 320512 h 471340"/>
              <a:gd name="connsiteX6" fmla="*/ 1159497 w 1423447"/>
              <a:gd name="connsiteY6" fmla="*/ 273378 h 471340"/>
              <a:gd name="connsiteX7" fmla="*/ 1197204 w 1423447"/>
              <a:gd name="connsiteY7" fmla="*/ 245097 h 471340"/>
              <a:gd name="connsiteX8" fmla="*/ 1234911 w 1423447"/>
              <a:gd name="connsiteY8" fmla="*/ 226244 h 471340"/>
              <a:gd name="connsiteX9" fmla="*/ 1263192 w 1423447"/>
              <a:gd name="connsiteY9" fmla="*/ 188536 h 471340"/>
              <a:gd name="connsiteX10" fmla="*/ 1329179 w 1423447"/>
              <a:gd name="connsiteY10" fmla="*/ 141402 h 471340"/>
              <a:gd name="connsiteX11" fmla="*/ 1348033 w 1423447"/>
              <a:gd name="connsiteY11" fmla="*/ 113122 h 471340"/>
              <a:gd name="connsiteX12" fmla="*/ 1385740 w 1423447"/>
              <a:gd name="connsiteY12" fmla="*/ 65988 h 471340"/>
              <a:gd name="connsiteX13" fmla="*/ 1395167 w 1423447"/>
              <a:gd name="connsiteY13" fmla="*/ 37707 h 471340"/>
              <a:gd name="connsiteX14" fmla="*/ 1423447 w 1423447"/>
              <a:gd name="connsiteY14" fmla="*/ 0 h 471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3447" h="471340">
                <a:moveTo>
                  <a:pt x="0" y="471340"/>
                </a:moveTo>
                <a:lnTo>
                  <a:pt x="311084" y="443060"/>
                </a:lnTo>
                <a:cubicBezTo>
                  <a:pt x="402131" y="435718"/>
                  <a:pt x="493555" y="433118"/>
                  <a:pt x="584462" y="424206"/>
                </a:cubicBezTo>
                <a:cubicBezTo>
                  <a:pt x="653899" y="417399"/>
                  <a:pt x="722721" y="405353"/>
                  <a:pt x="791851" y="395926"/>
                </a:cubicBezTo>
                <a:cubicBezTo>
                  <a:pt x="838985" y="380215"/>
                  <a:pt x="885481" y="362441"/>
                  <a:pt x="933253" y="348792"/>
                </a:cubicBezTo>
                <a:cubicBezTo>
                  <a:pt x="973563" y="337275"/>
                  <a:pt x="1016030" y="333769"/>
                  <a:pt x="1055802" y="320512"/>
                </a:cubicBezTo>
                <a:cubicBezTo>
                  <a:pt x="1091822" y="308505"/>
                  <a:pt x="1125996" y="291246"/>
                  <a:pt x="1159497" y="273378"/>
                </a:cubicBezTo>
                <a:cubicBezTo>
                  <a:pt x="1173360" y="265984"/>
                  <a:pt x="1183881" y="253424"/>
                  <a:pt x="1197204" y="245097"/>
                </a:cubicBezTo>
                <a:cubicBezTo>
                  <a:pt x="1209120" y="237649"/>
                  <a:pt x="1222342" y="232528"/>
                  <a:pt x="1234911" y="226244"/>
                </a:cubicBezTo>
                <a:cubicBezTo>
                  <a:pt x="1244338" y="213675"/>
                  <a:pt x="1252082" y="199646"/>
                  <a:pt x="1263192" y="188536"/>
                </a:cubicBezTo>
                <a:cubicBezTo>
                  <a:pt x="1274881" y="176847"/>
                  <a:pt x="1313124" y="152105"/>
                  <a:pt x="1329179" y="141402"/>
                </a:cubicBezTo>
                <a:cubicBezTo>
                  <a:pt x="1335464" y="131975"/>
                  <a:pt x="1341235" y="122186"/>
                  <a:pt x="1348033" y="113122"/>
                </a:cubicBezTo>
                <a:cubicBezTo>
                  <a:pt x="1360105" y="97026"/>
                  <a:pt x="1375076" y="83050"/>
                  <a:pt x="1385740" y="65988"/>
                </a:cubicBezTo>
                <a:cubicBezTo>
                  <a:pt x="1391007" y="57561"/>
                  <a:pt x="1390237" y="46335"/>
                  <a:pt x="1395167" y="37707"/>
                </a:cubicBezTo>
                <a:cubicBezTo>
                  <a:pt x="1402962" y="24066"/>
                  <a:pt x="1423447" y="0"/>
                  <a:pt x="1423447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stick figure with arms out&#10;&#10;Description automatically generated">
            <a:extLst>
              <a:ext uri="{FF2B5EF4-FFF2-40B4-BE49-F238E27FC236}">
                <a16:creationId xmlns:a16="http://schemas.microsoft.com/office/drawing/2014/main" id="{95FBF4E9-D10F-3EDC-6EF1-49975983DE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9" r="13778"/>
          <a:stretch/>
        </p:blipFill>
        <p:spPr>
          <a:xfrm>
            <a:off x="5378215" y="1141995"/>
            <a:ext cx="730967" cy="101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535A65-79DF-286C-66F2-5C6B67071918}"/>
                  </a:ext>
                </a:extLst>
              </p:cNvPr>
              <p:cNvSpPr txBox="1"/>
              <p:nvPr/>
            </p:nvSpPr>
            <p:spPr>
              <a:xfrm>
                <a:off x="8383680" y="3733564"/>
                <a:ext cx="2833801" cy="923330"/>
              </a:xfrm>
              <a:custGeom>
                <a:avLst/>
                <a:gdLst>
                  <a:gd name="csX0" fmla="*/ 0 w 2833801"/>
                  <a:gd name="csY0" fmla="*/ 0 h 923330"/>
                  <a:gd name="csX1" fmla="*/ 538422 w 2833801"/>
                  <a:gd name="csY1" fmla="*/ 0 h 923330"/>
                  <a:gd name="csX2" fmla="*/ 1020168 w 2833801"/>
                  <a:gd name="csY2" fmla="*/ 0 h 923330"/>
                  <a:gd name="csX3" fmla="*/ 1615267 w 2833801"/>
                  <a:gd name="csY3" fmla="*/ 0 h 923330"/>
                  <a:gd name="csX4" fmla="*/ 2097013 w 2833801"/>
                  <a:gd name="csY4" fmla="*/ 0 h 923330"/>
                  <a:gd name="csX5" fmla="*/ 2833801 w 2833801"/>
                  <a:gd name="csY5" fmla="*/ 0 h 923330"/>
                  <a:gd name="csX6" fmla="*/ 2833801 w 2833801"/>
                  <a:gd name="csY6" fmla="*/ 461665 h 923330"/>
                  <a:gd name="csX7" fmla="*/ 2833801 w 2833801"/>
                  <a:gd name="csY7" fmla="*/ 923330 h 923330"/>
                  <a:gd name="csX8" fmla="*/ 2210365 w 2833801"/>
                  <a:gd name="csY8" fmla="*/ 923330 h 923330"/>
                  <a:gd name="csX9" fmla="*/ 1700281 w 2833801"/>
                  <a:gd name="csY9" fmla="*/ 923330 h 923330"/>
                  <a:gd name="csX10" fmla="*/ 1133520 w 2833801"/>
                  <a:gd name="csY10" fmla="*/ 923330 h 923330"/>
                  <a:gd name="csX11" fmla="*/ 510084 w 2833801"/>
                  <a:gd name="csY11" fmla="*/ 923330 h 923330"/>
                  <a:gd name="csX12" fmla="*/ 0 w 2833801"/>
                  <a:gd name="csY12" fmla="*/ 923330 h 923330"/>
                  <a:gd name="csX13" fmla="*/ 0 w 2833801"/>
                  <a:gd name="csY13" fmla="*/ 470898 h 923330"/>
                  <a:gd name="csX14" fmla="*/ 0 w 2833801"/>
                  <a:gd name="csY14" fmla="*/ 0 h 9233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833801" h="923330" fill="none" extrusionOk="0">
                    <a:moveTo>
                      <a:pt x="0" y="0"/>
                    </a:moveTo>
                    <a:cubicBezTo>
                      <a:pt x="154978" y="-20895"/>
                      <a:pt x="350329" y="16829"/>
                      <a:pt x="538422" y="0"/>
                    </a:cubicBezTo>
                    <a:cubicBezTo>
                      <a:pt x="726515" y="-16829"/>
                      <a:pt x="789682" y="24975"/>
                      <a:pt x="1020168" y="0"/>
                    </a:cubicBezTo>
                    <a:cubicBezTo>
                      <a:pt x="1250654" y="-24975"/>
                      <a:pt x="1325332" y="4668"/>
                      <a:pt x="1615267" y="0"/>
                    </a:cubicBezTo>
                    <a:cubicBezTo>
                      <a:pt x="1905202" y="-4668"/>
                      <a:pt x="1866958" y="12292"/>
                      <a:pt x="2097013" y="0"/>
                    </a:cubicBezTo>
                    <a:cubicBezTo>
                      <a:pt x="2327068" y="-12292"/>
                      <a:pt x="2567701" y="81343"/>
                      <a:pt x="2833801" y="0"/>
                    </a:cubicBezTo>
                    <a:cubicBezTo>
                      <a:pt x="2856997" y="209190"/>
                      <a:pt x="2831151" y="333913"/>
                      <a:pt x="2833801" y="461665"/>
                    </a:cubicBezTo>
                    <a:cubicBezTo>
                      <a:pt x="2836451" y="589417"/>
                      <a:pt x="2827312" y="766516"/>
                      <a:pt x="2833801" y="923330"/>
                    </a:cubicBezTo>
                    <a:cubicBezTo>
                      <a:pt x="2624312" y="931675"/>
                      <a:pt x="2463584" y="865649"/>
                      <a:pt x="2210365" y="923330"/>
                    </a:cubicBezTo>
                    <a:cubicBezTo>
                      <a:pt x="1957146" y="981011"/>
                      <a:pt x="1813035" y="914382"/>
                      <a:pt x="1700281" y="923330"/>
                    </a:cubicBezTo>
                    <a:cubicBezTo>
                      <a:pt x="1587527" y="932278"/>
                      <a:pt x="1409629" y="917679"/>
                      <a:pt x="1133520" y="923330"/>
                    </a:cubicBezTo>
                    <a:cubicBezTo>
                      <a:pt x="857411" y="928981"/>
                      <a:pt x="686706" y="862811"/>
                      <a:pt x="510084" y="923330"/>
                    </a:cubicBezTo>
                    <a:cubicBezTo>
                      <a:pt x="333462" y="983849"/>
                      <a:pt x="119678" y="886625"/>
                      <a:pt x="0" y="923330"/>
                    </a:cubicBezTo>
                    <a:cubicBezTo>
                      <a:pt x="-8226" y="831763"/>
                      <a:pt x="32786" y="614727"/>
                      <a:pt x="0" y="470898"/>
                    </a:cubicBezTo>
                    <a:cubicBezTo>
                      <a:pt x="-32786" y="327069"/>
                      <a:pt x="962" y="202399"/>
                      <a:pt x="0" y="0"/>
                    </a:cubicBezTo>
                    <a:close/>
                  </a:path>
                  <a:path w="2833801" h="923330" stroke="0" extrusionOk="0">
                    <a:moveTo>
                      <a:pt x="0" y="0"/>
                    </a:moveTo>
                    <a:cubicBezTo>
                      <a:pt x="198059" y="-605"/>
                      <a:pt x="329147" y="45955"/>
                      <a:pt x="481746" y="0"/>
                    </a:cubicBezTo>
                    <a:cubicBezTo>
                      <a:pt x="634345" y="-45955"/>
                      <a:pt x="865575" y="27350"/>
                      <a:pt x="963492" y="0"/>
                    </a:cubicBezTo>
                    <a:cubicBezTo>
                      <a:pt x="1061409" y="-27350"/>
                      <a:pt x="1306102" y="53673"/>
                      <a:pt x="1501915" y="0"/>
                    </a:cubicBezTo>
                    <a:cubicBezTo>
                      <a:pt x="1697728" y="-53673"/>
                      <a:pt x="1834128" y="27989"/>
                      <a:pt x="2011999" y="0"/>
                    </a:cubicBezTo>
                    <a:cubicBezTo>
                      <a:pt x="2189870" y="-27989"/>
                      <a:pt x="2489177" y="5761"/>
                      <a:pt x="2833801" y="0"/>
                    </a:cubicBezTo>
                    <a:cubicBezTo>
                      <a:pt x="2862178" y="164826"/>
                      <a:pt x="2816798" y="305465"/>
                      <a:pt x="2833801" y="433965"/>
                    </a:cubicBezTo>
                    <a:cubicBezTo>
                      <a:pt x="2850804" y="562466"/>
                      <a:pt x="2780976" y="728746"/>
                      <a:pt x="2833801" y="923330"/>
                    </a:cubicBezTo>
                    <a:cubicBezTo>
                      <a:pt x="2724445" y="932872"/>
                      <a:pt x="2498246" y="889570"/>
                      <a:pt x="2295379" y="923330"/>
                    </a:cubicBezTo>
                    <a:cubicBezTo>
                      <a:pt x="2092512" y="957090"/>
                      <a:pt x="1878085" y="875636"/>
                      <a:pt x="1756957" y="923330"/>
                    </a:cubicBezTo>
                    <a:cubicBezTo>
                      <a:pt x="1635829" y="971024"/>
                      <a:pt x="1272722" y="852944"/>
                      <a:pt x="1133520" y="923330"/>
                    </a:cubicBezTo>
                    <a:cubicBezTo>
                      <a:pt x="994318" y="993716"/>
                      <a:pt x="738270" y="880595"/>
                      <a:pt x="538422" y="923330"/>
                    </a:cubicBezTo>
                    <a:cubicBezTo>
                      <a:pt x="338574" y="966065"/>
                      <a:pt x="117167" y="912763"/>
                      <a:pt x="0" y="923330"/>
                    </a:cubicBezTo>
                    <a:cubicBezTo>
                      <a:pt x="-19300" y="714283"/>
                      <a:pt x="54498" y="644051"/>
                      <a:pt x="0" y="443198"/>
                    </a:cubicBezTo>
                    <a:cubicBezTo>
                      <a:pt x="-54498" y="242345"/>
                      <a:pt x="29615" y="182536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Satisfies hunger.</a:t>
                </a:r>
              </a:p>
              <a:p>
                <a:pPr algn="ctr"/>
                <a:r>
                  <a:rPr lang="en-IN" dirty="0"/>
                  <a:t>Sleeps &amp; gets eaten by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=−∞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535A65-79DF-286C-66F2-5C6B67071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80" y="3733564"/>
                <a:ext cx="2833801" cy="923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custGeom>
                        <a:avLst/>
                        <a:gdLst>
                          <a:gd name="connsiteX0" fmla="*/ 0 w 2833801"/>
                          <a:gd name="connsiteY0" fmla="*/ 0 h 923330"/>
                          <a:gd name="connsiteX1" fmla="*/ 538422 w 2833801"/>
                          <a:gd name="connsiteY1" fmla="*/ 0 h 923330"/>
                          <a:gd name="connsiteX2" fmla="*/ 1020168 w 2833801"/>
                          <a:gd name="connsiteY2" fmla="*/ 0 h 923330"/>
                          <a:gd name="connsiteX3" fmla="*/ 1615267 w 2833801"/>
                          <a:gd name="connsiteY3" fmla="*/ 0 h 923330"/>
                          <a:gd name="connsiteX4" fmla="*/ 2097013 w 2833801"/>
                          <a:gd name="connsiteY4" fmla="*/ 0 h 923330"/>
                          <a:gd name="connsiteX5" fmla="*/ 2833801 w 2833801"/>
                          <a:gd name="connsiteY5" fmla="*/ 0 h 923330"/>
                          <a:gd name="connsiteX6" fmla="*/ 2833801 w 2833801"/>
                          <a:gd name="connsiteY6" fmla="*/ 461665 h 923330"/>
                          <a:gd name="connsiteX7" fmla="*/ 2833801 w 2833801"/>
                          <a:gd name="connsiteY7" fmla="*/ 923330 h 923330"/>
                          <a:gd name="connsiteX8" fmla="*/ 2210365 w 2833801"/>
                          <a:gd name="connsiteY8" fmla="*/ 923330 h 923330"/>
                          <a:gd name="connsiteX9" fmla="*/ 1700281 w 2833801"/>
                          <a:gd name="connsiteY9" fmla="*/ 923330 h 923330"/>
                          <a:gd name="connsiteX10" fmla="*/ 1133520 w 2833801"/>
                          <a:gd name="connsiteY10" fmla="*/ 923330 h 923330"/>
                          <a:gd name="connsiteX11" fmla="*/ 510084 w 2833801"/>
                          <a:gd name="connsiteY11" fmla="*/ 923330 h 923330"/>
                          <a:gd name="connsiteX12" fmla="*/ 0 w 2833801"/>
                          <a:gd name="connsiteY12" fmla="*/ 923330 h 923330"/>
                          <a:gd name="connsiteX13" fmla="*/ 0 w 2833801"/>
                          <a:gd name="connsiteY13" fmla="*/ 470898 h 923330"/>
                          <a:gd name="connsiteX14" fmla="*/ 0 w 2833801"/>
                          <a:gd name="connsiteY14" fmla="*/ 0 h 9233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2833801" h="923330" fill="none" extrusionOk="0">
                            <a:moveTo>
                              <a:pt x="0" y="0"/>
                            </a:moveTo>
                            <a:cubicBezTo>
                              <a:pt x="154978" y="-20895"/>
                              <a:pt x="350329" y="16829"/>
                              <a:pt x="538422" y="0"/>
                            </a:cubicBezTo>
                            <a:cubicBezTo>
                              <a:pt x="726515" y="-16829"/>
                              <a:pt x="789682" y="24975"/>
                              <a:pt x="1020168" y="0"/>
                            </a:cubicBezTo>
                            <a:cubicBezTo>
                              <a:pt x="1250654" y="-24975"/>
                              <a:pt x="1325332" y="4668"/>
                              <a:pt x="1615267" y="0"/>
                            </a:cubicBezTo>
                            <a:cubicBezTo>
                              <a:pt x="1905202" y="-4668"/>
                              <a:pt x="1866958" y="12292"/>
                              <a:pt x="2097013" y="0"/>
                            </a:cubicBezTo>
                            <a:cubicBezTo>
                              <a:pt x="2327068" y="-12292"/>
                              <a:pt x="2567701" y="81343"/>
                              <a:pt x="2833801" y="0"/>
                            </a:cubicBezTo>
                            <a:cubicBezTo>
                              <a:pt x="2856997" y="209190"/>
                              <a:pt x="2831151" y="333913"/>
                              <a:pt x="2833801" y="461665"/>
                            </a:cubicBezTo>
                            <a:cubicBezTo>
                              <a:pt x="2836451" y="589417"/>
                              <a:pt x="2827312" y="766516"/>
                              <a:pt x="2833801" y="923330"/>
                            </a:cubicBezTo>
                            <a:cubicBezTo>
                              <a:pt x="2624312" y="931675"/>
                              <a:pt x="2463584" y="865649"/>
                              <a:pt x="2210365" y="923330"/>
                            </a:cubicBezTo>
                            <a:cubicBezTo>
                              <a:pt x="1957146" y="981011"/>
                              <a:pt x="1813035" y="914382"/>
                              <a:pt x="1700281" y="923330"/>
                            </a:cubicBezTo>
                            <a:cubicBezTo>
                              <a:pt x="1587527" y="932278"/>
                              <a:pt x="1409629" y="917679"/>
                              <a:pt x="1133520" y="923330"/>
                            </a:cubicBezTo>
                            <a:cubicBezTo>
                              <a:pt x="857411" y="928981"/>
                              <a:pt x="686706" y="862811"/>
                              <a:pt x="510084" y="923330"/>
                            </a:cubicBezTo>
                            <a:cubicBezTo>
                              <a:pt x="333462" y="983849"/>
                              <a:pt x="119678" y="886625"/>
                              <a:pt x="0" y="923330"/>
                            </a:cubicBezTo>
                            <a:cubicBezTo>
                              <a:pt x="-8226" y="831763"/>
                              <a:pt x="32786" y="614727"/>
                              <a:pt x="0" y="470898"/>
                            </a:cubicBezTo>
                            <a:cubicBezTo>
                              <a:pt x="-32786" y="327069"/>
                              <a:pt x="962" y="202399"/>
                              <a:pt x="0" y="0"/>
                            </a:cubicBezTo>
                            <a:close/>
                          </a:path>
                          <a:path w="2833801" h="923330" stroke="0" extrusionOk="0">
                            <a:moveTo>
                              <a:pt x="0" y="0"/>
                            </a:moveTo>
                            <a:cubicBezTo>
                              <a:pt x="198059" y="-605"/>
                              <a:pt x="329147" y="45955"/>
                              <a:pt x="481746" y="0"/>
                            </a:cubicBezTo>
                            <a:cubicBezTo>
                              <a:pt x="634345" y="-45955"/>
                              <a:pt x="865575" y="27350"/>
                              <a:pt x="963492" y="0"/>
                            </a:cubicBezTo>
                            <a:cubicBezTo>
                              <a:pt x="1061409" y="-27350"/>
                              <a:pt x="1306102" y="53673"/>
                              <a:pt x="1501915" y="0"/>
                            </a:cubicBezTo>
                            <a:cubicBezTo>
                              <a:pt x="1697728" y="-53673"/>
                              <a:pt x="1834128" y="27989"/>
                              <a:pt x="2011999" y="0"/>
                            </a:cubicBezTo>
                            <a:cubicBezTo>
                              <a:pt x="2189870" y="-27989"/>
                              <a:pt x="2489177" y="5761"/>
                              <a:pt x="2833801" y="0"/>
                            </a:cubicBezTo>
                            <a:cubicBezTo>
                              <a:pt x="2862178" y="164826"/>
                              <a:pt x="2816798" y="305465"/>
                              <a:pt x="2833801" y="433965"/>
                            </a:cubicBezTo>
                            <a:cubicBezTo>
                              <a:pt x="2850804" y="562466"/>
                              <a:pt x="2780976" y="728746"/>
                              <a:pt x="2833801" y="923330"/>
                            </a:cubicBezTo>
                            <a:cubicBezTo>
                              <a:pt x="2724445" y="932872"/>
                              <a:pt x="2498246" y="889570"/>
                              <a:pt x="2295379" y="923330"/>
                            </a:cubicBezTo>
                            <a:cubicBezTo>
                              <a:pt x="2092512" y="957090"/>
                              <a:pt x="1878085" y="875636"/>
                              <a:pt x="1756957" y="923330"/>
                            </a:cubicBezTo>
                            <a:cubicBezTo>
                              <a:pt x="1635829" y="971024"/>
                              <a:pt x="1272722" y="852944"/>
                              <a:pt x="1133520" y="923330"/>
                            </a:cubicBezTo>
                            <a:cubicBezTo>
                              <a:pt x="994318" y="993716"/>
                              <a:pt x="738270" y="880595"/>
                              <a:pt x="538422" y="923330"/>
                            </a:cubicBezTo>
                            <a:cubicBezTo>
                              <a:pt x="338574" y="966065"/>
                              <a:pt x="117167" y="912763"/>
                              <a:pt x="0" y="923330"/>
                            </a:cubicBezTo>
                            <a:cubicBezTo>
                              <a:pt x="-19300" y="714283"/>
                              <a:pt x="54498" y="644051"/>
                              <a:pt x="0" y="443198"/>
                            </a:cubicBezTo>
                            <a:cubicBezTo>
                              <a:pt x="-54498" y="242345"/>
                              <a:pt x="29615" y="18253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B7548DA-DECC-5237-B0B2-57583ED5B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387731"/>
              </p:ext>
            </p:extLst>
          </p:nvPr>
        </p:nvGraphicFramePr>
        <p:xfrm>
          <a:off x="9405551" y="249638"/>
          <a:ext cx="2540763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68718">
                  <a:extLst>
                    <a:ext uri="{9D8B030D-6E8A-4147-A177-3AD203B41FA5}">
                      <a16:colId xmlns:a16="http://schemas.microsoft.com/office/drawing/2014/main" val="4228489281"/>
                    </a:ext>
                  </a:extLst>
                </a:gridCol>
                <a:gridCol w="1372045">
                  <a:extLst>
                    <a:ext uri="{9D8B030D-6E8A-4147-A177-3AD203B41FA5}">
                      <a16:colId xmlns:a16="http://schemas.microsoft.com/office/drawing/2014/main" val="593772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Cannibal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Eat or Not?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76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08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C00000"/>
                          </a:solidFill>
                        </a:rPr>
                        <a:t>Won’t 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05239"/>
                  </a:ext>
                </a:extLst>
              </a:tr>
            </a:tbl>
          </a:graphicData>
        </a:graphic>
      </p:graphicFrame>
      <p:pic>
        <p:nvPicPr>
          <p:cNvPr id="5" name="Picture 4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D9DBBF23-AD67-7326-126E-9FEB8F436FB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6969658" y="314874"/>
            <a:ext cx="1767982" cy="10153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187FBD-62A7-6E39-B21A-144E350E8758}"/>
              </a:ext>
            </a:extLst>
          </p:cNvPr>
          <p:cNvSpPr txBox="1"/>
          <p:nvPr/>
        </p:nvSpPr>
        <p:spPr>
          <a:xfrm>
            <a:off x="4687173" y="4814247"/>
            <a:ext cx="2076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or Cannibal 8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43F550-3895-0ECC-1AD4-A0AD7367C6F0}"/>
              </a:ext>
            </a:extLst>
          </p:cNvPr>
          <p:cNvSpPr/>
          <p:nvPr/>
        </p:nvSpPr>
        <p:spPr>
          <a:xfrm>
            <a:off x="5561817" y="5241304"/>
            <a:ext cx="216817" cy="308656"/>
          </a:xfrm>
          <a:custGeom>
            <a:avLst/>
            <a:gdLst>
              <a:gd name="connsiteX0" fmla="*/ 0 w 216817"/>
              <a:gd name="connsiteY0" fmla="*/ 443060 h 461913"/>
              <a:gd name="connsiteX1" fmla="*/ 37707 w 216817"/>
              <a:gd name="connsiteY1" fmla="*/ 301658 h 461913"/>
              <a:gd name="connsiteX2" fmla="*/ 75415 w 216817"/>
              <a:gd name="connsiteY2" fmla="*/ 0 h 461913"/>
              <a:gd name="connsiteX3" fmla="*/ 84841 w 216817"/>
              <a:gd name="connsiteY3" fmla="*/ 122549 h 461913"/>
              <a:gd name="connsiteX4" fmla="*/ 113122 w 216817"/>
              <a:gd name="connsiteY4" fmla="*/ 254524 h 461913"/>
              <a:gd name="connsiteX5" fmla="*/ 122549 w 216817"/>
              <a:gd name="connsiteY5" fmla="*/ 282804 h 461913"/>
              <a:gd name="connsiteX6" fmla="*/ 131975 w 216817"/>
              <a:gd name="connsiteY6" fmla="*/ 320511 h 461913"/>
              <a:gd name="connsiteX7" fmla="*/ 160256 w 216817"/>
              <a:gd name="connsiteY7" fmla="*/ 367645 h 461913"/>
              <a:gd name="connsiteX8" fmla="*/ 197963 w 216817"/>
              <a:gd name="connsiteY8" fmla="*/ 452487 h 461913"/>
              <a:gd name="connsiteX9" fmla="*/ 216817 w 216817"/>
              <a:gd name="connsiteY9" fmla="*/ 461913 h 46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817" h="461913">
                <a:moveTo>
                  <a:pt x="0" y="443060"/>
                </a:moveTo>
                <a:cubicBezTo>
                  <a:pt x="27411" y="374534"/>
                  <a:pt x="21869" y="396685"/>
                  <a:pt x="37707" y="301658"/>
                </a:cubicBezTo>
                <a:cubicBezTo>
                  <a:pt x="67836" y="120886"/>
                  <a:pt x="62952" y="149548"/>
                  <a:pt x="75415" y="0"/>
                </a:cubicBezTo>
                <a:cubicBezTo>
                  <a:pt x="78557" y="40850"/>
                  <a:pt x="79542" y="81923"/>
                  <a:pt x="84841" y="122549"/>
                </a:cubicBezTo>
                <a:cubicBezTo>
                  <a:pt x="87438" y="142461"/>
                  <a:pt x="103523" y="220928"/>
                  <a:pt x="113122" y="254524"/>
                </a:cubicBezTo>
                <a:cubicBezTo>
                  <a:pt x="115852" y="264078"/>
                  <a:pt x="119819" y="273250"/>
                  <a:pt x="122549" y="282804"/>
                </a:cubicBezTo>
                <a:cubicBezTo>
                  <a:pt x="126108" y="295261"/>
                  <a:pt x="126713" y="308672"/>
                  <a:pt x="131975" y="320511"/>
                </a:cubicBezTo>
                <a:cubicBezTo>
                  <a:pt x="139416" y="337254"/>
                  <a:pt x="150829" y="351934"/>
                  <a:pt x="160256" y="367645"/>
                </a:cubicBezTo>
                <a:cubicBezTo>
                  <a:pt x="169544" y="414082"/>
                  <a:pt x="163228" y="417752"/>
                  <a:pt x="197963" y="452487"/>
                </a:cubicBezTo>
                <a:cubicBezTo>
                  <a:pt x="202931" y="457455"/>
                  <a:pt x="210532" y="458771"/>
                  <a:pt x="216817" y="461913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D58C9D-BF20-9DCE-511D-3990BD8FE8B1}"/>
                  </a:ext>
                </a:extLst>
              </p:cNvPr>
              <p:cNvSpPr txBox="1"/>
              <p:nvPr/>
            </p:nvSpPr>
            <p:spPr>
              <a:xfrm>
                <a:off x="272697" y="141577"/>
                <a:ext cx="8389855" cy="369332"/>
              </a:xfrm>
              <a:custGeom>
                <a:avLst/>
                <a:gdLst>
                  <a:gd name="csX0" fmla="*/ 0 w 8389855"/>
                  <a:gd name="csY0" fmla="*/ 0 h 369332"/>
                  <a:gd name="csX1" fmla="*/ 347580 w 8389855"/>
                  <a:gd name="csY1" fmla="*/ 0 h 369332"/>
                  <a:gd name="csX2" fmla="*/ 862957 w 8389855"/>
                  <a:gd name="csY2" fmla="*/ 0 h 369332"/>
                  <a:gd name="csX3" fmla="*/ 1378333 w 8389855"/>
                  <a:gd name="csY3" fmla="*/ 0 h 369332"/>
                  <a:gd name="csX4" fmla="*/ 1893710 w 8389855"/>
                  <a:gd name="csY4" fmla="*/ 0 h 369332"/>
                  <a:gd name="csX5" fmla="*/ 2325188 w 8389855"/>
                  <a:gd name="csY5" fmla="*/ 0 h 369332"/>
                  <a:gd name="csX6" fmla="*/ 3008362 w 8389855"/>
                  <a:gd name="csY6" fmla="*/ 0 h 369332"/>
                  <a:gd name="csX7" fmla="*/ 3355942 w 8389855"/>
                  <a:gd name="csY7" fmla="*/ 0 h 369332"/>
                  <a:gd name="csX8" fmla="*/ 4039116 w 8389855"/>
                  <a:gd name="csY8" fmla="*/ 0 h 369332"/>
                  <a:gd name="csX9" fmla="*/ 4470594 w 8389855"/>
                  <a:gd name="csY9" fmla="*/ 0 h 369332"/>
                  <a:gd name="csX10" fmla="*/ 4985971 w 8389855"/>
                  <a:gd name="csY10" fmla="*/ 0 h 369332"/>
                  <a:gd name="csX11" fmla="*/ 5333551 w 8389855"/>
                  <a:gd name="csY11" fmla="*/ 0 h 369332"/>
                  <a:gd name="csX12" fmla="*/ 5765029 w 8389855"/>
                  <a:gd name="csY12" fmla="*/ 0 h 369332"/>
                  <a:gd name="csX13" fmla="*/ 6448203 w 8389855"/>
                  <a:gd name="csY13" fmla="*/ 0 h 369332"/>
                  <a:gd name="csX14" fmla="*/ 7047478 w 8389855"/>
                  <a:gd name="csY14" fmla="*/ 0 h 369332"/>
                  <a:gd name="csX15" fmla="*/ 7730652 w 8389855"/>
                  <a:gd name="csY15" fmla="*/ 0 h 369332"/>
                  <a:gd name="csX16" fmla="*/ 8389855 w 8389855"/>
                  <a:gd name="csY16" fmla="*/ 0 h 369332"/>
                  <a:gd name="csX17" fmla="*/ 8389855 w 8389855"/>
                  <a:gd name="csY17" fmla="*/ 369332 h 369332"/>
                  <a:gd name="csX18" fmla="*/ 7706681 w 8389855"/>
                  <a:gd name="csY18" fmla="*/ 369332 h 369332"/>
                  <a:gd name="csX19" fmla="*/ 7107406 w 8389855"/>
                  <a:gd name="csY19" fmla="*/ 369332 h 369332"/>
                  <a:gd name="csX20" fmla="*/ 6759826 w 8389855"/>
                  <a:gd name="csY20" fmla="*/ 369332 h 369332"/>
                  <a:gd name="csX21" fmla="*/ 6328348 w 8389855"/>
                  <a:gd name="csY21" fmla="*/ 369332 h 369332"/>
                  <a:gd name="csX22" fmla="*/ 5980768 w 8389855"/>
                  <a:gd name="csY22" fmla="*/ 369332 h 369332"/>
                  <a:gd name="csX23" fmla="*/ 5381493 w 8389855"/>
                  <a:gd name="csY23" fmla="*/ 369332 h 369332"/>
                  <a:gd name="csX24" fmla="*/ 4782217 w 8389855"/>
                  <a:gd name="csY24" fmla="*/ 369332 h 369332"/>
                  <a:gd name="csX25" fmla="*/ 4015145 w 8389855"/>
                  <a:gd name="csY25" fmla="*/ 369332 h 369332"/>
                  <a:gd name="csX26" fmla="*/ 3667565 w 8389855"/>
                  <a:gd name="csY26" fmla="*/ 369332 h 369332"/>
                  <a:gd name="csX27" fmla="*/ 3319985 w 8389855"/>
                  <a:gd name="csY27" fmla="*/ 369332 h 369332"/>
                  <a:gd name="csX28" fmla="*/ 2636812 w 8389855"/>
                  <a:gd name="csY28" fmla="*/ 369332 h 369332"/>
                  <a:gd name="csX29" fmla="*/ 2037536 w 8389855"/>
                  <a:gd name="csY29" fmla="*/ 369332 h 369332"/>
                  <a:gd name="csX30" fmla="*/ 1438261 w 8389855"/>
                  <a:gd name="csY30" fmla="*/ 369332 h 369332"/>
                  <a:gd name="csX31" fmla="*/ 1006783 w 8389855"/>
                  <a:gd name="csY31" fmla="*/ 369332 h 369332"/>
                  <a:gd name="csX32" fmla="*/ 0 w 8389855"/>
                  <a:gd name="csY32" fmla="*/ 369332 h 369332"/>
                  <a:gd name="csX33" fmla="*/ 0 w 8389855"/>
                  <a:gd name="csY33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8389855" h="369332" fill="none" extrusionOk="0">
                    <a:moveTo>
                      <a:pt x="0" y="0"/>
                    </a:moveTo>
                    <a:cubicBezTo>
                      <a:pt x="118480" y="-16885"/>
                      <a:pt x="236785" y="18833"/>
                      <a:pt x="347580" y="0"/>
                    </a:cubicBezTo>
                    <a:cubicBezTo>
                      <a:pt x="458375" y="-18833"/>
                      <a:pt x="614977" y="10973"/>
                      <a:pt x="862957" y="0"/>
                    </a:cubicBezTo>
                    <a:cubicBezTo>
                      <a:pt x="1110937" y="-10973"/>
                      <a:pt x="1144085" y="19316"/>
                      <a:pt x="1378333" y="0"/>
                    </a:cubicBezTo>
                    <a:cubicBezTo>
                      <a:pt x="1612581" y="-19316"/>
                      <a:pt x="1717088" y="29598"/>
                      <a:pt x="1893710" y="0"/>
                    </a:cubicBezTo>
                    <a:cubicBezTo>
                      <a:pt x="2070332" y="-29598"/>
                      <a:pt x="2202616" y="19486"/>
                      <a:pt x="2325188" y="0"/>
                    </a:cubicBezTo>
                    <a:cubicBezTo>
                      <a:pt x="2447760" y="-19486"/>
                      <a:pt x="2779247" y="71841"/>
                      <a:pt x="3008362" y="0"/>
                    </a:cubicBezTo>
                    <a:cubicBezTo>
                      <a:pt x="3237477" y="-71841"/>
                      <a:pt x="3198884" y="38052"/>
                      <a:pt x="3355942" y="0"/>
                    </a:cubicBezTo>
                    <a:cubicBezTo>
                      <a:pt x="3513000" y="-38052"/>
                      <a:pt x="3734655" y="19809"/>
                      <a:pt x="4039116" y="0"/>
                    </a:cubicBezTo>
                    <a:cubicBezTo>
                      <a:pt x="4343577" y="-19809"/>
                      <a:pt x="4291206" y="23888"/>
                      <a:pt x="4470594" y="0"/>
                    </a:cubicBezTo>
                    <a:cubicBezTo>
                      <a:pt x="4649982" y="-23888"/>
                      <a:pt x="4743201" y="46310"/>
                      <a:pt x="4985971" y="0"/>
                    </a:cubicBezTo>
                    <a:cubicBezTo>
                      <a:pt x="5228741" y="-46310"/>
                      <a:pt x="5262971" y="9479"/>
                      <a:pt x="5333551" y="0"/>
                    </a:cubicBezTo>
                    <a:cubicBezTo>
                      <a:pt x="5404131" y="-9479"/>
                      <a:pt x="5601485" y="44132"/>
                      <a:pt x="5765029" y="0"/>
                    </a:cubicBezTo>
                    <a:cubicBezTo>
                      <a:pt x="5928573" y="-44132"/>
                      <a:pt x="6275385" y="49245"/>
                      <a:pt x="6448203" y="0"/>
                    </a:cubicBezTo>
                    <a:cubicBezTo>
                      <a:pt x="6621021" y="-49245"/>
                      <a:pt x="6819375" y="425"/>
                      <a:pt x="7047478" y="0"/>
                    </a:cubicBezTo>
                    <a:cubicBezTo>
                      <a:pt x="7275581" y="-425"/>
                      <a:pt x="7580214" y="35897"/>
                      <a:pt x="7730652" y="0"/>
                    </a:cubicBezTo>
                    <a:cubicBezTo>
                      <a:pt x="7881090" y="-35897"/>
                      <a:pt x="8144822" y="40577"/>
                      <a:pt x="8389855" y="0"/>
                    </a:cubicBezTo>
                    <a:cubicBezTo>
                      <a:pt x="8396339" y="122476"/>
                      <a:pt x="8381213" y="225740"/>
                      <a:pt x="8389855" y="369332"/>
                    </a:cubicBezTo>
                    <a:cubicBezTo>
                      <a:pt x="8180663" y="446214"/>
                      <a:pt x="8043869" y="325522"/>
                      <a:pt x="7706681" y="369332"/>
                    </a:cubicBezTo>
                    <a:cubicBezTo>
                      <a:pt x="7369493" y="413142"/>
                      <a:pt x="7271084" y="354828"/>
                      <a:pt x="7107406" y="369332"/>
                    </a:cubicBezTo>
                    <a:cubicBezTo>
                      <a:pt x="6943728" y="383836"/>
                      <a:pt x="6925982" y="369109"/>
                      <a:pt x="6759826" y="369332"/>
                    </a:cubicBezTo>
                    <a:cubicBezTo>
                      <a:pt x="6593670" y="369555"/>
                      <a:pt x="6436767" y="320586"/>
                      <a:pt x="6328348" y="369332"/>
                    </a:cubicBezTo>
                    <a:cubicBezTo>
                      <a:pt x="6219929" y="418078"/>
                      <a:pt x="6064712" y="340766"/>
                      <a:pt x="5980768" y="369332"/>
                    </a:cubicBezTo>
                    <a:cubicBezTo>
                      <a:pt x="5896824" y="397898"/>
                      <a:pt x="5518540" y="342693"/>
                      <a:pt x="5381493" y="369332"/>
                    </a:cubicBezTo>
                    <a:cubicBezTo>
                      <a:pt x="5244447" y="395971"/>
                      <a:pt x="4989571" y="347382"/>
                      <a:pt x="4782217" y="369332"/>
                    </a:cubicBezTo>
                    <a:cubicBezTo>
                      <a:pt x="4574863" y="391282"/>
                      <a:pt x="4231000" y="309789"/>
                      <a:pt x="4015145" y="369332"/>
                    </a:cubicBezTo>
                    <a:cubicBezTo>
                      <a:pt x="3799290" y="428875"/>
                      <a:pt x="3826771" y="339431"/>
                      <a:pt x="3667565" y="369332"/>
                    </a:cubicBezTo>
                    <a:cubicBezTo>
                      <a:pt x="3508359" y="399233"/>
                      <a:pt x="3403505" y="368973"/>
                      <a:pt x="3319985" y="369332"/>
                    </a:cubicBezTo>
                    <a:cubicBezTo>
                      <a:pt x="3236465" y="369691"/>
                      <a:pt x="2902796" y="316275"/>
                      <a:pt x="2636812" y="369332"/>
                    </a:cubicBezTo>
                    <a:cubicBezTo>
                      <a:pt x="2370828" y="422389"/>
                      <a:pt x="2236899" y="318936"/>
                      <a:pt x="2037536" y="369332"/>
                    </a:cubicBezTo>
                    <a:cubicBezTo>
                      <a:pt x="1838173" y="419728"/>
                      <a:pt x="1722390" y="324992"/>
                      <a:pt x="1438261" y="369332"/>
                    </a:cubicBezTo>
                    <a:cubicBezTo>
                      <a:pt x="1154133" y="413672"/>
                      <a:pt x="1216082" y="349110"/>
                      <a:pt x="1006783" y="369332"/>
                    </a:cubicBezTo>
                    <a:cubicBezTo>
                      <a:pt x="797484" y="389554"/>
                      <a:pt x="353596" y="338935"/>
                      <a:pt x="0" y="369332"/>
                    </a:cubicBezTo>
                    <a:cubicBezTo>
                      <a:pt x="-32172" y="281573"/>
                      <a:pt x="25247" y="105092"/>
                      <a:pt x="0" y="0"/>
                    </a:cubicBezTo>
                    <a:close/>
                  </a:path>
                  <a:path w="8389855" h="369332" stroke="0" extrusionOk="0">
                    <a:moveTo>
                      <a:pt x="0" y="0"/>
                    </a:moveTo>
                    <a:cubicBezTo>
                      <a:pt x="116483" y="-36636"/>
                      <a:pt x="220297" y="669"/>
                      <a:pt x="347580" y="0"/>
                    </a:cubicBezTo>
                    <a:cubicBezTo>
                      <a:pt x="474863" y="-669"/>
                      <a:pt x="572403" y="32002"/>
                      <a:pt x="695159" y="0"/>
                    </a:cubicBezTo>
                    <a:cubicBezTo>
                      <a:pt x="817915" y="-32002"/>
                      <a:pt x="1074921" y="13744"/>
                      <a:pt x="1210536" y="0"/>
                    </a:cubicBezTo>
                    <a:cubicBezTo>
                      <a:pt x="1346151" y="-13744"/>
                      <a:pt x="1449637" y="32307"/>
                      <a:pt x="1642014" y="0"/>
                    </a:cubicBezTo>
                    <a:cubicBezTo>
                      <a:pt x="1834391" y="-32307"/>
                      <a:pt x="2111037" y="62969"/>
                      <a:pt x="2325188" y="0"/>
                    </a:cubicBezTo>
                    <a:cubicBezTo>
                      <a:pt x="2539339" y="-62969"/>
                      <a:pt x="2518067" y="5506"/>
                      <a:pt x="2672768" y="0"/>
                    </a:cubicBezTo>
                    <a:cubicBezTo>
                      <a:pt x="2827469" y="-5506"/>
                      <a:pt x="3003855" y="12901"/>
                      <a:pt x="3188145" y="0"/>
                    </a:cubicBezTo>
                    <a:cubicBezTo>
                      <a:pt x="3372435" y="-12901"/>
                      <a:pt x="3583809" y="43340"/>
                      <a:pt x="3955217" y="0"/>
                    </a:cubicBezTo>
                    <a:cubicBezTo>
                      <a:pt x="4326625" y="-43340"/>
                      <a:pt x="4194046" y="14154"/>
                      <a:pt x="4386696" y="0"/>
                    </a:cubicBezTo>
                    <a:cubicBezTo>
                      <a:pt x="4579346" y="-14154"/>
                      <a:pt x="4755489" y="79564"/>
                      <a:pt x="5069870" y="0"/>
                    </a:cubicBezTo>
                    <a:cubicBezTo>
                      <a:pt x="5384251" y="-79564"/>
                      <a:pt x="5474690" y="4794"/>
                      <a:pt x="5669145" y="0"/>
                    </a:cubicBezTo>
                    <a:cubicBezTo>
                      <a:pt x="5863601" y="-4794"/>
                      <a:pt x="5945147" y="34370"/>
                      <a:pt x="6016725" y="0"/>
                    </a:cubicBezTo>
                    <a:cubicBezTo>
                      <a:pt x="6088303" y="-34370"/>
                      <a:pt x="6524174" y="12981"/>
                      <a:pt x="6699898" y="0"/>
                    </a:cubicBezTo>
                    <a:cubicBezTo>
                      <a:pt x="6875622" y="-12981"/>
                      <a:pt x="6981838" y="47287"/>
                      <a:pt x="7131377" y="0"/>
                    </a:cubicBezTo>
                    <a:cubicBezTo>
                      <a:pt x="7280916" y="-47287"/>
                      <a:pt x="7629098" y="76854"/>
                      <a:pt x="7814551" y="0"/>
                    </a:cubicBezTo>
                    <a:cubicBezTo>
                      <a:pt x="8000004" y="-76854"/>
                      <a:pt x="8222500" y="21816"/>
                      <a:pt x="8389855" y="0"/>
                    </a:cubicBezTo>
                    <a:cubicBezTo>
                      <a:pt x="8432845" y="106037"/>
                      <a:pt x="8371870" y="243513"/>
                      <a:pt x="8389855" y="369332"/>
                    </a:cubicBezTo>
                    <a:cubicBezTo>
                      <a:pt x="8310985" y="372773"/>
                      <a:pt x="8181327" y="348153"/>
                      <a:pt x="8042275" y="369332"/>
                    </a:cubicBezTo>
                    <a:cubicBezTo>
                      <a:pt x="7903223" y="390511"/>
                      <a:pt x="7662478" y="316914"/>
                      <a:pt x="7526898" y="369332"/>
                    </a:cubicBezTo>
                    <a:cubicBezTo>
                      <a:pt x="7391318" y="421750"/>
                      <a:pt x="7010419" y="317885"/>
                      <a:pt x="6843725" y="369332"/>
                    </a:cubicBezTo>
                    <a:cubicBezTo>
                      <a:pt x="6677031" y="420779"/>
                      <a:pt x="6425894" y="334928"/>
                      <a:pt x="6244449" y="369332"/>
                    </a:cubicBezTo>
                    <a:cubicBezTo>
                      <a:pt x="6063004" y="403736"/>
                      <a:pt x="5734749" y="341459"/>
                      <a:pt x="5477377" y="369332"/>
                    </a:cubicBezTo>
                    <a:cubicBezTo>
                      <a:pt x="5220005" y="397205"/>
                      <a:pt x="5009287" y="357693"/>
                      <a:pt x="4710304" y="369332"/>
                    </a:cubicBezTo>
                    <a:cubicBezTo>
                      <a:pt x="4411321" y="380971"/>
                      <a:pt x="4126047" y="297859"/>
                      <a:pt x="3943232" y="369332"/>
                    </a:cubicBezTo>
                    <a:cubicBezTo>
                      <a:pt x="3760417" y="440805"/>
                      <a:pt x="3692691" y="328878"/>
                      <a:pt x="3511754" y="369332"/>
                    </a:cubicBezTo>
                    <a:cubicBezTo>
                      <a:pt x="3330817" y="409786"/>
                      <a:pt x="3192678" y="318007"/>
                      <a:pt x="3080275" y="369332"/>
                    </a:cubicBezTo>
                    <a:cubicBezTo>
                      <a:pt x="2967872" y="420657"/>
                      <a:pt x="2719686" y="360267"/>
                      <a:pt x="2397101" y="369332"/>
                    </a:cubicBezTo>
                    <a:cubicBezTo>
                      <a:pt x="2074516" y="378397"/>
                      <a:pt x="2151067" y="362602"/>
                      <a:pt x="2049522" y="369332"/>
                    </a:cubicBezTo>
                    <a:cubicBezTo>
                      <a:pt x="1947977" y="376062"/>
                      <a:pt x="1576585" y="342573"/>
                      <a:pt x="1282449" y="369332"/>
                    </a:cubicBezTo>
                    <a:cubicBezTo>
                      <a:pt x="988313" y="396091"/>
                      <a:pt x="868553" y="307900"/>
                      <a:pt x="683174" y="369332"/>
                    </a:cubicBezTo>
                    <a:cubicBezTo>
                      <a:pt x="497796" y="430764"/>
                      <a:pt x="289605" y="359775"/>
                      <a:pt x="0" y="369332"/>
                    </a:cubicBezTo>
                    <a:cubicBezTo>
                      <a:pt x="-29941" y="255425"/>
                      <a:pt x="5082" y="125671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b="1" dirty="0"/>
                  <a:t>Common Knowledge of Rationality</a:t>
                </a:r>
                <a:r>
                  <a:rPr lang="en-IN" dirty="0"/>
                  <a:t>: Cannibal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IN" dirty="0"/>
                  <a:t> knows that Cannibal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IN" dirty="0"/>
                  <a:t> is rational.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D58C9D-BF20-9DCE-511D-3990BD8FE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7" y="141577"/>
                <a:ext cx="8389855" cy="369332"/>
              </a:xfrm>
              <a:prstGeom prst="rect">
                <a:avLst/>
              </a:prstGeom>
              <a:blipFill>
                <a:blip r:embed="rId15"/>
                <a:stretch>
                  <a:fillRect l="-434" r="-362" b="-13699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custGeom>
                        <a:avLst/>
                        <a:gdLst>
                          <a:gd name="connsiteX0" fmla="*/ 0 w 8389855"/>
                          <a:gd name="connsiteY0" fmla="*/ 0 h 369332"/>
                          <a:gd name="connsiteX1" fmla="*/ 347580 w 8389855"/>
                          <a:gd name="connsiteY1" fmla="*/ 0 h 369332"/>
                          <a:gd name="connsiteX2" fmla="*/ 862957 w 8389855"/>
                          <a:gd name="connsiteY2" fmla="*/ 0 h 369332"/>
                          <a:gd name="connsiteX3" fmla="*/ 1378333 w 8389855"/>
                          <a:gd name="connsiteY3" fmla="*/ 0 h 369332"/>
                          <a:gd name="connsiteX4" fmla="*/ 1893710 w 8389855"/>
                          <a:gd name="connsiteY4" fmla="*/ 0 h 369332"/>
                          <a:gd name="connsiteX5" fmla="*/ 2325188 w 8389855"/>
                          <a:gd name="connsiteY5" fmla="*/ 0 h 369332"/>
                          <a:gd name="connsiteX6" fmla="*/ 3008362 w 8389855"/>
                          <a:gd name="connsiteY6" fmla="*/ 0 h 369332"/>
                          <a:gd name="connsiteX7" fmla="*/ 3355942 w 8389855"/>
                          <a:gd name="connsiteY7" fmla="*/ 0 h 369332"/>
                          <a:gd name="connsiteX8" fmla="*/ 4039116 w 8389855"/>
                          <a:gd name="connsiteY8" fmla="*/ 0 h 369332"/>
                          <a:gd name="connsiteX9" fmla="*/ 4470594 w 8389855"/>
                          <a:gd name="connsiteY9" fmla="*/ 0 h 369332"/>
                          <a:gd name="connsiteX10" fmla="*/ 4985971 w 8389855"/>
                          <a:gd name="connsiteY10" fmla="*/ 0 h 369332"/>
                          <a:gd name="connsiteX11" fmla="*/ 5333551 w 8389855"/>
                          <a:gd name="connsiteY11" fmla="*/ 0 h 369332"/>
                          <a:gd name="connsiteX12" fmla="*/ 5765029 w 8389855"/>
                          <a:gd name="connsiteY12" fmla="*/ 0 h 369332"/>
                          <a:gd name="connsiteX13" fmla="*/ 6448203 w 8389855"/>
                          <a:gd name="connsiteY13" fmla="*/ 0 h 369332"/>
                          <a:gd name="connsiteX14" fmla="*/ 7047478 w 8389855"/>
                          <a:gd name="connsiteY14" fmla="*/ 0 h 369332"/>
                          <a:gd name="connsiteX15" fmla="*/ 7730652 w 8389855"/>
                          <a:gd name="connsiteY15" fmla="*/ 0 h 369332"/>
                          <a:gd name="connsiteX16" fmla="*/ 8389855 w 8389855"/>
                          <a:gd name="connsiteY16" fmla="*/ 0 h 369332"/>
                          <a:gd name="connsiteX17" fmla="*/ 8389855 w 8389855"/>
                          <a:gd name="connsiteY17" fmla="*/ 369332 h 369332"/>
                          <a:gd name="connsiteX18" fmla="*/ 7706681 w 8389855"/>
                          <a:gd name="connsiteY18" fmla="*/ 369332 h 369332"/>
                          <a:gd name="connsiteX19" fmla="*/ 7107406 w 8389855"/>
                          <a:gd name="connsiteY19" fmla="*/ 369332 h 369332"/>
                          <a:gd name="connsiteX20" fmla="*/ 6759826 w 8389855"/>
                          <a:gd name="connsiteY20" fmla="*/ 369332 h 369332"/>
                          <a:gd name="connsiteX21" fmla="*/ 6328348 w 8389855"/>
                          <a:gd name="connsiteY21" fmla="*/ 369332 h 369332"/>
                          <a:gd name="connsiteX22" fmla="*/ 5980768 w 8389855"/>
                          <a:gd name="connsiteY22" fmla="*/ 369332 h 369332"/>
                          <a:gd name="connsiteX23" fmla="*/ 5381493 w 8389855"/>
                          <a:gd name="connsiteY23" fmla="*/ 369332 h 369332"/>
                          <a:gd name="connsiteX24" fmla="*/ 4782217 w 8389855"/>
                          <a:gd name="connsiteY24" fmla="*/ 369332 h 369332"/>
                          <a:gd name="connsiteX25" fmla="*/ 4015145 w 8389855"/>
                          <a:gd name="connsiteY25" fmla="*/ 369332 h 369332"/>
                          <a:gd name="connsiteX26" fmla="*/ 3667565 w 8389855"/>
                          <a:gd name="connsiteY26" fmla="*/ 369332 h 369332"/>
                          <a:gd name="connsiteX27" fmla="*/ 3319985 w 8389855"/>
                          <a:gd name="connsiteY27" fmla="*/ 369332 h 369332"/>
                          <a:gd name="connsiteX28" fmla="*/ 2636812 w 8389855"/>
                          <a:gd name="connsiteY28" fmla="*/ 369332 h 369332"/>
                          <a:gd name="connsiteX29" fmla="*/ 2037536 w 8389855"/>
                          <a:gd name="connsiteY29" fmla="*/ 369332 h 369332"/>
                          <a:gd name="connsiteX30" fmla="*/ 1438261 w 8389855"/>
                          <a:gd name="connsiteY30" fmla="*/ 369332 h 369332"/>
                          <a:gd name="connsiteX31" fmla="*/ 1006783 w 8389855"/>
                          <a:gd name="connsiteY31" fmla="*/ 369332 h 369332"/>
                          <a:gd name="connsiteX32" fmla="*/ 0 w 8389855"/>
                          <a:gd name="connsiteY32" fmla="*/ 369332 h 369332"/>
                          <a:gd name="connsiteX33" fmla="*/ 0 w 8389855"/>
                          <a:gd name="connsiteY33" fmla="*/ 0 h 3693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</a:cxnLst>
                        <a:rect l="l" t="t" r="r" b="b"/>
                        <a:pathLst>
                          <a:path w="8389855" h="369332" fill="none" extrusionOk="0">
                            <a:moveTo>
                              <a:pt x="0" y="0"/>
                            </a:moveTo>
                            <a:cubicBezTo>
                              <a:pt x="118480" y="-16885"/>
                              <a:pt x="236785" y="18833"/>
                              <a:pt x="347580" y="0"/>
                            </a:cubicBezTo>
                            <a:cubicBezTo>
                              <a:pt x="458375" y="-18833"/>
                              <a:pt x="614977" y="10973"/>
                              <a:pt x="862957" y="0"/>
                            </a:cubicBezTo>
                            <a:cubicBezTo>
                              <a:pt x="1110937" y="-10973"/>
                              <a:pt x="1144085" y="19316"/>
                              <a:pt x="1378333" y="0"/>
                            </a:cubicBezTo>
                            <a:cubicBezTo>
                              <a:pt x="1612581" y="-19316"/>
                              <a:pt x="1717088" y="29598"/>
                              <a:pt x="1893710" y="0"/>
                            </a:cubicBezTo>
                            <a:cubicBezTo>
                              <a:pt x="2070332" y="-29598"/>
                              <a:pt x="2202616" y="19486"/>
                              <a:pt x="2325188" y="0"/>
                            </a:cubicBezTo>
                            <a:cubicBezTo>
                              <a:pt x="2447760" y="-19486"/>
                              <a:pt x="2779247" y="71841"/>
                              <a:pt x="3008362" y="0"/>
                            </a:cubicBezTo>
                            <a:cubicBezTo>
                              <a:pt x="3237477" y="-71841"/>
                              <a:pt x="3198884" y="38052"/>
                              <a:pt x="3355942" y="0"/>
                            </a:cubicBezTo>
                            <a:cubicBezTo>
                              <a:pt x="3513000" y="-38052"/>
                              <a:pt x="3734655" y="19809"/>
                              <a:pt x="4039116" y="0"/>
                            </a:cubicBezTo>
                            <a:cubicBezTo>
                              <a:pt x="4343577" y="-19809"/>
                              <a:pt x="4291206" y="23888"/>
                              <a:pt x="4470594" y="0"/>
                            </a:cubicBezTo>
                            <a:cubicBezTo>
                              <a:pt x="4649982" y="-23888"/>
                              <a:pt x="4743201" y="46310"/>
                              <a:pt x="4985971" y="0"/>
                            </a:cubicBezTo>
                            <a:cubicBezTo>
                              <a:pt x="5228741" y="-46310"/>
                              <a:pt x="5262971" y="9479"/>
                              <a:pt x="5333551" y="0"/>
                            </a:cubicBezTo>
                            <a:cubicBezTo>
                              <a:pt x="5404131" y="-9479"/>
                              <a:pt x="5601485" y="44132"/>
                              <a:pt x="5765029" y="0"/>
                            </a:cubicBezTo>
                            <a:cubicBezTo>
                              <a:pt x="5928573" y="-44132"/>
                              <a:pt x="6275385" y="49245"/>
                              <a:pt x="6448203" y="0"/>
                            </a:cubicBezTo>
                            <a:cubicBezTo>
                              <a:pt x="6621021" y="-49245"/>
                              <a:pt x="6819375" y="425"/>
                              <a:pt x="7047478" y="0"/>
                            </a:cubicBezTo>
                            <a:cubicBezTo>
                              <a:pt x="7275581" y="-425"/>
                              <a:pt x="7580214" y="35897"/>
                              <a:pt x="7730652" y="0"/>
                            </a:cubicBezTo>
                            <a:cubicBezTo>
                              <a:pt x="7881090" y="-35897"/>
                              <a:pt x="8144822" y="40577"/>
                              <a:pt x="8389855" y="0"/>
                            </a:cubicBezTo>
                            <a:cubicBezTo>
                              <a:pt x="8396339" y="122476"/>
                              <a:pt x="8381213" y="225740"/>
                              <a:pt x="8389855" y="369332"/>
                            </a:cubicBezTo>
                            <a:cubicBezTo>
                              <a:pt x="8180663" y="446214"/>
                              <a:pt x="8043869" y="325522"/>
                              <a:pt x="7706681" y="369332"/>
                            </a:cubicBezTo>
                            <a:cubicBezTo>
                              <a:pt x="7369493" y="413142"/>
                              <a:pt x="7271084" y="354828"/>
                              <a:pt x="7107406" y="369332"/>
                            </a:cubicBezTo>
                            <a:cubicBezTo>
                              <a:pt x="6943728" y="383836"/>
                              <a:pt x="6925982" y="369109"/>
                              <a:pt x="6759826" y="369332"/>
                            </a:cubicBezTo>
                            <a:cubicBezTo>
                              <a:pt x="6593670" y="369555"/>
                              <a:pt x="6436767" y="320586"/>
                              <a:pt x="6328348" y="369332"/>
                            </a:cubicBezTo>
                            <a:cubicBezTo>
                              <a:pt x="6219929" y="418078"/>
                              <a:pt x="6064712" y="340766"/>
                              <a:pt x="5980768" y="369332"/>
                            </a:cubicBezTo>
                            <a:cubicBezTo>
                              <a:pt x="5896824" y="397898"/>
                              <a:pt x="5518540" y="342693"/>
                              <a:pt x="5381493" y="369332"/>
                            </a:cubicBezTo>
                            <a:cubicBezTo>
                              <a:pt x="5244447" y="395971"/>
                              <a:pt x="4989571" y="347382"/>
                              <a:pt x="4782217" y="369332"/>
                            </a:cubicBezTo>
                            <a:cubicBezTo>
                              <a:pt x="4574863" y="391282"/>
                              <a:pt x="4231000" y="309789"/>
                              <a:pt x="4015145" y="369332"/>
                            </a:cubicBezTo>
                            <a:cubicBezTo>
                              <a:pt x="3799290" y="428875"/>
                              <a:pt x="3826771" y="339431"/>
                              <a:pt x="3667565" y="369332"/>
                            </a:cubicBezTo>
                            <a:cubicBezTo>
                              <a:pt x="3508359" y="399233"/>
                              <a:pt x="3403505" y="368973"/>
                              <a:pt x="3319985" y="369332"/>
                            </a:cubicBezTo>
                            <a:cubicBezTo>
                              <a:pt x="3236465" y="369691"/>
                              <a:pt x="2902796" y="316275"/>
                              <a:pt x="2636812" y="369332"/>
                            </a:cubicBezTo>
                            <a:cubicBezTo>
                              <a:pt x="2370828" y="422389"/>
                              <a:pt x="2236899" y="318936"/>
                              <a:pt x="2037536" y="369332"/>
                            </a:cubicBezTo>
                            <a:cubicBezTo>
                              <a:pt x="1838173" y="419728"/>
                              <a:pt x="1722390" y="324992"/>
                              <a:pt x="1438261" y="369332"/>
                            </a:cubicBezTo>
                            <a:cubicBezTo>
                              <a:pt x="1154133" y="413672"/>
                              <a:pt x="1216082" y="349110"/>
                              <a:pt x="1006783" y="369332"/>
                            </a:cubicBezTo>
                            <a:cubicBezTo>
                              <a:pt x="797484" y="389554"/>
                              <a:pt x="353596" y="338935"/>
                              <a:pt x="0" y="369332"/>
                            </a:cubicBezTo>
                            <a:cubicBezTo>
                              <a:pt x="-32172" y="281573"/>
                              <a:pt x="25247" y="105092"/>
                              <a:pt x="0" y="0"/>
                            </a:cubicBezTo>
                            <a:close/>
                          </a:path>
                          <a:path w="8389855" h="369332" stroke="0" extrusionOk="0">
                            <a:moveTo>
                              <a:pt x="0" y="0"/>
                            </a:moveTo>
                            <a:cubicBezTo>
                              <a:pt x="116483" y="-36636"/>
                              <a:pt x="220297" y="669"/>
                              <a:pt x="347580" y="0"/>
                            </a:cubicBezTo>
                            <a:cubicBezTo>
                              <a:pt x="474863" y="-669"/>
                              <a:pt x="572403" y="32002"/>
                              <a:pt x="695159" y="0"/>
                            </a:cubicBezTo>
                            <a:cubicBezTo>
                              <a:pt x="817915" y="-32002"/>
                              <a:pt x="1074921" y="13744"/>
                              <a:pt x="1210536" y="0"/>
                            </a:cubicBezTo>
                            <a:cubicBezTo>
                              <a:pt x="1346151" y="-13744"/>
                              <a:pt x="1449637" y="32307"/>
                              <a:pt x="1642014" y="0"/>
                            </a:cubicBezTo>
                            <a:cubicBezTo>
                              <a:pt x="1834391" y="-32307"/>
                              <a:pt x="2111037" y="62969"/>
                              <a:pt x="2325188" y="0"/>
                            </a:cubicBezTo>
                            <a:cubicBezTo>
                              <a:pt x="2539339" y="-62969"/>
                              <a:pt x="2518067" y="5506"/>
                              <a:pt x="2672768" y="0"/>
                            </a:cubicBezTo>
                            <a:cubicBezTo>
                              <a:pt x="2827469" y="-5506"/>
                              <a:pt x="3003855" y="12901"/>
                              <a:pt x="3188145" y="0"/>
                            </a:cubicBezTo>
                            <a:cubicBezTo>
                              <a:pt x="3372435" y="-12901"/>
                              <a:pt x="3583809" y="43340"/>
                              <a:pt x="3955217" y="0"/>
                            </a:cubicBezTo>
                            <a:cubicBezTo>
                              <a:pt x="4326625" y="-43340"/>
                              <a:pt x="4194046" y="14154"/>
                              <a:pt x="4386696" y="0"/>
                            </a:cubicBezTo>
                            <a:cubicBezTo>
                              <a:pt x="4579346" y="-14154"/>
                              <a:pt x="4755489" y="79564"/>
                              <a:pt x="5069870" y="0"/>
                            </a:cubicBezTo>
                            <a:cubicBezTo>
                              <a:pt x="5384251" y="-79564"/>
                              <a:pt x="5474690" y="4794"/>
                              <a:pt x="5669145" y="0"/>
                            </a:cubicBezTo>
                            <a:cubicBezTo>
                              <a:pt x="5863601" y="-4794"/>
                              <a:pt x="5945147" y="34370"/>
                              <a:pt x="6016725" y="0"/>
                            </a:cubicBezTo>
                            <a:cubicBezTo>
                              <a:pt x="6088303" y="-34370"/>
                              <a:pt x="6524174" y="12981"/>
                              <a:pt x="6699898" y="0"/>
                            </a:cubicBezTo>
                            <a:cubicBezTo>
                              <a:pt x="6875622" y="-12981"/>
                              <a:pt x="6981838" y="47287"/>
                              <a:pt x="7131377" y="0"/>
                            </a:cubicBezTo>
                            <a:cubicBezTo>
                              <a:pt x="7280916" y="-47287"/>
                              <a:pt x="7629098" y="76854"/>
                              <a:pt x="7814551" y="0"/>
                            </a:cubicBezTo>
                            <a:cubicBezTo>
                              <a:pt x="8000004" y="-76854"/>
                              <a:pt x="8222500" y="21816"/>
                              <a:pt x="8389855" y="0"/>
                            </a:cubicBezTo>
                            <a:cubicBezTo>
                              <a:pt x="8432845" y="106037"/>
                              <a:pt x="8371870" y="243513"/>
                              <a:pt x="8389855" y="369332"/>
                            </a:cubicBezTo>
                            <a:cubicBezTo>
                              <a:pt x="8310985" y="372773"/>
                              <a:pt x="8181327" y="348153"/>
                              <a:pt x="8042275" y="369332"/>
                            </a:cubicBezTo>
                            <a:cubicBezTo>
                              <a:pt x="7903223" y="390511"/>
                              <a:pt x="7662478" y="316914"/>
                              <a:pt x="7526898" y="369332"/>
                            </a:cubicBezTo>
                            <a:cubicBezTo>
                              <a:pt x="7391318" y="421750"/>
                              <a:pt x="7010419" y="317885"/>
                              <a:pt x="6843725" y="369332"/>
                            </a:cubicBezTo>
                            <a:cubicBezTo>
                              <a:pt x="6677031" y="420779"/>
                              <a:pt x="6425894" y="334928"/>
                              <a:pt x="6244449" y="369332"/>
                            </a:cubicBezTo>
                            <a:cubicBezTo>
                              <a:pt x="6063004" y="403736"/>
                              <a:pt x="5734749" y="341459"/>
                              <a:pt x="5477377" y="369332"/>
                            </a:cubicBezTo>
                            <a:cubicBezTo>
                              <a:pt x="5220005" y="397205"/>
                              <a:pt x="5009287" y="357693"/>
                              <a:pt x="4710304" y="369332"/>
                            </a:cubicBezTo>
                            <a:cubicBezTo>
                              <a:pt x="4411321" y="380971"/>
                              <a:pt x="4126047" y="297859"/>
                              <a:pt x="3943232" y="369332"/>
                            </a:cubicBezTo>
                            <a:cubicBezTo>
                              <a:pt x="3760417" y="440805"/>
                              <a:pt x="3692691" y="328878"/>
                              <a:pt x="3511754" y="369332"/>
                            </a:cubicBezTo>
                            <a:cubicBezTo>
                              <a:pt x="3330817" y="409786"/>
                              <a:pt x="3192678" y="318007"/>
                              <a:pt x="3080275" y="369332"/>
                            </a:cubicBezTo>
                            <a:cubicBezTo>
                              <a:pt x="2967872" y="420657"/>
                              <a:pt x="2719686" y="360267"/>
                              <a:pt x="2397101" y="369332"/>
                            </a:cubicBezTo>
                            <a:cubicBezTo>
                              <a:pt x="2074516" y="378397"/>
                              <a:pt x="2151067" y="362602"/>
                              <a:pt x="2049522" y="369332"/>
                            </a:cubicBezTo>
                            <a:cubicBezTo>
                              <a:pt x="1947977" y="376062"/>
                              <a:pt x="1576585" y="342573"/>
                              <a:pt x="1282449" y="369332"/>
                            </a:cubicBezTo>
                            <a:cubicBezTo>
                              <a:pt x="988313" y="396091"/>
                              <a:pt x="868553" y="307900"/>
                              <a:pt x="683174" y="369332"/>
                            </a:cubicBezTo>
                            <a:cubicBezTo>
                              <a:pt x="497796" y="430764"/>
                              <a:pt x="289605" y="359775"/>
                              <a:pt x="0" y="369332"/>
                            </a:cubicBezTo>
                            <a:cubicBezTo>
                              <a:pt x="-29941" y="255425"/>
                              <a:pt x="5082" y="125671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846C508-C67B-3703-94B2-CD364C2D152D}"/>
              </a:ext>
            </a:extLst>
          </p:cNvPr>
          <p:cNvSpPr txBox="1"/>
          <p:nvPr/>
        </p:nvSpPr>
        <p:spPr>
          <a:xfrm>
            <a:off x="7862834" y="6015046"/>
            <a:ext cx="4242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Univers" panose="020B0503020202020204" pitchFamily="34" charset="0"/>
              </a:rPr>
              <a:t>This is not an assumption made due to lack of knowledge about future decisions</a:t>
            </a:r>
          </a:p>
        </p:txBody>
      </p:sp>
    </p:spTree>
    <p:extLst>
      <p:ext uri="{BB962C8B-B14F-4D97-AF65-F5344CB8AC3E}">
        <p14:creationId xmlns:p14="http://schemas.microsoft.com/office/powerpoint/2010/main" val="36780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6" grpId="0" animBg="1"/>
      <p:bldP spid="13" grpId="0" animBg="1"/>
      <p:bldP spid="14" grpId="0"/>
      <p:bldP spid="15" grpId="0" animBg="1"/>
      <p:bldP spid="22" grpId="0" animBg="1"/>
      <p:bldP spid="11" grpId="0"/>
      <p:bldP spid="18" grpId="0" animBg="1"/>
      <p:bldP spid="20" grpId="0" animBg="1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1C150-3892-43CD-27ED-01A3B0E4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4A74AE4-4CEC-0ED6-E965-1FA0E372F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FA52297-AFA3-2B1C-08F9-3E33431BD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1E907-1B0C-51A4-8A85-F0CA4DF3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Cannibal 8</a:t>
            </a:r>
            <a:endParaRPr lang="en-US" sz="5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FAD577BD-8328-6A35-2168-72605EC03AA9}"/>
                  </a:ext>
                </a:extLst>
              </p:cNvPr>
              <p:cNvSpPr/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FAD577BD-8328-6A35-2168-72605EC03A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99" y="2225611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27BBD6BC-4E15-E4B8-2FD1-A7E9AFCD45AD}"/>
              </a:ext>
            </a:extLst>
          </p:cNvPr>
          <p:cNvGrpSpPr/>
          <p:nvPr/>
        </p:nvGrpSpPr>
        <p:grpSpPr>
          <a:xfrm>
            <a:off x="5743699" y="2585611"/>
            <a:ext cx="4056882" cy="1147953"/>
            <a:chOff x="5743699" y="2585611"/>
            <a:chExt cx="4056882" cy="114795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18EAD69-814A-6036-8279-2CBD9001EF04}"/>
                </a:ext>
              </a:extLst>
            </p:cNvPr>
            <p:cNvCxnSpPr>
              <a:cxnSpLocks/>
              <a:stCxn id="3" idx="4"/>
              <a:endCxn id="11" idx="0"/>
            </p:cNvCxnSpPr>
            <p:nvPr/>
          </p:nvCxnSpPr>
          <p:spPr>
            <a:xfrm>
              <a:off x="5743699" y="2585611"/>
              <a:ext cx="4056882" cy="114795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1A24229-4E0E-C0AB-90B3-30EE269BD176}"/>
                    </a:ext>
                  </a:extLst>
                </p:cNvPr>
                <p:cNvSpPr txBox="1"/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1A24229-4E0E-C0AB-90B3-30EE269BD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71466">
                  <a:off x="7319878" y="2797663"/>
                  <a:ext cx="1085912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B6EB73-E5DA-BB51-24A5-C4C25887DF67}"/>
              </a:ext>
            </a:extLst>
          </p:cNvPr>
          <p:cNvGrpSpPr/>
          <p:nvPr/>
        </p:nvGrpSpPr>
        <p:grpSpPr>
          <a:xfrm>
            <a:off x="2339224" y="2585611"/>
            <a:ext cx="3404475" cy="1143618"/>
            <a:chOff x="2339224" y="2585611"/>
            <a:chExt cx="3404475" cy="114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6A6253A-8D65-2177-5B04-6F2DF7E99ABF}"/>
                    </a:ext>
                  </a:extLst>
                </p:cNvPr>
                <p:cNvSpPr txBox="1"/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rgbClr val="0070C0"/>
                      </a:solidFill>
                      <a:latin typeface="Segoe Script" panose="030B0504020000000003" pitchFamily="66" charset="0"/>
                    </a:rPr>
                    <a:t>Don’t eat 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IN" sz="1600" dirty="0">
                    <a:solidFill>
                      <a:srgbClr val="0070C0"/>
                    </a:solidFill>
                    <a:latin typeface="Segoe Script" panose="030B0504020000000003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6A6253A-8D65-2177-5B04-6F2DF7E99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06439">
                  <a:off x="3295946" y="2797662"/>
                  <a:ext cx="1544320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67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08BE0FD-221B-DE56-1496-0A7D2EDCB1A8}"/>
                </a:ext>
              </a:extLst>
            </p:cNvPr>
            <p:cNvCxnSpPr>
              <a:cxnSpLocks/>
              <a:stCxn id="3" idx="4"/>
              <a:endCxn id="6" idx="0"/>
            </p:cNvCxnSpPr>
            <p:nvPr/>
          </p:nvCxnSpPr>
          <p:spPr>
            <a:xfrm flipH="1">
              <a:off x="2339224" y="2585611"/>
              <a:ext cx="3404475" cy="114361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F5512E-21B8-9457-5519-83CF49243717}"/>
                  </a:ext>
                </a:extLst>
              </p:cNvPr>
              <p:cNvSpPr txBox="1"/>
              <p:nvPr/>
            </p:nvSpPr>
            <p:spPr>
              <a:xfrm>
                <a:off x="1396707" y="3729229"/>
                <a:ext cx="1885034" cy="646331"/>
              </a:xfrm>
              <a:custGeom>
                <a:avLst/>
                <a:gdLst>
                  <a:gd name="csX0" fmla="*/ 0 w 1885034"/>
                  <a:gd name="csY0" fmla="*/ 0 h 646331"/>
                  <a:gd name="csX1" fmla="*/ 452408 w 1885034"/>
                  <a:gd name="csY1" fmla="*/ 0 h 646331"/>
                  <a:gd name="csX2" fmla="*/ 923667 w 1885034"/>
                  <a:gd name="csY2" fmla="*/ 0 h 646331"/>
                  <a:gd name="csX3" fmla="*/ 1413776 w 1885034"/>
                  <a:gd name="csY3" fmla="*/ 0 h 646331"/>
                  <a:gd name="csX4" fmla="*/ 1885034 w 1885034"/>
                  <a:gd name="csY4" fmla="*/ 0 h 646331"/>
                  <a:gd name="csX5" fmla="*/ 1885034 w 1885034"/>
                  <a:gd name="csY5" fmla="*/ 329629 h 646331"/>
                  <a:gd name="csX6" fmla="*/ 1885034 w 1885034"/>
                  <a:gd name="csY6" fmla="*/ 646331 h 646331"/>
                  <a:gd name="csX7" fmla="*/ 1376075 w 1885034"/>
                  <a:gd name="csY7" fmla="*/ 646331 h 646331"/>
                  <a:gd name="csX8" fmla="*/ 867116 w 1885034"/>
                  <a:gd name="csY8" fmla="*/ 646331 h 646331"/>
                  <a:gd name="csX9" fmla="*/ 0 w 1885034"/>
                  <a:gd name="csY9" fmla="*/ 646331 h 646331"/>
                  <a:gd name="csX10" fmla="*/ 0 w 1885034"/>
                  <a:gd name="csY10" fmla="*/ 329629 h 646331"/>
                  <a:gd name="csX11" fmla="*/ 0 w 1885034"/>
                  <a:gd name="csY11" fmla="*/ 0 h 64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85034" h="646331" fill="none" extrusionOk="0">
                    <a:moveTo>
                      <a:pt x="0" y="0"/>
                    </a:moveTo>
                    <a:cubicBezTo>
                      <a:pt x="98488" y="-44483"/>
                      <a:pt x="335684" y="13353"/>
                      <a:pt x="452408" y="0"/>
                    </a:cubicBezTo>
                    <a:cubicBezTo>
                      <a:pt x="569132" y="-13353"/>
                      <a:pt x="692645" y="36704"/>
                      <a:pt x="923667" y="0"/>
                    </a:cubicBezTo>
                    <a:cubicBezTo>
                      <a:pt x="1154689" y="-36704"/>
                      <a:pt x="1300811" y="42925"/>
                      <a:pt x="1413776" y="0"/>
                    </a:cubicBezTo>
                    <a:cubicBezTo>
                      <a:pt x="1526741" y="-42925"/>
                      <a:pt x="1659900" y="21753"/>
                      <a:pt x="1885034" y="0"/>
                    </a:cubicBezTo>
                    <a:cubicBezTo>
                      <a:pt x="1916473" y="138098"/>
                      <a:pt x="1869457" y="172318"/>
                      <a:pt x="1885034" y="329629"/>
                    </a:cubicBezTo>
                    <a:cubicBezTo>
                      <a:pt x="1900611" y="486940"/>
                      <a:pt x="1849845" y="518547"/>
                      <a:pt x="1885034" y="646331"/>
                    </a:cubicBezTo>
                    <a:cubicBezTo>
                      <a:pt x="1770832" y="656069"/>
                      <a:pt x="1617435" y="634043"/>
                      <a:pt x="1376075" y="646331"/>
                    </a:cubicBezTo>
                    <a:cubicBezTo>
                      <a:pt x="1134715" y="658619"/>
                      <a:pt x="976508" y="611729"/>
                      <a:pt x="867116" y="646331"/>
                    </a:cubicBezTo>
                    <a:cubicBezTo>
                      <a:pt x="757724" y="680933"/>
                      <a:pt x="244653" y="628818"/>
                      <a:pt x="0" y="646331"/>
                    </a:cubicBezTo>
                    <a:cubicBezTo>
                      <a:pt x="-33952" y="494166"/>
                      <a:pt x="19450" y="412375"/>
                      <a:pt x="0" y="329629"/>
                    </a:cubicBezTo>
                    <a:cubicBezTo>
                      <a:pt x="-19450" y="246883"/>
                      <a:pt x="11518" y="109323"/>
                      <a:pt x="0" y="0"/>
                    </a:cubicBezTo>
                    <a:close/>
                  </a:path>
                  <a:path w="1885034" h="646331" stroke="0" extrusionOk="0">
                    <a:moveTo>
                      <a:pt x="0" y="0"/>
                    </a:moveTo>
                    <a:cubicBezTo>
                      <a:pt x="133910" y="-16372"/>
                      <a:pt x="342118" y="36925"/>
                      <a:pt x="452408" y="0"/>
                    </a:cubicBezTo>
                    <a:cubicBezTo>
                      <a:pt x="562698" y="-36925"/>
                      <a:pt x="739763" y="40210"/>
                      <a:pt x="867116" y="0"/>
                    </a:cubicBezTo>
                    <a:cubicBezTo>
                      <a:pt x="994469" y="-40210"/>
                      <a:pt x="1132778" y="41024"/>
                      <a:pt x="1376075" y="0"/>
                    </a:cubicBezTo>
                    <a:cubicBezTo>
                      <a:pt x="1619372" y="-41024"/>
                      <a:pt x="1734398" y="1674"/>
                      <a:pt x="1885034" y="0"/>
                    </a:cubicBezTo>
                    <a:cubicBezTo>
                      <a:pt x="1893717" y="66160"/>
                      <a:pt x="1860322" y="249942"/>
                      <a:pt x="1885034" y="316702"/>
                    </a:cubicBezTo>
                    <a:cubicBezTo>
                      <a:pt x="1909746" y="383462"/>
                      <a:pt x="1863193" y="564609"/>
                      <a:pt x="1885034" y="646331"/>
                    </a:cubicBezTo>
                    <a:cubicBezTo>
                      <a:pt x="1787015" y="661428"/>
                      <a:pt x="1553693" y="628756"/>
                      <a:pt x="1413776" y="646331"/>
                    </a:cubicBezTo>
                    <a:cubicBezTo>
                      <a:pt x="1273859" y="663906"/>
                      <a:pt x="1140171" y="591910"/>
                      <a:pt x="904816" y="646331"/>
                    </a:cubicBezTo>
                    <a:cubicBezTo>
                      <a:pt x="669461" y="700752"/>
                      <a:pt x="615273" y="641388"/>
                      <a:pt x="490109" y="646331"/>
                    </a:cubicBezTo>
                    <a:cubicBezTo>
                      <a:pt x="364945" y="651274"/>
                      <a:pt x="213892" y="590987"/>
                      <a:pt x="0" y="646331"/>
                    </a:cubicBezTo>
                    <a:cubicBezTo>
                      <a:pt x="-5824" y="570951"/>
                      <a:pt x="1433" y="401953"/>
                      <a:pt x="0" y="323166"/>
                    </a:cubicBezTo>
                    <a:cubicBezTo>
                      <a:pt x="-1433" y="244380"/>
                      <a:pt x="23279" y="115607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Remains hungry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F5512E-21B8-9457-5519-83CF49243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07" y="3729229"/>
                <a:ext cx="1885034" cy="646331"/>
              </a:xfrm>
              <a:prstGeom prst="rect">
                <a:avLst/>
              </a:prstGeom>
              <a:blipFill>
                <a:blip r:embed="rId5"/>
                <a:stretch>
                  <a:fillRect t="-877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885034"/>
                          <a:gd name="connsiteY0" fmla="*/ 0 h 646331"/>
                          <a:gd name="connsiteX1" fmla="*/ 452408 w 1885034"/>
                          <a:gd name="connsiteY1" fmla="*/ 0 h 646331"/>
                          <a:gd name="connsiteX2" fmla="*/ 923667 w 1885034"/>
                          <a:gd name="connsiteY2" fmla="*/ 0 h 646331"/>
                          <a:gd name="connsiteX3" fmla="*/ 1413776 w 1885034"/>
                          <a:gd name="connsiteY3" fmla="*/ 0 h 646331"/>
                          <a:gd name="connsiteX4" fmla="*/ 1885034 w 1885034"/>
                          <a:gd name="connsiteY4" fmla="*/ 0 h 646331"/>
                          <a:gd name="connsiteX5" fmla="*/ 1885034 w 1885034"/>
                          <a:gd name="connsiteY5" fmla="*/ 329629 h 646331"/>
                          <a:gd name="connsiteX6" fmla="*/ 1885034 w 1885034"/>
                          <a:gd name="connsiteY6" fmla="*/ 646331 h 646331"/>
                          <a:gd name="connsiteX7" fmla="*/ 1376075 w 1885034"/>
                          <a:gd name="connsiteY7" fmla="*/ 646331 h 646331"/>
                          <a:gd name="connsiteX8" fmla="*/ 867116 w 1885034"/>
                          <a:gd name="connsiteY8" fmla="*/ 646331 h 646331"/>
                          <a:gd name="connsiteX9" fmla="*/ 0 w 1885034"/>
                          <a:gd name="connsiteY9" fmla="*/ 646331 h 646331"/>
                          <a:gd name="connsiteX10" fmla="*/ 0 w 1885034"/>
                          <a:gd name="connsiteY10" fmla="*/ 329629 h 646331"/>
                          <a:gd name="connsiteX11" fmla="*/ 0 w 1885034"/>
                          <a:gd name="connsiteY11" fmla="*/ 0 h 6463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1885034" h="646331" fill="none" extrusionOk="0">
                            <a:moveTo>
                              <a:pt x="0" y="0"/>
                            </a:moveTo>
                            <a:cubicBezTo>
                              <a:pt x="98488" y="-44483"/>
                              <a:pt x="335684" y="13353"/>
                              <a:pt x="452408" y="0"/>
                            </a:cubicBezTo>
                            <a:cubicBezTo>
                              <a:pt x="569132" y="-13353"/>
                              <a:pt x="692645" y="36704"/>
                              <a:pt x="923667" y="0"/>
                            </a:cubicBezTo>
                            <a:cubicBezTo>
                              <a:pt x="1154689" y="-36704"/>
                              <a:pt x="1300811" y="42925"/>
                              <a:pt x="1413776" y="0"/>
                            </a:cubicBezTo>
                            <a:cubicBezTo>
                              <a:pt x="1526741" y="-42925"/>
                              <a:pt x="1659900" y="21753"/>
                              <a:pt x="1885034" y="0"/>
                            </a:cubicBezTo>
                            <a:cubicBezTo>
                              <a:pt x="1916473" y="138098"/>
                              <a:pt x="1869457" y="172318"/>
                              <a:pt x="1885034" y="329629"/>
                            </a:cubicBezTo>
                            <a:cubicBezTo>
                              <a:pt x="1900611" y="486940"/>
                              <a:pt x="1849845" y="518547"/>
                              <a:pt x="1885034" y="646331"/>
                            </a:cubicBezTo>
                            <a:cubicBezTo>
                              <a:pt x="1770832" y="656069"/>
                              <a:pt x="1617435" y="634043"/>
                              <a:pt x="1376075" y="646331"/>
                            </a:cubicBezTo>
                            <a:cubicBezTo>
                              <a:pt x="1134715" y="658619"/>
                              <a:pt x="976508" y="611729"/>
                              <a:pt x="867116" y="646331"/>
                            </a:cubicBezTo>
                            <a:cubicBezTo>
                              <a:pt x="757724" y="680933"/>
                              <a:pt x="244653" y="628818"/>
                              <a:pt x="0" y="646331"/>
                            </a:cubicBezTo>
                            <a:cubicBezTo>
                              <a:pt x="-33952" y="494166"/>
                              <a:pt x="19450" y="412375"/>
                              <a:pt x="0" y="329629"/>
                            </a:cubicBezTo>
                            <a:cubicBezTo>
                              <a:pt x="-19450" y="246883"/>
                              <a:pt x="11518" y="109323"/>
                              <a:pt x="0" y="0"/>
                            </a:cubicBezTo>
                            <a:close/>
                          </a:path>
                          <a:path w="1885034" h="646331" stroke="0" extrusionOk="0">
                            <a:moveTo>
                              <a:pt x="0" y="0"/>
                            </a:moveTo>
                            <a:cubicBezTo>
                              <a:pt x="133910" y="-16372"/>
                              <a:pt x="342118" y="36925"/>
                              <a:pt x="452408" y="0"/>
                            </a:cubicBezTo>
                            <a:cubicBezTo>
                              <a:pt x="562698" y="-36925"/>
                              <a:pt x="739763" y="40210"/>
                              <a:pt x="867116" y="0"/>
                            </a:cubicBezTo>
                            <a:cubicBezTo>
                              <a:pt x="994469" y="-40210"/>
                              <a:pt x="1132778" y="41024"/>
                              <a:pt x="1376075" y="0"/>
                            </a:cubicBezTo>
                            <a:cubicBezTo>
                              <a:pt x="1619372" y="-41024"/>
                              <a:pt x="1734398" y="1674"/>
                              <a:pt x="1885034" y="0"/>
                            </a:cubicBezTo>
                            <a:cubicBezTo>
                              <a:pt x="1893717" y="66160"/>
                              <a:pt x="1860322" y="249942"/>
                              <a:pt x="1885034" y="316702"/>
                            </a:cubicBezTo>
                            <a:cubicBezTo>
                              <a:pt x="1909746" y="383462"/>
                              <a:pt x="1863193" y="564609"/>
                              <a:pt x="1885034" y="646331"/>
                            </a:cubicBezTo>
                            <a:cubicBezTo>
                              <a:pt x="1787015" y="661428"/>
                              <a:pt x="1553693" y="628756"/>
                              <a:pt x="1413776" y="646331"/>
                            </a:cubicBezTo>
                            <a:cubicBezTo>
                              <a:pt x="1273859" y="663906"/>
                              <a:pt x="1140171" y="591910"/>
                              <a:pt x="904816" y="646331"/>
                            </a:cubicBezTo>
                            <a:cubicBezTo>
                              <a:pt x="669461" y="700752"/>
                              <a:pt x="615273" y="641388"/>
                              <a:pt x="490109" y="646331"/>
                            </a:cubicBezTo>
                            <a:cubicBezTo>
                              <a:pt x="364945" y="651274"/>
                              <a:pt x="213892" y="590987"/>
                              <a:pt x="0" y="646331"/>
                            </a:cubicBezTo>
                            <a:cubicBezTo>
                              <a:pt x="-5824" y="570951"/>
                              <a:pt x="1433" y="401953"/>
                              <a:pt x="0" y="323166"/>
                            </a:cubicBezTo>
                            <a:cubicBezTo>
                              <a:pt x="-1433" y="244380"/>
                              <a:pt x="23279" y="115607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37AEBE-EB76-9657-FE35-5F882D4FC7C3}"/>
                  </a:ext>
                </a:extLst>
              </p:cNvPr>
              <p:cNvSpPr txBox="1"/>
              <p:nvPr/>
            </p:nvSpPr>
            <p:spPr>
              <a:xfrm>
                <a:off x="8383680" y="3733564"/>
                <a:ext cx="2833801" cy="923330"/>
              </a:xfrm>
              <a:custGeom>
                <a:avLst/>
                <a:gdLst>
                  <a:gd name="csX0" fmla="*/ 0 w 2833801"/>
                  <a:gd name="csY0" fmla="*/ 0 h 923330"/>
                  <a:gd name="csX1" fmla="*/ 538422 w 2833801"/>
                  <a:gd name="csY1" fmla="*/ 0 h 923330"/>
                  <a:gd name="csX2" fmla="*/ 1020168 w 2833801"/>
                  <a:gd name="csY2" fmla="*/ 0 h 923330"/>
                  <a:gd name="csX3" fmla="*/ 1615267 w 2833801"/>
                  <a:gd name="csY3" fmla="*/ 0 h 923330"/>
                  <a:gd name="csX4" fmla="*/ 2097013 w 2833801"/>
                  <a:gd name="csY4" fmla="*/ 0 h 923330"/>
                  <a:gd name="csX5" fmla="*/ 2833801 w 2833801"/>
                  <a:gd name="csY5" fmla="*/ 0 h 923330"/>
                  <a:gd name="csX6" fmla="*/ 2833801 w 2833801"/>
                  <a:gd name="csY6" fmla="*/ 461665 h 923330"/>
                  <a:gd name="csX7" fmla="*/ 2833801 w 2833801"/>
                  <a:gd name="csY7" fmla="*/ 923330 h 923330"/>
                  <a:gd name="csX8" fmla="*/ 2210365 w 2833801"/>
                  <a:gd name="csY8" fmla="*/ 923330 h 923330"/>
                  <a:gd name="csX9" fmla="*/ 1700281 w 2833801"/>
                  <a:gd name="csY9" fmla="*/ 923330 h 923330"/>
                  <a:gd name="csX10" fmla="*/ 1133520 w 2833801"/>
                  <a:gd name="csY10" fmla="*/ 923330 h 923330"/>
                  <a:gd name="csX11" fmla="*/ 510084 w 2833801"/>
                  <a:gd name="csY11" fmla="*/ 923330 h 923330"/>
                  <a:gd name="csX12" fmla="*/ 0 w 2833801"/>
                  <a:gd name="csY12" fmla="*/ 923330 h 923330"/>
                  <a:gd name="csX13" fmla="*/ 0 w 2833801"/>
                  <a:gd name="csY13" fmla="*/ 470898 h 923330"/>
                  <a:gd name="csX14" fmla="*/ 0 w 2833801"/>
                  <a:gd name="csY14" fmla="*/ 0 h 9233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833801" h="923330" fill="none" extrusionOk="0">
                    <a:moveTo>
                      <a:pt x="0" y="0"/>
                    </a:moveTo>
                    <a:cubicBezTo>
                      <a:pt x="154978" y="-20895"/>
                      <a:pt x="350329" y="16829"/>
                      <a:pt x="538422" y="0"/>
                    </a:cubicBezTo>
                    <a:cubicBezTo>
                      <a:pt x="726515" y="-16829"/>
                      <a:pt x="789682" y="24975"/>
                      <a:pt x="1020168" y="0"/>
                    </a:cubicBezTo>
                    <a:cubicBezTo>
                      <a:pt x="1250654" y="-24975"/>
                      <a:pt x="1325332" y="4668"/>
                      <a:pt x="1615267" y="0"/>
                    </a:cubicBezTo>
                    <a:cubicBezTo>
                      <a:pt x="1905202" y="-4668"/>
                      <a:pt x="1866958" y="12292"/>
                      <a:pt x="2097013" y="0"/>
                    </a:cubicBezTo>
                    <a:cubicBezTo>
                      <a:pt x="2327068" y="-12292"/>
                      <a:pt x="2567701" y="81343"/>
                      <a:pt x="2833801" y="0"/>
                    </a:cubicBezTo>
                    <a:cubicBezTo>
                      <a:pt x="2856997" y="209190"/>
                      <a:pt x="2831151" y="333913"/>
                      <a:pt x="2833801" y="461665"/>
                    </a:cubicBezTo>
                    <a:cubicBezTo>
                      <a:pt x="2836451" y="589417"/>
                      <a:pt x="2827312" y="766516"/>
                      <a:pt x="2833801" y="923330"/>
                    </a:cubicBezTo>
                    <a:cubicBezTo>
                      <a:pt x="2624312" y="931675"/>
                      <a:pt x="2463584" y="865649"/>
                      <a:pt x="2210365" y="923330"/>
                    </a:cubicBezTo>
                    <a:cubicBezTo>
                      <a:pt x="1957146" y="981011"/>
                      <a:pt x="1813035" y="914382"/>
                      <a:pt x="1700281" y="923330"/>
                    </a:cubicBezTo>
                    <a:cubicBezTo>
                      <a:pt x="1587527" y="932278"/>
                      <a:pt x="1409629" y="917679"/>
                      <a:pt x="1133520" y="923330"/>
                    </a:cubicBezTo>
                    <a:cubicBezTo>
                      <a:pt x="857411" y="928981"/>
                      <a:pt x="686706" y="862811"/>
                      <a:pt x="510084" y="923330"/>
                    </a:cubicBezTo>
                    <a:cubicBezTo>
                      <a:pt x="333462" y="983849"/>
                      <a:pt x="119678" y="886625"/>
                      <a:pt x="0" y="923330"/>
                    </a:cubicBezTo>
                    <a:cubicBezTo>
                      <a:pt x="-8226" y="831763"/>
                      <a:pt x="32786" y="614727"/>
                      <a:pt x="0" y="470898"/>
                    </a:cubicBezTo>
                    <a:cubicBezTo>
                      <a:pt x="-32786" y="327069"/>
                      <a:pt x="962" y="202399"/>
                      <a:pt x="0" y="0"/>
                    </a:cubicBezTo>
                    <a:close/>
                  </a:path>
                  <a:path w="2833801" h="923330" stroke="0" extrusionOk="0">
                    <a:moveTo>
                      <a:pt x="0" y="0"/>
                    </a:moveTo>
                    <a:cubicBezTo>
                      <a:pt x="198059" y="-605"/>
                      <a:pt x="329147" y="45955"/>
                      <a:pt x="481746" y="0"/>
                    </a:cubicBezTo>
                    <a:cubicBezTo>
                      <a:pt x="634345" y="-45955"/>
                      <a:pt x="865575" y="27350"/>
                      <a:pt x="963492" y="0"/>
                    </a:cubicBezTo>
                    <a:cubicBezTo>
                      <a:pt x="1061409" y="-27350"/>
                      <a:pt x="1306102" y="53673"/>
                      <a:pt x="1501915" y="0"/>
                    </a:cubicBezTo>
                    <a:cubicBezTo>
                      <a:pt x="1697728" y="-53673"/>
                      <a:pt x="1834128" y="27989"/>
                      <a:pt x="2011999" y="0"/>
                    </a:cubicBezTo>
                    <a:cubicBezTo>
                      <a:pt x="2189870" y="-27989"/>
                      <a:pt x="2489177" y="5761"/>
                      <a:pt x="2833801" y="0"/>
                    </a:cubicBezTo>
                    <a:cubicBezTo>
                      <a:pt x="2862178" y="164826"/>
                      <a:pt x="2816798" y="305465"/>
                      <a:pt x="2833801" y="433965"/>
                    </a:cubicBezTo>
                    <a:cubicBezTo>
                      <a:pt x="2850804" y="562466"/>
                      <a:pt x="2780976" y="728746"/>
                      <a:pt x="2833801" y="923330"/>
                    </a:cubicBezTo>
                    <a:cubicBezTo>
                      <a:pt x="2724445" y="932872"/>
                      <a:pt x="2498246" y="889570"/>
                      <a:pt x="2295379" y="923330"/>
                    </a:cubicBezTo>
                    <a:cubicBezTo>
                      <a:pt x="2092512" y="957090"/>
                      <a:pt x="1878085" y="875636"/>
                      <a:pt x="1756957" y="923330"/>
                    </a:cubicBezTo>
                    <a:cubicBezTo>
                      <a:pt x="1635829" y="971024"/>
                      <a:pt x="1272722" y="852944"/>
                      <a:pt x="1133520" y="923330"/>
                    </a:cubicBezTo>
                    <a:cubicBezTo>
                      <a:pt x="994318" y="993716"/>
                      <a:pt x="738270" y="880595"/>
                      <a:pt x="538422" y="923330"/>
                    </a:cubicBezTo>
                    <a:cubicBezTo>
                      <a:pt x="338574" y="966065"/>
                      <a:pt x="117167" y="912763"/>
                      <a:pt x="0" y="923330"/>
                    </a:cubicBezTo>
                    <a:cubicBezTo>
                      <a:pt x="-19300" y="714283"/>
                      <a:pt x="54498" y="644051"/>
                      <a:pt x="0" y="443198"/>
                    </a:cubicBezTo>
                    <a:cubicBezTo>
                      <a:pt x="-54498" y="242345"/>
                      <a:pt x="29615" y="182536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Satisfies hunger.</a:t>
                </a:r>
              </a:p>
              <a:p>
                <a:pPr algn="ctr"/>
                <a:r>
                  <a:rPr lang="en-IN" dirty="0"/>
                  <a:t>Sleeps, but survives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=+10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37AEBE-EB76-9657-FE35-5F882D4FC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80" y="3733564"/>
                <a:ext cx="283380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custGeom>
                        <a:avLst/>
                        <a:gdLst>
                          <a:gd name="connsiteX0" fmla="*/ 0 w 2833801"/>
                          <a:gd name="connsiteY0" fmla="*/ 0 h 923330"/>
                          <a:gd name="connsiteX1" fmla="*/ 538422 w 2833801"/>
                          <a:gd name="connsiteY1" fmla="*/ 0 h 923330"/>
                          <a:gd name="connsiteX2" fmla="*/ 1020168 w 2833801"/>
                          <a:gd name="connsiteY2" fmla="*/ 0 h 923330"/>
                          <a:gd name="connsiteX3" fmla="*/ 1615267 w 2833801"/>
                          <a:gd name="connsiteY3" fmla="*/ 0 h 923330"/>
                          <a:gd name="connsiteX4" fmla="*/ 2097013 w 2833801"/>
                          <a:gd name="connsiteY4" fmla="*/ 0 h 923330"/>
                          <a:gd name="connsiteX5" fmla="*/ 2833801 w 2833801"/>
                          <a:gd name="connsiteY5" fmla="*/ 0 h 923330"/>
                          <a:gd name="connsiteX6" fmla="*/ 2833801 w 2833801"/>
                          <a:gd name="connsiteY6" fmla="*/ 461665 h 923330"/>
                          <a:gd name="connsiteX7" fmla="*/ 2833801 w 2833801"/>
                          <a:gd name="connsiteY7" fmla="*/ 923330 h 923330"/>
                          <a:gd name="connsiteX8" fmla="*/ 2210365 w 2833801"/>
                          <a:gd name="connsiteY8" fmla="*/ 923330 h 923330"/>
                          <a:gd name="connsiteX9" fmla="*/ 1700281 w 2833801"/>
                          <a:gd name="connsiteY9" fmla="*/ 923330 h 923330"/>
                          <a:gd name="connsiteX10" fmla="*/ 1133520 w 2833801"/>
                          <a:gd name="connsiteY10" fmla="*/ 923330 h 923330"/>
                          <a:gd name="connsiteX11" fmla="*/ 510084 w 2833801"/>
                          <a:gd name="connsiteY11" fmla="*/ 923330 h 923330"/>
                          <a:gd name="connsiteX12" fmla="*/ 0 w 2833801"/>
                          <a:gd name="connsiteY12" fmla="*/ 923330 h 923330"/>
                          <a:gd name="connsiteX13" fmla="*/ 0 w 2833801"/>
                          <a:gd name="connsiteY13" fmla="*/ 470898 h 923330"/>
                          <a:gd name="connsiteX14" fmla="*/ 0 w 2833801"/>
                          <a:gd name="connsiteY14" fmla="*/ 0 h 9233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2833801" h="923330" fill="none" extrusionOk="0">
                            <a:moveTo>
                              <a:pt x="0" y="0"/>
                            </a:moveTo>
                            <a:cubicBezTo>
                              <a:pt x="154978" y="-20895"/>
                              <a:pt x="350329" y="16829"/>
                              <a:pt x="538422" y="0"/>
                            </a:cubicBezTo>
                            <a:cubicBezTo>
                              <a:pt x="726515" y="-16829"/>
                              <a:pt x="789682" y="24975"/>
                              <a:pt x="1020168" y="0"/>
                            </a:cubicBezTo>
                            <a:cubicBezTo>
                              <a:pt x="1250654" y="-24975"/>
                              <a:pt x="1325332" y="4668"/>
                              <a:pt x="1615267" y="0"/>
                            </a:cubicBezTo>
                            <a:cubicBezTo>
                              <a:pt x="1905202" y="-4668"/>
                              <a:pt x="1866958" y="12292"/>
                              <a:pt x="2097013" y="0"/>
                            </a:cubicBezTo>
                            <a:cubicBezTo>
                              <a:pt x="2327068" y="-12292"/>
                              <a:pt x="2567701" y="81343"/>
                              <a:pt x="2833801" y="0"/>
                            </a:cubicBezTo>
                            <a:cubicBezTo>
                              <a:pt x="2856997" y="209190"/>
                              <a:pt x="2831151" y="333913"/>
                              <a:pt x="2833801" y="461665"/>
                            </a:cubicBezTo>
                            <a:cubicBezTo>
                              <a:pt x="2836451" y="589417"/>
                              <a:pt x="2827312" y="766516"/>
                              <a:pt x="2833801" y="923330"/>
                            </a:cubicBezTo>
                            <a:cubicBezTo>
                              <a:pt x="2624312" y="931675"/>
                              <a:pt x="2463584" y="865649"/>
                              <a:pt x="2210365" y="923330"/>
                            </a:cubicBezTo>
                            <a:cubicBezTo>
                              <a:pt x="1957146" y="981011"/>
                              <a:pt x="1813035" y="914382"/>
                              <a:pt x="1700281" y="923330"/>
                            </a:cubicBezTo>
                            <a:cubicBezTo>
                              <a:pt x="1587527" y="932278"/>
                              <a:pt x="1409629" y="917679"/>
                              <a:pt x="1133520" y="923330"/>
                            </a:cubicBezTo>
                            <a:cubicBezTo>
                              <a:pt x="857411" y="928981"/>
                              <a:pt x="686706" y="862811"/>
                              <a:pt x="510084" y="923330"/>
                            </a:cubicBezTo>
                            <a:cubicBezTo>
                              <a:pt x="333462" y="983849"/>
                              <a:pt x="119678" y="886625"/>
                              <a:pt x="0" y="923330"/>
                            </a:cubicBezTo>
                            <a:cubicBezTo>
                              <a:pt x="-8226" y="831763"/>
                              <a:pt x="32786" y="614727"/>
                              <a:pt x="0" y="470898"/>
                            </a:cubicBezTo>
                            <a:cubicBezTo>
                              <a:pt x="-32786" y="327069"/>
                              <a:pt x="962" y="202399"/>
                              <a:pt x="0" y="0"/>
                            </a:cubicBezTo>
                            <a:close/>
                          </a:path>
                          <a:path w="2833801" h="923330" stroke="0" extrusionOk="0">
                            <a:moveTo>
                              <a:pt x="0" y="0"/>
                            </a:moveTo>
                            <a:cubicBezTo>
                              <a:pt x="198059" y="-605"/>
                              <a:pt x="329147" y="45955"/>
                              <a:pt x="481746" y="0"/>
                            </a:cubicBezTo>
                            <a:cubicBezTo>
                              <a:pt x="634345" y="-45955"/>
                              <a:pt x="865575" y="27350"/>
                              <a:pt x="963492" y="0"/>
                            </a:cubicBezTo>
                            <a:cubicBezTo>
                              <a:pt x="1061409" y="-27350"/>
                              <a:pt x="1306102" y="53673"/>
                              <a:pt x="1501915" y="0"/>
                            </a:cubicBezTo>
                            <a:cubicBezTo>
                              <a:pt x="1697728" y="-53673"/>
                              <a:pt x="1834128" y="27989"/>
                              <a:pt x="2011999" y="0"/>
                            </a:cubicBezTo>
                            <a:cubicBezTo>
                              <a:pt x="2189870" y="-27989"/>
                              <a:pt x="2489177" y="5761"/>
                              <a:pt x="2833801" y="0"/>
                            </a:cubicBezTo>
                            <a:cubicBezTo>
                              <a:pt x="2862178" y="164826"/>
                              <a:pt x="2816798" y="305465"/>
                              <a:pt x="2833801" y="433965"/>
                            </a:cubicBezTo>
                            <a:cubicBezTo>
                              <a:pt x="2850804" y="562466"/>
                              <a:pt x="2780976" y="728746"/>
                              <a:pt x="2833801" y="923330"/>
                            </a:cubicBezTo>
                            <a:cubicBezTo>
                              <a:pt x="2724445" y="932872"/>
                              <a:pt x="2498246" y="889570"/>
                              <a:pt x="2295379" y="923330"/>
                            </a:cubicBezTo>
                            <a:cubicBezTo>
                              <a:pt x="2092512" y="957090"/>
                              <a:pt x="1878085" y="875636"/>
                              <a:pt x="1756957" y="923330"/>
                            </a:cubicBezTo>
                            <a:cubicBezTo>
                              <a:pt x="1635829" y="971024"/>
                              <a:pt x="1272722" y="852944"/>
                              <a:pt x="1133520" y="923330"/>
                            </a:cubicBezTo>
                            <a:cubicBezTo>
                              <a:pt x="994318" y="993716"/>
                              <a:pt x="738270" y="880595"/>
                              <a:pt x="538422" y="923330"/>
                            </a:cubicBezTo>
                            <a:cubicBezTo>
                              <a:pt x="338574" y="966065"/>
                              <a:pt x="117167" y="912763"/>
                              <a:pt x="0" y="923330"/>
                            </a:cubicBezTo>
                            <a:cubicBezTo>
                              <a:pt x="-19300" y="714283"/>
                              <a:pt x="54498" y="644051"/>
                              <a:pt x="0" y="443198"/>
                            </a:cubicBezTo>
                            <a:cubicBezTo>
                              <a:pt x="-54498" y="242345"/>
                              <a:pt x="29615" y="18253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Badge Tick1 outline">
            <a:extLst>
              <a:ext uri="{FF2B5EF4-FFF2-40B4-BE49-F238E27FC236}">
                <a16:creationId xmlns:a16="http://schemas.microsoft.com/office/drawing/2014/main" id="{25FE8F38-BABB-B6A8-9BA3-7F0913F3C1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932" y="2895836"/>
            <a:ext cx="457200" cy="457200"/>
          </a:xfrm>
          <a:prstGeom prst="rect">
            <a:avLst/>
          </a:prstGeom>
        </p:spPr>
      </p:pic>
      <p:pic>
        <p:nvPicPr>
          <p:cNvPr id="21" name="Graphic 20" descr="Badge Cross outline">
            <a:extLst>
              <a:ext uri="{FF2B5EF4-FFF2-40B4-BE49-F238E27FC236}">
                <a16:creationId xmlns:a16="http://schemas.microsoft.com/office/drawing/2014/main" id="{8BBC62E5-84D8-88FE-2AC5-58C9E25DBA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2837" y="2352038"/>
            <a:ext cx="457200" cy="457200"/>
          </a:xfrm>
          <a:prstGeom prst="rect">
            <a:avLst/>
          </a:prstGeom>
        </p:spPr>
      </p:pic>
      <p:pic>
        <p:nvPicPr>
          <p:cNvPr id="34" name="Picture 33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698D88CF-9905-DB40-257E-5A13C9E992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10" y="1773049"/>
            <a:ext cx="613765" cy="1015200"/>
          </a:xfrm>
          <a:prstGeom prst="rect">
            <a:avLst/>
          </a:prstGeom>
        </p:spPr>
      </p:pic>
      <p:pic>
        <p:nvPicPr>
          <p:cNvPr id="35" name="Picture 34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2EACA67C-666A-7173-CC14-73282B358C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04674">
            <a:off x="7546767" y="2037354"/>
            <a:ext cx="613765" cy="101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7ECD6A-2CC4-E7AF-0E0A-3E8BCD6D34F9}"/>
                  </a:ext>
                </a:extLst>
              </p:cNvPr>
              <p:cNvSpPr txBox="1"/>
              <p:nvPr/>
            </p:nvSpPr>
            <p:spPr>
              <a:xfrm>
                <a:off x="669036" y="5180627"/>
                <a:ext cx="9457366" cy="646331"/>
              </a:xfrm>
              <a:custGeom>
                <a:avLst/>
                <a:gdLst>
                  <a:gd name="csX0" fmla="*/ 0 w 9457366"/>
                  <a:gd name="csY0" fmla="*/ 0 h 646331"/>
                  <a:gd name="csX1" fmla="*/ 307364 w 9457366"/>
                  <a:gd name="csY1" fmla="*/ 0 h 646331"/>
                  <a:gd name="csX2" fmla="*/ 614729 w 9457366"/>
                  <a:gd name="csY2" fmla="*/ 0 h 646331"/>
                  <a:gd name="csX3" fmla="*/ 922093 w 9457366"/>
                  <a:gd name="csY3" fmla="*/ 0 h 646331"/>
                  <a:gd name="csX4" fmla="*/ 1702326 w 9457366"/>
                  <a:gd name="csY4" fmla="*/ 0 h 646331"/>
                  <a:gd name="csX5" fmla="*/ 2293411 w 9457366"/>
                  <a:gd name="csY5" fmla="*/ 0 h 646331"/>
                  <a:gd name="csX6" fmla="*/ 2600776 w 9457366"/>
                  <a:gd name="csY6" fmla="*/ 0 h 646331"/>
                  <a:gd name="csX7" fmla="*/ 3191861 w 9457366"/>
                  <a:gd name="csY7" fmla="*/ 0 h 646331"/>
                  <a:gd name="csX8" fmla="*/ 3972094 w 9457366"/>
                  <a:gd name="csY8" fmla="*/ 0 h 646331"/>
                  <a:gd name="csX9" fmla="*/ 4468605 w 9457366"/>
                  <a:gd name="csY9" fmla="*/ 0 h 646331"/>
                  <a:gd name="csX10" fmla="*/ 4965117 w 9457366"/>
                  <a:gd name="csY10" fmla="*/ 0 h 646331"/>
                  <a:gd name="csX11" fmla="*/ 5556203 w 9457366"/>
                  <a:gd name="csY11" fmla="*/ 0 h 646331"/>
                  <a:gd name="csX12" fmla="*/ 6241862 w 9457366"/>
                  <a:gd name="csY12" fmla="*/ 0 h 646331"/>
                  <a:gd name="csX13" fmla="*/ 6927521 w 9457366"/>
                  <a:gd name="csY13" fmla="*/ 0 h 646331"/>
                  <a:gd name="csX14" fmla="*/ 7613180 w 9457366"/>
                  <a:gd name="csY14" fmla="*/ 0 h 646331"/>
                  <a:gd name="csX15" fmla="*/ 8393412 w 9457366"/>
                  <a:gd name="csY15" fmla="*/ 0 h 646331"/>
                  <a:gd name="csX16" fmla="*/ 9457366 w 9457366"/>
                  <a:gd name="csY16" fmla="*/ 0 h 646331"/>
                  <a:gd name="csX17" fmla="*/ 9457366 w 9457366"/>
                  <a:gd name="csY17" fmla="*/ 329629 h 646331"/>
                  <a:gd name="csX18" fmla="*/ 9457366 w 9457366"/>
                  <a:gd name="csY18" fmla="*/ 646331 h 646331"/>
                  <a:gd name="csX19" fmla="*/ 8677133 w 9457366"/>
                  <a:gd name="csY19" fmla="*/ 646331 h 646331"/>
                  <a:gd name="csX20" fmla="*/ 8086048 w 9457366"/>
                  <a:gd name="csY20" fmla="*/ 646331 h 646331"/>
                  <a:gd name="csX21" fmla="*/ 7589536 w 9457366"/>
                  <a:gd name="csY21" fmla="*/ 646331 h 646331"/>
                  <a:gd name="csX22" fmla="*/ 7093025 w 9457366"/>
                  <a:gd name="csY22" fmla="*/ 646331 h 646331"/>
                  <a:gd name="csX23" fmla="*/ 6596513 w 9457366"/>
                  <a:gd name="csY23" fmla="*/ 646331 h 646331"/>
                  <a:gd name="csX24" fmla="*/ 6100001 w 9457366"/>
                  <a:gd name="csY24" fmla="*/ 646331 h 646331"/>
                  <a:gd name="csX25" fmla="*/ 5414342 w 9457366"/>
                  <a:gd name="csY25" fmla="*/ 646331 h 646331"/>
                  <a:gd name="csX26" fmla="*/ 4823257 w 9457366"/>
                  <a:gd name="csY26" fmla="*/ 646331 h 646331"/>
                  <a:gd name="csX27" fmla="*/ 4515892 w 9457366"/>
                  <a:gd name="csY27" fmla="*/ 646331 h 646331"/>
                  <a:gd name="csX28" fmla="*/ 4019381 w 9457366"/>
                  <a:gd name="csY28" fmla="*/ 646331 h 646331"/>
                  <a:gd name="csX29" fmla="*/ 3333722 w 9457366"/>
                  <a:gd name="csY29" fmla="*/ 646331 h 646331"/>
                  <a:gd name="csX30" fmla="*/ 2931783 w 9457366"/>
                  <a:gd name="csY30" fmla="*/ 646331 h 646331"/>
                  <a:gd name="csX31" fmla="*/ 2151551 w 9457366"/>
                  <a:gd name="csY31" fmla="*/ 646331 h 646331"/>
                  <a:gd name="csX32" fmla="*/ 1371318 w 9457366"/>
                  <a:gd name="csY32" fmla="*/ 646331 h 646331"/>
                  <a:gd name="csX33" fmla="*/ 780233 w 9457366"/>
                  <a:gd name="csY33" fmla="*/ 646331 h 646331"/>
                  <a:gd name="csX34" fmla="*/ 0 w 9457366"/>
                  <a:gd name="csY34" fmla="*/ 646331 h 646331"/>
                  <a:gd name="csX35" fmla="*/ 0 w 9457366"/>
                  <a:gd name="csY35" fmla="*/ 323166 h 646331"/>
                  <a:gd name="csX36" fmla="*/ 0 w 9457366"/>
                  <a:gd name="csY36" fmla="*/ 0 h 64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</a:cxnLst>
                <a:rect l="l" t="t" r="r" b="b"/>
                <a:pathLst>
                  <a:path w="9457366" h="646331" fill="none" extrusionOk="0">
                    <a:moveTo>
                      <a:pt x="0" y="0"/>
                    </a:moveTo>
                    <a:cubicBezTo>
                      <a:pt x="108969" y="-19968"/>
                      <a:pt x="175103" y="9850"/>
                      <a:pt x="307364" y="0"/>
                    </a:cubicBezTo>
                    <a:cubicBezTo>
                      <a:pt x="439625" y="-9850"/>
                      <a:pt x="522344" y="33777"/>
                      <a:pt x="614729" y="0"/>
                    </a:cubicBezTo>
                    <a:cubicBezTo>
                      <a:pt x="707115" y="-33777"/>
                      <a:pt x="768426" y="12559"/>
                      <a:pt x="922093" y="0"/>
                    </a:cubicBezTo>
                    <a:cubicBezTo>
                      <a:pt x="1075760" y="-12559"/>
                      <a:pt x="1526433" y="8293"/>
                      <a:pt x="1702326" y="0"/>
                    </a:cubicBezTo>
                    <a:cubicBezTo>
                      <a:pt x="1878219" y="-8293"/>
                      <a:pt x="2165039" y="9828"/>
                      <a:pt x="2293411" y="0"/>
                    </a:cubicBezTo>
                    <a:cubicBezTo>
                      <a:pt x="2421784" y="-9828"/>
                      <a:pt x="2494391" y="34994"/>
                      <a:pt x="2600776" y="0"/>
                    </a:cubicBezTo>
                    <a:cubicBezTo>
                      <a:pt x="2707162" y="-34994"/>
                      <a:pt x="2928515" y="59572"/>
                      <a:pt x="3191861" y="0"/>
                    </a:cubicBezTo>
                    <a:cubicBezTo>
                      <a:pt x="3455208" y="-59572"/>
                      <a:pt x="3636625" y="40036"/>
                      <a:pt x="3972094" y="0"/>
                    </a:cubicBezTo>
                    <a:cubicBezTo>
                      <a:pt x="4307563" y="-40036"/>
                      <a:pt x="4339362" y="7768"/>
                      <a:pt x="4468605" y="0"/>
                    </a:cubicBezTo>
                    <a:cubicBezTo>
                      <a:pt x="4597848" y="-7768"/>
                      <a:pt x="4814409" y="51677"/>
                      <a:pt x="4965117" y="0"/>
                    </a:cubicBezTo>
                    <a:cubicBezTo>
                      <a:pt x="5115825" y="-51677"/>
                      <a:pt x="5326691" y="18812"/>
                      <a:pt x="5556203" y="0"/>
                    </a:cubicBezTo>
                    <a:cubicBezTo>
                      <a:pt x="5785715" y="-18812"/>
                      <a:pt x="5952544" y="42725"/>
                      <a:pt x="6241862" y="0"/>
                    </a:cubicBezTo>
                    <a:cubicBezTo>
                      <a:pt x="6531180" y="-42725"/>
                      <a:pt x="6771737" y="9581"/>
                      <a:pt x="6927521" y="0"/>
                    </a:cubicBezTo>
                    <a:cubicBezTo>
                      <a:pt x="7083305" y="-9581"/>
                      <a:pt x="7307506" y="2395"/>
                      <a:pt x="7613180" y="0"/>
                    </a:cubicBezTo>
                    <a:cubicBezTo>
                      <a:pt x="7918854" y="-2395"/>
                      <a:pt x="8223145" y="72449"/>
                      <a:pt x="8393412" y="0"/>
                    </a:cubicBezTo>
                    <a:cubicBezTo>
                      <a:pt x="8563679" y="-72449"/>
                      <a:pt x="9062827" y="46683"/>
                      <a:pt x="9457366" y="0"/>
                    </a:cubicBezTo>
                    <a:cubicBezTo>
                      <a:pt x="9458086" y="128133"/>
                      <a:pt x="9448860" y="205190"/>
                      <a:pt x="9457366" y="329629"/>
                    </a:cubicBezTo>
                    <a:cubicBezTo>
                      <a:pt x="9465872" y="454068"/>
                      <a:pt x="9454448" y="578135"/>
                      <a:pt x="9457366" y="646331"/>
                    </a:cubicBezTo>
                    <a:cubicBezTo>
                      <a:pt x="9224073" y="713894"/>
                      <a:pt x="8884948" y="570547"/>
                      <a:pt x="8677133" y="646331"/>
                    </a:cubicBezTo>
                    <a:cubicBezTo>
                      <a:pt x="8469318" y="722115"/>
                      <a:pt x="8304025" y="584995"/>
                      <a:pt x="8086048" y="646331"/>
                    </a:cubicBezTo>
                    <a:cubicBezTo>
                      <a:pt x="7868072" y="707667"/>
                      <a:pt x="7827020" y="642040"/>
                      <a:pt x="7589536" y="646331"/>
                    </a:cubicBezTo>
                    <a:cubicBezTo>
                      <a:pt x="7352052" y="650622"/>
                      <a:pt x="7250508" y="639510"/>
                      <a:pt x="7093025" y="646331"/>
                    </a:cubicBezTo>
                    <a:cubicBezTo>
                      <a:pt x="6935542" y="653152"/>
                      <a:pt x="6843531" y="604900"/>
                      <a:pt x="6596513" y="646331"/>
                    </a:cubicBezTo>
                    <a:cubicBezTo>
                      <a:pt x="6349495" y="687762"/>
                      <a:pt x="6207175" y="604136"/>
                      <a:pt x="6100001" y="646331"/>
                    </a:cubicBezTo>
                    <a:cubicBezTo>
                      <a:pt x="5992827" y="688526"/>
                      <a:pt x="5744387" y="612793"/>
                      <a:pt x="5414342" y="646331"/>
                    </a:cubicBezTo>
                    <a:cubicBezTo>
                      <a:pt x="5084297" y="679869"/>
                      <a:pt x="5001598" y="613425"/>
                      <a:pt x="4823257" y="646331"/>
                    </a:cubicBezTo>
                    <a:cubicBezTo>
                      <a:pt x="4644917" y="679237"/>
                      <a:pt x="4659043" y="619866"/>
                      <a:pt x="4515892" y="646331"/>
                    </a:cubicBezTo>
                    <a:cubicBezTo>
                      <a:pt x="4372741" y="672796"/>
                      <a:pt x="4136227" y="604317"/>
                      <a:pt x="4019381" y="646331"/>
                    </a:cubicBezTo>
                    <a:cubicBezTo>
                      <a:pt x="3902535" y="688345"/>
                      <a:pt x="3663596" y="593963"/>
                      <a:pt x="3333722" y="646331"/>
                    </a:cubicBezTo>
                    <a:cubicBezTo>
                      <a:pt x="3003848" y="698699"/>
                      <a:pt x="3055225" y="624036"/>
                      <a:pt x="2931783" y="646331"/>
                    </a:cubicBezTo>
                    <a:cubicBezTo>
                      <a:pt x="2808341" y="668626"/>
                      <a:pt x="2477143" y="617035"/>
                      <a:pt x="2151551" y="646331"/>
                    </a:cubicBezTo>
                    <a:cubicBezTo>
                      <a:pt x="1825959" y="675627"/>
                      <a:pt x="1579088" y="555969"/>
                      <a:pt x="1371318" y="646331"/>
                    </a:cubicBezTo>
                    <a:cubicBezTo>
                      <a:pt x="1163548" y="736693"/>
                      <a:pt x="1036172" y="599357"/>
                      <a:pt x="780233" y="646331"/>
                    </a:cubicBezTo>
                    <a:cubicBezTo>
                      <a:pt x="524294" y="693305"/>
                      <a:pt x="306866" y="633310"/>
                      <a:pt x="0" y="646331"/>
                    </a:cubicBezTo>
                    <a:cubicBezTo>
                      <a:pt x="-38671" y="527721"/>
                      <a:pt x="30019" y="410211"/>
                      <a:pt x="0" y="323166"/>
                    </a:cubicBezTo>
                    <a:cubicBezTo>
                      <a:pt x="-30019" y="236121"/>
                      <a:pt x="25563" y="83808"/>
                      <a:pt x="0" y="0"/>
                    </a:cubicBezTo>
                    <a:close/>
                  </a:path>
                  <a:path w="9457366" h="646331" stroke="0" extrusionOk="0">
                    <a:moveTo>
                      <a:pt x="0" y="0"/>
                    </a:moveTo>
                    <a:cubicBezTo>
                      <a:pt x="204218" y="-1735"/>
                      <a:pt x="351494" y="8253"/>
                      <a:pt x="496512" y="0"/>
                    </a:cubicBezTo>
                    <a:cubicBezTo>
                      <a:pt x="641530" y="-8253"/>
                      <a:pt x="713275" y="36785"/>
                      <a:pt x="803876" y="0"/>
                    </a:cubicBezTo>
                    <a:cubicBezTo>
                      <a:pt x="894477" y="-36785"/>
                      <a:pt x="1319777" y="10591"/>
                      <a:pt x="1584109" y="0"/>
                    </a:cubicBezTo>
                    <a:cubicBezTo>
                      <a:pt x="1848441" y="-10591"/>
                      <a:pt x="1890931" y="24735"/>
                      <a:pt x="2080621" y="0"/>
                    </a:cubicBezTo>
                    <a:cubicBezTo>
                      <a:pt x="2270311" y="-24735"/>
                      <a:pt x="2475716" y="39879"/>
                      <a:pt x="2577132" y="0"/>
                    </a:cubicBezTo>
                    <a:cubicBezTo>
                      <a:pt x="2678548" y="-39879"/>
                      <a:pt x="3108527" y="89766"/>
                      <a:pt x="3357365" y="0"/>
                    </a:cubicBezTo>
                    <a:cubicBezTo>
                      <a:pt x="3606203" y="-89766"/>
                      <a:pt x="3645245" y="11432"/>
                      <a:pt x="3759303" y="0"/>
                    </a:cubicBezTo>
                    <a:cubicBezTo>
                      <a:pt x="3873361" y="-11432"/>
                      <a:pt x="4160460" y="14303"/>
                      <a:pt x="4539536" y="0"/>
                    </a:cubicBezTo>
                    <a:cubicBezTo>
                      <a:pt x="4918612" y="-14303"/>
                      <a:pt x="4998425" y="48616"/>
                      <a:pt x="5319768" y="0"/>
                    </a:cubicBezTo>
                    <a:cubicBezTo>
                      <a:pt x="5641111" y="-48616"/>
                      <a:pt x="5769293" y="24271"/>
                      <a:pt x="5910854" y="0"/>
                    </a:cubicBezTo>
                    <a:cubicBezTo>
                      <a:pt x="6052415" y="-24271"/>
                      <a:pt x="6446150" y="21800"/>
                      <a:pt x="6691086" y="0"/>
                    </a:cubicBezTo>
                    <a:cubicBezTo>
                      <a:pt x="6936022" y="-21800"/>
                      <a:pt x="6957578" y="40532"/>
                      <a:pt x="7187598" y="0"/>
                    </a:cubicBezTo>
                    <a:cubicBezTo>
                      <a:pt x="7417618" y="-40532"/>
                      <a:pt x="7569160" y="36868"/>
                      <a:pt x="7684110" y="0"/>
                    </a:cubicBezTo>
                    <a:cubicBezTo>
                      <a:pt x="7799060" y="-36868"/>
                      <a:pt x="8078578" y="67781"/>
                      <a:pt x="8369769" y="0"/>
                    </a:cubicBezTo>
                    <a:cubicBezTo>
                      <a:pt x="8660960" y="-67781"/>
                      <a:pt x="8652146" y="24129"/>
                      <a:pt x="8866281" y="0"/>
                    </a:cubicBezTo>
                    <a:cubicBezTo>
                      <a:pt x="9080416" y="-24129"/>
                      <a:pt x="9251732" y="62362"/>
                      <a:pt x="9457366" y="0"/>
                    </a:cubicBezTo>
                    <a:cubicBezTo>
                      <a:pt x="9468196" y="69536"/>
                      <a:pt x="9422566" y="214031"/>
                      <a:pt x="9457366" y="336092"/>
                    </a:cubicBezTo>
                    <a:cubicBezTo>
                      <a:pt x="9492166" y="458153"/>
                      <a:pt x="9431165" y="491786"/>
                      <a:pt x="9457366" y="646331"/>
                    </a:cubicBezTo>
                    <a:cubicBezTo>
                      <a:pt x="9247665" y="715802"/>
                      <a:pt x="9001858" y="577995"/>
                      <a:pt x="8771707" y="646331"/>
                    </a:cubicBezTo>
                    <a:cubicBezTo>
                      <a:pt x="8541556" y="714667"/>
                      <a:pt x="8474782" y="641552"/>
                      <a:pt x="8369769" y="646331"/>
                    </a:cubicBezTo>
                    <a:cubicBezTo>
                      <a:pt x="8264756" y="651110"/>
                      <a:pt x="7934175" y="633319"/>
                      <a:pt x="7589536" y="646331"/>
                    </a:cubicBezTo>
                    <a:cubicBezTo>
                      <a:pt x="7244897" y="659343"/>
                      <a:pt x="7204714" y="584153"/>
                      <a:pt x="6998451" y="646331"/>
                    </a:cubicBezTo>
                    <a:cubicBezTo>
                      <a:pt x="6792189" y="708509"/>
                      <a:pt x="6776039" y="617938"/>
                      <a:pt x="6596513" y="646331"/>
                    </a:cubicBezTo>
                    <a:cubicBezTo>
                      <a:pt x="6416987" y="674724"/>
                      <a:pt x="6194601" y="640457"/>
                      <a:pt x="6005427" y="646331"/>
                    </a:cubicBezTo>
                    <a:cubicBezTo>
                      <a:pt x="5816253" y="652205"/>
                      <a:pt x="5777192" y="624143"/>
                      <a:pt x="5698063" y="646331"/>
                    </a:cubicBezTo>
                    <a:cubicBezTo>
                      <a:pt x="5618934" y="668519"/>
                      <a:pt x="5453875" y="637098"/>
                      <a:pt x="5390699" y="646331"/>
                    </a:cubicBezTo>
                    <a:cubicBezTo>
                      <a:pt x="5327523" y="655564"/>
                      <a:pt x="4970984" y="616692"/>
                      <a:pt x="4799613" y="646331"/>
                    </a:cubicBezTo>
                    <a:cubicBezTo>
                      <a:pt x="4628242" y="675970"/>
                      <a:pt x="4498226" y="612032"/>
                      <a:pt x="4397675" y="646331"/>
                    </a:cubicBezTo>
                    <a:cubicBezTo>
                      <a:pt x="4297124" y="680630"/>
                      <a:pt x="3854351" y="592415"/>
                      <a:pt x="3712016" y="646331"/>
                    </a:cubicBezTo>
                    <a:cubicBezTo>
                      <a:pt x="3569681" y="700247"/>
                      <a:pt x="3463724" y="605047"/>
                      <a:pt x="3310078" y="646331"/>
                    </a:cubicBezTo>
                    <a:cubicBezTo>
                      <a:pt x="3156432" y="687615"/>
                      <a:pt x="2945256" y="627674"/>
                      <a:pt x="2624419" y="646331"/>
                    </a:cubicBezTo>
                    <a:cubicBezTo>
                      <a:pt x="2303582" y="664988"/>
                      <a:pt x="2463236" y="628429"/>
                      <a:pt x="2317055" y="646331"/>
                    </a:cubicBezTo>
                    <a:cubicBezTo>
                      <a:pt x="2170874" y="664233"/>
                      <a:pt x="1895237" y="605380"/>
                      <a:pt x="1631396" y="646331"/>
                    </a:cubicBezTo>
                    <a:cubicBezTo>
                      <a:pt x="1367555" y="687282"/>
                      <a:pt x="1313811" y="643394"/>
                      <a:pt x="1229458" y="646331"/>
                    </a:cubicBezTo>
                    <a:cubicBezTo>
                      <a:pt x="1145105" y="649268"/>
                      <a:pt x="991347" y="611932"/>
                      <a:pt x="922093" y="646331"/>
                    </a:cubicBezTo>
                    <a:cubicBezTo>
                      <a:pt x="852839" y="680730"/>
                      <a:pt x="614899" y="601666"/>
                      <a:pt x="520155" y="646331"/>
                    </a:cubicBezTo>
                    <a:cubicBezTo>
                      <a:pt x="425411" y="690996"/>
                      <a:pt x="174764" y="604591"/>
                      <a:pt x="0" y="646331"/>
                    </a:cubicBezTo>
                    <a:cubicBezTo>
                      <a:pt x="-28945" y="524988"/>
                      <a:pt x="37016" y="420207"/>
                      <a:pt x="0" y="336092"/>
                    </a:cubicBezTo>
                    <a:cubicBezTo>
                      <a:pt x="-37016" y="251977"/>
                      <a:pt x="38114" y="128891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dirty="0"/>
                  <a:t>Cannibal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IN" dirty="0"/>
                  <a:t> will eat Mr. Snack or Cannibal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IN" dirty="0"/>
                  <a:t>, if given the option, because Cannibal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IN" dirty="0"/>
                  <a:t> won’t eat Cannibal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7ECD6A-2CC4-E7AF-0E0A-3E8BCD6D3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36" y="5180627"/>
                <a:ext cx="9457366" cy="646331"/>
              </a:xfrm>
              <a:prstGeom prst="rect">
                <a:avLst/>
              </a:prstGeom>
              <a:blipFill>
                <a:blip r:embed="rId12"/>
                <a:stretch>
                  <a:fillRect l="-386" r="-386" b="-7500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9457366"/>
                          <a:gd name="connsiteY0" fmla="*/ 0 h 646331"/>
                          <a:gd name="connsiteX1" fmla="*/ 307364 w 9457366"/>
                          <a:gd name="connsiteY1" fmla="*/ 0 h 646331"/>
                          <a:gd name="connsiteX2" fmla="*/ 614729 w 9457366"/>
                          <a:gd name="connsiteY2" fmla="*/ 0 h 646331"/>
                          <a:gd name="connsiteX3" fmla="*/ 922093 w 9457366"/>
                          <a:gd name="connsiteY3" fmla="*/ 0 h 646331"/>
                          <a:gd name="connsiteX4" fmla="*/ 1702326 w 9457366"/>
                          <a:gd name="connsiteY4" fmla="*/ 0 h 646331"/>
                          <a:gd name="connsiteX5" fmla="*/ 2293411 w 9457366"/>
                          <a:gd name="connsiteY5" fmla="*/ 0 h 646331"/>
                          <a:gd name="connsiteX6" fmla="*/ 2600776 w 9457366"/>
                          <a:gd name="connsiteY6" fmla="*/ 0 h 646331"/>
                          <a:gd name="connsiteX7" fmla="*/ 3191861 w 9457366"/>
                          <a:gd name="connsiteY7" fmla="*/ 0 h 646331"/>
                          <a:gd name="connsiteX8" fmla="*/ 3972094 w 9457366"/>
                          <a:gd name="connsiteY8" fmla="*/ 0 h 646331"/>
                          <a:gd name="connsiteX9" fmla="*/ 4468605 w 9457366"/>
                          <a:gd name="connsiteY9" fmla="*/ 0 h 646331"/>
                          <a:gd name="connsiteX10" fmla="*/ 4965117 w 9457366"/>
                          <a:gd name="connsiteY10" fmla="*/ 0 h 646331"/>
                          <a:gd name="connsiteX11" fmla="*/ 5556203 w 9457366"/>
                          <a:gd name="connsiteY11" fmla="*/ 0 h 646331"/>
                          <a:gd name="connsiteX12" fmla="*/ 6241862 w 9457366"/>
                          <a:gd name="connsiteY12" fmla="*/ 0 h 646331"/>
                          <a:gd name="connsiteX13" fmla="*/ 6927521 w 9457366"/>
                          <a:gd name="connsiteY13" fmla="*/ 0 h 646331"/>
                          <a:gd name="connsiteX14" fmla="*/ 7613180 w 9457366"/>
                          <a:gd name="connsiteY14" fmla="*/ 0 h 646331"/>
                          <a:gd name="connsiteX15" fmla="*/ 8393412 w 9457366"/>
                          <a:gd name="connsiteY15" fmla="*/ 0 h 646331"/>
                          <a:gd name="connsiteX16" fmla="*/ 9457366 w 9457366"/>
                          <a:gd name="connsiteY16" fmla="*/ 0 h 646331"/>
                          <a:gd name="connsiteX17" fmla="*/ 9457366 w 9457366"/>
                          <a:gd name="connsiteY17" fmla="*/ 329629 h 646331"/>
                          <a:gd name="connsiteX18" fmla="*/ 9457366 w 9457366"/>
                          <a:gd name="connsiteY18" fmla="*/ 646331 h 646331"/>
                          <a:gd name="connsiteX19" fmla="*/ 8677133 w 9457366"/>
                          <a:gd name="connsiteY19" fmla="*/ 646331 h 646331"/>
                          <a:gd name="connsiteX20" fmla="*/ 8086048 w 9457366"/>
                          <a:gd name="connsiteY20" fmla="*/ 646331 h 646331"/>
                          <a:gd name="connsiteX21" fmla="*/ 7589536 w 9457366"/>
                          <a:gd name="connsiteY21" fmla="*/ 646331 h 646331"/>
                          <a:gd name="connsiteX22" fmla="*/ 7093025 w 9457366"/>
                          <a:gd name="connsiteY22" fmla="*/ 646331 h 646331"/>
                          <a:gd name="connsiteX23" fmla="*/ 6596513 w 9457366"/>
                          <a:gd name="connsiteY23" fmla="*/ 646331 h 646331"/>
                          <a:gd name="connsiteX24" fmla="*/ 6100001 w 9457366"/>
                          <a:gd name="connsiteY24" fmla="*/ 646331 h 646331"/>
                          <a:gd name="connsiteX25" fmla="*/ 5414342 w 9457366"/>
                          <a:gd name="connsiteY25" fmla="*/ 646331 h 646331"/>
                          <a:gd name="connsiteX26" fmla="*/ 4823257 w 9457366"/>
                          <a:gd name="connsiteY26" fmla="*/ 646331 h 646331"/>
                          <a:gd name="connsiteX27" fmla="*/ 4515892 w 9457366"/>
                          <a:gd name="connsiteY27" fmla="*/ 646331 h 646331"/>
                          <a:gd name="connsiteX28" fmla="*/ 4019381 w 9457366"/>
                          <a:gd name="connsiteY28" fmla="*/ 646331 h 646331"/>
                          <a:gd name="connsiteX29" fmla="*/ 3333722 w 9457366"/>
                          <a:gd name="connsiteY29" fmla="*/ 646331 h 646331"/>
                          <a:gd name="connsiteX30" fmla="*/ 2931783 w 9457366"/>
                          <a:gd name="connsiteY30" fmla="*/ 646331 h 646331"/>
                          <a:gd name="connsiteX31" fmla="*/ 2151551 w 9457366"/>
                          <a:gd name="connsiteY31" fmla="*/ 646331 h 646331"/>
                          <a:gd name="connsiteX32" fmla="*/ 1371318 w 9457366"/>
                          <a:gd name="connsiteY32" fmla="*/ 646331 h 646331"/>
                          <a:gd name="connsiteX33" fmla="*/ 780233 w 9457366"/>
                          <a:gd name="connsiteY33" fmla="*/ 646331 h 646331"/>
                          <a:gd name="connsiteX34" fmla="*/ 0 w 9457366"/>
                          <a:gd name="connsiteY34" fmla="*/ 646331 h 646331"/>
                          <a:gd name="connsiteX35" fmla="*/ 0 w 9457366"/>
                          <a:gd name="connsiteY35" fmla="*/ 323166 h 646331"/>
                          <a:gd name="connsiteX36" fmla="*/ 0 w 9457366"/>
                          <a:gd name="connsiteY36" fmla="*/ 0 h 6463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</a:cxnLst>
                        <a:rect l="l" t="t" r="r" b="b"/>
                        <a:pathLst>
                          <a:path w="9457366" h="646331" fill="none" extrusionOk="0">
                            <a:moveTo>
                              <a:pt x="0" y="0"/>
                            </a:moveTo>
                            <a:cubicBezTo>
                              <a:pt x="108969" y="-19968"/>
                              <a:pt x="175103" y="9850"/>
                              <a:pt x="307364" y="0"/>
                            </a:cubicBezTo>
                            <a:cubicBezTo>
                              <a:pt x="439625" y="-9850"/>
                              <a:pt x="522344" y="33777"/>
                              <a:pt x="614729" y="0"/>
                            </a:cubicBezTo>
                            <a:cubicBezTo>
                              <a:pt x="707115" y="-33777"/>
                              <a:pt x="768426" y="12559"/>
                              <a:pt x="922093" y="0"/>
                            </a:cubicBezTo>
                            <a:cubicBezTo>
                              <a:pt x="1075760" y="-12559"/>
                              <a:pt x="1526433" y="8293"/>
                              <a:pt x="1702326" y="0"/>
                            </a:cubicBezTo>
                            <a:cubicBezTo>
                              <a:pt x="1878219" y="-8293"/>
                              <a:pt x="2165039" y="9828"/>
                              <a:pt x="2293411" y="0"/>
                            </a:cubicBezTo>
                            <a:cubicBezTo>
                              <a:pt x="2421784" y="-9828"/>
                              <a:pt x="2494391" y="34994"/>
                              <a:pt x="2600776" y="0"/>
                            </a:cubicBezTo>
                            <a:cubicBezTo>
                              <a:pt x="2707162" y="-34994"/>
                              <a:pt x="2928515" y="59572"/>
                              <a:pt x="3191861" y="0"/>
                            </a:cubicBezTo>
                            <a:cubicBezTo>
                              <a:pt x="3455208" y="-59572"/>
                              <a:pt x="3636625" y="40036"/>
                              <a:pt x="3972094" y="0"/>
                            </a:cubicBezTo>
                            <a:cubicBezTo>
                              <a:pt x="4307563" y="-40036"/>
                              <a:pt x="4339362" y="7768"/>
                              <a:pt x="4468605" y="0"/>
                            </a:cubicBezTo>
                            <a:cubicBezTo>
                              <a:pt x="4597848" y="-7768"/>
                              <a:pt x="4814409" y="51677"/>
                              <a:pt x="4965117" y="0"/>
                            </a:cubicBezTo>
                            <a:cubicBezTo>
                              <a:pt x="5115825" y="-51677"/>
                              <a:pt x="5326691" y="18812"/>
                              <a:pt x="5556203" y="0"/>
                            </a:cubicBezTo>
                            <a:cubicBezTo>
                              <a:pt x="5785715" y="-18812"/>
                              <a:pt x="5952544" y="42725"/>
                              <a:pt x="6241862" y="0"/>
                            </a:cubicBezTo>
                            <a:cubicBezTo>
                              <a:pt x="6531180" y="-42725"/>
                              <a:pt x="6771737" y="9581"/>
                              <a:pt x="6927521" y="0"/>
                            </a:cubicBezTo>
                            <a:cubicBezTo>
                              <a:pt x="7083305" y="-9581"/>
                              <a:pt x="7307506" y="2395"/>
                              <a:pt x="7613180" y="0"/>
                            </a:cubicBezTo>
                            <a:cubicBezTo>
                              <a:pt x="7918854" y="-2395"/>
                              <a:pt x="8223145" y="72449"/>
                              <a:pt x="8393412" y="0"/>
                            </a:cubicBezTo>
                            <a:cubicBezTo>
                              <a:pt x="8563679" y="-72449"/>
                              <a:pt x="9062827" y="46683"/>
                              <a:pt x="9457366" y="0"/>
                            </a:cubicBezTo>
                            <a:cubicBezTo>
                              <a:pt x="9458086" y="128133"/>
                              <a:pt x="9448860" y="205190"/>
                              <a:pt x="9457366" y="329629"/>
                            </a:cubicBezTo>
                            <a:cubicBezTo>
                              <a:pt x="9465872" y="454068"/>
                              <a:pt x="9454448" y="578135"/>
                              <a:pt x="9457366" y="646331"/>
                            </a:cubicBezTo>
                            <a:cubicBezTo>
                              <a:pt x="9224073" y="713894"/>
                              <a:pt x="8884948" y="570547"/>
                              <a:pt x="8677133" y="646331"/>
                            </a:cubicBezTo>
                            <a:cubicBezTo>
                              <a:pt x="8469318" y="722115"/>
                              <a:pt x="8304025" y="584995"/>
                              <a:pt x="8086048" y="646331"/>
                            </a:cubicBezTo>
                            <a:cubicBezTo>
                              <a:pt x="7868072" y="707667"/>
                              <a:pt x="7827020" y="642040"/>
                              <a:pt x="7589536" y="646331"/>
                            </a:cubicBezTo>
                            <a:cubicBezTo>
                              <a:pt x="7352052" y="650622"/>
                              <a:pt x="7250508" y="639510"/>
                              <a:pt x="7093025" y="646331"/>
                            </a:cubicBezTo>
                            <a:cubicBezTo>
                              <a:pt x="6935542" y="653152"/>
                              <a:pt x="6843531" y="604900"/>
                              <a:pt x="6596513" y="646331"/>
                            </a:cubicBezTo>
                            <a:cubicBezTo>
                              <a:pt x="6349495" y="687762"/>
                              <a:pt x="6207175" y="604136"/>
                              <a:pt x="6100001" y="646331"/>
                            </a:cubicBezTo>
                            <a:cubicBezTo>
                              <a:pt x="5992827" y="688526"/>
                              <a:pt x="5744387" y="612793"/>
                              <a:pt x="5414342" y="646331"/>
                            </a:cubicBezTo>
                            <a:cubicBezTo>
                              <a:pt x="5084297" y="679869"/>
                              <a:pt x="5001598" y="613425"/>
                              <a:pt x="4823257" y="646331"/>
                            </a:cubicBezTo>
                            <a:cubicBezTo>
                              <a:pt x="4644917" y="679237"/>
                              <a:pt x="4659043" y="619866"/>
                              <a:pt x="4515892" y="646331"/>
                            </a:cubicBezTo>
                            <a:cubicBezTo>
                              <a:pt x="4372741" y="672796"/>
                              <a:pt x="4136227" y="604317"/>
                              <a:pt x="4019381" y="646331"/>
                            </a:cubicBezTo>
                            <a:cubicBezTo>
                              <a:pt x="3902535" y="688345"/>
                              <a:pt x="3663596" y="593963"/>
                              <a:pt x="3333722" y="646331"/>
                            </a:cubicBezTo>
                            <a:cubicBezTo>
                              <a:pt x="3003848" y="698699"/>
                              <a:pt x="3055225" y="624036"/>
                              <a:pt x="2931783" y="646331"/>
                            </a:cubicBezTo>
                            <a:cubicBezTo>
                              <a:pt x="2808341" y="668626"/>
                              <a:pt x="2477143" y="617035"/>
                              <a:pt x="2151551" y="646331"/>
                            </a:cubicBezTo>
                            <a:cubicBezTo>
                              <a:pt x="1825959" y="675627"/>
                              <a:pt x="1579088" y="555969"/>
                              <a:pt x="1371318" y="646331"/>
                            </a:cubicBezTo>
                            <a:cubicBezTo>
                              <a:pt x="1163548" y="736693"/>
                              <a:pt x="1036172" y="599357"/>
                              <a:pt x="780233" y="646331"/>
                            </a:cubicBezTo>
                            <a:cubicBezTo>
                              <a:pt x="524294" y="693305"/>
                              <a:pt x="306866" y="633310"/>
                              <a:pt x="0" y="646331"/>
                            </a:cubicBezTo>
                            <a:cubicBezTo>
                              <a:pt x="-38671" y="527721"/>
                              <a:pt x="30019" y="410211"/>
                              <a:pt x="0" y="323166"/>
                            </a:cubicBezTo>
                            <a:cubicBezTo>
                              <a:pt x="-30019" y="236121"/>
                              <a:pt x="25563" y="83808"/>
                              <a:pt x="0" y="0"/>
                            </a:cubicBezTo>
                            <a:close/>
                          </a:path>
                          <a:path w="9457366" h="646331" stroke="0" extrusionOk="0">
                            <a:moveTo>
                              <a:pt x="0" y="0"/>
                            </a:moveTo>
                            <a:cubicBezTo>
                              <a:pt x="204218" y="-1735"/>
                              <a:pt x="351494" y="8253"/>
                              <a:pt x="496512" y="0"/>
                            </a:cubicBezTo>
                            <a:cubicBezTo>
                              <a:pt x="641530" y="-8253"/>
                              <a:pt x="713275" y="36785"/>
                              <a:pt x="803876" y="0"/>
                            </a:cubicBezTo>
                            <a:cubicBezTo>
                              <a:pt x="894477" y="-36785"/>
                              <a:pt x="1319777" y="10591"/>
                              <a:pt x="1584109" y="0"/>
                            </a:cubicBezTo>
                            <a:cubicBezTo>
                              <a:pt x="1848441" y="-10591"/>
                              <a:pt x="1890931" y="24735"/>
                              <a:pt x="2080621" y="0"/>
                            </a:cubicBezTo>
                            <a:cubicBezTo>
                              <a:pt x="2270311" y="-24735"/>
                              <a:pt x="2475716" y="39879"/>
                              <a:pt x="2577132" y="0"/>
                            </a:cubicBezTo>
                            <a:cubicBezTo>
                              <a:pt x="2678548" y="-39879"/>
                              <a:pt x="3108527" y="89766"/>
                              <a:pt x="3357365" y="0"/>
                            </a:cubicBezTo>
                            <a:cubicBezTo>
                              <a:pt x="3606203" y="-89766"/>
                              <a:pt x="3645245" y="11432"/>
                              <a:pt x="3759303" y="0"/>
                            </a:cubicBezTo>
                            <a:cubicBezTo>
                              <a:pt x="3873361" y="-11432"/>
                              <a:pt x="4160460" y="14303"/>
                              <a:pt x="4539536" y="0"/>
                            </a:cubicBezTo>
                            <a:cubicBezTo>
                              <a:pt x="4918612" y="-14303"/>
                              <a:pt x="4998425" y="48616"/>
                              <a:pt x="5319768" y="0"/>
                            </a:cubicBezTo>
                            <a:cubicBezTo>
                              <a:pt x="5641111" y="-48616"/>
                              <a:pt x="5769293" y="24271"/>
                              <a:pt x="5910854" y="0"/>
                            </a:cubicBezTo>
                            <a:cubicBezTo>
                              <a:pt x="6052415" y="-24271"/>
                              <a:pt x="6446150" y="21800"/>
                              <a:pt x="6691086" y="0"/>
                            </a:cubicBezTo>
                            <a:cubicBezTo>
                              <a:pt x="6936022" y="-21800"/>
                              <a:pt x="6957578" y="40532"/>
                              <a:pt x="7187598" y="0"/>
                            </a:cubicBezTo>
                            <a:cubicBezTo>
                              <a:pt x="7417618" y="-40532"/>
                              <a:pt x="7569160" y="36868"/>
                              <a:pt x="7684110" y="0"/>
                            </a:cubicBezTo>
                            <a:cubicBezTo>
                              <a:pt x="7799060" y="-36868"/>
                              <a:pt x="8078578" y="67781"/>
                              <a:pt x="8369769" y="0"/>
                            </a:cubicBezTo>
                            <a:cubicBezTo>
                              <a:pt x="8660960" y="-67781"/>
                              <a:pt x="8652146" y="24129"/>
                              <a:pt x="8866281" y="0"/>
                            </a:cubicBezTo>
                            <a:cubicBezTo>
                              <a:pt x="9080416" y="-24129"/>
                              <a:pt x="9251732" y="62362"/>
                              <a:pt x="9457366" y="0"/>
                            </a:cubicBezTo>
                            <a:cubicBezTo>
                              <a:pt x="9468196" y="69536"/>
                              <a:pt x="9422566" y="214031"/>
                              <a:pt x="9457366" y="336092"/>
                            </a:cubicBezTo>
                            <a:cubicBezTo>
                              <a:pt x="9492166" y="458153"/>
                              <a:pt x="9431165" y="491786"/>
                              <a:pt x="9457366" y="646331"/>
                            </a:cubicBezTo>
                            <a:cubicBezTo>
                              <a:pt x="9247665" y="715802"/>
                              <a:pt x="9001858" y="577995"/>
                              <a:pt x="8771707" y="646331"/>
                            </a:cubicBezTo>
                            <a:cubicBezTo>
                              <a:pt x="8541556" y="714667"/>
                              <a:pt x="8474782" y="641552"/>
                              <a:pt x="8369769" y="646331"/>
                            </a:cubicBezTo>
                            <a:cubicBezTo>
                              <a:pt x="8264756" y="651110"/>
                              <a:pt x="7934175" y="633319"/>
                              <a:pt x="7589536" y="646331"/>
                            </a:cubicBezTo>
                            <a:cubicBezTo>
                              <a:pt x="7244897" y="659343"/>
                              <a:pt x="7204714" y="584153"/>
                              <a:pt x="6998451" y="646331"/>
                            </a:cubicBezTo>
                            <a:cubicBezTo>
                              <a:pt x="6792189" y="708509"/>
                              <a:pt x="6776039" y="617938"/>
                              <a:pt x="6596513" y="646331"/>
                            </a:cubicBezTo>
                            <a:cubicBezTo>
                              <a:pt x="6416987" y="674724"/>
                              <a:pt x="6194601" y="640457"/>
                              <a:pt x="6005427" y="646331"/>
                            </a:cubicBezTo>
                            <a:cubicBezTo>
                              <a:pt x="5816253" y="652205"/>
                              <a:pt x="5777192" y="624143"/>
                              <a:pt x="5698063" y="646331"/>
                            </a:cubicBezTo>
                            <a:cubicBezTo>
                              <a:pt x="5618934" y="668519"/>
                              <a:pt x="5453875" y="637098"/>
                              <a:pt x="5390699" y="646331"/>
                            </a:cubicBezTo>
                            <a:cubicBezTo>
                              <a:pt x="5327523" y="655564"/>
                              <a:pt x="4970984" y="616692"/>
                              <a:pt x="4799613" y="646331"/>
                            </a:cubicBezTo>
                            <a:cubicBezTo>
                              <a:pt x="4628242" y="675970"/>
                              <a:pt x="4498226" y="612032"/>
                              <a:pt x="4397675" y="646331"/>
                            </a:cubicBezTo>
                            <a:cubicBezTo>
                              <a:pt x="4297124" y="680630"/>
                              <a:pt x="3854351" y="592415"/>
                              <a:pt x="3712016" y="646331"/>
                            </a:cubicBezTo>
                            <a:cubicBezTo>
                              <a:pt x="3569681" y="700247"/>
                              <a:pt x="3463724" y="605047"/>
                              <a:pt x="3310078" y="646331"/>
                            </a:cubicBezTo>
                            <a:cubicBezTo>
                              <a:pt x="3156432" y="687615"/>
                              <a:pt x="2945256" y="627674"/>
                              <a:pt x="2624419" y="646331"/>
                            </a:cubicBezTo>
                            <a:cubicBezTo>
                              <a:pt x="2303582" y="664988"/>
                              <a:pt x="2463236" y="628429"/>
                              <a:pt x="2317055" y="646331"/>
                            </a:cubicBezTo>
                            <a:cubicBezTo>
                              <a:pt x="2170874" y="664233"/>
                              <a:pt x="1895237" y="605380"/>
                              <a:pt x="1631396" y="646331"/>
                            </a:cubicBezTo>
                            <a:cubicBezTo>
                              <a:pt x="1367555" y="687282"/>
                              <a:pt x="1313811" y="643394"/>
                              <a:pt x="1229458" y="646331"/>
                            </a:cubicBezTo>
                            <a:cubicBezTo>
                              <a:pt x="1145105" y="649268"/>
                              <a:pt x="991347" y="611932"/>
                              <a:pt x="922093" y="646331"/>
                            </a:cubicBezTo>
                            <a:cubicBezTo>
                              <a:pt x="852839" y="680730"/>
                              <a:pt x="614899" y="601666"/>
                              <a:pt x="520155" y="646331"/>
                            </a:cubicBezTo>
                            <a:cubicBezTo>
                              <a:pt x="425411" y="690996"/>
                              <a:pt x="174764" y="604591"/>
                              <a:pt x="0" y="646331"/>
                            </a:cubicBezTo>
                            <a:cubicBezTo>
                              <a:pt x="-28945" y="524988"/>
                              <a:pt x="37016" y="420207"/>
                              <a:pt x="0" y="336092"/>
                            </a:cubicBezTo>
                            <a:cubicBezTo>
                              <a:pt x="-37016" y="251977"/>
                              <a:pt x="38114" y="128891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6817FA9-27F0-C799-F951-763DF099DCE4}"/>
              </a:ext>
            </a:extLst>
          </p:cNvPr>
          <p:cNvSpPr txBox="1"/>
          <p:nvPr/>
        </p:nvSpPr>
        <p:spPr>
          <a:xfrm>
            <a:off x="8144853" y="5934680"/>
            <a:ext cx="4044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This is not an assumption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E402EA1-694B-5B82-A1AC-BC259046D068}"/>
              </a:ext>
            </a:extLst>
          </p:cNvPr>
          <p:cNvSpPr/>
          <p:nvPr/>
        </p:nvSpPr>
        <p:spPr>
          <a:xfrm>
            <a:off x="10152668" y="4666268"/>
            <a:ext cx="216817" cy="1282045"/>
          </a:xfrm>
          <a:custGeom>
            <a:avLst/>
            <a:gdLst>
              <a:gd name="connsiteX0" fmla="*/ 0 w 216817"/>
              <a:gd name="connsiteY0" fmla="*/ 1282045 h 1282045"/>
              <a:gd name="connsiteX1" fmla="*/ 47134 w 216817"/>
              <a:gd name="connsiteY1" fmla="*/ 1244338 h 1282045"/>
              <a:gd name="connsiteX2" fmla="*/ 160256 w 216817"/>
              <a:gd name="connsiteY2" fmla="*/ 942680 h 1282045"/>
              <a:gd name="connsiteX3" fmla="*/ 188536 w 216817"/>
              <a:gd name="connsiteY3" fmla="*/ 763571 h 1282045"/>
              <a:gd name="connsiteX4" fmla="*/ 216817 w 216817"/>
              <a:gd name="connsiteY4" fmla="*/ 612742 h 1282045"/>
              <a:gd name="connsiteX5" fmla="*/ 207390 w 216817"/>
              <a:gd name="connsiteY5" fmla="*/ 197963 h 1282045"/>
              <a:gd name="connsiteX6" fmla="*/ 160256 w 216817"/>
              <a:gd name="connsiteY6" fmla="*/ 75414 h 1282045"/>
              <a:gd name="connsiteX7" fmla="*/ 150829 w 216817"/>
              <a:gd name="connsiteY7" fmla="*/ 47134 h 1282045"/>
              <a:gd name="connsiteX8" fmla="*/ 131975 w 216817"/>
              <a:gd name="connsiteY8" fmla="*/ 18854 h 1282045"/>
              <a:gd name="connsiteX9" fmla="*/ 103695 w 216817"/>
              <a:gd name="connsiteY9" fmla="*/ 0 h 128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817" h="1282045">
                <a:moveTo>
                  <a:pt x="0" y="1282045"/>
                </a:moveTo>
                <a:cubicBezTo>
                  <a:pt x="15711" y="1269476"/>
                  <a:pt x="35354" y="1260649"/>
                  <a:pt x="47134" y="1244338"/>
                </a:cubicBezTo>
                <a:cubicBezTo>
                  <a:pt x="132961" y="1125501"/>
                  <a:pt x="132522" y="1089271"/>
                  <a:pt x="160256" y="942680"/>
                </a:cubicBezTo>
                <a:cubicBezTo>
                  <a:pt x="171492" y="883291"/>
                  <a:pt x="178323" y="823145"/>
                  <a:pt x="188536" y="763571"/>
                </a:cubicBezTo>
                <a:cubicBezTo>
                  <a:pt x="197179" y="713154"/>
                  <a:pt x="207390" y="663018"/>
                  <a:pt x="216817" y="612742"/>
                </a:cubicBezTo>
                <a:cubicBezTo>
                  <a:pt x="213675" y="474482"/>
                  <a:pt x="221867" y="335498"/>
                  <a:pt x="207390" y="197963"/>
                </a:cubicBezTo>
                <a:cubicBezTo>
                  <a:pt x="202808" y="154437"/>
                  <a:pt x="174097" y="116935"/>
                  <a:pt x="160256" y="75414"/>
                </a:cubicBezTo>
                <a:cubicBezTo>
                  <a:pt x="157114" y="65987"/>
                  <a:pt x="155273" y="56022"/>
                  <a:pt x="150829" y="47134"/>
                </a:cubicBezTo>
                <a:cubicBezTo>
                  <a:pt x="145762" y="37001"/>
                  <a:pt x="140822" y="25932"/>
                  <a:pt x="131975" y="18854"/>
                </a:cubicBezTo>
                <a:cubicBezTo>
                  <a:pt x="100714" y="-6155"/>
                  <a:pt x="103695" y="23977"/>
                  <a:pt x="103695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E876F1-4783-5E09-321D-921855683D95}"/>
              </a:ext>
            </a:extLst>
          </p:cNvPr>
          <p:cNvSpPr txBox="1"/>
          <p:nvPr/>
        </p:nvSpPr>
        <p:spPr>
          <a:xfrm>
            <a:off x="1113906" y="6073692"/>
            <a:ext cx="4044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We can conclude this…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6539E2-BC2A-42FE-51AF-5C2DC76A41C0}"/>
              </a:ext>
            </a:extLst>
          </p:cNvPr>
          <p:cNvSpPr/>
          <p:nvPr/>
        </p:nvSpPr>
        <p:spPr>
          <a:xfrm>
            <a:off x="3327662" y="5618375"/>
            <a:ext cx="1423447" cy="471340"/>
          </a:xfrm>
          <a:custGeom>
            <a:avLst/>
            <a:gdLst>
              <a:gd name="connsiteX0" fmla="*/ 0 w 1423447"/>
              <a:gd name="connsiteY0" fmla="*/ 471340 h 471340"/>
              <a:gd name="connsiteX1" fmla="*/ 311084 w 1423447"/>
              <a:gd name="connsiteY1" fmla="*/ 443060 h 471340"/>
              <a:gd name="connsiteX2" fmla="*/ 584462 w 1423447"/>
              <a:gd name="connsiteY2" fmla="*/ 424206 h 471340"/>
              <a:gd name="connsiteX3" fmla="*/ 791851 w 1423447"/>
              <a:gd name="connsiteY3" fmla="*/ 395926 h 471340"/>
              <a:gd name="connsiteX4" fmla="*/ 933253 w 1423447"/>
              <a:gd name="connsiteY4" fmla="*/ 348792 h 471340"/>
              <a:gd name="connsiteX5" fmla="*/ 1055802 w 1423447"/>
              <a:gd name="connsiteY5" fmla="*/ 320512 h 471340"/>
              <a:gd name="connsiteX6" fmla="*/ 1159497 w 1423447"/>
              <a:gd name="connsiteY6" fmla="*/ 273378 h 471340"/>
              <a:gd name="connsiteX7" fmla="*/ 1197204 w 1423447"/>
              <a:gd name="connsiteY7" fmla="*/ 245097 h 471340"/>
              <a:gd name="connsiteX8" fmla="*/ 1234911 w 1423447"/>
              <a:gd name="connsiteY8" fmla="*/ 226244 h 471340"/>
              <a:gd name="connsiteX9" fmla="*/ 1263192 w 1423447"/>
              <a:gd name="connsiteY9" fmla="*/ 188536 h 471340"/>
              <a:gd name="connsiteX10" fmla="*/ 1329179 w 1423447"/>
              <a:gd name="connsiteY10" fmla="*/ 141402 h 471340"/>
              <a:gd name="connsiteX11" fmla="*/ 1348033 w 1423447"/>
              <a:gd name="connsiteY11" fmla="*/ 113122 h 471340"/>
              <a:gd name="connsiteX12" fmla="*/ 1385740 w 1423447"/>
              <a:gd name="connsiteY12" fmla="*/ 65988 h 471340"/>
              <a:gd name="connsiteX13" fmla="*/ 1395167 w 1423447"/>
              <a:gd name="connsiteY13" fmla="*/ 37707 h 471340"/>
              <a:gd name="connsiteX14" fmla="*/ 1423447 w 1423447"/>
              <a:gd name="connsiteY14" fmla="*/ 0 h 471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3447" h="471340">
                <a:moveTo>
                  <a:pt x="0" y="471340"/>
                </a:moveTo>
                <a:lnTo>
                  <a:pt x="311084" y="443060"/>
                </a:lnTo>
                <a:cubicBezTo>
                  <a:pt x="402131" y="435718"/>
                  <a:pt x="493555" y="433118"/>
                  <a:pt x="584462" y="424206"/>
                </a:cubicBezTo>
                <a:cubicBezTo>
                  <a:pt x="653899" y="417399"/>
                  <a:pt x="722721" y="405353"/>
                  <a:pt x="791851" y="395926"/>
                </a:cubicBezTo>
                <a:cubicBezTo>
                  <a:pt x="838985" y="380215"/>
                  <a:pt x="885481" y="362441"/>
                  <a:pt x="933253" y="348792"/>
                </a:cubicBezTo>
                <a:cubicBezTo>
                  <a:pt x="973563" y="337275"/>
                  <a:pt x="1016030" y="333769"/>
                  <a:pt x="1055802" y="320512"/>
                </a:cubicBezTo>
                <a:cubicBezTo>
                  <a:pt x="1091822" y="308505"/>
                  <a:pt x="1125996" y="291246"/>
                  <a:pt x="1159497" y="273378"/>
                </a:cubicBezTo>
                <a:cubicBezTo>
                  <a:pt x="1173360" y="265984"/>
                  <a:pt x="1183881" y="253424"/>
                  <a:pt x="1197204" y="245097"/>
                </a:cubicBezTo>
                <a:cubicBezTo>
                  <a:pt x="1209120" y="237649"/>
                  <a:pt x="1222342" y="232528"/>
                  <a:pt x="1234911" y="226244"/>
                </a:cubicBezTo>
                <a:cubicBezTo>
                  <a:pt x="1244338" y="213675"/>
                  <a:pt x="1252082" y="199646"/>
                  <a:pt x="1263192" y="188536"/>
                </a:cubicBezTo>
                <a:cubicBezTo>
                  <a:pt x="1274881" y="176847"/>
                  <a:pt x="1313124" y="152105"/>
                  <a:pt x="1329179" y="141402"/>
                </a:cubicBezTo>
                <a:cubicBezTo>
                  <a:pt x="1335464" y="131975"/>
                  <a:pt x="1341235" y="122186"/>
                  <a:pt x="1348033" y="113122"/>
                </a:cubicBezTo>
                <a:cubicBezTo>
                  <a:pt x="1360105" y="97026"/>
                  <a:pt x="1375076" y="83050"/>
                  <a:pt x="1385740" y="65988"/>
                </a:cubicBezTo>
                <a:cubicBezTo>
                  <a:pt x="1391007" y="57561"/>
                  <a:pt x="1390237" y="46335"/>
                  <a:pt x="1395167" y="37707"/>
                </a:cubicBezTo>
                <a:cubicBezTo>
                  <a:pt x="1402962" y="24066"/>
                  <a:pt x="1423447" y="0"/>
                  <a:pt x="1423447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and white drawing of a child&#10;&#10;Description automatically generated">
            <a:extLst>
              <a:ext uri="{FF2B5EF4-FFF2-40B4-BE49-F238E27FC236}">
                <a16:creationId xmlns:a16="http://schemas.microsoft.com/office/drawing/2014/main" id="{586E4925-EAE2-44E5-037E-D9B78C2ACD4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287" y="1093625"/>
            <a:ext cx="634824" cy="10152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B93E42-FA99-A4FC-3C59-6C122F867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82633"/>
              </p:ext>
            </p:extLst>
          </p:nvPr>
        </p:nvGraphicFramePr>
        <p:xfrm>
          <a:off x="9405551" y="249638"/>
          <a:ext cx="2540763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68718">
                  <a:extLst>
                    <a:ext uri="{9D8B030D-6E8A-4147-A177-3AD203B41FA5}">
                      <a16:colId xmlns:a16="http://schemas.microsoft.com/office/drawing/2014/main" val="4228489281"/>
                    </a:ext>
                  </a:extLst>
                </a:gridCol>
                <a:gridCol w="1372045">
                  <a:extLst>
                    <a:ext uri="{9D8B030D-6E8A-4147-A177-3AD203B41FA5}">
                      <a16:colId xmlns:a16="http://schemas.microsoft.com/office/drawing/2014/main" val="593772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Cannibal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Eat or Not?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76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08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C00000"/>
                          </a:solidFill>
                        </a:rPr>
                        <a:t>Won’t 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0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022889"/>
                  </a:ext>
                </a:extLst>
              </a:tr>
            </a:tbl>
          </a:graphicData>
        </a:graphic>
      </p:graphicFrame>
      <p:pic>
        <p:nvPicPr>
          <p:cNvPr id="18" name="Picture 17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2E27F444-673F-4944-9778-EDE7003FFE2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6969658" y="314874"/>
            <a:ext cx="1767982" cy="10153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EDD149-4C3F-6205-7546-8CA8934A1BCA}"/>
                  </a:ext>
                </a:extLst>
              </p:cNvPr>
              <p:cNvSpPr txBox="1"/>
              <p:nvPr/>
            </p:nvSpPr>
            <p:spPr>
              <a:xfrm>
                <a:off x="272697" y="141577"/>
                <a:ext cx="8389855" cy="369332"/>
              </a:xfrm>
              <a:custGeom>
                <a:avLst/>
                <a:gdLst>
                  <a:gd name="csX0" fmla="*/ 0 w 8389855"/>
                  <a:gd name="csY0" fmla="*/ 0 h 369332"/>
                  <a:gd name="csX1" fmla="*/ 347580 w 8389855"/>
                  <a:gd name="csY1" fmla="*/ 0 h 369332"/>
                  <a:gd name="csX2" fmla="*/ 862957 w 8389855"/>
                  <a:gd name="csY2" fmla="*/ 0 h 369332"/>
                  <a:gd name="csX3" fmla="*/ 1378333 w 8389855"/>
                  <a:gd name="csY3" fmla="*/ 0 h 369332"/>
                  <a:gd name="csX4" fmla="*/ 1893710 w 8389855"/>
                  <a:gd name="csY4" fmla="*/ 0 h 369332"/>
                  <a:gd name="csX5" fmla="*/ 2325188 w 8389855"/>
                  <a:gd name="csY5" fmla="*/ 0 h 369332"/>
                  <a:gd name="csX6" fmla="*/ 3008362 w 8389855"/>
                  <a:gd name="csY6" fmla="*/ 0 h 369332"/>
                  <a:gd name="csX7" fmla="*/ 3355942 w 8389855"/>
                  <a:gd name="csY7" fmla="*/ 0 h 369332"/>
                  <a:gd name="csX8" fmla="*/ 4039116 w 8389855"/>
                  <a:gd name="csY8" fmla="*/ 0 h 369332"/>
                  <a:gd name="csX9" fmla="*/ 4470594 w 8389855"/>
                  <a:gd name="csY9" fmla="*/ 0 h 369332"/>
                  <a:gd name="csX10" fmla="*/ 4985971 w 8389855"/>
                  <a:gd name="csY10" fmla="*/ 0 h 369332"/>
                  <a:gd name="csX11" fmla="*/ 5333551 w 8389855"/>
                  <a:gd name="csY11" fmla="*/ 0 h 369332"/>
                  <a:gd name="csX12" fmla="*/ 5765029 w 8389855"/>
                  <a:gd name="csY12" fmla="*/ 0 h 369332"/>
                  <a:gd name="csX13" fmla="*/ 6448203 w 8389855"/>
                  <a:gd name="csY13" fmla="*/ 0 h 369332"/>
                  <a:gd name="csX14" fmla="*/ 7047478 w 8389855"/>
                  <a:gd name="csY14" fmla="*/ 0 h 369332"/>
                  <a:gd name="csX15" fmla="*/ 7730652 w 8389855"/>
                  <a:gd name="csY15" fmla="*/ 0 h 369332"/>
                  <a:gd name="csX16" fmla="*/ 8389855 w 8389855"/>
                  <a:gd name="csY16" fmla="*/ 0 h 369332"/>
                  <a:gd name="csX17" fmla="*/ 8389855 w 8389855"/>
                  <a:gd name="csY17" fmla="*/ 369332 h 369332"/>
                  <a:gd name="csX18" fmla="*/ 7706681 w 8389855"/>
                  <a:gd name="csY18" fmla="*/ 369332 h 369332"/>
                  <a:gd name="csX19" fmla="*/ 7107406 w 8389855"/>
                  <a:gd name="csY19" fmla="*/ 369332 h 369332"/>
                  <a:gd name="csX20" fmla="*/ 6759826 w 8389855"/>
                  <a:gd name="csY20" fmla="*/ 369332 h 369332"/>
                  <a:gd name="csX21" fmla="*/ 6328348 w 8389855"/>
                  <a:gd name="csY21" fmla="*/ 369332 h 369332"/>
                  <a:gd name="csX22" fmla="*/ 5980768 w 8389855"/>
                  <a:gd name="csY22" fmla="*/ 369332 h 369332"/>
                  <a:gd name="csX23" fmla="*/ 5381493 w 8389855"/>
                  <a:gd name="csY23" fmla="*/ 369332 h 369332"/>
                  <a:gd name="csX24" fmla="*/ 4782217 w 8389855"/>
                  <a:gd name="csY24" fmla="*/ 369332 h 369332"/>
                  <a:gd name="csX25" fmla="*/ 4015145 w 8389855"/>
                  <a:gd name="csY25" fmla="*/ 369332 h 369332"/>
                  <a:gd name="csX26" fmla="*/ 3667565 w 8389855"/>
                  <a:gd name="csY26" fmla="*/ 369332 h 369332"/>
                  <a:gd name="csX27" fmla="*/ 3319985 w 8389855"/>
                  <a:gd name="csY27" fmla="*/ 369332 h 369332"/>
                  <a:gd name="csX28" fmla="*/ 2636812 w 8389855"/>
                  <a:gd name="csY28" fmla="*/ 369332 h 369332"/>
                  <a:gd name="csX29" fmla="*/ 2037536 w 8389855"/>
                  <a:gd name="csY29" fmla="*/ 369332 h 369332"/>
                  <a:gd name="csX30" fmla="*/ 1438261 w 8389855"/>
                  <a:gd name="csY30" fmla="*/ 369332 h 369332"/>
                  <a:gd name="csX31" fmla="*/ 1006783 w 8389855"/>
                  <a:gd name="csY31" fmla="*/ 369332 h 369332"/>
                  <a:gd name="csX32" fmla="*/ 0 w 8389855"/>
                  <a:gd name="csY32" fmla="*/ 369332 h 369332"/>
                  <a:gd name="csX33" fmla="*/ 0 w 8389855"/>
                  <a:gd name="csY33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8389855" h="369332" fill="none" extrusionOk="0">
                    <a:moveTo>
                      <a:pt x="0" y="0"/>
                    </a:moveTo>
                    <a:cubicBezTo>
                      <a:pt x="118480" y="-16885"/>
                      <a:pt x="236785" y="18833"/>
                      <a:pt x="347580" y="0"/>
                    </a:cubicBezTo>
                    <a:cubicBezTo>
                      <a:pt x="458375" y="-18833"/>
                      <a:pt x="614977" y="10973"/>
                      <a:pt x="862957" y="0"/>
                    </a:cubicBezTo>
                    <a:cubicBezTo>
                      <a:pt x="1110937" y="-10973"/>
                      <a:pt x="1144085" y="19316"/>
                      <a:pt x="1378333" y="0"/>
                    </a:cubicBezTo>
                    <a:cubicBezTo>
                      <a:pt x="1612581" y="-19316"/>
                      <a:pt x="1717088" y="29598"/>
                      <a:pt x="1893710" y="0"/>
                    </a:cubicBezTo>
                    <a:cubicBezTo>
                      <a:pt x="2070332" y="-29598"/>
                      <a:pt x="2202616" y="19486"/>
                      <a:pt x="2325188" y="0"/>
                    </a:cubicBezTo>
                    <a:cubicBezTo>
                      <a:pt x="2447760" y="-19486"/>
                      <a:pt x="2779247" y="71841"/>
                      <a:pt x="3008362" y="0"/>
                    </a:cubicBezTo>
                    <a:cubicBezTo>
                      <a:pt x="3237477" y="-71841"/>
                      <a:pt x="3198884" y="38052"/>
                      <a:pt x="3355942" y="0"/>
                    </a:cubicBezTo>
                    <a:cubicBezTo>
                      <a:pt x="3513000" y="-38052"/>
                      <a:pt x="3734655" y="19809"/>
                      <a:pt x="4039116" y="0"/>
                    </a:cubicBezTo>
                    <a:cubicBezTo>
                      <a:pt x="4343577" y="-19809"/>
                      <a:pt x="4291206" y="23888"/>
                      <a:pt x="4470594" y="0"/>
                    </a:cubicBezTo>
                    <a:cubicBezTo>
                      <a:pt x="4649982" y="-23888"/>
                      <a:pt x="4743201" y="46310"/>
                      <a:pt x="4985971" y="0"/>
                    </a:cubicBezTo>
                    <a:cubicBezTo>
                      <a:pt x="5228741" y="-46310"/>
                      <a:pt x="5262971" y="9479"/>
                      <a:pt x="5333551" y="0"/>
                    </a:cubicBezTo>
                    <a:cubicBezTo>
                      <a:pt x="5404131" y="-9479"/>
                      <a:pt x="5601485" y="44132"/>
                      <a:pt x="5765029" y="0"/>
                    </a:cubicBezTo>
                    <a:cubicBezTo>
                      <a:pt x="5928573" y="-44132"/>
                      <a:pt x="6275385" y="49245"/>
                      <a:pt x="6448203" y="0"/>
                    </a:cubicBezTo>
                    <a:cubicBezTo>
                      <a:pt x="6621021" y="-49245"/>
                      <a:pt x="6819375" y="425"/>
                      <a:pt x="7047478" y="0"/>
                    </a:cubicBezTo>
                    <a:cubicBezTo>
                      <a:pt x="7275581" y="-425"/>
                      <a:pt x="7580214" y="35897"/>
                      <a:pt x="7730652" y="0"/>
                    </a:cubicBezTo>
                    <a:cubicBezTo>
                      <a:pt x="7881090" y="-35897"/>
                      <a:pt x="8144822" y="40577"/>
                      <a:pt x="8389855" y="0"/>
                    </a:cubicBezTo>
                    <a:cubicBezTo>
                      <a:pt x="8396339" y="122476"/>
                      <a:pt x="8381213" y="225740"/>
                      <a:pt x="8389855" y="369332"/>
                    </a:cubicBezTo>
                    <a:cubicBezTo>
                      <a:pt x="8180663" y="446214"/>
                      <a:pt x="8043869" y="325522"/>
                      <a:pt x="7706681" y="369332"/>
                    </a:cubicBezTo>
                    <a:cubicBezTo>
                      <a:pt x="7369493" y="413142"/>
                      <a:pt x="7271084" y="354828"/>
                      <a:pt x="7107406" y="369332"/>
                    </a:cubicBezTo>
                    <a:cubicBezTo>
                      <a:pt x="6943728" y="383836"/>
                      <a:pt x="6925982" y="369109"/>
                      <a:pt x="6759826" y="369332"/>
                    </a:cubicBezTo>
                    <a:cubicBezTo>
                      <a:pt x="6593670" y="369555"/>
                      <a:pt x="6436767" y="320586"/>
                      <a:pt x="6328348" y="369332"/>
                    </a:cubicBezTo>
                    <a:cubicBezTo>
                      <a:pt x="6219929" y="418078"/>
                      <a:pt x="6064712" y="340766"/>
                      <a:pt x="5980768" y="369332"/>
                    </a:cubicBezTo>
                    <a:cubicBezTo>
                      <a:pt x="5896824" y="397898"/>
                      <a:pt x="5518540" y="342693"/>
                      <a:pt x="5381493" y="369332"/>
                    </a:cubicBezTo>
                    <a:cubicBezTo>
                      <a:pt x="5244447" y="395971"/>
                      <a:pt x="4989571" y="347382"/>
                      <a:pt x="4782217" y="369332"/>
                    </a:cubicBezTo>
                    <a:cubicBezTo>
                      <a:pt x="4574863" y="391282"/>
                      <a:pt x="4231000" y="309789"/>
                      <a:pt x="4015145" y="369332"/>
                    </a:cubicBezTo>
                    <a:cubicBezTo>
                      <a:pt x="3799290" y="428875"/>
                      <a:pt x="3826771" y="339431"/>
                      <a:pt x="3667565" y="369332"/>
                    </a:cubicBezTo>
                    <a:cubicBezTo>
                      <a:pt x="3508359" y="399233"/>
                      <a:pt x="3403505" y="368973"/>
                      <a:pt x="3319985" y="369332"/>
                    </a:cubicBezTo>
                    <a:cubicBezTo>
                      <a:pt x="3236465" y="369691"/>
                      <a:pt x="2902796" y="316275"/>
                      <a:pt x="2636812" y="369332"/>
                    </a:cubicBezTo>
                    <a:cubicBezTo>
                      <a:pt x="2370828" y="422389"/>
                      <a:pt x="2236899" y="318936"/>
                      <a:pt x="2037536" y="369332"/>
                    </a:cubicBezTo>
                    <a:cubicBezTo>
                      <a:pt x="1838173" y="419728"/>
                      <a:pt x="1722390" y="324992"/>
                      <a:pt x="1438261" y="369332"/>
                    </a:cubicBezTo>
                    <a:cubicBezTo>
                      <a:pt x="1154133" y="413672"/>
                      <a:pt x="1216082" y="349110"/>
                      <a:pt x="1006783" y="369332"/>
                    </a:cubicBezTo>
                    <a:cubicBezTo>
                      <a:pt x="797484" y="389554"/>
                      <a:pt x="353596" y="338935"/>
                      <a:pt x="0" y="369332"/>
                    </a:cubicBezTo>
                    <a:cubicBezTo>
                      <a:pt x="-32172" y="281573"/>
                      <a:pt x="25247" y="105092"/>
                      <a:pt x="0" y="0"/>
                    </a:cubicBezTo>
                    <a:close/>
                  </a:path>
                  <a:path w="8389855" h="369332" stroke="0" extrusionOk="0">
                    <a:moveTo>
                      <a:pt x="0" y="0"/>
                    </a:moveTo>
                    <a:cubicBezTo>
                      <a:pt x="116483" y="-36636"/>
                      <a:pt x="220297" y="669"/>
                      <a:pt x="347580" y="0"/>
                    </a:cubicBezTo>
                    <a:cubicBezTo>
                      <a:pt x="474863" y="-669"/>
                      <a:pt x="572403" y="32002"/>
                      <a:pt x="695159" y="0"/>
                    </a:cubicBezTo>
                    <a:cubicBezTo>
                      <a:pt x="817915" y="-32002"/>
                      <a:pt x="1074921" y="13744"/>
                      <a:pt x="1210536" y="0"/>
                    </a:cubicBezTo>
                    <a:cubicBezTo>
                      <a:pt x="1346151" y="-13744"/>
                      <a:pt x="1449637" y="32307"/>
                      <a:pt x="1642014" y="0"/>
                    </a:cubicBezTo>
                    <a:cubicBezTo>
                      <a:pt x="1834391" y="-32307"/>
                      <a:pt x="2111037" y="62969"/>
                      <a:pt x="2325188" y="0"/>
                    </a:cubicBezTo>
                    <a:cubicBezTo>
                      <a:pt x="2539339" y="-62969"/>
                      <a:pt x="2518067" y="5506"/>
                      <a:pt x="2672768" y="0"/>
                    </a:cubicBezTo>
                    <a:cubicBezTo>
                      <a:pt x="2827469" y="-5506"/>
                      <a:pt x="3003855" y="12901"/>
                      <a:pt x="3188145" y="0"/>
                    </a:cubicBezTo>
                    <a:cubicBezTo>
                      <a:pt x="3372435" y="-12901"/>
                      <a:pt x="3583809" y="43340"/>
                      <a:pt x="3955217" y="0"/>
                    </a:cubicBezTo>
                    <a:cubicBezTo>
                      <a:pt x="4326625" y="-43340"/>
                      <a:pt x="4194046" y="14154"/>
                      <a:pt x="4386696" y="0"/>
                    </a:cubicBezTo>
                    <a:cubicBezTo>
                      <a:pt x="4579346" y="-14154"/>
                      <a:pt x="4755489" y="79564"/>
                      <a:pt x="5069870" y="0"/>
                    </a:cubicBezTo>
                    <a:cubicBezTo>
                      <a:pt x="5384251" y="-79564"/>
                      <a:pt x="5474690" y="4794"/>
                      <a:pt x="5669145" y="0"/>
                    </a:cubicBezTo>
                    <a:cubicBezTo>
                      <a:pt x="5863601" y="-4794"/>
                      <a:pt x="5945147" y="34370"/>
                      <a:pt x="6016725" y="0"/>
                    </a:cubicBezTo>
                    <a:cubicBezTo>
                      <a:pt x="6088303" y="-34370"/>
                      <a:pt x="6524174" y="12981"/>
                      <a:pt x="6699898" y="0"/>
                    </a:cubicBezTo>
                    <a:cubicBezTo>
                      <a:pt x="6875622" y="-12981"/>
                      <a:pt x="6981838" y="47287"/>
                      <a:pt x="7131377" y="0"/>
                    </a:cubicBezTo>
                    <a:cubicBezTo>
                      <a:pt x="7280916" y="-47287"/>
                      <a:pt x="7629098" y="76854"/>
                      <a:pt x="7814551" y="0"/>
                    </a:cubicBezTo>
                    <a:cubicBezTo>
                      <a:pt x="8000004" y="-76854"/>
                      <a:pt x="8222500" y="21816"/>
                      <a:pt x="8389855" y="0"/>
                    </a:cubicBezTo>
                    <a:cubicBezTo>
                      <a:pt x="8432845" y="106037"/>
                      <a:pt x="8371870" y="243513"/>
                      <a:pt x="8389855" y="369332"/>
                    </a:cubicBezTo>
                    <a:cubicBezTo>
                      <a:pt x="8310985" y="372773"/>
                      <a:pt x="8181327" y="348153"/>
                      <a:pt x="8042275" y="369332"/>
                    </a:cubicBezTo>
                    <a:cubicBezTo>
                      <a:pt x="7903223" y="390511"/>
                      <a:pt x="7662478" y="316914"/>
                      <a:pt x="7526898" y="369332"/>
                    </a:cubicBezTo>
                    <a:cubicBezTo>
                      <a:pt x="7391318" y="421750"/>
                      <a:pt x="7010419" y="317885"/>
                      <a:pt x="6843725" y="369332"/>
                    </a:cubicBezTo>
                    <a:cubicBezTo>
                      <a:pt x="6677031" y="420779"/>
                      <a:pt x="6425894" y="334928"/>
                      <a:pt x="6244449" y="369332"/>
                    </a:cubicBezTo>
                    <a:cubicBezTo>
                      <a:pt x="6063004" y="403736"/>
                      <a:pt x="5734749" y="341459"/>
                      <a:pt x="5477377" y="369332"/>
                    </a:cubicBezTo>
                    <a:cubicBezTo>
                      <a:pt x="5220005" y="397205"/>
                      <a:pt x="5009287" y="357693"/>
                      <a:pt x="4710304" y="369332"/>
                    </a:cubicBezTo>
                    <a:cubicBezTo>
                      <a:pt x="4411321" y="380971"/>
                      <a:pt x="4126047" y="297859"/>
                      <a:pt x="3943232" y="369332"/>
                    </a:cubicBezTo>
                    <a:cubicBezTo>
                      <a:pt x="3760417" y="440805"/>
                      <a:pt x="3692691" y="328878"/>
                      <a:pt x="3511754" y="369332"/>
                    </a:cubicBezTo>
                    <a:cubicBezTo>
                      <a:pt x="3330817" y="409786"/>
                      <a:pt x="3192678" y="318007"/>
                      <a:pt x="3080275" y="369332"/>
                    </a:cubicBezTo>
                    <a:cubicBezTo>
                      <a:pt x="2967872" y="420657"/>
                      <a:pt x="2719686" y="360267"/>
                      <a:pt x="2397101" y="369332"/>
                    </a:cubicBezTo>
                    <a:cubicBezTo>
                      <a:pt x="2074516" y="378397"/>
                      <a:pt x="2151067" y="362602"/>
                      <a:pt x="2049522" y="369332"/>
                    </a:cubicBezTo>
                    <a:cubicBezTo>
                      <a:pt x="1947977" y="376062"/>
                      <a:pt x="1576585" y="342573"/>
                      <a:pt x="1282449" y="369332"/>
                    </a:cubicBezTo>
                    <a:cubicBezTo>
                      <a:pt x="988313" y="396091"/>
                      <a:pt x="868553" y="307900"/>
                      <a:pt x="683174" y="369332"/>
                    </a:cubicBezTo>
                    <a:cubicBezTo>
                      <a:pt x="497796" y="430764"/>
                      <a:pt x="289605" y="359775"/>
                      <a:pt x="0" y="369332"/>
                    </a:cubicBezTo>
                    <a:cubicBezTo>
                      <a:pt x="-29941" y="255425"/>
                      <a:pt x="5082" y="125671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b="1" dirty="0"/>
                  <a:t>Common Knowledge of Rationality</a:t>
                </a:r>
                <a:r>
                  <a:rPr lang="en-IN" dirty="0"/>
                  <a:t>: Cannibal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IN" dirty="0"/>
                  <a:t> knows that Cannibal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IN" dirty="0"/>
                  <a:t> is rational.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EDD149-4C3F-6205-7546-8CA8934A1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7" y="141577"/>
                <a:ext cx="8389855" cy="369332"/>
              </a:xfrm>
              <a:prstGeom prst="rect">
                <a:avLst/>
              </a:prstGeom>
              <a:blipFill>
                <a:blip r:embed="rId15"/>
                <a:stretch>
                  <a:fillRect l="-434" b="-13699"/>
                </a:stretch>
              </a:blipFill>
              <a:ln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048302887">
                      <a:custGeom>
                        <a:avLst/>
                        <a:gdLst>
                          <a:gd name="csX0" fmla="*/ 0 w 8389855"/>
                          <a:gd name="csY0" fmla="*/ 0 h 369332"/>
                          <a:gd name="csX1" fmla="*/ 347580 w 8389855"/>
                          <a:gd name="csY1" fmla="*/ 0 h 369332"/>
                          <a:gd name="csX2" fmla="*/ 862957 w 8389855"/>
                          <a:gd name="csY2" fmla="*/ 0 h 369332"/>
                          <a:gd name="csX3" fmla="*/ 1378333 w 8389855"/>
                          <a:gd name="csY3" fmla="*/ 0 h 369332"/>
                          <a:gd name="csX4" fmla="*/ 1893710 w 8389855"/>
                          <a:gd name="csY4" fmla="*/ 0 h 369332"/>
                          <a:gd name="csX5" fmla="*/ 2325188 w 8389855"/>
                          <a:gd name="csY5" fmla="*/ 0 h 369332"/>
                          <a:gd name="csX6" fmla="*/ 3008362 w 8389855"/>
                          <a:gd name="csY6" fmla="*/ 0 h 369332"/>
                          <a:gd name="csX7" fmla="*/ 3355942 w 8389855"/>
                          <a:gd name="csY7" fmla="*/ 0 h 369332"/>
                          <a:gd name="csX8" fmla="*/ 4039116 w 8389855"/>
                          <a:gd name="csY8" fmla="*/ 0 h 369332"/>
                          <a:gd name="csX9" fmla="*/ 4470594 w 8389855"/>
                          <a:gd name="csY9" fmla="*/ 0 h 369332"/>
                          <a:gd name="csX10" fmla="*/ 4985971 w 8389855"/>
                          <a:gd name="csY10" fmla="*/ 0 h 369332"/>
                          <a:gd name="csX11" fmla="*/ 5333551 w 8389855"/>
                          <a:gd name="csY11" fmla="*/ 0 h 369332"/>
                          <a:gd name="csX12" fmla="*/ 5765029 w 8389855"/>
                          <a:gd name="csY12" fmla="*/ 0 h 369332"/>
                          <a:gd name="csX13" fmla="*/ 6448203 w 8389855"/>
                          <a:gd name="csY13" fmla="*/ 0 h 369332"/>
                          <a:gd name="csX14" fmla="*/ 7047478 w 8389855"/>
                          <a:gd name="csY14" fmla="*/ 0 h 369332"/>
                          <a:gd name="csX15" fmla="*/ 7730652 w 8389855"/>
                          <a:gd name="csY15" fmla="*/ 0 h 369332"/>
                          <a:gd name="csX16" fmla="*/ 8389855 w 8389855"/>
                          <a:gd name="csY16" fmla="*/ 0 h 369332"/>
                          <a:gd name="csX17" fmla="*/ 8389855 w 8389855"/>
                          <a:gd name="csY17" fmla="*/ 369332 h 369332"/>
                          <a:gd name="csX18" fmla="*/ 7706681 w 8389855"/>
                          <a:gd name="csY18" fmla="*/ 369332 h 369332"/>
                          <a:gd name="csX19" fmla="*/ 7107406 w 8389855"/>
                          <a:gd name="csY19" fmla="*/ 369332 h 369332"/>
                          <a:gd name="csX20" fmla="*/ 6759826 w 8389855"/>
                          <a:gd name="csY20" fmla="*/ 369332 h 369332"/>
                          <a:gd name="csX21" fmla="*/ 6328348 w 8389855"/>
                          <a:gd name="csY21" fmla="*/ 369332 h 369332"/>
                          <a:gd name="csX22" fmla="*/ 5980768 w 8389855"/>
                          <a:gd name="csY22" fmla="*/ 369332 h 369332"/>
                          <a:gd name="csX23" fmla="*/ 5381493 w 8389855"/>
                          <a:gd name="csY23" fmla="*/ 369332 h 369332"/>
                          <a:gd name="csX24" fmla="*/ 4782217 w 8389855"/>
                          <a:gd name="csY24" fmla="*/ 369332 h 369332"/>
                          <a:gd name="csX25" fmla="*/ 4015145 w 8389855"/>
                          <a:gd name="csY25" fmla="*/ 369332 h 369332"/>
                          <a:gd name="csX26" fmla="*/ 3667565 w 8389855"/>
                          <a:gd name="csY26" fmla="*/ 369332 h 369332"/>
                          <a:gd name="csX27" fmla="*/ 3319985 w 8389855"/>
                          <a:gd name="csY27" fmla="*/ 369332 h 369332"/>
                          <a:gd name="csX28" fmla="*/ 2636812 w 8389855"/>
                          <a:gd name="csY28" fmla="*/ 369332 h 369332"/>
                          <a:gd name="csX29" fmla="*/ 2037536 w 8389855"/>
                          <a:gd name="csY29" fmla="*/ 369332 h 369332"/>
                          <a:gd name="csX30" fmla="*/ 1438261 w 8389855"/>
                          <a:gd name="csY30" fmla="*/ 369332 h 369332"/>
                          <a:gd name="csX31" fmla="*/ 1006783 w 8389855"/>
                          <a:gd name="csY31" fmla="*/ 369332 h 369332"/>
                          <a:gd name="csX32" fmla="*/ 0 w 8389855"/>
                          <a:gd name="csY32" fmla="*/ 369332 h 369332"/>
                          <a:gd name="csX33" fmla="*/ 0 w 8389855"/>
                          <a:gd name="csY33" fmla="*/ 0 h 36933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  <a:cxn ang="0">
                            <a:pos x="csX32" y="csY32"/>
                          </a:cxn>
                          <a:cxn ang="0">
                            <a:pos x="csX33" y="csY33"/>
                          </a:cxn>
                        </a:cxnLst>
                        <a:rect l="l" t="t" r="r" b="b"/>
                        <a:pathLst>
                          <a:path w="8389855" h="369332" fill="none" extrusionOk="0">
                            <a:moveTo>
                              <a:pt x="0" y="0"/>
                            </a:moveTo>
                            <a:cubicBezTo>
                              <a:pt x="118480" y="-16885"/>
                              <a:pt x="236785" y="18833"/>
                              <a:pt x="347580" y="0"/>
                            </a:cubicBezTo>
                            <a:cubicBezTo>
                              <a:pt x="458375" y="-18833"/>
                              <a:pt x="614977" y="10973"/>
                              <a:pt x="862957" y="0"/>
                            </a:cubicBezTo>
                            <a:cubicBezTo>
                              <a:pt x="1110937" y="-10973"/>
                              <a:pt x="1144085" y="19316"/>
                              <a:pt x="1378333" y="0"/>
                            </a:cubicBezTo>
                            <a:cubicBezTo>
                              <a:pt x="1612581" y="-19316"/>
                              <a:pt x="1717088" y="29598"/>
                              <a:pt x="1893710" y="0"/>
                            </a:cubicBezTo>
                            <a:cubicBezTo>
                              <a:pt x="2070332" y="-29598"/>
                              <a:pt x="2202616" y="19486"/>
                              <a:pt x="2325188" y="0"/>
                            </a:cubicBezTo>
                            <a:cubicBezTo>
                              <a:pt x="2447760" y="-19486"/>
                              <a:pt x="2779247" y="71841"/>
                              <a:pt x="3008362" y="0"/>
                            </a:cubicBezTo>
                            <a:cubicBezTo>
                              <a:pt x="3237477" y="-71841"/>
                              <a:pt x="3198884" y="38052"/>
                              <a:pt x="3355942" y="0"/>
                            </a:cubicBezTo>
                            <a:cubicBezTo>
                              <a:pt x="3513000" y="-38052"/>
                              <a:pt x="3734655" y="19809"/>
                              <a:pt x="4039116" y="0"/>
                            </a:cubicBezTo>
                            <a:cubicBezTo>
                              <a:pt x="4343577" y="-19809"/>
                              <a:pt x="4291206" y="23888"/>
                              <a:pt x="4470594" y="0"/>
                            </a:cubicBezTo>
                            <a:cubicBezTo>
                              <a:pt x="4649982" y="-23888"/>
                              <a:pt x="4743201" y="46310"/>
                              <a:pt x="4985971" y="0"/>
                            </a:cubicBezTo>
                            <a:cubicBezTo>
                              <a:pt x="5228741" y="-46310"/>
                              <a:pt x="5262971" y="9479"/>
                              <a:pt x="5333551" y="0"/>
                            </a:cubicBezTo>
                            <a:cubicBezTo>
                              <a:pt x="5404131" y="-9479"/>
                              <a:pt x="5601485" y="44132"/>
                              <a:pt x="5765029" y="0"/>
                            </a:cubicBezTo>
                            <a:cubicBezTo>
                              <a:pt x="5928573" y="-44132"/>
                              <a:pt x="6275385" y="49245"/>
                              <a:pt x="6448203" y="0"/>
                            </a:cubicBezTo>
                            <a:cubicBezTo>
                              <a:pt x="6621021" y="-49245"/>
                              <a:pt x="6819375" y="425"/>
                              <a:pt x="7047478" y="0"/>
                            </a:cubicBezTo>
                            <a:cubicBezTo>
                              <a:pt x="7275581" y="-425"/>
                              <a:pt x="7580214" y="35897"/>
                              <a:pt x="7730652" y="0"/>
                            </a:cubicBezTo>
                            <a:cubicBezTo>
                              <a:pt x="7881090" y="-35897"/>
                              <a:pt x="8144822" y="40577"/>
                              <a:pt x="8389855" y="0"/>
                            </a:cubicBezTo>
                            <a:cubicBezTo>
                              <a:pt x="8396339" y="122476"/>
                              <a:pt x="8381213" y="225740"/>
                              <a:pt x="8389855" y="369332"/>
                            </a:cubicBezTo>
                            <a:cubicBezTo>
                              <a:pt x="8180663" y="446214"/>
                              <a:pt x="8043869" y="325522"/>
                              <a:pt x="7706681" y="369332"/>
                            </a:cubicBezTo>
                            <a:cubicBezTo>
                              <a:pt x="7369493" y="413142"/>
                              <a:pt x="7271084" y="354828"/>
                              <a:pt x="7107406" y="369332"/>
                            </a:cubicBezTo>
                            <a:cubicBezTo>
                              <a:pt x="6943728" y="383836"/>
                              <a:pt x="6925982" y="369109"/>
                              <a:pt x="6759826" y="369332"/>
                            </a:cubicBezTo>
                            <a:cubicBezTo>
                              <a:pt x="6593670" y="369555"/>
                              <a:pt x="6436767" y="320586"/>
                              <a:pt x="6328348" y="369332"/>
                            </a:cubicBezTo>
                            <a:cubicBezTo>
                              <a:pt x="6219929" y="418078"/>
                              <a:pt x="6064712" y="340766"/>
                              <a:pt x="5980768" y="369332"/>
                            </a:cubicBezTo>
                            <a:cubicBezTo>
                              <a:pt x="5896824" y="397898"/>
                              <a:pt x="5518540" y="342693"/>
                              <a:pt x="5381493" y="369332"/>
                            </a:cubicBezTo>
                            <a:cubicBezTo>
                              <a:pt x="5244447" y="395971"/>
                              <a:pt x="4989571" y="347382"/>
                              <a:pt x="4782217" y="369332"/>
                            </a:cubicBezTo>
                            <a:cubicBezTo>
                              <a:pt x="4574863" y="391282"/>
                              <a:pt x="4231000" y="309789"/>
                              <a:pt x="4015145" y="369332"/>
                            </a:cubicBezTo>
                            <a:cubicBezTo>
                              <a:pt x="3799290" y="428875"/>
                              <a:pt x="3826771" y="339431"/>
                              <a:pt x="3667565" y="369332"/>
                            </a:cubicBezTo>
                            <a:cubicBezTo>
                              <a:pt x="3508359" y="399233"/>
                              <a:pt x="3403505" y="368973"/>
                              <a:pt x="3319985" y="369332"/>
                            </a:cubicBezTo>
                            <a:cubicBezTo>
                              <a:pt x="3236465" y="369691"/>
                              <a:pt x="2902796" y="316275"/>
                              <a:pt x="2636812" y="369332"/>
                            </a:cubicBezTo>
                            <a:cubicBezTo>
                              <a:pt x="2370828" y="422389"/>
                              <a:pt x="2236899" y="318936"/>
                              <a:pt x="2037536" y="369332"/>
                            </a:cubicBezTo>
                            <a:cubicBezTo>
                              <a:pt x="1838173" y="419728"/>
                              <a:pt x="1722390" y="324992"/>
                              <a:pt x="1438261" y="369332"/>
                            </a:cubicBezTo>
                            <a:cubicBezTo>
                              <a:pt x="1154133" y="413672"/>
                              <a:pt x="1216082" y="349110"/>
                              <a:pt x="1006783" y="369332"/>
                            </a:cubicBezTo>
                            <a:cubicBezTo>
                              <a:pt x="797484" y="389554"/>
                              <a:pt x="353596" y="338935"/>
                              <a:pt x="0" y="369332"/>
                            </a:cubicBezTo>
                            <a:cubicBezTo>
                              <a:pt x="-32172" y="281573"/>
                              <a:pt x="25247" y="105092"/>
                              <a:pt x="0" y="0"/>
                            </a:cubicBezTo>
                            <a:close/>
                          </a:path>
                          <a:path w="8389855" h="369332" stroke="0" extrusionOk="0">
                            <a:moveTo>
                              <a:pt x="0" y="0"/>
                            </a:moveTo>
                            <a:cubicBezTo>
                              <a:pt x="116483" y="-36636"/>
                              <a:pt x="220297" y="669"/>
                              <a:pt x="347580" y="0"/>
                            </a:cubicBezTo>
                            <a:cubicBezTo>
                              <a:pt x="474863" y="-669"/>
                              <a:pt x="572403" y="32002"/>
                              <a:pt x="695159" y="0"/>
                            </a:cubicBezTo>
                            <a:cubicBezTo>
                              <a:pt x="817915" y="-32002"/>
                              <a:pt x="1074921" y="13744"/>
                              <a:pt x="1210536" y="0"/>
                            </a:cubicBezTo>
                            <a:cubicBezTo>
                              <a:pt x="1346151" y="-13744"/>
                              <a:pt x="1449637" y="32307"/>
                              <a:pt x="1642014" y="0"/>
                            </a:cubicBezTo>
                            <a:cubicBezTo>
                              <a:pt x="1834391" y="-32307"/>
                              <a:pt x="2111037" y="62969"/>
                              <a:pt x="2325188" y="0"/>
                            </a:cubicBezTo>
                            <a:cubicBezTo>
                              <a:pt x="2539339" y="-62969"/>
                              <a:pt x="2518067" y="5506"/>
                              <a:pt x="2672768" y="0"/>
                            </a:cubicBezTo>
                            <a:cubicBezTo>
                              <a:pt x="2827469" y="-5506"/>
                              <a:pt x="3003855" y="12901"/>
                              <a:pt x="3188145" y="0"/>
                            </a:cubicBezTo>
                            <a:cubicBezTo>
                              <a:pt x="3372435" y="-12901"/>
                              <a:pt x="3583809" y="43340"/>
                              <a:pt x="3955217" y="0"/>
                            </a:cubicBezTo>
                            <a:cubicBezTo>
                              <a:pt x="4326625" y="-43340"/>
                              <a:pt x="4194046" y="14154"/>
                              <a:pt x="4386696" y="0"/>
                            </a:cubicBezTo>
                            <a:cubicBezTo>
                              <a:pt x="4579346" y="-14154"/>
                              <a:pt x="4755489" y="79564"/>
                              <a:pt x="5069870" y="0"/>
                            </a:cubicBezTo>
                            <a:cubicBezTo>
                              <a:pt x="5384251" y="-79564"/>
                              <a:pt x="5474690" y="4794"/>
                              <a:pt x="5669145" y="0"/>
                            </a:cubicBezTo>
                            <a:cubicBezTo>
                              <a:pt x="5863601" y="-4794"/>
                              <a:pt x="5945147" y="34370"/>
                              <a:pt x="6016725" y="0"/>
                            </a:cubicBezTo>
                            <a:cubicBezTo>
                              <a:pt x="6088303" y="-34370"/>
                              <a:pt x="6524174" y="12981"/>
                              <a:pt x="6699898" y="0"/>
                            </a:cubicBezTo>
                            <a:cubicBezTo>
                              <a:pt x="6875622" y="-12981"/>
                              <a:pt x="6981838" y="47287"/>
                              <a:pt x="7131377" y="0"/>
                            </a:cubicBezTo>
                            <a:cubicBezTo>
                              <a:pt x="7280916" y="-47287"/>
                              <a:pt x="7629098" y="76854"/>
                              <a:pt x="7814551" y="0"/>
                            </a:cubicBezTo>
                            <a:cubicBezTo>
                              <a:pt x="8000004" y="-76854"/>
                              <a:pt x="8222500" y="21816"/>
                              <a:pt x="8389855" y="0"/>
                            </a:cubicBezTo>
                            <a:cubicBezTo>
                              <a:pt x="8432845" y="106037"/>
                              <a:pt x="8371870" y="243513"/>
                              <a:pt x="8389855" y="369332"/>
                            </a:cubicBezTo>
                            <a:cubicBezTo>
                              <a:pt x="8310985" y="372773"/>
                              <a:pt x="8181327" y="348153"/>
                              <a:pt x="8042275" y="369332"/>
                            </a:cubicBezTo>
                            <a:cubicBezTo>
                              <a:pt x="7903223" y="390511"/>
                              <a:pt x="7662478" y="316914"/>
                              <a:pt x="7526898" y="369332"/>
                            </a:cubicBezTo>
                            <a:cubicBezTo>
                              <a:pt x="7391318" y="421750"/>
                              <a:pt x="7010419" y="317885"/>
                              <a:pt x="6843725" y="369332"/>
                            </a:cubicBezTo>
                            <a:cubicBezTo>
                              <a:pt x="6677031" y="420779"/>
                              <a:pt x="6425894" y="334928"/>
                              <a:pt x="6244449" y="369332"/>
                            </a:cubicBezTo>
                            <a:cubicBezTo>
                              <a:pt x="6063004" y="403736"/>
                              <a:pt x="5734749" y="341459"/>
                              <a:pt x="5477377" y="369332"/>
                            </a:cubicBezTo>
                            <a:cubicBezTo>
                              <a:pt x="5220005" y="397205"/>
                              <a:pt x="5009287" y="357693"/>
                              <a:pt x="4710304" y="369332"/>
                            </a:cubicBezTo>
                            <a:cubicBezTo>
                              <a:pt x="4411321" y="380971"/>
                              <a:pt x="4126047" y="297859"/>
                              <a:pt x="3943232" y="369332"/>
                            </a:cubicBezTo>
                            <a:cubicBezTo>
                              <a:pt x="3760417" y="440805"/>
                              <a:pt x="3692691" y="328878"/>
                              <a:pt x="3511754" y="369332"/>
                            </a:cubicBezTo>
                            <a:cubicBezTo>
                              <a:pt x="3330817" y="409786"/>
                              <a:pt x="3192678" y="318007"/>
                              <a:pt x="3080275" y="369332"/>
                            </a:cubicBezTo>
                            <a:cubicBezTo>
                              <a:pt x="2967872" y="420657"/>
                              <a:pt x="2719686" y="360267"/>
                              <a:pt x="2397101" y="369332"/>
                            </a:cubicBezTo>
                            <a:cubicBezTo>
                              <a:pt x="2074516" y="378397"/>
                              <a:pt x="2151067" y="362602"/>
                              <a:pt x="2049522" y="369332"/>
                            </a:cubicBezTo>
                            <a:cubicBezTo>
                              <a:pt x="1947977" y="376062"/>
                              <a:pt x="1576585" y="342573"/>
                              <a:pt x="1282449" y="369332"/>
                            </a:cubicBezTo>
                            <a:cubicBezTo>
                              <a:pt x="988313" y="396091"/>
                              <a:pt x="868553" y="307900"/>
                              <a:pt x="683174" y="369332"/>
                            </a:cubicBezTo>
                            <a:cubicBezTo>
                              <a:pt x="497796" y="430764"/>
                              <a:pt x="289605" y="359775"/>
                              <a:pt x="0" y="369332"/>
                            </a:cubicBezTo>
                            <a:cubicBezTo>
                              <a:pt x="-29941" y="255425"/>
                              <a:pt x="5082" y="125671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18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36" grpId="0" animBg="1"/>
      <p:bldP spid="4" grpId="0"/>
      <p:bldP spid="13" grpId="0" animBg="1"/>
      <p:bldP spid="14" grpId="0"/>
      <p:bldP spid="15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AF9A1-6665-53B6-1C8A-9A15CBDD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60C26F-6503-1D0C-687F-0B15F5D1A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51F9423-A517-C7AA-959F-9D72CCA11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55C65-77CF-ACF2-6BE8-419CFA3D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Cannibals 7, 6, 5…., 2, 1</a:t>
            </a:r>
            <a:endParaRPr lang="en-US" sz="5400" i="1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9AD98EA-1DAB-0889-BBD0-4DD3C76EA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821016"/>
              </p:ext>
            </p:extLst>
          </p:nvPr>
        </p:nvGraphicFramePr>
        <p:xfrm>
          <a:off x="669036" y="2147253"/>
          <a:ext cx="2642427" cy="4079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0382">
                  <a:extLst>
                    <a:ext uri="{9D8B030D-6E8A-4147-A177-3AD203B41FA5}">
                      <a16:colId xmlns:a16="http://schemas.microsoft.com/office/drawing/2014/main" val="4228489281"/>
                    </a:ext>
                  </a:extLst>
                </a:gridCol>
                <a:gridCol w="1372045">
                  <a:extLst>
                    <a:ext uri="{9D8B030D-6E8A-4147-A177-3AD203B41FA5}">
                      <a16:colId xmlns:a16="http://schemas.microsoft.com/office/drawing/2014/main" val="593772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Cannibal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Eat or Not?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76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00B050"/>
                          </a:solidFill>
                        </a:rPr>
                        <a:t>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08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Won’t 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0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00B050"/>
                          </a:solidFill>
                        </a:rPr>
                        <a:t>Eat</a:t>
                      </a:r>
                      <a:endParaRPr lang="en-IN" sz="18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982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Won’t 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68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00B050"/>
                          </a:solidFill>
                        </a:rPr>
                        <a:t>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34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Won’t 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05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00B050"/>
                          </a:solidFill>
                        </a:rPr>
                        <a:t>Eat</a:t>
                      </a:r>
                      <a:endParaRPr lang="en-IN" sz="18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09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Won’t 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95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00B050"/>
                          </a:solidFill>
                        </a:rPr>
                        <a:t>Eat</a:t>
                      </a:r>
                      <a:endParaRPr lang="en-IN" sz="18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55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Won’t 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771902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A31297E-F1B2-D73D-76DF-ACB4799CCCF0}"/>
              </a:ext>
            </a:extLst>
          </p:cNvPr>
          <p:cNvSpPr txBox="1"/>
          <p:nvPr/>
        </p:nvSpPr>
        <p:spPr>
          <a:xfrm>
            <a:off x="3516885" y="2489200"/>
            <a:ext cx="800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can eat without fear because even if I fall asleep, no other cannibal will eat me.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6EA490-B8E5-F8C5-F1BA-9EAE338DC551}"/>
                  </a:ext>
                </a:extLst>
              </p:cNvPr>
              <p:cNvSpPr txBox="1"/>
              <p:nvPr/>
            </p:nvSpPr>
            <p:spPr>
              <a:xfrm>
                <a:off x="3516885" y="2858532"/>
                <a:ext cx="8278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 can't eat Mr. Snack or Cannibal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 because if I do, Cannibal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will eat me for sure.</a:t>
                </a:r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6EA490-B8E5-F8C5-F1BA-9EAE338DC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885" y="2858532"/>
                <a:ext cx="8278875" cy="369332"/>
              </a:xfrm>
              <a:prstGeom prst="rect">
                <a:avLst/>
              </a:prstGeom>
              <a:blipFill>
                <a:blip r:embed="rId2"/>
                <a:stretch>
                  <a:fillRect l="-663" t="-8197" r="-74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979DA5-7577-8479-C79E-A70AE36AA7A0}"/>
                  </a:ext>
                </a:extLst>
              </p:cNvPr>
              <p:cNvSpPr txBox="1"/>
              <p:nvPr/>
            </p:nvSpPr>
            <p:spPr>
              <a:xfrm>
                <a:off x="3516884" y="3227864"/>
                <a:ext cx="8006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 can eat without fear because even if I fall asleep, Cannibal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dirty="0"/>
                  <a:t> will not eat me.</a:t>
                </a:r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979DA5-7577-8479-C79E-A70AE36AA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884" y="3227864"/>
                <a:ext cx="8006079" cy="369332"/>
              </a:xfrm>
              <a:prstGeom prst="rect">
                <a:avLst/>
              </a:prstGeom>
              <a:blipFill>
                <a:blip r:embed="rId3"/>
                <a:stretch>
                  <a:fillRect l="-685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C420B8-4882-DB2F-1440-34426810B391}"/>
                  </a:ext>
                </a:extLst>
              </p:cNvPr>
              <p:cNvSpPr txBox="1"/>
              <p:nvPr/>
            </p:nvSpPr>
            <p:spPr>
              <a:xfrm>
                <a:off x="3516884" y="3596442"/>
                <a:ext cx="8278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 can't eat Mr. Snack or Cannibal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because if I do, Cannibal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 will eat me for sure.</a:t>
                </a:r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C420B8-4882-DB2F-1440-34426810B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884" y="3596442"/>
                <a:ext cx="8278875" cy="369332"/>
              </a:xfrm>
              <a:prstGeom prst="rect">
                <a:avLst/>
              </a:prstGeom>
              <a:blipFill>
                <a:blip r:embed="rId4"/>
                <a:stretch>
                  <a:fillRect l="-663" t="-819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BD1C15-290E-19C2-563C-68E99858C748}"/>
                  </a:ext>
                </a:extLst>
              </p:cNvPr>
              <p:cNvSpPr txBox="1"/>
              <p:nvPr/>
            </p:nvSpPr>
            <p:spPr>
              <a:xfrm>
                <a:off x="3516884" y="3999469"/>
                <a:ext cx="8006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 can eat without fear because even if I fall asleep, 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will not eat me.</a:t>
                </a:r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BD1C15-290E-19C2-563C-68E99858C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884" y="3999469"/>
                <a:ext cx="8006079" cy="369332"/>
              </a:xfrm>
              <a:prstGeom prst="rect">
                <a:avLst/>
              </a:prstGeom>
              <a:blipFill>
                <a:blip r:embed="rId5"/>
                <a:stretch>
                  <a:fillRect l="-685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30363F-F15F-2444-0CFE-1E9462D127B9}"/>
                  </a:ext>
                </a:extLst>
              </p:cNvPr>
              <p:cNvSpPr txBox="1"/>
              <p:nvPr/>
            </p:nvSpPr>
            <p:spPr>
              <a:xfrm>
                <a:off x="3516884" y="4368801"/>
                <a:ext cx="8278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 can't eat Mr. Snack or 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because if I do, 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will eat me for sure.</a:t>
                </a:r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30363F-F15F-2444-0CFE-1E9462D12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884" y="4368801"/>
                <a:ext cx="8278875" cy="369332"/>
              </a:xfrm>
              <a:prstGeom prst="rect">
                <a:avLst/>
              </a:prstGeom>
              <a:blipFill>
                <a:blip r:embed="rId6"/>
                <a:stretch>
                  <a:fillRect l="-663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C49441-0100-A23D-BDDB-BB793196EEF4}"/>
                  </a:ext>
                </a:extLst>
              </p:cNvPr>
              <p:cNvSpPr txBox="1"/>
              <p:nvPr/>
            </p:nvSpPr>
            <p:spPr>
              <a:xfrm>
                <a:off x="3516884" y="4738133"/>
                <a:ext cx="8006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 can eat without fear because even if I fall asleep, 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will not eat me.</a:t>
                </a:r>
                <a:endParaRPr lang="en-I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C49441-0100-A23D-BDDB-BB793196E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884" y="4738133"/>
                <a:ext cx="8006079" cy="369332"/>
              </a:xfrm>
              <a:prstGeom prst="rect">
                <a:avLst/>
              </a:prstGeom>
              <a:blipFill>
                <a:blip r:embed="rId7"/>
                <a:stretch>
                  <a:fillRect l="-685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916C8AC-2720-5E16-3799-9CA7D631D692}"/>
                  </a:ext>
                </a:extLst>
              </p:cNvPr>
              <p:cNvSpPr txBox="1"/>
              <p:nvPr/>
            </p:nvSpPr>
            <p:spPr>
              <a:xfrm>
                <a:off x="3516884" y="5107465"/>
                <a:ext cx="8278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 can't eat Mr. Snack or 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because if I do, 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will eat me for sure.</a:t>
                </a:r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916C8AC-2720-5E16-3799-9CA7D631D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884" y="5107465"/>
                <a:ext cx="8278875" cy="369332"/>
              </a:xfrm>
              <a:prstGeom prst="rect">
                <a:avLst/>
              </a:prstGeom>
              <a:blipFill>
                <a:blip r:embed="rId8"/>
                <a:stretch>
                  <a:fillRect l="-663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0EBB31-7782-A866-175B-F8A761DA99CC}"/>
                  </a:ext>
                </a:extLst>
              </p:cNvPr>
              <p:cNvSpPr txBox="1"/>
              <p:nvPr/>
            </p:nvSpPr>
            <p:spPr>
              <a:xfrm>
                <a:off x="3516884" y="5476797"/>
                <a:ext cx="8006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 can eat without fear because even if I fall asleep, 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will not eat me.</a:t>
                </a:r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0EBB31-7782-A866-175B-F8A761DA9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884" y="5476797"/>
                <a:ext cx="8006079" cy="369332"/>
              </a:xfrm>
              <a:prstGeom prst="rect">
                <a:avLst/>
              </a:prstGeom>
              <a:blipFill>
                <a:blip r:embed="rId9"/>
                <a:stretch>
                  <a:fillRect l="-685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734C831-4639-042D-4C2B-00AD0F2696A2}"/>
                  </a:ext>
                </a:extLst>
              </p:cNvPr>
              <p:cNvSpPr txBox="1"/>
              <p:nvPr/>
            </p:nvSpPr>
            <p:spPr>
              <a:xfrm>
                <a:off x="3516884" y="5879824"/>
                <a:ext cx="8278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 can't eat Mr. Snack because if I do, Cannibal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will eat me for sure.</a:t>
                </a:r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734C831-4639-042D-4C2B-00AD0F269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884" y="5879824"/>
                <a:ext cx="8278875" cy="369332"/>
              </a:xfrm>
              <a:prstGeom prst="rect">
                <a:avLst/>
              </a:prstGeom>
              <a:blipFill>
                <a:blip r:embed="rId10"/>
                <a:stretch>
                  <a:fillRect l="-663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2F0D1DA7-1DD9-4B6C-E349-B67E20030526}"/>
              </a:ext>
            </a:extLst>
          </p:cNvPr>
          <p:cNvSpPr/>
          <p:nvPr/>
        </p:nvSpPr>
        <p:spPr>
          <a:xfrm>
            <a:off x="477520" y="5384800"/>
            <a:ext cx="10876280" cy="543589"/>
          </a:xfrm>
          <a:custGeom>
            <a:avLst/>
            <a:gdLst>
              <a:gd name="csX0" fmla="*/ 0 w 10876280"/>
              <a:gd name="csY0" fmla="*/ 0 h 543589"/>
              <a:gd name="csX1" fmla="*/ 463673 w 10876280"/>
              <a:gd name="csY1" fmla="*/ 0 h 543589"/>
              <a:gd name="csX2" fmla="*/ 709820 w 10876280"/>
              <a:gd name="csY2" fmla="*/ 0 h 543589"/>
              <a:gd name="csX3" fmla="*/ 1499782 w 10876280"/>
              <a:gd name="csY3" fmla="*/ 0 h 543589"/>
              <a:gd name="csX4" fmla="*/ 1963455 w 10876280"/>
              <a:gd name="csY4" fmla="*/ 0 h 543589"/>
              <a:gd name="csX5" fmla="*/ 2427128 w 10876280"/>
              <a:gd name="csY5" fmla="*/ 0 h 543589"/>
              <a:gd name="csX6" fmla="*/ 3217089 w 10876280"/>
              <a:gd name="csY6" fmla="*/ 0 h 543589"/>
              <a:gd name="csX7" fmla="*/ 3571999 w 10876280"/>
              <a:gd name="csY7" fmla="*/ 0 h 543589"/>
              <a:gd name="csX8" fmla="*/ 4361961 w 10876280"/>
              <a:gd name="csY8" fmla="*/ 0 h 543589"/>
              <a:gd name="csX9" fmla="*/ 5151922 w 10876280"/>
              <a:gd name="csY9" fmla="*/ 0 h 543589"/>
              <a:gd name="csX10" fmla="*/ 5724358 w 10876280"/>
              <a:gd name="csY10" fmla="*/ 0 h 543589"/>
              <a:gd name="csX11" fmla="*/ 6514319 w 10876280"/>
              <a:gd name="csY11" fmla="*/ 0 h 543589"/>
              <a:gd name="csX12" fmla="*/ 6977992 w 10876280"/>
              <a:gd name="csY12" fmla="*/ 0 h 543589"/>
              <a:gd name="csX13" fmla="*/ 7441665 w 10876280"/>
              <a:gd name="csY13" fmla="*/ 0 h 543589"/>
              <a:gd name="csX14" fmla="*/ 8122864 w 10876280"/>
              <a:gd name="csY14" fmla="*/ 0 h 543589"/>
              <a:gd name="csX15" fmla="*/ 8586537 w 10876280"/>
              <a:gd name="csY15" fmla="*/ 0 h 543589"/>
              <a:gd name="csX16" fmla="*/ 9376498 w 10876280"/>
              <a:gd name="csY16" fmla="*/ 0 h 543589"/>
              <a:gd name="csX17" fmla="*/ 10166460 w 10876280"/>
              <a:gd name="csY17" fmla="*/ 0 h 543589"/>
              <a:gd name="csX18" fmla="*/ 10876280 w 10876280"/>
              <a:gd name="csY18" fmla="*/ 0 h 543589"/>
              <a:gd name="csX19" fmla="*/ 10876280 w 10876280"/>
              <a:gd name="csY19" fmla="*/ 543589 h 543589"/>
              <a:gd name="csX20" fmla="*/ 10630133 w 10876280"/>
              <a:gd name="csY20" fmla="*/ 543589 h 543589"/>
              <a:gd name="csX21" fmla="*/ 9840171 w 10876280"/>
              <a:gd name="csY21" fmla="*/ 543589 h 543589"/>
              <a:gd name="csX22" fmla="*/ 9267735 w 10876280"/>
              <a:gd name="csY22" fmla="*/ 543589 h 543589"/>
              <a:gd name="csX23" fmla="*/ 8912825 w 10876280"/>
              <a:gd name="csY23" fmla="*/ 543589 h 543589"/>
              <a:gd name="csX24" fmla="*/ 8340389 w 10876280"/>
              <a:gd name="csY24" fmla="*/ 543589 h 543589"/>
              <a:gd name="csX25" fmla="*/ 8094242 w 10876280"/>
              <a:gd name="csY25" fmla="*/ 543589 h 543589"/>
              <a:gd name="csX26" fmla="*/ 7848095 w 10876280"/>
              <a:gd name="csY26" fmla="*/ 543589 h 543589"/>
              <a:gd name="csX27" fmla="*/ 7275659 w 10876280"/>
              <a:gd name="csY27" fmla="*/ 543589 h 543589"/>
              <a:gd name="csX28" fmla="*/ 6920749 w 10876280"/>
              <a:gd name="csY28" fmla="*/ 543589 h 543589"/>
              <a:gd name="csX29" fmla="*/ 6239550 w 10876280"/>
              <a:gd name="csY29" fmla="*/ 543589 h 543589"/>
              <a:gd name="csX30" fmla="*/ 5884640 w 10876280"/>
              <a:gd name="csY30" fmla="*/ 543589 h 543589"/>
              <a:gd name="csX31" fmla="*/ 5203441 w 10876280"/>
              <a:gd name="csY31" fmla="*/ 543589 h 543589"/>
              <a:gd name="csX32" fmla="*/ 4957294 w 10876280"/>
              <a:gd name="csY32" fmla="*/ 543589 h 543589"/>
              <a:gd name="csX33" fmla="*/ 4276095 w 10876280"/>
              <a:gd name="csY33" fmla="*/ 543589 h 543589"/>
              <a:gd name="csX34" fmla="*/ 3921185 w 10876280"/>
              <a:gd name="csY34" fmla="*/ 543589 h 543589"/>
              <a:gd name="csX35" fmla="*/ 3675038 w 10876280"/>
              <a:gd name="csY35" fmla="*/ 543589 h 543589"/>
              <a:gd name="csX36" fmla="*/ 3320128 w 10876280"/>
              <a:gd name="csY36" fmla="*/ 543589 h 543589"/>
              <a:gd name="csX37" fmla="*/ 2638929 w 10876280"/>
              <a:gd name="csY37" fmla="*/ 543589 h 543589"/>
              <a:gd name="csX38" fmla="*/ 2284019 w 10876280"/>
              <a:gd name="csY38" fmla="*/ 543589 h 543589"/>
              <a:gd name="csX39" fmla="*/ 2037871 w 10876280"/>
              <a:gd name="csY39" fmla="*/ 543589 h 543589"/>
              <a:gd name="csX40" fmla="*/ 1682961 w 10876280"/>
              <a:gd name="csY40" fmla="*/ 543589 h 543589"/>
              <a:gd name="csX41" fmla="*/ 1219288 w 10876280"/>
              <a:gd name="csY41" fmla="*/ 543589 h 543589"/>
              <a:gd name="csX42" fmla="*/ 646852 w 10876280"/>
              <a:gd name="csY42" fmla="*/ 543589 h 543589"/>
              <a:gd name="csX43" fmla="*/ 0 w 10876280"/>
              <a:gd name="csY43" fmla="*/ 543589 h 543589"/>
              <a:gd name="csX44" fmla="*/ 0 w 10876280"/>
              <a:gd name="csY44" fmla="*/ 0 h 5435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0876280" h="543589" extrusionOk="0">
                <a:moveTo>
                  <a:pt x="0" y="0"/>
                </a:moveTo>
                <a:cubicBezTo>
                  <a:pt x="227470" y="-6573"/>
                  <a:pt x="254710" y="11880"/>
                  <a:pt x="463673" y="0"/>
                </a:cubicBezTo>
                <a:cubicBezTo>
                  <a:pt x="672636" y="-11880"/>
                  <a:pt x="634430" y="4338"/>
                  <a:pt x="709820" y="0"/>
                </a:cubicBezTo>
                <a:cubicBezTo>
                  <a:pt x="785210" y="-4338"/>
                  <a:pt x="1341364" y="51328"/>
                  <a:pt x="1499782" y="0"/>
                </a:cubicBezTo>
                <a:cubicBezTo>
                  <a:pt x="1658200" y="-51328"/>
                  <a:pt x="1733589" y="6787"/>
                  <a:pt x="1963455" y="0"/>
                </a:cubicBezTo>
                <a:cubicBezTo>
                  <a:pt x="2193321" y="-6787"/>
                  <a:pt x="2279320" y="47594"/>
                  <a:pt x="2427128" y="0"/>
                </a:cubicBezTo>
                <a:cubicBezTo>
                  <a:pt x="2574936" y="-47594"/>
                  <a:pt x="2921676" y="86119"/>
                  <a:pt x="3217089" y="0"/>
                </a:cubicBezTo>
                <a:cubicBezTo>
                  <a:pt x="3512502" y="-86119"/>
                  <a:pt x="3405981" y="6471"/>
                  <a:pt x="3571999" y="0"/>
                </a:cubicBezTo>
                <a:cubicBezTo>
                  <a:pt x="3738017" y="-6471"/>
                  <a:pt x="4183923" y="23623"/>
                  <a:pt x="4361961" y="0"/>
                </a:cubicBezTo>
                <a:cubicBezTo>
                  <a:pt x="4539999" y="-23623"/>
                  <a:pt x="4774882" y="20859"/>
                  <a:pt x="5151922" y="0"/>
                </a:cubicBezTo>
                <a:cubicBezTo>
                  <a:pt x="5528962" y="-20859"/>
                  <a:pt x="5509087" y="8502"/>
                  <a:pt x="5724358" y="0"/>
                </a:cubicBezTo>
                <a:cubicBezTo>
                  <a:pt x="5939629" y="-8502"/>
                  <a:pt x="6234097" y="83439"/>
                  <a:pt x="6514319" y="0"/>
                </a:cubicBezTo>
                <a:cubicBezTo>
                  <a:pt x="6794541" y="-83439"/>
                  <a:pt x="6882954" y="40055"/>
                  <a:pt x="6977992" y="0"/>
                </a:cubicBezTo>
                <a:cubicBezTo>
                  <a:pt x="7073030" y="-40055"/>
                  <a:pt x="7254486" y="11282"/>
                  <a:pt x="7441665" y="0"/>
                </a:cubicBezTo>
                <a:cubicBezTo>
                  <a:pt x="7628844" y="-11282"/>
                  <a:pt x="7811150" y="27837"/>
                  <a:pt x="8122864" y="0"/>
                </a:cubicBezTo>
                <a:cubicBezTo>
                  <a:pt x="8434578" y="-27837"/>
                  <a:pt x="8445683" y="27037"/>
                  <a:pt x="8586537" y="0"/>
                </a:cubicBezTo>
                <a:cubicBezTo>
                  <a:pt x="8727391" y="-27037"/>
                  <a:pt x="9216064" y="17168"/>
                  <a:pt x="9376498" y="0"/>
                </a:cubicBezTo>
                <a:cubicBezTo>
                  <a:pt x="9536932" y="-17168"/>
                  <a:pt x="9853489" y="15183"/>
                  <a:pt x="10166460" y="0"/>
                </a:cubicBezTo>
                <a:cubicBezTo>
                  <a:pt x="10479431" y="-15183"/>
                  <a:pt x="10621803" y="5243"/>
                  <a:pt x="10876280" y="0"/>
                </a:cubicBezTo>
                <a:cubicBezTo>
                  <a:pt x="10877831" y="154523"/>
                  <a:pt x="10825288" y="345241"/>
                  <a:pt x="10876280" y="543589"/>
                </a:cubicBezTo>
                <a:cubicBezTo>
                  <a:pt x="10804463" y="559593"/>
                  <a:pt x="10735577" y="536852"/>
                  <a:pt x="10630133" y="543589"/>
                </a:cubicBezTo>
                <a:cubicBezTo>
                  <a:pt x="10524689" y="550326"/>
                  <a:pt x="10088316" y="499343"/>
                  <a:pt x="9840171" y="543589"/>
                </a:cubicBezTo>
                <a:cubicBezTo>
                  <a:pt x="9592026" y="587835"/>
                  <a:pt x="9419379" y="523473"/>
                  <a:pt x="9267735" y="543589"/>
                </a:cubicBezTo>
                <a:cubicBezTo>
                  <a:pt x="9116091" y="563705"/>
                  <a:pt x="9026859" y="517658"/>
                  <a:pt x="8912825" y="543589"/>
                </a:cubicBezTo>
                <a:cubicBezTo>
                  <a:pt x="8798791" y="569520"/>
                  <a:pt x="8570072" y="488881"/>
                  <a:pt x="8340389" y="543589"/>
                </a:cubicBezTo>
                <a:cubicBezTo>
                  <a:pt x="8110706" y="598297"/>
                  <a:pt x="8185519" y="521953"/>
                  <a:pt x="8094242" y="543589"/>
                </a:cubicBezTo>
                <a:cubicBezTo>
                  <a:pt x="8002965" y="565225"/>
                  <a:pt x="7919364" y="542067"/>
                  <a:pt x="7848095" y="543589"/>
                </a:cubicBezTo>
                <a:cubicBezTo>
                  <a:pt x="7776826" y="545111"/>
                  <a:pt x="7509897" y="479346"/>
                  <a:pt x="7275659" y="543589"/>
                </a:cubicBezTo>
                <a:cubicBezTo>
                  <a:pt x="7041421" y="607832"/>
                  <a:pt x="7045048" y="518263"/>
                  <a:pt x="6920749" y="543589"/>
                </a:cubicBezTo>
                <a:cubicBezTo>
                  <a:pt x="6796450" y="568915"/>
                  <a:pt x="6447592" y="527456"/>
                  <a:pt x="6239550" y="543589"/>
                </a:cubicBezTo>
                <a:cubicBezTo>
                  <a:pt x="6031508" y="559722"/>
                  <a:pt x="5963059" y="533143"/>
                  <a:pt x="5884640" y="543589"/>
                </a:cubicBezTo>
                <a:cubicBezTo>
                  <a:pt x="5806221" y="554035"/>
                  <a:pt x="5394081" y="483523"/>
                  <a:pt x="5203441" y="543589"/>
                </a:cubicBezTo>
                <a:cubicBezTo>
                  <a:pt x="5012801" y="603655"/>
                  <a:pt x="5019121" y="540657"/>
                  <a:pt x="4957294" y="543589"/>
                </a:cubicBezTo>
                <a:cubicBezTo>
                  <a:pt x="4895467" y="546521"/>
                  <a:pt x="4490778" y="494820"/>
                  <a:pt x="4276095" y="543589"/>
                </a:cubicBezTo>
                <a:cubicBezTo>
                  <a:pt x="4061412" y="592358"/>
                  <a:pt x="4075566" y="530703"/>
                  <a:pt x="3921185" y="543589"/>
                </a:cubicBezTo>
                <a:cubicBezTo>
                  <a:pt x="3766804" y="556475"/>
                  <a:pt x="3738395" y="542123"/>
                  <a:pt x="3675038" y="543589"/>
                </a:cubicBezTo>
                <a:cubicBezTo>
                  <a:pt x="3611681" y="545055"/>
                  <a:pt x="3396960" y="517695"/>
                  <a:pt x="3320128" y="543589"/>
                </a:cubicBezTo>
                <a:cubicBezTo>
                  <a:pt x="3243296" y="569483"/>
                  <a:pt x="2779835" y="462728"/>
                  <a:pt x="2638929" y="543589"/>
                </a:cubicBezTo>
                <a:cubicBezTo>
                  <a:pt x="2498023" y="624450"/>
                  <a:pt x="2355092" y="536635"/>
                  <a:pt x="2284019" y="543589"/>
                </a:cubicBezTo>
                <a:cubicBezTo>
                  <a:pt x="2212946" y="550543"/>
                  <a:pt x="2134956" y="540319"/>
                  <a:pt x="2037871" y="543589"/>
                </a:cubicBezTo>
                <a:cubicBezTo>
                  <a:pt x="1940786" y="546859"/>
                  <a:pt x="1792001" y="514200"/>
                  <a:pt x="1682961" y="543589"/>
                </a:cubicBezTo>
                <a:cubicBezTo>
                  <a:pt x="1573921" y="572978"/>
                  <a:pt x="1320568" y="492206"/>
                  <a:pt x="1219288" y="543589"/>
                </a:cubicBezTo>
                <a:cubicBezTo>
                  <a:pt x="1118008" y="594972"/>
                  <a:pt x="895280" y="524854"/>
                  <a:pt x="646852" y="543589"/>
                </a:cubicBezTo>
                <a:cubicBezTo>
                  <a:pt x="398424" y="562324"/>
                  <a:pt x="181871" y="515781"/>
                  <a:pt x="0" y="543589"/>
                </a:cubicBezTo>
                <a:cubicBezTo>
                  <a:pt x="-31084" y="377623"/>
                  <a:pt x="24370" y="143324"/>
                  <a:pt x="0" y="0"/>
                </a:cubicBezTo>
                <a:close/>
              </a:path>
            </a:pathLst>
          </a:custGeom>
          <a:noFill/>
          <a:ln w="38100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805927-1C22-211E-C03E-3F8F13404813}"/>
              </a:ext>
            </a:extLst>
          </p:cNvPr>
          <p:cNvSpPr txBox="1"/>
          <p:nvPr/>
        </p:nvSpPr>
        <p:spPr>
          <a:xfrm>
            <a:off x="8157594" y="816441"/>
            <a:ext cx="3365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Cannibal 2 makes the </a:t>
            </a:r>
            <a:r>
              <a:rPr lang="en-IN" i="1" dirty="0" err="1"/>
              <a:t>frst</a:t>
            </a:r>
            <a:r>
              <a:rPr lang="en-IN" i="1" dirty="0"/>
              <a:t> move in this rational sequence…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356B0F-B43A-804C-D761-226EB9BF362D}"/>
              </a:ext>
            </a:extLst>
          </p:cNvPr>
          <p:cNvSpPr txBox="1"/>
          <p:nvPr/>
        </p:nvSpPr>
        <p:spPr>
          <a:xfrm>
            <a:off x="7921922" y="284689"/>
            <a:ext cx="336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BACKWARD INDUCTION</a:t>
            </a:r>
          </a:p>
        </p:txBody>
      </p:sp>
    </p:spTree>
    <p:extLst>
      <p:ext uri="{BB962C8B-B14F-4D97-AF65-F5344CB8AC3E}">
        <p14:creationId xmlns:p14="http://schemas.microsoft.com/office/powerpoint/2010/main" val="125545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3" grpId="0" animBg="1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508FE-CEAB-95DA-B501-4100F1A1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00A217EF-79D5-372E-8938-2B6C0B77F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beach with palm trees and a starfish&#10;&#10;Description automatically generated">
            <a:extLst>
              <a:ext uri="{FF2B5EF4-FFF2-40B4-BE49-F238E27FC236}">
                <a16:creationId xmlns:a16="http://schemas.microsoft.com/office/drawing/2014/main" id="{1F3947CD-A5F1-138A-0B49-979C605AD9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888"/>
          <a:stretch/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1F652CD-4B09-323F-1517-1DCCD2985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266DD-40EF-8E03-BF00-779E6C6AF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Eat or Be Eaten: A Game of </a:t>
            </a:r>
            <a:r>
              <a:rPr lang="en-US" sz="3000" dirty="0">
                <a:solidFill>
                  <a:srgbClr val="0070C0"/>
                </a:solidFill>
                <a:latin typeface="Segoe Script" panose="030B0504020000000003" pitchFamily="66" charset="0"/>
              </a:rPr>
              <a:t>Survival</a:t>
            </a:r>
            <a:endParaRPr lang="en-US" sz="3000" i="1" dirty="0">
              <a:solidFill>
                <a:srgbClr val="0070C0"/>
              </a:solidFill>
              <a:latin typeface="Segoe Script" panose="030B0504020000000003" pitchFamily="66" charset="0"/>
            </a:endParaRPr>
          </a:p>
        </p:txBody>
      </p:sp>
      <p:pic>
        <p:nvPicPr>
          <p:cNvPr id="34" name="Picture 33" descr="A stick figure with hands on hips&#10;&#10;Description automatically generated">
            <a:extLst>
              <a:ext uri="{FF2B5EF4-FFF2-40B4-BE49-F238E27FC236}">
                <a16:creationId xmlns:a16="http://schemas.microsoft.com/office/drawing/2014/main" id="{65277878-C2EB-92D2-FB0A-1B3B5001B8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4" r="29454"/>
          <a:stretch/>
        </p:blipFill>
        <p:spPr>
          <a:xfrm>
            <a:off x="2652341" y="2956975"/>
            <a:ext cx="878139" cy="2011680"/>
          </a:xfrm>
          <a:prstGeom prst="rect">
            <a:avLst/>
          </a:prstGeom>
        </p:spPr>
      </p:pic>
      <p:pic>
        <p:nvPicPr>
          <p:cNvPr id="48" name="Picture 47" descr="A stick figure with one eye&#10;&#10;Description automatically generated">
            <a:extLst>
              <a:ext uri="{FF2B5EF4-FFF2-40B4-BE49-F238E27FC236}">
                <a16:creationId xmlns:a16="http://schemas.microsoft.com/office/drawing/2014/main" id="{25080916-97A1-34A6-B1B9-59FADA8E9EC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9" r="22592"/>
          <a:stretch/>
        </p:blipFill>
        <p:spPr>
          <a:xfrm>
            <a:off x="3469589" y="2956975"/>
            <a:ext cx="1096939" cy="2011680"/>
          </a:xfrm>
          <a:prstGeom prst="rect">
            <a:avLst/>
          </a:prstGeom>
        </p:spPr>
      </p:pic>
      <p:pic>
        <p:nvPicPr>
          <p:cNvPr id="55" name="Picture 54" descr="A cartoon of a person wearing sunglasses&#10;&#10;Description automatically generated">
            <a:extLst>
              <a:ext uri="{FF2B5EF4-FFF2-40B4-BE49-F238E27FC236}">
                <a16:creationId xmlns:a16="http://schemas.microsoft.com/office/drawing/2014/main" id="{CA8EE4FA-57C8-9729-CC36-890BFFA312A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2" r="22437"/>
          <a:stretch/>
        </p:blipFill>
        <p:spPr>
          <a:xfrm>
            <a:off x="673194" y="2956975"/>
            <a:ext cx="1145711" cy="2011680"/>
          </a:xfrm>
          <a:prstGeom prst="rect">
            <a:avLst/>
          </a:prstGeom>
        </p:spPr>
      </p:pic>
      <p:pic>
        <p:nvPicPr>
          <p:cNvPr id="57" name="Picture 56" descr="A black and white drawing of a child&#10;&#10;Description automatically generated">
            <a:extLst>
              <a:ext uri="{FF2B5EF4-FFF2-40B4-BE49-F238E27FC236}">
                <a16:creationId xmlns:a16="http://schemas.microsoft.com/office/drawing/2014/main" id="{BA5FC2FC-3ACF-065B-29CB-E78CD86A194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183" y="2956975"/>
            <a:ext cx="1257942" cy="2011680"/>
          </a:xfrm>
          <a:prstGeom prst="rect">
            <a:avLst/>
          </a:prstGeom>
        </p:spPr>
      </p:pic>
      <p:pic>
        <p:nvPicPr>
          <p:cNvPr id="61" name="Picture 60" descr="A black stick figure with a white background&#10;&#10;Description automatically generated">
            <a:extLst>
              <a:ext uri="{FF2B5EF4-FFF2-40B4-BE49-F238E27FC236}">
                <a16:creationId xmlns:a16="http://schemas.microsoft.com/office/drawing/2014/main" id="{C0ADC9C3-5DA9-DEBA-22D1-734CDCFA1D71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9" r="20199"/>
          <a:stretch/>
        </p:blipFill>
        <p:spPr>
          <a:xfrm>
            <a:off x="10368736" y="2956975"/>
            <a:ext cx="1271220" cy="2011680"/>
          </a:xfrm>
          <a:prstGeom prst="rect">
            <a:avLst/>
          </a:prstGeom>
        </p:spPr>
      </p:pic>
      <p:pic>
        <p:nvPicPr>
          <p:cNvPr id="63" name="Picture 62" descr="A stick figure with a smile&#10;&#10;Description automatically generated">
            <a:extLst>
              <a:ext uri="{FF2B5EF4-FFF2-40B4-BE49-F238E27FC236}">
                <a16:creationId xmlns:a16="http://schemas.microsoft.com/office/drawing/2014/main" id="{175D2241-0B3E-F15F-4B89-301E60F5FCD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24244"/>
          <a:stretch/>
        </p:blipFill>
        <p:spPr>
          <a:xfrm>
            <a:off x="5829951" y="2956975"/>
            <a:ext cx="1129894" cy="2011680"/>
          </a:xfrm>
          <a:prstGeom prst="rect">
            <a:avLst/>
          </a:prstGeom>
        </p:spPr>
      </p:pic>
      <p:pic>
        <p:nvPicPr>
          <p:cNvPr id="65" name="Picture 64" descr="A stick figure with arms up&#10;&#10;Description automatically generated">
            <a:extLst>
              <a:ext uri="{FF2B5EF4-FFF2-40B4-BE49-F238E27FC236}">
                <a16:creationId xmlns:a16="http://schemas.microsoft.com/office/drawing/2014/main" id="{A0FEE8A0-02AF-7413-17ED-A82F271FCC3A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6" r="12907"/>
          <a:stretch/>
        </p:blipFill>
        <p:spPr>
          <a:xfrm>
            <a:off x="4471804" y="2956975"/>
            <a:ext cx="1392018" cy="2011680"/>
          </a:xfrm>
          <a:prstGeom prst="rect">
            <a:avLst/>
          </a:prstGeom>
        </p:spPr>
      </p:pic>
      <p:pic>
        <p:nvPicPr>
          <p:cNvPr id="69" name="Picture 68" descr="A cartoon of a person&#10;&#10;Description automatically generated">
            <a:extLst>
              <a:ext uri="{FF2B5EF4-FFF2-40B4-BE49-F238E27FC236}">
                <a16:creationId xmlns:a16="http://schemas.microsoft.com/office/drawing/2014/main" id="{E4A3AC08-DC92-3BCD-3815-029BE58320E8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09" y="2956975"/>
            <a:ext cx="862149" cy="2011680"/>
          </a:xfrm>
          <a:prstGeom prst="rect">
            <a:avLst/>
          </a:prstGeom>
        </p:spPr>
      </p:pic>
      <p:pic>
        <p:nvPicPr>
          <p:cNvPr id="71" name="Picture 70" descr="A cartoon of a person with arms crossed&#10;&#10;Description automatically generated">
            <a:extLst>
              <a:ext uri="{FF2B5EF4-FFF2-40B4-BE49-F238E27FC236}">
                <a16:creationId xmlns:a16="http://schemas.microsoft.com/office/drawing/2014/main" id="{260F2A76-DF3A-9FA0-D306-6CE8DD42395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7" r="28835" b="7455"/>
          <a:stretch/>
        </p:blipFill>
        <p:spPr>
          <a:xfrm>
            <a:off x="6919937" y="2956975"/>
            <a:ext cx="769609" cy="2011680"/>
          </a:xfrm>
          <a:prstGeom prst="rect">
            <a:avLst/>
          </a:prstGeom>
        </p:spPr>
      </p:pic>
      <p:pic>
        <p:nvPicPr>
          <p:cNvPr id="74" name="Picture 73" descr="A stick figure with arms out&#10;&#10;Description automatically generated">
            <a:extLst>
              <a:ext uri="{FF2B5EF4-FFF2-40B4-BE49-F238E27FC236}">
                <a16:creationId xmlns:a16="http://schemas.microsoft.com/office/drawing/2014/main" id="{0B13A5D0-7259-E7F9-D681-4F723CCFF7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9" r="13778"/>
          <a:stretch/>
        </p:blipFill>
        <p:spPr>
          <a:xfrm>
            <a:off x="8923125" y="2956975"/>
            <a:ext cx="1448456" cy="201168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F4BA4B90-4A59-AF3C-86CE-B1BA1C2C6921}"/>
              </a:ext>
            </a:extLst>
          </p:cNvPr>
          <p:cNvSpPr txBox="1"/>
          <p:nvPr/>
        </p:nvSpPr>
        <p:spPr>
          <a:xfrm>
            <a:off x="9258508" y="5641678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The Ten Cannibals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5812EA3-BC94-5308-1F59-A0C491917BC6}"/>
              </a:ext>
            </a:extLst>
          </p:cNvPr>
          <p:cNvSpPr txBox="1"/>
          <p:nvPr/>
        </p:nvSpPr>
        <p:spPr>
          <a:xfrm>
            <a:off x="9258508" y="5990387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The Hierarchy</a:t>
            </a:r>
            <a:endParaRPr lang="en-US" b="1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8070249-DB01-4240-5539-6D4D997E33E1}"/>
              </a:ext>
            </a:extLst>
          </p:cNvPr>
          <p:cNvSpPr>
            <a:spLocks noChangeAspect="1"/>
          </p:cNvSpPr>
          <p:nvPr/>
        </p:nvSpPr>
        <p:spPr>
          <a:xfrm>
            <a:off x="933197" y="4954004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5248" y="100746"/>
                  <a:pt x="78946" y="-14233"/>
                  <a:pt x="227944" y="0"/>
                </a:cubicBezTo>
                <a:cubicBezTo>
                  <a:pt x="369042" y="16109"/>
                  <a:pt x="433245" y="78582"/>
                  <a:pt x="455888" y="228600"/>
                </a:cubicBezTo>
                <a:cubicBezTo>
                  <a:pt x="450661" y="365783"/>
                  <a:pt x="357470" y="452817"/>
                  <a:pt x="227944" y="457200"/>
                </a:cubicBezTo>
                <a:cubicBezTo>
                  <a:pt x="81400" y="444880"/>
                  <a:pt x="-2911" y="37896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11" y="107085"/>
                  <a:pt x="102268" y="5565"/>
                  <a:pt x="227944" y="0"/>
                </a:cubicBezTo>
                <a:cubicBezTo>
                  <a:pt x="343064" y="12013"/>
                  <a:pt x="453505" y="90905"/>
                  <a:pt x="455888" y="228600"/>
                </a:cubicBezTo>
                <a:cubicBezTo>
                  <a:pt x="467081" y="346264"/>
                  <a:pt x="324817" y="473460"/>
                  <a:pt x="227944" y="457200"/>
                </a:cubicBezTo>
                <a:cubicBezTo>
                  <a:pt x="90602" y="465564"/>
                  <a:pt x="2421" y="35076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C1D356A-E4EF-1858-5472-470ADD3358CE}"/>
              </a:ext>
            </a:extLst>
          </p:cNvPr>
          <p:cNvSpPr>
            <a:spLocks noChangeAspect="1"/>
          </p:cNvSpPr>
          <p:nvPr/>
        </p:nvSpPr>
        <p:spPr>
          <a:xfrm>
            <a:off x="1962477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2223" y="65029"/>
                  <a:pt x="125600" y="-10968"/>
                  <a:pt x="227944" y="0"/>
                </a:cubicBezTo>
                <a:cubicBezTo>
                  <a:pt x="320825" y="-10737"/>
                  <a:pt x="437652" y="98146"/>
                  <a:pt x="455888" y="228600"/>
                </a:cubicBezTo>
                <a:cubicBezTo>
                  <a:pt x="441728" y="348619"/>
                  <a:pt x="334729" y="451440"/>
                  <a:pt x="227944" y="457200"/>
                </a:cubicBezTo>
                <a:cubicBezTo>
                  <a:pt x="73865" y="477954"/>
                  <a:pt x="-11384" y="374972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9380" y="108684"/>
                  <a:pt x="113356" y="6059"/>
                  <a:pt x="227944" y="0"/>
                </a:cubicBezTo>
                <a:cubicBezTo>
                  <a:pt x="355131" y="11049"/>
                  <a:pt x="435881" y="112672"/>
                  <a:pt x="455888" y="228600"/>
                </a:cubicBezTo>
                <a:cubicBezTo>
                  <a:pt x="481580" y="341564"/>
                  <a:pt x="352258" y="449593"/>
                  <a:pt x="227944" y="457200"/>
                </a:cubicBezTo>
                <a:cubicBezTo>
                  <a:pt x="78234" y="458646"/>
                  <a:pt x="-4490" y="34955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588811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87AAC14-C236-A922-68F2-73ACF4691032}"/>
              </a:ext>
            </a:extLst>
          </p:cNvPr>
          <p:cNvSpPr>
            <a:spLocks noChangeAspect="1"/>
          </p:cNvSpPr>
          <p:nvPr/>
        </p:nvSpPr>
        <p:spPr>
          <a:xfrm>
            <a:off x="2774421" y="495320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5394" y="104308"/>
                  <a:pt x="98384" y="14490"/>
                  <a:pt x="227944" y="0"/>
                </a:cubicBezTo>
                <a:cubicBezTo>
                  <a:pt x="373951" y="-27209"/>
                  <a:pt x="484661" y="89235"/>
                  <a:pt x="455888" y="228600"/>
                </a:cubicBezTo>
                <a:cubicBezTo>
                  <a:pt x="454188" y="341983"/>
                  <a:pt x="339992" y="442471"/>
                  <a:pt x="227944" y="457200"/>
                </a:cubicBezTo>
                <a:cubicBezTo>
                  <a:pt x="104110" y="438331"/>
                  <a:pt x="27707" y="372206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7859" y="121001"/>
                  <a:pt x="82768" y="-14380"/>
                  <a:pt x="227944" y="0"/>
                </a:cubicBezTo>
                <a:cubicBezTo>
                  <a:pt x="322567" y="4049"/>
                  <a:pt x="476281" y="99393"/>
                  <a:pt x="455888" y="228600"/>
                </a:cubicBezTo>
                <a:cubicBezTo>
                  <a:pt x="479682" y="347633"/>
                  <a:pt x="378718" y="434889"/>
                  <a:pt x="227944" y="457200"/>
                </a:cubicBezTo>
                <a:cubicBezTo>
                  <a:pt x="91869" y="458044"/>
                  <a:pt x="-7786" y="38216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791118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183BBD2-2D3F-B4FE-516B-E6371C8B5BBC}"/>
              </a:ext>
            </a:extLst>
          </p:cNvPr>
          <p:cNvSpPr>
            <a:spLocks noChangeAspect="1"/>
          </p:cNvSpPr>
          <p:nvPr/>
        </p:nvSpPr>
        <p:spPr>
          <a:xfrm>
            <a:off x="3677883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19348" y="99870"/>
                  <a:pt x="126072" y="13164"/>
                  <a:pt x="227944" y="0"/>
                </a:cubicBezTo>
                <a:cubicBezTo>
                  <a:pt x="347825" y="-1657"/>
                  <a:pt x="489048" y="109835"/>
                  <a:pt x="455888" y="228600"/>
                </a:cubicBezTo>
                <a:cubicBezTo>
                  <a:pt x="471350" y="353306"/>
                  <a:pt x="340397" y="471459"/>
                  <a:pt x="227944" y="457200"/>
                </a:cubicBezTo>
                <a:cubicBezTo>
                  <a:pt x="113112" y="491191"/>
                  <a:pt x="2768" y="383082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8129" y="95072"/>
                  <a:pt x="81027" y="18298"/>
                  <a:pt x="227944" y="0"/>
                </a:cubicBezTo>
                <a:cubicBezTo>
                  <a:pt x="350621" y="-15801"/>
                  <a:pt x="435601" y="127602"/>
                  <a:pt x="455888" y="228600"/>
                </a:cubicBezTo>
                <a:cubicBezTo>
                  <a:pt x="463370" y="372227"/>
                  <a:pt x="354970" y="421334"/>
                  <a:pt x="227944" y="457200"/>
                </a:cubicBezTo>
                <a:cubicBezTo>
                  <a:pt x="97650" y="492686"/>
                  <a:pt x="-14616" y="350988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910187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1B7C1F0-1C7F-E676-17EA-0A4639D4E04F}"/>
              </a:ext>
            </a:extLst>
          </p:cNvPr>
          <p:cNvSpPr>
            <a:spLocks noChangeAspect="1"/>
          </p:cNvSpPr>
          <p:nvPr/>
        </p:nvSpPr>
        <p:spPr>
          <a:xfrm>
            <a:off x="4873848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6046" y="88074"/>
                  <a:pt x="124244" y="-1870"/>
                  <a:pt x="227944" y="0"/>
                </a:cubicBezTo>
                <a:cubicBezTo>
                  <a:pt x="325874" y="17714"/>
                  <a:pt x="466612" y="103946"/>
                  <a:pt x="455888" y="228600"/>
                </a:cubicBezTo>
                <a:cubicBezTo>
                  <a:pt x="478393" y="330306"/>
                  <a:pt x="345337" y="454433"/>
                  <a:pt x="227944" y="457200"/>
                </a:cubicBezTo>
                <a:cubicBezTo>
                  <a:pt x="90971" y="464254"/>
                  <a:pt x="2787" y="360221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16833" y="87028"/>
                  <a:pt x="104517" y="6250"/>
                  <a:pt x="227944" y="0"/>
                </a:cubicBezTo>
                <a:cubicBezTo>
                  <a:pt x="330630" y="-12834"/>
                  <a:pt x="441068" y="107309"/>
                  <a:pt x="455888" y="228600"/>
                </a:cubicBezTo>
                <a:cubicBezTo>
                  <a:pt x="488605" y="366946"/>
                  <a:pt x="350121" y="461904"/>
                  <a:pt x="227944" y="457200"/>
                </a:cubicBezTo>
                <a:cubicBezTo>
                  <a:pt x="130938" y="479945"/>
                  <a:pt x="-17621" y="365043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82F5094-53E6-B5D1-0A42-6B6FBC0EAE53}"/>
              </a:ext>
            </a:extLst>
          </p:cNvPr>
          <p:cNvSpPr>
            <a:spLocks noChangeAspect="1"/>
          </p:cNvSpPr>
          <p:nvPr/>
        </p:nvSpPr>
        <p:spPr>
          <a:xfrm>
            <a:off x="6214702" y="4954004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26833" y="77108"/>
                  <a:pt x="98255" y="-7532"/>
                  <a:pt x="227944" y="0"/>
                </a:cubicBezTo>
                <a:cubicBezTo>
                  <a:pt x="366677" y="15755"/>
                  <a:pt x="480024" y="119020"/>
                  <a:pt x="455888" y="228600"/>
                </a:cubicBezTo>
                <a:cubicBezTo>
                  <a:pt x="457910" y="339469"/>
                  <a:pt x="325958" y="434025"/>
                  <a:pt x="227944" y="457200"/>
                </a:cubicBezTo>
                <a:cubicBezTo>
                  <a:pt x="98270" y="459346"/>
                  <a:pt x="2709" y="36231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2600" y="106476"/>
                  <a:pt x="106543" y="-3920"/>
                  <a:pt x="227944" y="0"/>
                </a:cubicBezTo>
                <a:cubicBezTo>
                  <a:pt x="373907" y="28586"/>
                  <a:pt x="481461" y="83432"/>
                  <a:pt x="455888" y="228600"/>
                </a:cubicBezTo>
                <a:cubicBezTo>
                  <a:pt x="460308" y="332726"/>
                  <a:pt x="359232" y="461834"/>
                  <a:pt x="227944" y="457200"/>
                </a:cubicBezTo>
                <a:cubicBezTo>
                  <a:pt x="98878" y="478148"/>
                  <a:pt x="-21065" y="334148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D68A983-6AB3-DEC8-CB52-523289502422}"/>
              </a:ext>
            </a:extLst>
          </p:cNvPr>
          <p:cNvSpPr>
            <a:spLocks noChangeAspect="1"/>
          </p:cNvSpPr>
          <p:nvPr/>
        </p:nvSpPr>
        <p:spPr>
          <a:xfrm>
            <a:off x="7071063" y="4952413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-3292" y="100999"/>
                  <a:pt x="92364" y="17510"/>
                  <a:pt x="227944" y="0"/>
                </a:cubicBezTo>
                <a:cubicBezTo>
                  <a:pt x="358866" y="5778"/>
                  <a:pt x="474649" y="121527"/>
                  <a:pt x="455888" y="228600"/>
                </a:cubicBezTo>
                <a:cubicBezTo>
                  <a:pt x="452145" y="353705"/>
                  <a:pt x="362452" y="467153"/>
                  <a:pt x="227944" y="457200"/>
                </a:cubicBezTo>
                <a:cubicBezTo>
                  <a:pt x="97680" y="463114"/>
                  <a:pt x="-26467" y="330575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2845" y="98160"/>
                  <a:pt x="118606" y="25944"/>
                  <a:pt x="227944" y="0"/>
                </a:cubicBezTo>
                <a:cubicBezTo>
                  <a:pt x="341797" y="-33505"/>
                  <a:pt x="485789" y="120233"/>
                  <a:pt x="455888" y="228600"/>
                </a:cubicBezTo>
                <a:cubicBezTo>
                  <a:pt x="453936" y="333557"/>
                  <a:pt x="331015" y="467478"/>
                  <a:pt x="227944" y="457200"/>
                </a:cubicBezTo>
                <a:cubicBezTo>
                  <a:pt x="97728" y="436446"/>
                  <a:pt x="21388" y="385694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3C10E9B-0B4B-8FC3-D7DD-8E5D2D34229D}"/>
              </a:ext>
            </a:extLst>
          </p:cNvPr>
          <p:cNvSpPr>
            <a:spLocks noChangeAspect="1"/>
          </p:cNvSpPr>
          <p:nvPr/>
        </p:nvSpPr>
        <p:spPr>
          <a:xfrm>
            <a:off x="7995347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6603" y="124580"/>
                  <a:pt x="91014" y="-13845"/>
                  <a:pt x="227944" y="0"/>
                </a:cubicBezTo>
                <a:cubicBezTo>
                  <a:pt x="331865" y="1379"/>
                  <a:pt x="455115" y="105472"/>
                  <a:pt x="455888" y="228600"/>
                </a:cubicBezTo>
                <a:cubicBezTo>
                  <a:pt x="455906" y="349467"/>
                  <a:pt x="331755" y="464756"/>
                  <a:pt x="227944" y="457200"/>
                </a:cubicBezTo>
                <a:cubicBezTo>
                  <a:pt x="84367" y="434315"/>
                  <a:pt x="15544" y="346134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2894" y="97012"/>
                  <a:pt x="129537" y="-12256"/>
                  <a:pt x="227944" y="0"/>
                </a:cubicBezTo>
                <a:cubicBezTo>
                  <a:pt x="366201" y="26218"/>
                  <a:pt x="432234" y="113376"/>
                  <a:pt x="455888" y="228600"/>
                </a:cubicBezTo>
                <a:cubicBezTo>
                  <a:pt x="438192" y="339496"/>
                  <a:pt x="358662" y="455406"/>
                  <a:pt x="227944" y="457200"/>
                </a:cubicBezTo>
                <a:cubicBezTo>
                  <a:pt x="93121" y="447889"/>
                  <a:pt x="27919" y="37600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1AB4528-534F-3370-C457-B41027FC2181}"/>
              </a:ext>
            </a:extLst>
          </p:cNvPr>
          <p:cNvSpPr>
            <a:spLocks noChangeAspect="1"/>
          </p:cNvSpPr>
          <p:nvPr/>
        </p:nvSpPr>
        <p:spPr>
          <a:xfrm>
            <a:off x="9381691" y="4965768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067" y="100383"/>
                  <a:pt x="138426" y="2400"/>
                  <a:pt x="227944" y="0"/>
                </a:cubicBezTo>
                <a:cubicBezTo>
                  <a:pt x="366793" y="22150"/>
                  <a:pt x="426145" y="101709"/>
                  <a:pt x="455888" y="228600"/>
                </a:cubicBezTo>
                <a:cubicBezTo>
                  <a:pt x="468826" y="356728"/>
                  <a:pt x="346497" y="453851"/>
                  <a:pt x="227944" y="457200"/>
                </a:cubicBezTo>
                <a:cubicBezTo>
                  <a:pt x="80691" y="463575"/>
                  <a:pt x="14324" y="335434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859" y="116136"/>
                  <a:pt x="82534" y="-8061"/>
                  <a:pt x="227944" y="0"/>
                </a:cubicBezTo>
                <a:cubicBezTo>
                  <a:pt x="379946" y="-3855"/>
                  <a:pt x="440583" y="130224"/>
                  <a:pt x="455888" y="228600"/>
                </a:cubicBezTo>
                <a:cubicBezTo>
                  <a:pt x="449453" y="357003"/>
                  <a:pt x="334318" y="480277"/>
                  <a:pt x="227944" y="457200"/>
                </a:cubicBezTo>
                <a:cubicBezTo>
                  <a:pt x="119017" y="446222"/>
                  <a:pt x="-19391" y="359300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EE62B61-7052-18F9-2F8A-9EF0F81C2918}"/>
              </a:ext>
            </a:extLst>
          </p:cNvPr>
          <p:cNvSpPr>
            <a:spLocks noChangeAspect="1"/>
          </p:cNvSpPr>
          <p:nvPr/>
        </p:nvSpPr>
        <p:spPr>
          <a:xfrm>
            <a:off x="10730812" y="4977606"/>
            <a:ext cx="632513" cy="457200"/>
          </a:xfrm>
          <a:custGeom>
            <a:avLst/>
            <a:gdLst>
              <a:gd name="csX0" fmla="*/ 0 w 632513"/>
              <a:gd name="csY0" fmla="*/ 228600 h 457200"/>
              <a:gd name="csX1" fmla="*/ 316257 w 632513"/>
              <a:gd name="csY1" fmla="*/ 0 h 457200"/>
              <a:gd name="csX2" fmla="*/ 632514 w 632513"/>
              <a:gd name="csY2" fmla="*/ 228600 h 457200"/>
              <a:gd name="csX3" fmla="*/ 316257 w 632513"/>
              <a:gd name="csY3" fmla="*/ 457200 h 457200"/>
              <a:gd name="csX4" fmla="*/ 0 w 632513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2513" h="457200" fill="none" extrusionOk="0">
                <a:moveTo>
                  <a:pt x="0" y="228600"/>
                </a:moveTo>
                <a:cubicBezTo>
                  <a:pt x="18063" y="104491"/>
                  <a:pt x="153730" y="-24979"/>
                  <a:pt x="316257" y="0"/>
                </a:cubicBezTo>
                <a:cubicBezTo>
                  <a:pt x="458373" y="-4984"/>
                  <a:pt x="629299" y="105375"/>
                  <a:pt x="632514" y="228600"/>
                </a:cubicBezTo>
                <a:cubicBezTo>
                  <a:pt x="630654" y="337114"/>
                  <a:pt x="463251" y="495654"/>
                  <a:pt x="316257" y="457200"/>
                </a:cubicBezTo>
                <a:cubicBezTo>
                  <a:pt x="173530" y="475080"/>
                  <a:pt x="7574" y="356673"/>
                  <a:pt x="0" y="228600"/>
                </a:cubicBezTo>
                <a:close/>
              </a:path>
              <a:path w="632513" h="457200" stroke="0" extrusionOk="0">
                <a:moveTo>
                  <a:pt x="0" y="228600"/>
                </a:moveTo>
                <a:cubicBezTo>
                  <a:pt x="-6959" y="98055"/>
                  <a:pt x="98584" y="16142"/>
                  <a:pt x="316257" y="0"/>
                </a:cubicBezTo>
                <a:cubicBezTo>
                  <a:pt x="499351" y="1775"/>
                  <a:pt x="613256" y="102960"/>
                  <a:pt x="632514" y="228600"/>
                </a:cubicBezTo>
                <a:cubicBezTo>
                  <a:pt x="595753" y="390751"/>
                  <a:pt x="484449" y="492971"/>
                  <a:pt x="316257" y="457200"/>
                </a:cubicBezTo>
                <a:cubicBezTo>
                  <a:pt x="132270" y="452099"/>
                  <a:pt x="23501" y="366081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pic>
        <p:nvPicPr>
          <p:cNvPr id="112" name="Picture 111" descr="A stick figure with a finger on his face&#10;&#10;Description automatically generated">
            <a:extLst>
              <a:ext uri="{FF2B5EF4-FFF2-40B4-BE49-F238E27FC236}">
                <a16:creationId xmlns:a16="http://schemas.microsoft.com/office/drawing/2014/main" id="{86CA474C-AD9F-BBAD-E34F-EB3C6D1F19CE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69" y="530730"/>
            <a:ext cx="1216212" cy="2011680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20168EED-4D67-4A27-CE70-73801D9C2B10}"/>
              </a:ext>
            </a:extLst>
          </p:cNvPr>
          <p:cNvSpPr txBox="1"/>
          <p:nvPr/>
        </p:nvSpPr>
        <p:spPr>
          <a:xfrm>
            <a:off x="9258508" y="6353827"/>
            <a:ext cx="21248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Rational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759101-4C43-4030-FC4F-D2C7BF8910C3}"/>
              </a:ext>
            </a:extLst>
          </p:cNvPr>
          <p:cNvSpPr>
            <a:spLocks noChangeAspect="1"/>
          </p:cNvSpPr>
          <p:nvPr/>
        </p:nvSpPr>
        <p:spPr>
          <a:xfrm>
            <a:off x="1099466" y="2180177"/>
            <a:ext cx="455888" cy="457200"/>
          </a:xfrm>
          <a:custGeom>
            <a:avLst/>
            <a:gdLst>
              <a:gd name="csX0" fmla="*/ 0 w 455888"/>
              <a:gd name="csY0" fmla="*/ 228600 h 457200"/>
              <a:gd name="csX1" fmla="*/ 227944 w 455888"/>
              <a:gd name="csY1" fmla="*/ 0 h 457200"/>
              <a:gd name="csX2" fmla="*/ 455888 w 455888"/>
              <a:gd name="csY2" fmla="*/ 228600 h 457200"/>
              <a:gd name="csX3" fmla="*/ 227944 w 455888"/>
              <a:gd name="csY3" fmla="*/ 457200 h 457200"/>
              <a:gd name="csX4" fmla="*/ 0 w 45588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5888" h="457200" fill="none" extrusionOk="0">
                <a:moveTo>
                  <a:pt x="0" y="228600"/>
                </a:moveTo>
                <a:cubicBezTo>
                  <a:pt x="25248" y="100746"/>
                  <a:pt x="78946" y="-14233"/>
                  <a:pt x="227944" y="0"/>
                </a:cubicBezTo>
                <a:cubicBezTo>
                  <a:pt x="369042" y="16109"/>
                  <a:pt x="433245" y="78582"/>
                  <a:pt x="455888" y="228600"/>
                </a:cubicBezTo>
                <a:cubicBezTo>
                  <a:pt x="450661" y="365783"/>
                  <a:pt x="357470" y="452817"/>
                  <a:pt x="227944" y="457200"/>
                </a:cubicBezTo>
                <a:cubicBezTo>
                  <a:pt x="81400" y="444880"/>
                  <a:pt x="-2911" y="378969"/>
                  <a:pt x="0" y="228600"/>
                </a:cubicBezTo>
                <a:close/>
              </a:path>
              <a:path w="455888" h="457200" stroke="0" extrusionOk="0">
                <a:moveTo>
                  <a:pt x="0" y="228600"/>
                </a:moveTo>
                <a:cubicBezTo>
                  <a:pt x="-711" y="107085"/>
                  <a:pt x="102268" y="5565"/>
                  <a:pt x="227944" y="0"/>
                </a:cubicBezTo>
                <a:cubicBezTo>
                  <a:pt x="343064" y="12013"/>
                  <a:pt x="453505" y="90905"/>
                  <a:pt x="455888" y="228600"/>
                </a:cubicBezTo>
                <a:cubicBezTo>
                  <a:pt x="467081" y="346264"/>
                  <a:pt x="324817" y="473460"/>
                  <a:pt x="227944" y="457200"/>
                </a:cubicBezTo>
                <a:cubicBezTo>
                  <a:pt x="90602" y="465564"/>
                  <a:pt x="2421" y="350767"/>
                  <a:pt x="0" y="228600"/>
                </a:cubicBezTo>
                <a:close/>
              </a:path>
            </a:pathLst>
          </a:custGeom>
          <a:solidFill>
            <a:srgbClr val="FFC000">
              <a:alpha val="70000"/>
            </a:srgbClr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17BFA3-99EE-FD45-A081-CD374B8E53FE}"/>
              </a:ext>
            </a:extLst>
          </p:cNvPr>
          <p:cNvSpPr txBox="1"/>
          <p:nvPr/>
        </p:nvSpPr>
        <p:spPr>
          <a:xfrm>
            <a:off x="1517681" y="536096"/>
            <a:ext cx="301286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Mr. Snack, the Lost Sailor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746740-0FEE-3A7D-AFF7-077AF54A5FE6}"/>
              </a:ext>
            </a:extLst>
          </p:cNvPr>
          <p:cNvGrpSpPr/>
          <p:nvPr/>
        </p:nvGrpSpPr>
        <p:grpSpPr>
          <a:xfrm>
            <a:off x="1322156" y="1107602"/>
            <a:ext cx="3358175" cy="752977"/>
            <a:chOff x="1322156" y="1107602"/>
            <a:chExt cx="3358175" cy="7529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9D3D00-CF3F-DFD5-75E5-E9262FA3A11F}"/>
                </a:ext>
              </a:extLst>
            </p:cNvPr>
            <p:cNvSpPr txBox="1"/>
            <p:nvPr/>
          </p:nvSpPr>
          <p:spPr>
            <a:xfrm>
              <a:off x="1641804" y="1491247"/>
              <a:ext cx="3038527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Who will end up eating him?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DF8B427-1692-648C-8524-47AD2756FDFC}"/>
                </a:ext>
              </a:extLst>
            </p:cNvPr>
            <p:cNvSpPr/>
            <p:nvPr/>
          </p:nvSpPr>
          <p:spPr>
            <a:xfrm>
              <a:off x="1322156" y="1107602"/>
              <a:ext cx="1198880" cy="326360"/>
            </a:xfrm>
            <a:custGeom>
              <a:avLst/>
              <a:gdLst>
                <a:gd name="connsiteX0" fmla="*/ 1198880 w 1198880"/>
                <a:gd name="connsiteY0" fmla="*/ 326360 h 326360"/>
                <a:gd name="connsiteX1" fmla="*/ 833120 w 1198880"/>
                <a:gd name="connsiteY1" fmla="*/ 184120 h 326360"/>
                <a:gd name="connsiteX2" fmla="*/ 579120 w 1198880"/>
                <a:gd name="connsiteY2" fmla="*/ 133320 h 326360"/>
                <a:gd name="connsiteX3" fmla="*/ 426720 w 1198880"/>
                <a:gd name="connsiteY3" fmla="*/ 92680 h 326360"/>
                <a:gd name="connsiteX4" fmla="*/ 365760 w 1198880"/>
                <a:gd name="connsiteY4" fmla="*/ 72360 h 326360"/>
                <a:gd name="connsiteX5" fmla="*/ 111760 w 1198880"/>
                <a:gd name="connsiteY5" fmla="*/ 31720 h 326360"/>
                <a:gd name="connsiteX6" fmla="*/ 71120 w 1198880"/>
                <a:gd name="connsiteY6" fmla="*/ 21560 h 326360"/>
                <a:gd name="connsiteX7" fmla="*/ 30480 w 1198880"/>
                <a:gd name="connsiteY7" fmla="*/ 1240 h 326360"/>
                <a:gd name="connsiteX8" fmla="*/ 0 w 1198880"/>
                <a:gd name="connsiteY8" fmla="*/ 1240 h 32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8880" h="326360">
                  <a:moveTo>
                    <a:pt x="1198880" y="326360"/>
                  </a:moveTo>
                  <a:cubicBezTo>
                    <a:pt x="1044153" y="237945"/>
                    <a:pt x="1128486" y="280286"/>
                    <a:pt x="833120" y="184120"/>
                  </a:cubicBezTo>
                  <a:cubicBezTo>
                    <a:pt x="685187" y="135956"/>
                    <a:pt x="717022" y="145857"/>
                    <a:pt x="579120" y="133320"/>
                  </a:cubicBezTo>
                  <a:cubicBezTo>
                    <a:pt x="323635" y="48158"/>
                    <a:pt x="612023" y="139006"/>
                    <a:pt x="426720" y="92680"/>
                  </a:cubicBezTo>
                  <a:cubicBezTo>
                    <a:pt x="405940" y="87485"/>
                    <a:pt x="386597" y="77321"/>
                    <a:pt x="365760" y="72360"/>
                  </a:cubicBezTo>
                  <a:cubicBezTo>
                    <a:pt x="231234" y="40330"/>
                    <a:pt x="231240" y="43668"/>
                    <a:pt x="111760" y="31720"/>
                  </a:cubicBezTo>
                  <a:cubicBezTo>
                    <a:pt x="98213" y="28333"/>
                    <a:pt x="84195" y="26463"/>
                    <a:pt x="71120" y="21560"/>
                  </a:cubicBezTo>
                  <a:cubicBezTo>
                    <a:pt x="56939" y="16242"/>
                    <a:pt x="45043" y="5401"/>
                    <a:pt x="30480" y="1240"/>
                  </a:cubicBezTo>
                  <a:cubicBezTo>
                    <a:pt x="20711" y="-1551"/>
                    <a:pt x="10160" y="1240"/>
                    <a:pt x="0" y="1240"/>
                  </a:cubicBezTo>
                </a:path>
              </a:pathLst>
            </a:custGeom>
            <a:noFill/>
            <a:ln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3F7050-83D0-BE56-8AAA-F07BE50A445A}"/>
              </a:ext>
            </a:extLst>
          </p:cNvPr>
          <p:cNvSpPr/>
          <p:nvPr/>
        </p:nvSpPr>
        <p:spPr>
          <a:xfrm>
            <a:off x="1641804" y="2809188"/>
            <a:ext cx="1087708" cy="273449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65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E54BE-94AF-E359-B56A-53E1D1B38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close-up of a yellow clock">
            <a:extLst>
              <a:ext uri="{FF2B5EF4-FFF2-40B4-BE49-F238E27FC236}">
                <a16:creationId xmlns:a16="http://schemas.microsoft.com/office/drawing/2014/main" id="{00E4AC45-9FFD-09A4-ED72-A25C551D4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7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96AE1-1845-4ED3-D467-6E1A8253A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Backward Induction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271ED-CEE3-FB1D-0F0B-4A65C230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Sequential Decision Making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0BC96D-E687-E1DC-3289-91B1C50192B1}"/>
              </a:ext>
            </a:extLst>
          </p:cNvPr>
          <p:cNvSpPr txBox="1"/>
          <p:nvPr/>
        </p:nvSpPr>
        <p:spPr>
          <a:xfrm rot="21290645">
            <a:off x="240207" y="5656166"/>
            <a:ext cx="4217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Look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forward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and reason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backward</a:t>
            </a:r>
          </a:p>
        </p:txBody>
      </p:sp>
    </p:spTree>
    <p:extLst>
      <p:ext uri="{BB962C8B-B14F-4D97-AF65-F5344CB8AC3E}">
        <p14:creationId xmlns:p14="http://schemas.microsoft.com/office/powerpoint/2010/main" val="2332843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DC136-DE0E-D329-7B31-441434E3B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D6D3187-7809-DABB-2191-FD15BF845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8E62C67-BCFF-D2B1-4A18-7A8FC249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714A5-FC9A-EE01-AFD7-897960F6D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 Static Decision Problem</a:t>
            </a:r>
            <a:endParaRPr lang="en-US" sz="5400" i="1" dirty="0"/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D5993B33-A9A8-0535-4CC9-6F888AA77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C7CA4B-EF40-C8DA-2E1C-14F183702204}"/>
                  </a:ext>
                </a:extLst>
              </p:cNvPr>
              <p:cNvSpPr txBox="1"/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C7CA4B-EF40-C8DA-2E1C-14F183702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blipFill>
                <a:blip r:embed="rId3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2E7E76C-0827-BB65-DE26-65E3C3F478E2}"/>
              </a:ext>
            </a:extLst>
          </p:cNvPr>
          <p:cNvSpPr txBox="1"/>
          <p:nvPr/>
        </p:nvSpPr>
        <p:spPr>
          <a:xfrm>
            <a:off x="2556933" y="4206551"/>
            <a:ext cx="84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F64C61-6F1B-CB3D-2195-4329CA9F7B4B}"/>
              </a:ext>
            </a:extLst>
          </p:cNvPr>
          <p:cNvGrpSpPr/>
          <p:nvPr/>
        </p:nvGrpSpPr>
        <p:grpSpPr>
          <a:xfrm>
            <a:off x="3401737" y="3103124"/>
            <a:ext cx="1874271" cy="2094999"/>
            <a:chOff x="3401737" y="3103124"/>
            <a:chExt cx="1874271" cy="20949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011DABE-2A05-B663-D04A-39DAD95CB9EB}"/>
                </a:ext>
              </a:extLst>
            </p:cNvPr>
            <p:cNvGrpSpPr/>
            <p:nvPr/>
          </p:nvGrpSpPr>
          <p:grpSpPr>
            <a:xfrm>
              <a:off x="3401737" y="3103124"/>
              <a:ext cx="1874271" cy="1288093"/>
              <a:chOff x="3401737" y="3103124"/>
              <a:chExt cx="1874271" cy="128809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20ADD20-442E-EE8C-3389-4909A817B939}"/>
                  </a:ext>
                </a:extLst>
              </p:cNvPr>
              <p:cNvCxnSpPr>
                <a:cxnSpLocks/>
                <a:stCxn id="11" idx="3"/>
                <a:endCxn id="22" idx="3"/>
              </p:cNvCxnSpPr>
              <p:nvPr/>
            </p:nvCxnSpPr>
            <p:spPr>
              <a:xfrm flipV="1">
                <a:off x="3401737" y="3103124"/>
                <a:ext cx="1874271" cy="1288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F2E42FF0-F3CA-B444-844C-B0A2E7BCB520}"/>
                      </a:ext>
                    </a:extLst>
                  </p:cNvPr>
                  <p:cNvSpPr txBox="1"/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F2E42FF0-F3CA-B444-844C-B0A2E7BCB5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125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2AD2AB1-F53A-33B2-EEEC-956531505A8C}"/>
                </a:ext>
              </a:extLst>
            </p:cNvPr>
            <p:cNvGrpSpPr/>
            <p:nvPr/>
          </p:nvGrpSpPr>
          <p:grpSpPr>
            <a:xfrm>
              <a:off x="3401737" y="4391217"/>
              <a:ext cx="1873122" cy="806906"/>
              <a:chOff x="3401737" y="4391217"/>
              <a:chExt cx="1873122" cy="806906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0B24D9B-3FE8-ED21-677D-3D7AA82B65D8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3401737" y="4391217"/>
                <a:ext cx="1873122" cy="8069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CFB5C0B-B3A6-E1F1-9C32-6458AE4FD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CFB5C0B-B3A6-E1F1-9C32-6458AE4FDD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500" r="-333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FD96B66-6495-AFD2-60B4-24E22C9E6272}"/>
              </a:ext>
            </a:extLst>
          </p:cNvPr>
          <p:cNvGrpSpPr/>
          <p:nvPr/>
        </p:nvGrpSpPr>
        <p:grpSpPr>
          <a:xfrm>
            <a:off x="5028781" y="5140516"/>
            <a:ext cx="403325" cy="459879"/>
            <a:chOff x="5028781" y="5140516"/>
            <a:chExt cx="403325" cy="45987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3C50205-1B94-3341-E364-C0F758D5AA4A}"/>
                </a:ext>
              </a:extLst>
            </p:cNvPr>
            <p:cNvSpPr/>
            <p:nvPr/>
          </p:nvSpPr>
          <p:spPr>
            <a:xfrm>
              <a:off x="5249226" y="514051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62ECF85-6C23-075A-455A-1CEB4BD60D06}"/>
                    </a:ext>
                  </a:extLst>
                </p:cNvPr>
                <p:cNvSpPr txBox="1"/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62ECF85-6C23-075A-455A-1CEB4BD60D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9BAC98-A297-2F54-1102-30998CE94742}"/>
              </a:ext>
            </a:extLst>
          </p:cNvPr>
          <p:cNvGrpSpPr/>
          <p:nvPr/>
        </p:nvGrpSpPr>
        <p:grpSpPr>
          <a:xfrm>
            <a:off x="5432106" y="2115036"/>
            <a:ext cx="1529463" cy="1250123"/>
            <a:chOff x="5432106" y="2115036"/>
            <a:chExt cx="1529463" cy="125012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7B92F09-330F-44FE-87BA-A5FAD432638A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5432106" y="2115036"/>
              <a:ext cx="1495430" cy="923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D3A4006-E1C0-F1D5-C056-8AC33FAB12FD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5432106" y="3038466"/>
              <a:ext cx="1529463" cy="326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CEE52A2-3B97-5D78-C17E-AE3C0FCA0C10}"/>
              </a:ext>
            </a:extLst>
          </p:cNvPr>
          <p:cNvGrpSpPr/>
          <p:nvPr/>
        </p:nvGrpSpPr>
        <p:grpSpPr>
          <a:xfrm>
            <a:off x="5432106" y="4198522"/>
            <a:ext cx="1529463" cy="2022527"/>
            <a:chOff x="5432106" y="4198522"/>
            <a:chExt cx="1529463" cy="202252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64A8F61-D392-ACB0-486A-EA1AC47C3A38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5432106" y="4198522"/>
              <a:ext cx="1529463" cy="1033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6563798-2C2B-3849-4BE9-5EC0374A8245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510670" cy="9890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BC2FF42-910C-4DA4-B980-7EC6CFF37C1C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4954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ED5CDF3-9F26-6A94-9DF1-0016C6A36F89}"/>
              </a:ext>
            </a:extLst>
          </p:cNvPr>
          <p:cNvGrpSpPr/>
          <p:nvPr/>
        </p:nvGrpSpPr>
        <p:grpSpPr>
          <a:xfrm>
            <a:off x="6004292" y="2181568"/>
            <a:ext cx="351058" cy="980261"/>
            <a:chOff x="6004292" y="2181568"/>
            <a:chExt cx="351058" cy="980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27C303B-DC69-A366-2703-6CEC5C8924D3}"/>
                    </a:ext>
                  </a:extLst>
                </p:cNvPr>
                <p:cNvSpPr txBox="1"/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27C303B-DC69-A366-2703-6CEC5C8924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E481217-6B40-1364-2A9F-B7E76E665901}"/>
                    </a:ext>
                  </a:extLst>
                </p:cNvPr>
                <p:cNvSpPr txBox="1"/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E481217-6B40-1364-2A9F-B7E76E665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2D3834-81C0-FF41-E46D-B50EF2629BDF}"/>
              </a:ext>
            </a:extLst>
          </p:cNvPr>
          <p:cNvGrpSpPr/>
          <p:nvPr/>
        </p:nvGrpSpPr>
        <p:grpSpPr>
          <a:xfrm>
            <a:off x="6004292" y="4368063"/>
            <a:ext cx="351058" cy="1320868"/>
            <a:chOff x="6004292" y="4368063"/>
            <a:chExt cx="351058" cy="1320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3C34D83-2D6B-03D6-E2C9-9B8723816949}"/>
                    </a:ext>
                  </a:extLst>
                </p:cNvPr>
                <p:cNvSpPr txBox="1"/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3C34D83-2D6B-03D6-E2C9-9B8723816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448DCB8-E7DA-485F-BD34-B54E3DECE8EE}"/>
                    </a:ext>
                  </a:extLst>
                </p:cNvPr>
                <p:cNvSpPr txBox="1"/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448DCB8-E7DA-485F-BD34-B54E3DECE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78B3473-2438-912D-8A6D-68528D017BD4}"/>
                    </a:ext>
                  </a:extLst>
                </p:cNvPr>
                <p:cNvSpPr txBox="1"/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78B3473-2438-912D-8A6D-68528D017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2681C89-8073-C79E-1EE8-58546D6801CD}"/>
              </a:ext>
            </a:extLst>
          </p:cNvPr>
          <p:cNvGrpSpPr/>
          <p:nvPr/>
        </p:nvGrpSpPr>
        <p:grpSpPr>
          <a:xfrm>
            <a:off x="7049863" y="1957089"/>
            <a:ext cx="476092" cy="1546569"/>
            <a:chOff x="7049863" y="1957089"/>
            <a:chExt cx="476092" cy="1546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850C218-A46A-6B95-3B5E-7B5CE319D884}"/>
                    </a:ext>
                  </a:extLst>
                </p:cNvPr>
                <p:cNvSpPr txBox="1"/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850C218-A46A-6B95-3B5E-7B5CE319D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4085" r="-1267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67F096C1-D875-BFA0-D747-724FC7F6562F}"/>
                    </a:ext>
                  </a:extLst>
                </p:cNvPr>
                <p:cNvSpPr txBox="1"/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67F096C1-D875-BFA0-D747-724FC7F65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32" r="-11392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0AC36AB-E535-7366-00A0-ECAB6FB59D93}"/>
              </a:ext>
            </a:extLst>
          </p:cNvPr>
          <p:cNvGrpSpPr/>
          <p:nvPr/>
        </p:nvGrpSpPr>
        <p:grpSpPr>
          <a:xfrm>
            <a:off x="7094747" y="4068051"/>
            <a:ext cx="494388" cy="2291497"/>
            <a:chOff x="7094747" y="4068051"/>
            <a:chExt cx="494388" cy="22914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1135E70-1A6F-5472-5E03-99B86B6A845E}"/>
                    </a:ext>
                  </a:extLst>
                </p:cNvPr>
                <p:cNvSpPr txBox="1"/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1135E70-1A6F-5472-5E03-99B86B6A8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59EC99C-4982-8CF5-7AC1-BED346EC7905}"/>
                    </a:ext>
                  </a:extLst>
                </p:cNvPr>
                <p:cNvSpPr txBox="1"/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59EC99C-4982-8CF5-7AC1-BED346EC7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9663E3B8-AF9B-BAF4-2E48-2A8DD995C503}"/>
                    </a:ext>
                  </a:extLst>
                </p:cNvPr>
                <p:cNvSpPr txBox="1"/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9663E3B8-AF9B-BAF4-2E48-2A8DD995C5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846" r="-11538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622395-253C-1C6C-65EE-CD90219EF72D}"/>
              </a:ext>
            </a:extLst>
          </p:cNvPr>
          <p:cNvGrpSpPr/>
          <p:nvPr/>
        </p:nvGrpSpPr>
        <p:grpSpPr>
          <a:xfrm>
            <a:off x="5249226" y="2623860"/>
            <a:ext cx="220445" cy="506046"/>
            <a:chOff x="5249226" y="2623860"/>
            <a:chExt cx="220445" cy="50604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876490C-9378-65CF-97C9-8511F76F447C}"/>
                </a:ext>
              </a:extLst>
            </p:cNvPr>
            <p:cNvSpPr/>
            <p:nvPr/>
          </p:nvSpPr>
          <p:spPr>
            <a:xfrm>
              <a:off x="5249226" y="294702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F1C43CF-A399-FEB6-8B9B-FE3ADB66F0DE}"/>
                    </a:ext>
                  </a:extLst>
                </p:cNvPr>
                <p:cNvSpPr txBox="1"/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F1C43CF-A399-FEB6-8B9B-FE3ADB66F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053" r="-23684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F26F357-2EA1-7B3C-E288-A0A3E9EB84AA}"/>
              </a:ext>
            </a:extLst>
          </p:cNvPr>
          <p:cNvGrpSpPr/>
          <p:nvPr/>
        </p:nvGrpSpPr>
        <p:grpSpPr>
          <a:xfrm>
            <a:off x="5829300" y="4150892"/>
            <a:ext cx="1790744" cy="1773654"/>
            <a:chOff x="5829300" y="4150892"/>
            <a:chExt cx="1790744" cy="1773654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6D4A71B-81E5-A400-C276-7A1B82C38612}"/>
                </a:ext>
              </a:extLst>
            </p:cNvPr>
            <p:cNvSpPr/>
            <p:nvPr/>
          </p:nvSpPr>
          <p:spPr>
            <a:xfrm>
              <a:off x="5829300" y="4150892"/>
              <a:ext cx="696019" cy="1773654"/>
            </a:xfrm>
            <a:custGeom>
              <a:avLst/>
              <a:gdLst>
                <a:gd name="csX0" fmla="*/ 0 w 696019"/>
                <a:gd name="csY0" fmla="*/ 116005 h 1773654"/>
                <a:gd name="csX1" fmla="*/ 116005 w 696019"/>
                <a:gd name="csY1" fmla="*/ 0 h 1773654"/>
                <a:gd name="csX2" fmla="*/ 580014 w 696019"/>
                <a:gd name="csY2" fmla="*/ 0 h 1773654"/>
                <a:gd name="csX3" fmla="*/ 696019 w 696019"/>
                <a:gd name="csY3" fmla="*/ 116005 h 1773654"/>
                <a:gd name="csX4" fmla="*/ 696019 w 696019"/>
                <a:gd name="csY4" fmla="*/ 629886 h 1773654"/>
                <a:gd name="csX5" fmla="*/ 696019 w 696019"/>
                <a:gd name="csY5" fmla="*/ 1128351 h 1773654"/>
                <a:gd name="csX6" fmla="*/ 696019 w 696019"/>
                <a:gd name="csY6" fmla="*/ 1657649 h 1773654"/>
                <a:gd name="csX7" fmla="*/ 580014 w 696019"/>
                <a:gd name="csY7" fmla="*/ 1773654 h 1773654"/>
                <a:gd name="csX8" fmla="*/ 116005 w 696019"/>
                <a:gd name="csY8" fmla="*/ 1773654 h 1773654"/>
                <a:gd name="csX9" fmla="*/ 0 w 696019"/>
                <a:gd name="csY9" fmla="*/ 1657649 h 1773654"/>
                <a:gd name="csX10" fmla="*/ 0 w 696019"/>
                <a:gd name="csY10" fmla="*/ 1128351 h 1773654"/>
                <a:gd name="csX11" fmla="*/ 0 w 696019"/>
                <a:gd name="csY11" fmla="*/ 583637 h 1773654"/>
                <a:gd name="csX12" fmla="*/ 0 w 696019"/>
                <a:gd name="csY12" fmla="*/ 116005 h 1773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773654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49485" y="247611"/>
                    <a:pt x="677051" y="488432"/>
                    <a:pt x="696019" y="629886"/>
                  </a:cubicBezTo>
                  <a:cubicBezTo>
                    <a:pt x="714987" y="771340"/>
                    <a:pt x="689746" y="879941"/>
                    <a:pt x="696019" y="1128351"/>
                  </a:cubicBezTo>
                  <a:cubicBezTo>
                    <a:pt x="702292" y="1376761"/>
                    <a:pt x="673759" y="1416941"/>
                    <a:pt x="696019" y="1657649"/>
                  </a:cubicBezTo>
                  <a:cubicBezTo>
                    <a:pt x="695013" y="1712124"/>
                    <a:pt x="635727" y="1785266"/>
                    <a:pt x="580014" y="1773654"/>
                  </a:cubicBezTo>
                  <a:cubicBezTo>
                    <a:pt x="411615" y="1811895"/>
                    <a:pt x="269726" y="1721068"/>
                    <a:pt x="116005" y="1773654"/>
                  </a:cubicBezTo>
                  <a:cubicBezTo>
                    <a:pt x="38782" y="1772902"/>
                    <a:pt x="4752" y="1708686"/>
                    <a:pt x="0" y="1657649"/>
                  </a:cubicBezTo>
                  <a:cubicBezTo>
                    <a:pt x="-22555" y="1491170"/>
                    <a:pt x="52831" y="1306680"/>
                    <a:pt x="0" y="1128351"/>
                  </a:cubicBezTo>
                  <a:cubicBezTo>
                    <a:pt x="-52831" y="950022"/>
                    <a:pt x="31489" y="781759"/>
                    <a:pt x="0" y="583637"/>
                  </a:cubicBezTo>
                  <a:cubicBezTo>
                    <a:pt x="-31489" y="385515"/>
                    <a:pt x="51378" y="214580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290F60-EE7F-13F3-990C-F10CEDECF0B5}"/>
                </a:ext>
              </a:extLst>
            </p:cNvPr>
            <p:cNvSpPr txBox="1"/>
            <p:nvPr/>
          </p:nvSpPr>
          <p:spPr>
            <a:xfrm>
              <a:off x="6631268" y="5472927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BD53322-D8F6-EA54-221B-1CBA9F235137}"/>
              </a:ext>
            </a:extLst>
          </p:cNvPr>
          <p:cNvGrpSpPr/>
          <p:nvPr/>
        </p:nvGrpSpPr>
        <p:grpSpPr>
          <a:xfrm>
            <a:off x="5829300" y="1930835"/>
            <a:ext cx="1759835" cy="1461589"/>
            <a:chOff x="5829300" y="1930835"/>
            <a:chExt cx="1759835" cy="146158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8EE8B645-97A9-5EA7-C4AD-0DB4321019E5}"/>
                </a:ext>
              </a:extLst>
            </p:cNvPr>
            <p:cNvSpPr/>
            <p:nvPr/>
          </p:nvSpPr>
          <p:spPr>
            <a:xfrm>
              <a:off x="5829300" y="1930835"/>
              <a:ext cx="696019" cy="1461589"/>
            </a:xfrm>
            <a:custGeom>
              <a:avLst/>
              <a:gdLst>
                <a:gd name="csX0" fmla="*/ 0 w 696019"/>
                <a:gd name="csY0" fmla="*/ 116005 h 1461589"/>
                <a:gd name="csX1" fmla="*/ 116005 w 696019"/>
                <a:gd name="csY1" fmla="*/ 0 h 1461589"/>
                <a:gd name="csX2" fmla="*/ 580014 w 696019"/>
                <a:gd name="csY2" fmla="*/ 0 h 1461589"/>
                <a:gd name="csX3" fmla="*/ 696019 w 696019"/>
                <a:gd name="csY3" fmla="*/ 116005 h 1461589"/>
                <a:gd name="csX4" fmla="*/ 696019 w 696019"/>
                <a:gd name="csY4" fmla="*/ 525865 h 1461589"/>
                <a:gd name="csX5" fmla="*/ 696019 w 696019"/>
                <a:gd name="csY5" fmla="*/ 923429 h 1461589"/>
                <a:gd name="csX6" fmla="*/ 696019 w 696019"/>
                <a:gd name="csY6" fmla="*/ 1345584 h 1461589"/>
                <a:gd name="csX7" fmla="*/ 580014 w 696019"/>
                <a:gd name="csY7" fmla="*/ 1461589 h 1461589"/>
                <a:gd name="csX8" fmla="*/ 116005 w 696019"/>
                <a:gd name="csY8" fmla="*/ 1461589 h 1461589"/>
                <a:gd name="csX9" fmla="*/ 0 w 696019"/>
                <a:gd name="csY9" fmla="*/ 1345584 h 1461589"/>
                <a:gd name="csX10" fmla="*/ 0 w 696019"/>
                <a:gd name="csY10" fmla="*/ 923429 h 1461589"/>
                <a:gd name="csX11" fmla="*/ 0 w 696019"/>
                <a:gd name="csY11" fmla="*/ 488977 h 1461589"/>
                <a:gd name="csX12" fmla="*/ 0 w 696019"/>
                <a:gd name="csY12" fmla="*/ 116005 h 1461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461589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06013" y="224674"/>
                    <a:pt x="664179" y="402601"/>
                    <a:pt x="696019" y="525865"/>
                  </a:cubicBezTo>
                  <a:cubicBezTo>
                    <a:pt x="727859" y="649129"/>
                    <a:pt x="691124" y="792779"/>
                    <a:pt x="696019" y="923429"/>
                  </a:cubicBezTo>
                  <a:cubicBezTo>
                    <a:pt x="700914" y="1054079"/>
                    <a:pt x="674989" y="1184014"/>
                    <a:pt x="696019" y="1345584"/>
                  </a:cubicBezTo>
                  <a:cubicBezTo>
                    <a:pt x="695013" y="1400059"/>
                    <a:pt x="635727" y="1473201"/>
                    <a:pt x="580014" y="1461589"/>
                  </a:cubicBezTo>
                  <a:cubicBezTo>
                    <a:pt x="411615" y="1499830"/>
                    <a:pt x="269726" y="1409003"/>
                    <a:pt x="116005" y="1461589"/>
                  </a:cubicBezTo>
                  <a:cubicBezTo>
                    <a:pt x="38782" y="1460837"/>
                    <a:pt x="4752" y="1396621"/>
                    <a:pt x="0" y="1345584"/>
                  </a:cubicBezTo>
                  <a:cubicBezTo>
                    <a:pt x="-18548" y="1176742"/>
                    <a:pt x="23287" y="1085846"/>
                    <a:pt x="0" y="923429"/>
                  </a:cubicBezTo>
                  <a:cubicBezTo>
                    <a:pt x="-23287" y="761012"/>
                    <a:pt x="18441" y="681991"/>
                    <a:pt x="0" y="488977"/>
                  </a:cubicBezTo>
                  <a:cubicBezTo>
                    <a:pt x="-18441" y="295963"/>
                    <a:pt x="6606" y="274684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EE6AF62-5B73-DEA0-37E9-F055E22C2352}"/>
                </a:ext>
              </a:extLst>
            </p:cNvPr>
            <p:cNvSpPr txBox="1"/>
            <p:nvPr/>
          </p:nvSpPr>
          <p:spPr>
            <a:xfrm>
              <a:off x="6600359" y="2690901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048544-44FB-8A65-0788-D36C612CD583}"/>
              </a:ext>
            </a:extLst>
          </p:cNvPr>
          <p:cNvGrpSpPr/>
          <p:nvPr/>
        </p:nvGrpSpPr>
        <p:grpSpPr>
          <a:xfrm>
            <a:off x="7972425" y="1800282"/>
            <a:ext cx="3326546" cy="4812535"/>
            <a:chOff x="7972425" y="1800282"/>
            <a:chExt cx="3326546" cy="48125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DE0E1CE-874D-839E-A95B-9C2BBC8D1759}"/>
                    </a:ext>
                  </a:extLst>
                </p:cNvPr>
                <p:cNvSpPr txBox="1"/>
                <p:nvPr/>
              </p:nvSpPr>
              <p:spPr>
                <a:xfrm>
                  <a:off x="8212660" y="3058785"/>
                  <a:ext cx="1023165" cy="276999"/>
                </a:xfrm>
                <a:custGeom>
                  <a:avLst/>
                  <a:gdLst>
                    <a:gd name="csX0" fmla="*/ 0 w 1023165"/>
                    <a:gd name="csY0" fmla="*/ 0 h 276999"/>
                    <a:gd name="csX1" fmla="*/ 532046 w 1023165"/>
                    <a:gd name="csY1" fmla="*/ 0 h 276999"/>
                    <a:gd name="csX2" fmla="*/ 1023165 w 1023165"/>
                    <a:gd name="csY2" fmla="*/ 0 h 276999"/>
                    <a:gd name="csX3" fmla="*/ 1023165 w 1023165"/>
                    <a:gd name="csY3" fmla="*/ 276999 h 276999"/>
                    <a:gd name="csX4" fmla="*/ 521814 w 1023165"/>
                    <a:gd name="csY4" fmla="*/ 276999 h 276999"/>
                    <a:gd name="csX5" fmla="*/ 0 w 1023165"/>
                    <a:gd name="csY5" fmla="*/ 276999 h 276999"/>
                    <a:gd name="csX6" fmla="*/ 0 w 1023165"/>
                    <a:gd name="csY6" fmla="*/ 0 h 2769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023165" h="276999" fill="none" extrusionOk="0">
                      <a:moveTo>
                        <a:pt x="0" y="0"/>
                      </a:moveTo>
                      <a:cubicBezTo>
                        <a:pt x="106773" y="-33613"/>
                        <a:pt x="421222" y="29339"/>
                        <a:pt x="532046" y="0"/>
                      </a:cubicBezTo>
                      <a:cubicBezTo>
                        <a:pt x="642870" y="-29339"/>
                        <a:pt x="838880" y="11881"/>
                        <a:pt x="1023165" y="0"/>
                      </a:cubicBezTo>
                      <a:cubicBezTo>
                        <a:pt x="1046855" y="123512"/>
                        <a:pt x="1009332" y="147405"/>
                        <a:pt x="1023165" y="276999"/>
                      </a:cubicBezTo>
                      <a:cubicBezTo>
                        <a:pt x="782318" y="317205"/>
                        <a:pt x="625149" y="249716"/>
                        <a:pt x="521814" y="276999"/>
                      </a:cubicBezTo>
                      <a:cubicBezTo>
                        <a:pt x="418479" y="304282"/>
                        <a:pt x="250795" y="216697"/>
                        <a:pt x="0" y="276999"/>
                      </a:cubicBezTo>
                      <a:cubicBezTo>
                        <a:pt x="-1680" y="168063"/>
                        <a:pt x="27670" y="112396"/>
                        <a:pt x="0" y="0"/>
                      </a:cubicBezTo>
                      <a:close/>
                    </a:path>
                    <a:path w="1023165" h="276999" stroke="0" extrusionOk="0">
                      <a:moveTo>
                        <a:pt x="0" y="0"/>
                      </a:moveTo>
                      <a:cubicBezTo>
                        <a:pt x="228657" y="-36047"/>
                        <a:pt x="375306" y="7052"/>
                        <a:pt x="501351" y="0"/>
                      </a:cubicBezTo>
                      <a:cubicBezTo>
                        <a:pt x="627396" y="-7052"/>
                        <a:pt x="902642" y="41138"/>
                        <a:pt x="1023165" y="0"/>
                      </a:cubicBezTo>
                      <a:cubicBezTo>
                        <a:pt x="1051128" y="55906"/>
                        <a:pt x="1003821" y="166747"/>
                        <a:pt x="1023165" y="276999"/>
                      </a:cubicBezTo>
                      <a:cubicBezTo>
                        <a:pt x="805140" y="303637"/>
                        <a:pt x="767042" y="263244"/>
                        <a:pt x="511583" y="276999"/>
                      </a:cubicBezTo>
                      <a:cubicBezTo>
                        <a:pt x="256124" y="290754"/>
                        <a:pt x="253393" y="274836"/>
                        <a:pt x="0" y="276999"/>
                      </a:cubicBezTo>
                      <a:cubicBezTo>
                        <a:pt x="-6017" y="202192"/>
                        <a:pt x="16326" y="78505"/>
                        <a:pt x="0" y="0"/>
                      </a:cubicBezTo>
                      <a:close/>
                    </a:path>
                  </a:pathLst>
                </a:custGeom>
                <a:solidFill>
                  <a:schemeClr val="tx2">
                    <a:lumMod val="10000"/>
                    <a:lumOff val="90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DE0E1CE-874D-839E-A95B-9C2BBC8D1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2660" y="3058785"/>
                  <a:ext cx="1023165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734" r="-4046"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custGeom>
                          <a:avLst/>
                          <a:gdLst>
                            <a:gd name="csX0" fmla="*/ 0 w 1023165"/>
                            <a:gd name="csY0" fmla="*/ 0 h 276999"/>
                            <a:gd name="csX1" fmla="*/ 501351 w 1023165"/>
                            <a:gd name="csY1" fmla="*/ 0 h 276999"/>
                            <a:gd name="csX2" fmla="*/ 1023165 w 1023165"/>
                            <a:gd name="csY2" fmla="*/ 0 h 276999"/>
                            <a:gd name="csX3" fmla="*/ 1023165 w 1023165"/>
                            <a:gd name="csY3" fmla="*/ 276999 h 276999"/>
                            <a:gd name="csX4" fmla="*/ 511583 w 1023165"/>
                            <a:gd name="csY4" fmla="*/ 276999 h 276999"/>
                            <a:gd name="csX5" fmla="*/ 0 w 1023165"/>
                            <a:gd name="csY5" fmla="*/ 276999 h 276999"/>
                            <a:gd name="csX6" fmla="*/ 0 w 1023165"/>
                            <a:gd name="csY6" fmla="*/ 0 h 276999"/>
                          </a:gdLst>
                          <a:ahLst/>
                          <a:cxnLst>
                            <a:cxn ang="0">
                              <a:pos x="csX0" y="csY0"/>
                            </a:cxn>
                            <a:cxn ang="0">
                              <a:pos x="csX1" y="csY1"/>
                            </a:cxn>
                            <a:cxn ang="0">
                              <a:pos x="csX2" y="csY2"/>
                            </a:cxn>
                            <a:cxn ang="0">
                              <a:pos x="csX3" y="csY3"/>
                            </a:cxn>
                            <a:cxn ang="0">
                              <a:pos x="csX4" y="csY4"/>
                            </a:cxn>
                            <a:cxn ang="0">
                              <a:pos x="csX5" y="csY5"/>
                            </a:cxn>
                            <a:cxn ang="0">
                              <a:pos x="csX6" y="csY6"/>
                            </a:cxn>
                          </a:cxnLst>
                          <a:rect l="l" t="t" r="r" b="b"/>
                          <a:pathLst>
                            <a:path w="1023165" h="276999" extrusionOk="0">
                              <a:moveTo>
                                <a:pt x="0" y="0"/>
                              </a:moveTo>
                              <a:cubicBezTo>
                                <a:pt x="228657" y="-36047"/>
                                <a:pt x="375306" y="7052"/>
                                <a:pt x="501351" y="0"/>
                              </a:cubicBezTo>
                              <a:cubicBezTo>
                                <a:pt x="627396" y="-7052"/>
                                <a:pt x="902642" y="41138"/>
                                <a:pt x="1023165" y="0"/>
                              </a:cubicBezTo>
                              <a:cubicBezTo>
                                <a:pt x="1051128" y="55906"/>
                                <a:pt x="1003821" y="166747"/>
                                <a:pt x="1023165" y="276999"/>
                              </a:cubicBezTo>
                              <a:cubicBezTo>
                                <a:pt x="805140" y="303637"/>
                                <a:pt x="767042" y="263244"/>
                                <a:pt x="511583" y="276999"/>
                              </a:cubicBezTo>
                              <a:cubicBezTo>
                                <a:pt x="256124" y="290754"/>
                                <a:pt x="253393" y="274836"/>
                                <a:pt x="0" y="276999"/>
                              </a:cubicBezTo>
                              <a:cubicBezTo>
                                <a:pt x="-6017" y="202192"/>
                                <a:pt x="16326" y="78505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22655E3-69FD-9C4F-7592-E7B3B4852D12}"/>
                    </a:ext>
                  </a:extLst>
                </p:cNvPr>
                <p:cNvSpPr txBox="1"/>
                <p:nvPr/>
              </p:nvSpPr>
              <p:spPr>
                <a:xfrm>
                  <a:off x="8209560" y="2438251"/>
                  <a:ext cx="1075679" cy="276999"/>
                </a:xfrm>
                <a:custGeom>
                  <a:avLst/>
                  <a:gdLst>
                    <a:gd name="csX0" fmla="*/ 0 w 1075679"/>
                    <a:gd name="csY0" fmla="*/ 0 h 276999"/>
                    <a:gd name="csX1" fmla="*/ 559353 w 1075679"/>
                    <a:gd name="csY1" fmla="*/ 0 h 276999"/>
                    <a:gd name="csX2" fmla="*/ 1075679 w 1075679"/>
                    <a:gd name="csY2" fmla="*/ 0 h 276999"/>
                    <a:gd name="csX3" fmla="*/ 1075679 w 1075679"/>
                    <a:gd name="csY3" fmla="*/ 276999 h 276999"/>
                    <a:gd name="csX4" fmla="*/ 548596 w 1075679"/>
                    <a:gd name="csY4" fmla="*/ 276999 h 276999"/>
                    <a:gd name="csX5" fmla="*/ 0 w 1075679"/>
                    <a:gd name="csY5" fmla="*/ 276999 h 276999"/>
                    <a:gd name="csX6" fmla="*/ 0 w 1075679"/>
                    <a:gd name="csY6" fmla="*/ 0 h 2769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075679" h="276999" fill="none" extrusionOk="0">
                      <a:moveTo>
                        <a:pt x="0" y="0"/>
                      </a:moveTo>
                      <a:cubicBezTo>
                        <a:pt x="219127" y="-4655"/>
                        <a:pt x="311541" y="50888"/>
                        <a:pt x="559353" y="0"/>
                      </a:cubicBezTo>
                      <a:cubicBezTo>
                        <a:pt x="807165" y="-50888"/>
                        <a:pt x="834629" y="38361"/>
                        <a:pt x="1075679" y="0"/>
                      </a:cubicBezTo>
                      <a:cubicBezTo>
                        <a:pt x="1099369" y="123512"/>
                        <a:pt x="1061846" y="147405"/>
                        <a:pt x="1075679" y="276999"/>
                      </a:cubicBezTo>
                      <a:cubicBezTo>
                        <a:pt x="851606" y="323006"/>
                        <a:pt x="713358" y="246756"/>
                        <a:pt x="548596" y="276999"/>
                      </a:cubicBezTo>
                      <a:cubicBezTo>
                        <a:pt x="383834" y="307242"/>
                        <a:pt x="135562" y="223451"/>
                        <a:pt x="0" y="276999"/>
                      </a:cubicBezTo>
                      <a:cubicBezTo>
                        <a:pt x="-1680" y="168063"/>
                        <a:pt x="27670" y="112396"/>
                        <a:pt x="0" y="0"/>
                      </a:cubicBezTo>
                      <a:close/>
                    </a:path>
                    <a:path w="1075679" h="276999" stroke="0" extrusionOk="0">
                      <a:moveTo>
                        <a:pt x="0" y="0"/>
                      </a:moveTo>
                      <a:cubicBezTo>
                        <a:pt x="240711" y="-41378"/>
                        <a:pt x="349093" y="2194"/>
                        <a:pt x="527083" y="0"/>
                      </a:cubicBezTo>
                      <a:cubicBezTo>
                        <a:pt x="705073" y="-2194"/>
                        <a:pt x="916974" y="64262"/>
                        <a:pt x="1075679" y="0"/>
                      </a:cubicBezTo>
                      <a:cubicBezTo>
                        <a:pt x="1103642" y="55906"/>
                        <a:pt x="1056335" y="166747"/>
                        <a:pt x="1075679" y="276999"/>
                      </a:cubicBezTo>
                      <a:cubicBezTo>
                        <a:pt x="820162" y="320281"/>
                        <a:pt x="646511" y="267226"/>
                        <a:pt x="537840" y="276999"/>
                      </a:cubicBezTo>
                      <a:cubicBezTo>
                        <a:pt x="429169" y="286772"/>
                        <a:pt x="141208" y="272211"/>
                        <a:pt x="0" y="276999"/>
                      </a:cubicBezTo>
                      <a:cubicBezTo>
                        <a:pt x="-6017" y="202192"/>
                        <a:pt x="16326" y="78505"/>
                        <a:pt x="0" y="0"/>
                      </a:cubicBezTo>
                      <a:close/>
                    </a:path>
                  </a:pathLst>
                </a:custGeom>
                <a:solidFill>
                  <a:schemeClr val="tx2">
                    <a:lumMod val="10000"/>
                    <a:lumOff val="90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22655E3-69FD-9C4F-7592-E7B3B4852D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9560" y="2438251"/>
                  <a:ext cx="1075679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1657" r="-3315"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custGeom>
                          <a:avLst/>
                          <a:gdLst>
                            <a:gd name="csX0" fmla="*/ 0 w 1075679"/>
                            <a:gd name="csY0" fmla="*/ 0 h 276999"/>
                            <a:gd name="csX1" fmla="*/ 527083 w 1075679"/>
                            <a:gd name="csY1" fmla="*/ 0 h 276999"/>
                            <a:gd name="csX2" fmla="*/ 1075679 w 1075679"/>
                            <a:gd name="csY2" fmla="*/ 0 h 276999"/>
                            <a:gd name="csX3" fmla="*/ 1075679 w 1075679"/>
                            <a:gd name="csY3" fmla="*/ 276999 h 276999"/>
                            <a:gd name="csX4" fmla="*/ 537840 w 1075679"/>
                            <a:gd name="csY4" fmla="*/ 276999 h 276999"/>
                            <a:gd name="csX5" fmla="*/ 0 w 1075679"/>
                            <a:gd name="csY5" fmla="*/ 276999 h 276999"/>
                            <a:gd name="csX6" fmla="*/ 0 w 1075679"/>
                            <a:gd name="csY6" fmla="*/ 0 h 276999"/>
                          </a:gdLst>
                          <a:ahLst/>
                          <a:cxnLst>
                            <a:cxn ang="0">
                              <a:pos x="csX0" y="csY0"/>
                            </a:cxn>
                            <a:cxn ang="0">
                              <a:pos x="csX1" y="csY1"/>
                            </a:cxn>
                            <a:cxn ang="0">
                              <a:pos x="csX2" y="csY2"/>
                            </a:cxn>
                            <a:cxn ang="0">
                              <a:pos x="csX3" y="csY3"/>
                            </a:cxn>
                            <a:cxn ang="0">
                              <a:pos x="csX4" y="csY4"/>
                            </a:cxn>
                            <a:cxn ang="0">
                              <a:pos x="csX5" y="csY5"/>
                            </a:cxn>
                            <a:cxn ang="0">
                              <a:pos x="csX6" y="csY6"/>
                            </a:cxn>
                          </a:cxnLst>
                          <a:rect l="l" t="t" r="r" b="b"/>
                          <a:pathLst>
                            <a:path w="1075679" h="276999" extrusionOk="0">
                              <a:moveTo>
                                <a:pt x="0" y="0"/>
                              </a:moveTo>
                              <a:cubicBezTo>
                                <a:pt x="240711" y="-41378"/>
                                <a:pt x="349093" y="2194"/>
                                <a:pt x="527083" y="0"/>
                              </a:cubicBezTo>
                              <a:cubicBezTo>
                                <a:pt x="705073" y="-2194"/>
                                <a:pt x="916974" y="64262"/>
                                <a:pt x="1075679" y="0"/>
                              </a:cubicBezTo>
                              <a:cubicBezTo>
                                <a:pt x="1103642" y="55906"/>
                                <a:pt x="1056335" y="166747"/>
                                <a:pt x="1075679" y="276999"/>
                              </a:cubicBezTo>
                              <a:cubicBezTo>
                                <a:pt x="820162" y="320281"/>
                                <a:pt x="646511" y="267226"/>
                                <a:pt x="537840" y="276999"/>
                              </a:cubicBezTo>
                              <a:cubicBezTo>
                                <a:pt x="429169" y="286772"/>
                                <a:pt x="141208" y="272211"/>
                                <a:pt x="0" y="276999"/>
                              </a:cubicBezTo>
                              <a:cubicBezTo>
                                <a:pt x="-6017" y="202192"/>
                                <a:pt x="16326" y="78505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D0378A1-3D86-B78E-D37F-156E1B177BBC}"/>
                    </a:ext>
                  </a:extLst>
                </p:cNvPr>
                <p:cNvSpPr txBox="1"/>
                <p:nvPr/>
              </p:nvSpPr>
              <p:spPr>
                <a:xfrm>
                  <a:off x="8209560" y="3788166"/>
                  <a:ext cx="1238031" cy="276999"/>
                </a:xfrm>
                <a:custGeom>
                  <a:avLst/>
                  <a:gdLst>
                    <a:gd name="csX0" fmla="*/ 0 w 1238031"/>
                    <a:gd name="csY0" fmla="*/ 0 h 276999"/>
                    <a:gd name="csX1" fmla="*/ 437438 w 1238031"/>
                    <a:gd name="csY1" fmla="*/ 0 h 276999"/>
                    <a:gd name="csX2" fmla="*/ 862495 w 1238031"/>
                    <a:gd name="csY2" fmla="*/ 0 h 276999"/>
                    <a:gd name="csX3" fmla="*/ 1238031 w 1238031"/>
                    <a:gd name="csY3" fmla="*/ 0 h 276999"/>
                    <a:gd name="csX4" fmla="*/ 1238031 w 1238031"/>
                    <a:gd name="csY4" fmla="*/ 276999 h 276999"/>
                    <a:gd name="csX5" fmla="*/ 850115 w 1238031"/>
                    <a:gd name="csY5" fmla="*/ 276999 h 276999"/>
                    <a:gd name="csX6" fmla="*/ 437438 w 1238031"/>
                    <a:gd name="csY6" fmla="*/ 276999 h 276999"/>
                    <a:gd name="csX7" fmla="*/ 0 w 1238031"/>
                    <a:gd name="csY7" fmla="*/ 276999 h 276999"/>
                    <a:gd name="csX8" fmla="*/ 0 w 1238031"/>
                    <a:gd name="csY8" fmla="*/ 0 h 2769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38031" h="276999" fill="none" extrusionOk="0">
                      <a:moveTo>
                        <a:pt x="0" y="0"/>
                      </a:moveTo>
                      <a:cubicBezTo>
                        <a:pt x="105990" y="-558"/>
                        <a:pt x="308402" y="30506"/>
                        <a:pt x="437438" y="0"/>
                      </a:cubicBezTo>
                      <a:cubicBezTo>
                        <a:pt x="566474" y="-30506"/>
                        <a:pt x="710020" y="20504"/>
                        <a:pt x="862495" y="0"/>
                      </a:cubicBezTo>
                      <a:cubicBezTo>
                        <a:pt x="1014970" y="-20504"/>
                        <a:pt x="1075088" y="29066"/>
                        <a:pt x="1238031" y="0"/>
                      </a:cubicBezTo>
                      <a:cubicBezTo>
                        <a:pt x="1264229" y="80700"/>
                        <a:pt x="1223897" y="202672"/>
                        <a:pt x="1238031" y="276999"/>
                      </a:cubicBezTo>
                      <a:cubicBezTo>
                        <a:pt x="1139273" y="317241"/>
                        <a:pt x="930414" y="231522"/>
                        <a:pt x="850115" y="276999"/>
                      </a:cubicBezTo>
                      <a:cubicBezTo>
                        <a:pt x="769816" y="322476"/>
                        <a:pt x="585784" y="273670"/>
                        <a:pt x="437438" y="276999"/>
                      </a:cubicBezTo>
                      <a:cubicBezTo>
                        <a:pt x="289092" y="280328"/>
                        <a:pt x="190944" y="253144"/>
                        <a:pt x="0" y="276999"/>
                      </a:cubicBezTo>
                      <a:cubicBezTo>
                        <a:pt x="-11858" y="214994"/>
                        <a:pt x="27486" y="89139"/>
                        <a:pt x="0" y="0"/>
                      </a:cubicBezTo>
                      <a:close/>
                    </a:path>
                    <a:path w="1238031" h="276999" stroke="0" extrusionOk="0">
                      <a:moveTo>
                        <a:pt x="0" y="0"/>
                      </a:moveTo>
                      <a:cubicBezTo>
                        <a:pt x="92565" y="-4062"/>
                        <a:pt x="211973" y="30845"/>
                        <a:pt x="400297" y="0"/>
                      </a:cubicBezTo>
                      <a:cubicBezTo>
                        <a:pt x="588621" y="-30845"/>
                        <a:pt x="617208" y="2245"/>
                        <a:pt x="775833" y="0"/>
                      </a:cubicBezTo>
                      <a:cubicBezTo>
                        <a:pt x="934458" y="-2245"/>
                        <a:pt x="1050176" y="23671"/>
                        <a:pt x="1238031" y="0"/>
                      </a:cubicBezTo>
                      <a:cubicBezTo>
                        <a:pt x="1251459" y="90708"/>
                        <a:pt x="1222304" y="144548"/>
                        <a:pt x="1238031" y="276999"/>
                      </a:cubicBezTo>
                      <a:cubicBezTo>
                        <a:pt x="1149144" y="299971"/>
                        <a:pt x="1038507" y="253238"/>
                        <a:pt x="850115" y="276999"/>
                      </a:cubicBezTo>
                      <a:cubicBezTo>
                        <a:pt x="661723" y="300760"/>
                        <a:pt x="599043" y="263164"/>
                        <a:pt x="412677" y="276999"/>
                      </a:cubicBezTo>
                      <a:cubicBezTo>
                        <a:pt x="226311" y="290834"/>
                        <a:pt x="193142" y="267310"/>
                        <a:pt x="0" y="276999"/>
                      </a:cubicBezTo>
                      <a:cubicBezTo>
                        <a:pt x="-11636" y="182021"/>
                        <a:pt x="27200" y="11971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D0378A1-3D86-B78E-D37F-156E1B177B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9560" y="3788166"/>
                  <a:ext cx="1238031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442"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custGeom>
                          <a:avLst/>
                          <a:gdLst>
                            <a:gd name="connsiteX0" fmla="*/ 0 w 1238031"/>
                            <a:gd name="connsiteY0" fmla="*/ 0 h 276999"/>
                            <a:gd name="connsiteX1" fmla="*/ 437438 w 1238031"/>
                            <a:gd name="connsiteY1" fmla="*/ 0 h 276999"/>
                            <a:gd name="connsiteX2" fmla="*/ 862495 w 1238031"/>
                            <a:gd name="connsiteY2" fmla="*/ 0 h 276999"/>
                            <a:gd name="connsiteX3" fmla="*/ 1238031 w 1238031"/>
                            <a:gd name="connsiteY3" fmla="*/ 0 h 276999"/>
                            <a:gd name="connsiteX4" fmla="*/ 1238031 w 1238031"/>
                            <a:gd name="connsiteY4" fmla="*/ 276999 h 276999"/>
                            <a:gd name="connsiteX5" fmla="*/ 850115 w 1238031"/>
                            <a:gd name="connsiteY5" fmla="*/ 276999 h 276999"/>
                            <a:gd name="connsiteX6" fmla="*/ 437438 w 1238031"/>
                            <a:gd name="connsiteY6" fmla="*/ 276999 h 276999"/>
                            <a:gd name="connsiteX7" fmla="*/ 0 w 1238031"/>
                            <a:gd name="connsiteY7" fmla="*/ 276999 h 276999"/>
                            <a:gd name="connsiteX8" fmla="*/ 0 w 1238031"/>
                            <a:gd name="connsiteY8" fmla="*/ 0 h 27699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1238031" h="276999" fill="none" extrusionOk="0">
                              <a:moveTo>
                                <a:pt x="0" y="0"/>
                              </a:moveTo>
                              <a:cubicBezTo>
                                <a:pt x="105990" y="-558"/>
                                <a:pt x="308402" y="30506"/>
                                <a:pt x="437438" y="0"/>
                              </a:cubicBezTo>
                              <a:cubicBezTo>
                                <a:pt x="566474" y="-30506"/>
                                <a:pt x="710020" y="20504"/>
                                <a:pt x="862495" y="0"/>
                              </a:cubicBezTo>
                              <a:cubicBezTo>
                                <a:pt x="1014970" y="-20504"/>
                                <a:pt x="1075088" y="29066"/>
                                <a:pt x="1238031" y="0"/>
                              </a:cubicBezTo>
                              <a:cubicBezTo>
                                <a:pt x="1264229" y="80700"/>
                                <a:pt x="1223897" y="202672"/>
                                <a:pt x="1238031" y="276999"/>
                              </a:cubicBezTo>
                              <a:cubicBezTo>
                                <a:pt x="1139273" y="317241"/>
                                <a:pt x="930414" y="231522"/>
                                <a:pt x="850115" y="276999"/>
                              </a:cubicBezTo>
                              <a:cubicBezTo>
                                <a:pt x="769816" y="322476"/>
                                <a:pt x="585784" y="273670"/>
                                <a:pt x="437438" y="276999"/>
                              </a:cubicBezTo>
                              <a:cubicBezTo>
                                <a:pt x="289092" y="280328"/>
                                <a:pt x="190944" y="253144"/>
                                <a:pt x="0" y="276999"/>
                              </a:cubicBezTo>
                              <a:cubicBezTo>
                                <a:pt x="-11858" y="214994"/>
                                <a:pt x="27486" y="89139"/>
                                <a:pt x="0" y="0"/>
                              </a:cubicBezTo>
                              <a:close/>
                            </a:path>
                            <a:path w="1238031" h="276999" stroke="0" extrusionOk="0">
                              <a:moveTo>
                                <a:pt x="0" y="0"/>
                              </a:moveTo>
                              <a:cubicBezTo>
                                <a:pt x="92565" y="-4062"/>
                                <a:pt x="211973" y="30845"/>
                                <a:pt x="400297" y="0"/>
                              </a:cubicBezTo>
                              <a:cubicBezTo>
                                <a:pt x="588621" y="-30845"/>
                                <a:pt x="617208" y="2245"/>
                                <a:pt x="775833" y="0"/>
                              </a:cubicBezTo>
                              <a:cubicBezTo>
                                <a:pt x="934458" y="-2245"/>
                                <a:pt x="1050176" y="23671"/>
                                <a:pt x="1238031" y="0"/>
                              </a:cubicBezTo>
                              <a:cubicBezTo>
                                <a:pt x="1251459" y="90708"/>
                                <a:pt x="1222304" y="144548"/>
                                <a:pt x="1238031" y="276999"/>
                              </a:cubicBezTo>
                              <a:cubicBezTo>
                                <a:pt x="1149144" y="299971"/>
                                <a:pt x="1038507" y="253238"/>
                                <a:pt x="850115" y="276999"/>
                              </a:cubicBezTo>
                              <a:cubicBezTo>
                                <a:pt x="661723" y="300760"/>
                                <a:pt x="599043" y="263164"/>
                                <a:pt x="412677" y="276999"/>
                              </a:cubicBezTo>
                              <a:cubicBezTo>
                                <a:pt x="226311" y="290834"/>
                                <a:pt x="193142" y="267310"/>
                                <a:pt x="0" y="276999"/>
                              </a:cubicBezTo>
                              <a:cubicBezTo>
                                <a:pt x="-11636" y="182021"/>
                                <a:pt x="27200" y="119714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409EE19-B10A-FA6E-2605-C4B24B150528}"/>
                </a:ext>
              </a:extLst>
            </p:cNvPr>
            <p:cNvCxnSpPr>
              <a:cxnSpLocks/>
            </p:cNvCxnSpPr>
            <p:nvPr/>
          </p:nvCxnSpPr>
          <p:spPr>
            <a:xfrm>
              <a:off x="7972425" y="1800282"/>
              <a:ext cx="0" cy="481253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320D39-6C27-7A1D-16C7-C6A1C0815253}"/>
                </a:ext>
              </a:extLst>
            </p:cNvPr>
            <p:cNvGrpSpPr/>
            <p:nvPr/>
          </p:nvGrpSpPr>
          <p:grpSpPr>
            <a:xfrm>
              <a:off x="9447591" y="2302220"/>
              <a:ext cx="1851380" cy="1154216"/>
              <a:chOff x="9447591" y="2302220"/>
              <a:chExt cx="1851380" cy="11542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35E48B-CCA2-4A62-9FEA-F029A1E4B80F}"/>
                  </a:ext>
                </a:extLst>
              </p:cNvPr>
              <p:cNvSpPr txBox="1"/>
              <p:nvPr/>
            </p:nvSpPr>
            <p:spPr>
              <a:xfrm>
                <a:off x="9986160" y="2567790"/>
                <a:ext cx="1312811" cy="58477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Expected payoffs</a:t>
                </a:r>
              </a:p>
            </p:txBody>
          </p:sp>
          <p:sp>
            <p:nvSpPr>
              <p:cNvPr id="4" name="Right Brace 3">
                <a:extLst>
                  <a:ext uri="{FF2B5EF4-FFF2-40B4-BE49-F238E27FC236}">
                    <a16:creationId xmlns:a16="http://schemas.microsoft.com/office/drawing/2014/main" id="{1D2DE862-6F94-4BAB-657F-112DA6D32B5F}"/>
                  </a:ext>
                </a:extLst>
              </p:cNvPr>
              <p:cNvSpPr/>
              <p:nvPr/>
            </p:nvSpPr>
            <p:spPr>
              <a:xfrm>
                <a:off x="9447591" y="2302220"/>
                <a:ext cx="472253" cy="1154216"/>
              </a:xfrm>
              <a:prstGeom prst="rightBrace">
                <a:avLst/>
              </a:prstGeom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9" name="Graphic 18" descr="Thumbs up sign outline">
            <a:extLst>
              <a:ext uri="{FF2B5EF4-FFF2-40B4-BE49-F238E27FC236}">
                <a16:creationId xmlns:a16="http://schemas.microsoft.com/office/drawing/2014/main" id="{5EDC908C-D495-37B6-3186-363BFB7C481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704481" y="4841871"/>
            <a:ext cx="914400" cy="9144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816A71-FF33-DA2C-DCA0-08056B31E185}"/>
              </a:ext>
            </a:extLst>
          </p:cNvPr>
          <p:cNvSpPr/>
          <p:nvPr/>
        </p:nvSpPr>
        <p:spPr>
          <a:xfrm>
            <a:off x="10965180" y="105968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55913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6FB2EE4-6A14-2E33-663F-7184DBC0F156}"/>
                  </a:ext>
                </a:extLst>
              </p:cNvPr>
              <p:cNvSpPr txBox="1"/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6FB2EE4-6A14-2E33-663F-7184DBC0F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blipFill>
                <a:blip r:embed="rId2"/>
                <a:stretch>
                  <a:fillRect l="-2564" r="-1282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D1E00AA-51A5-F1C9-FE29-E28CD8A1A5B0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CE0C4C-316C-E7DC-64B9-A02FD985B656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2761317-4D4A-7C2A-9B54-39834C774AA8}"/>
                </a:ext>
              </a:extLst>
            </p:cNvPr>
            <p:cNvCxnSpPr>
              <a:cxnSpLocks/>
              <a:stCxn id="11" idx="3"/>
              <a:endCxn id="22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E783A72-17C3-A52F-7C67-90CF373BEB04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E783A72-17C3-A52F-7C67-90CF373BE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4305033-30BE-2AEA-63AC-6A0AED77A48E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BD1D923-1E74-9011-B252-CF20C1D07603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BD1D923-1E74-9011-B252-CF20C1D07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A75F88-8D36-DCD1-B725-1AD4E16FA0B5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31D49A-D43A-85EF-FBAA-3C93021D3A36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C814C43-12CE-1101-7F29-F5A6F16A824A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C814C43-12CE-1101-7F29-F5A6F16A8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B291DB1-89A5-BCE7-8940-0EC388315812}"/>
              </a:ext>
            </a:extLst>
          </p:cNvPr>
          <p:cNvGrpSpPr/>
          <p:nvPr/>
        </p:nvGrpSpPr>
        <p:grpSpPr>
          <a:xfrm>
            <a:off x="3157891" y="1276634"/>
            <a:ext cx="501197" cy="792947"/>
            <a:chOff x="3157891" y="1276634"/>
            <a:chExt cx="501197" cy="792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7598C959-6759-D9CB-EFD1-281F1E1CF51E}"/>
                    </a:ext>
                  </a:extLst>
                </p:cNvPr>
                <p:cNvSpPr txBox="1"/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7598C959-6759-D9CB-EFD1-281F1E1CF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E458DD71-BE65-F585-959F-383E44ACEEF4}"/>
                    </a:ext>
                  </a:extLst>
                </p:cNvPr>
                <p:cNvSpPr txBox="1"/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E458DD71-BE65-F585-959F-383E44ACEE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544" r="-17544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9FDE940-D806-110C-A04D-6FE66BA94ED8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FFBC016-9761-A627-9C6D-226E6146BEE4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FFBC016-9761-A627-9C6D-226E6146BE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7859F548-FA40-0BE1-22D7-28DDA7E363E2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7859F548-FA40-0BE1-22D7-28DDA7E363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25C054-8F2A-D921-A0DA-3BFC500D5327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25C054-8F2A-D921-A0DA-3BFC500D53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960B2D7-56FC-C61A-A106-D22A8BF1AF30}"/>
                  </a:ext>
                </a:extLst>
              </p:cNvPr>
              <p:cNvSpPr txBox="1"/>
              <p:nvPr/>
            </p:nvSpPr>
            <p:spPr>
              <a:xfrm>
                <a:off x="4286057" y="1046616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960B2D7-56FC-C61A-A106-D22A8BF1A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057" y="1046616"/>
                <a:ext cx="431208" cy="276999"/>
              </a:xfrm>
              <a:prstGeom prst="rect">
                <a:avLst/>
              </a:prstGeom>
              <a:blipFill>
                <a:blip r:embed="rId11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0EE31C3-6065-5618-49B2-73705B23EC70}"/>
                  </a:ext>
                </a:extLst>
              </p:cNvPr>
              <p:cNvSpPr txBox="1"/>
              <p:nvPr/>
            </p:nvSpPr>
            <p:spPr>
              <a:xfrm>
                <a:off x="4290408" y="3584023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200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0EE31C3-6065-5618-49B2-73705B23E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408" y="3584023"/>
                <a:ext cx="431208" cy="276999"/>
              </a:xfrm>
              <a:prstGeom prst="rect">
                <a:avLst/>
              </a:prstGeom>
              <a:blipFill>
                <a:blip r:embed="rId12"/>
                <a:stretch>
                  <a:fillRect l="-14085" r="-1267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6F0CEED-101A-CB49-1307-611E1A9A9E3B}"/>
                  </a:ext>
                </a:extLst>
              </p:cNvPr>
              <p:cNvSpPr txBox="1"/>
              <p:nvPr/>
            </p:nvSpPr>
            <p:spPr>
              <a:xfrm>
                <a:off x="4441091" y="5316619"/>
                <a:ext cx="302967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6F0CEED-101A-CB49-1307-611E1A9A9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91" y="5316619"/>
                <a:ext cx="302967" cy="276999"/>
              </a:xfrm>
              <a:prstGeom prst="rect">
                <a:avLst/>
              </a:prstGeom>
              <a:blipFill>
                <a:blip r:embed="rId13"/>
                <a:stretch>
                  <a:fillRect l="-20408" r="-2040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2E48F70-E946-F97E-F314-D4C8A3BAD14B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2E48F70-E946-F97E-F314-D4C8A3BAD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14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AD846546-32F3-8B6E-AD8C-1ABE5BAFE1FE}"/>
              </a:ext>
            </a:extLst>
          </p:cNvPr>
          <p:cNvGrpSpPr/>
          <p:nvPr/>
        </p:nvGrpSpPr>
        <p:grpSpPr>
          <a:xfrm>
            <a:off x="2421259" y="1553633"/>
            <a:ext cx="332913" cy="510353"/>
            <a:chOff x="8325119" y="2185788"/>
            <a:chExt cx="332913" cy="51035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7979734-A6C9-AC4A-48FC-DCA28D102700}"/>
                </a:ext>
              </a:extLst>
            </p:cNvPr>
            <p:cNvSpPr/>
            <p:nvPr/>
          </p:nvSpPr>
          <p:spPr>
            <a:xfrm>
              <a:off x="8475152" y="2513261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2992" y="32574"/>
                    <a:pt x="39948" y="-12028"/>
                    <a:pt x="91440" y="0"/>
                  </a:cubicBezTo>
                  <a:cubicBezTo>
                    <a:pt x="138113" y="-927"/>
                    <a:pt x="175272" y="42372"/>
                    <a:pt x="182880" y="91440"/>
                  </a:cubicBezTo>
                  <a:cubicBezTo>
                    <a:pt x="184524" y="145419"/>
                    <a:pt x="143795" y="182110"/>
                    <a:pt x="91440" y="182880"/>
                  </a:cubicBezTo>
                  <a:cubicBezTo>
                    <a:pt x="51716" y="183390"/>
                    <a:pt x="996" y="15331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4327539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2FDE3C9-8658-A4C7-8DF8-B163EF873BF5}"/>
                    </a:ext>
                  </a:extLst>
                </p:cNvPr>
                <p:cNvSpPr txBox="1"/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2FDE3C9-8658-A4C7-8DF8-B163EF873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1053" r="-23684" b="-425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8FDC52F-8F28-520F-70E2-8E7F64755C7E}"/>
              </a:ext>
            </a:extLst>
          </p:cNvPr>
          <p:cNvGrpSpPr/>
          <p:nvPr/>
        </p:nvGrpSpPr>
        <p:grpSpPr>
          <a:xfrm>
            <a:off x="5497190" y="1563976"/>
            <a:ext cx="456164" cy="4787691"/>
            <a:chOff x="5497190" y="1563976"/>
            <a:chExt cx="456164" cy="4787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23397F35-BE71-D542-DD38-61F9DBFCE16D}"/>
                    </a:ext>
                  </a:extLst>
                </p:cNvPr>
                <p:cNvSpPr txBox="1"/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23397F35-BE71-D542-DD38-61F9DBFCE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5935692D-6EF2-F508-2C9D-5999CCA7AC5F}"/>
                    </a:ext>
                  </a:extLst>
                </p:cNvPr>
                <p:cNvSpPr txBox="1"/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5935692D-6EF2-F508-2C9D-5999CCA7A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2F469EEE-0FEE-0316-5DB0-658A73028210}"/>
                    </a:ext>
                  </a:extLst>
                </p:cNvPr>
                <p:cNvSpPr txBox="1"/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2F469EEE-0FEE-0316-5DB0-658A73028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FD28AEBD-811A-F2BC-79E8-4E02F5A97AC7}"/>
              </a:ext>
            </a:extLst>
          </p:cNvPr>
          <p:cNvSpPr txBox="1"/>
          <p:nvPr/>
        </p:nvSpPr>
        <p:spPr>
          <a:xfrm>
            <a:off x="167182" y="5881893"/>
            <a:ext cx="2495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A </a:t>
            </a:r>
            <a:r>
              <a:rPr lang="en-US" sz="2400" b="1" dirty="0">
                <a:latin typeface="+mj-lt"/>
              </a:rPr>
              <a:t>second phase </a:t>
            </a:r>
            <a:r>
              <a:rPr lang="en-US" sz="2400" dirty="0">
                <a:latin typeface="+mj-lt"/>
              </a:rPr>
              <a:t>of decision making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5D0DC70-27E8-EE74-8789-E0982A24FFDF}"/>
              </a:ext>
            </a:extLst>
          </p:cNvPr>
          <p:cNvGrpSpPr/>
          <p:nvPr/>
        </p:nvGrpSpPr>
        <p:grpSpPr>
          <a:xfrm>
            <a:off x="2739701" y="1185116"/>
            <a:ext cx="1545811" cy="1224216"/>
            <a:chOff x="2739701" y="1185116"/>
            <a:chExt cx="1545811" cy="1224216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4E340C75-3532-D515-F856-25EE14AA692C}"/>
                </a:ext>
              </a:extLst>
            </p:cNvPr>
            <p:cNvGrpSpPr/>
            <p:nvPr/>
          </p:nvGrpSpPr>
          <p:grpSpPr>
            <a:xfrm>
              <a:off x="2754172" y="1185116"/>
              <a:ext cx="1531340" cy="1157742"/>
              <a:chOff x="2754172" y="1185116"/>
              <a:chExt cx="1531340" cy="1157742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D1F3A903-B754-F96A-48EE-3BB4B65A56E7}"/>
                  </a:ext>
                </a:extLst>
              </p:cNvPr>
              <p:cNvCxnSpPr>
                <a:cxnSpLocks/>
                <a:stCxn id="22" idx="6"/>
              </p:cNvCxnSpPr>
              <p:nvPr/>
            </p:nvCxnSpPr>
            <p:spPr>
              <a:xfrm flipV="1">
                <a:off x="2754172" y="1185116"/>
                <a:ext cx="1443342" cy="78743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D664091-110C-67FB-46C7-F62A929FC075}"/>
                  </a:ext>
                </a:extLst>
              </p:cNvPr>
              <p:cNvCxnSpPr>
                <a:cxnSpLocks/>
                <a:stCxn id="22" idx="6"/>
                <a:endCxn id="93" idx="1"/>
              </p:cNvCxnSpPr>
              <p:nvPr/>
            </p:nvCxnSpPr>
            <p:spPr>
              <a:xfrm>
                <a:off x="2754172" y="1972546"/>
                <a:ext cx="1531340" cy="3703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BEAB8B9-CBD5-FA03-E228-6364D3C82BD8}"/>
                </a:ext>
              </a:extLst>
            </p:cNvPr>
            <p:cNvSpPr txBox="1"/>
            <p:nvPr/>
          </p:nvSpPr>
          <p:spPr>
            <a:xfrm rot="19934916">
              <a:off x="3252532" y="1448336"/>
              <a:ext cx="887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Approved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60723E4-99DB-DE85-D34B-E710F92EA049}"/>
                </a:ext>
              </a:extLst>
            </p:cNvPr>
            <p:cNvSpPr txBox="1"/>
            <p:nvPr/>
          </p:nvSpPr>
          <p:spPr>
            <a:xfrm rot="737927">
              <a:off x="2739701" y="2132333"/>
              <a:ext cx="12530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Not approved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F702DE-1C67-CD1A-51BA-974988CC7CD1}"/>
              </a:ext>
            </a:extLst>
          </p:cNvPr>
          <p:cNvGrpSpPr/>
          <p:nvPr/>
        </p:nvGrpSpPr>
        <p:grpSpPr>
          <a:xfrm>
            <a:off x="2712311" y="3740806"/>
            <a:ext cx="1625772" cy="2747681"/>
            <a:chOff x="2712311" y="3740806"/>
            <a:chExt cx="1625772" cy="2747681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B2CB7FAF-2086-72AB-5D5B-C26B96EC014B}"/>
                </a:ext>
              </a:extLst>
            </p:cNvPr>
            <p:cNvGrpSpPr/>
            <p:nvPr/>
          </p:nvGrpSpPr>
          <p:grpSpPr>
            <a:xfrm>
              <a:off x="2712311" y="3740806"/>
              <a:ext cx="1625772" cy="2651454"/>
              <a:chOff x="2712311" y="3740806"/>
              <a:chExt cx="1625772" cy="2651454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35C9491-DE91-289B-4E8F-80D953DE7EE9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 flipV="1">
                <a:off x="2712311" y="3740806"/>
                <a:ext cx="1438576" cy="9746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653ACE-9B2F-9395-680C-BB069923537E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2712311" y="4715440"/>
                <a:ext cx="1536839" cy="16768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19489D88-6EFF-9FBD-C136-AC458AC5B823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2712311" y="4715440"/>
                <a:ext cx="1625772" cy="73967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0A62917-9D9B-28C1-6ED1-2D23B11DDAEC}"/>
                </a:ext>
              </a:extLst>
            </p:cNvPr>
            <p:cNvSpPr txBox="1"/>
            <p:nvPr/>
          </p:nvSpPr>
          <p:spPr>
            <a:xfrm rot="2808606">
              <a:off x="2857025" y="5723454"/>
              <a:ext cx="12530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Not approved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4ADEDD-16E2-8356-92BA-E8E12EE6583C}"/>
                </a:ext>
              </a:extLst>
            </p:cNvPr>
            <p:cNvSpPr txBox="1"/>
            <p:nvPr/>
          </p:nvSpPr>
          <p:spPr>
            <a:xfrm rot="1572744">
              <a:off x="3223544" y="4879367"/>
              <a:ext cx="9072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Approved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4C164B-7930-D4C4-2AEF-6634FDC7205A}"/>
                </a:ext>
              </a:extLst>
            </p:cNvPr>
            <p:cNvSpPr txBox="1"/>
            <p:nvPr/>
          </p:nvSpPr>
          <p:spPr>
            <a:xfrm rot="19487049">
              <a:off x="3125282" y="4027710"/>
              <a:ext cx="1162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Breakthrough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4589C7F-B6B5-5535-9DE8-0C5E6AB97B62}"/>
                  </a:ext>
                </a:extLst>
              </p:cNvPr>
              <p:cNvSpPr txBox="1"/>
              <p:nvPr/>
            </p:nvSpPr>
            <p:spPr>
              <a:xfrm>
                <a:off x="7489117" y="384084"/>
                <a:ext cx="222176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100×1.5−10=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4589C7F-B6B5-5535-9DE8-0C5E6AB97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117" y="384084"/>
                <a:ext cx="2221762" cy="276999"/>
              </a:xfrm>
              <a:prstGeom prst="rect">
                <a:avLst/>
              </a:prstGeom>
              <a:blipFill>
                <a:blip r:embed="rId19"/>
                <a:stretch>
                  <a:fillRect l="-2473" r="-219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CDC14FF-3D1F-06EC-BEBA-E6F790FDD67D}"/>
                  </a:ext>
                </a:extLst>
              </p:cNvPr>
              <p:cNvSpPr txBox="1"/>
              <p:nvPr/>
            </p:nvSpPr>
            <p:spPr>
              <a:xfrm>
                <a:off x="7482994" y="1276633"/>
                <a:ext cx="1521250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100−10=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90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CDC14FF-3D1F-06EC-BEBA-E6F790FDD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994" y="1276633"/>
                <a:ext cx="1521250" cy="276999"/>
              </a:xfrm>
              <a:prstGeom prst="rect">
                <a:avLst/>
              </a:prstGeom>
              <a:blipFill>
                <a:blip r:embed="rId20"/>
                <a:stretch>
                  <a:fillRect l="-3614" r="-361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0B97DB23-3256-039A-7713-77DB37024DE9}"/>
              </a:ext>
            </a:extLst>
          </p:cNvPr>
          <p:cNvGrpSpPr/>
          <p:nvPr/>
        </p:nvGrpSpPr>
        <p:grpSpPr>
          <a:xfrm>
            <a:off x="5473679" y="129386"/>
            <a:ext cx="1854200" cy="1293897"/>
            <a:chOff x="5473679" y="129386"/>
            <a:chExt cx="1854200" cy="129389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A61287E-30A5-F249-0BC4-B7345E32328D}"/>
                </a:ext>
              </a:extLst>
            </p:cNvPr>
            <p:cNvGrpSpPr/>
            <p:nvPr/>
          </p:nvGrpSpPr>
          <p:grpSpPr>
            <a:xfrm>
              <a:off x="5473679" y="406113"/>
              <a:ext cx="226795" cy="596745"/>
              <a:chOff x="8431237" y="2513261"/>
              <a:chExt cx="226795" cy="596745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DD33447E-AEB7-A693-0655-B55EEE71B275}"/>
                  </a:ext>
                </a:extLst>
              </p:cNvPr>
              <p:cNvSpPr/>
              <p:nvPr/>
            </p:nvSpPr>
            <p:spPr>
              <a:xfrm>
                <a:off x="8475152" y="2513261"/>
                <a:ext cx="182880" cy="182880"/>
              </a:xfrm>
              <a:custGeom>
                <a:avLst/>
                <a:gdLst>
                  <a:gd name="csX0" fmla="*/ 0 w 182880"/>
                  <a:gd name="csY0" fmla="*/ 91440 h 182880"/>
                  <a:gd name="csX1" fmla="*/ 91440 w 182880"/>
                  <a:gd name="csY1" fmla="*/ 0 h 182880"/>
                  <a:gd name="csX2" fmla="*/ 182880 w 182880"/>
                  <a:gd name="csY2" fmla="*/ 91440 h 182880"/>
                  <a:gd name="csX3" fmla="*/ 91440 w 182880"/>
                  <a:gd name="csY3" fmla="*/ 182880 h 182880"/>
                  <a:gd name="csX4" fmla="*/ 0 w 182880"/>
                  <a:gd name="csY4" fmla="*/ 91440 h 182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" h="182880" extrusionOk="0">
                    <a:moveTo>
                      <a:pt x="0" y="91440"/>
                    </a:moveTo>
                    <a:cubicBezTo>
                      <a:pt x="-4217" y="35980"/>
                      <a:pt x="50314" y="-3404"/>
                      <a:pt x="91440" y="0"/>
                    </a:cubicBezTo>
                    <a:cubicBezTo>
                      <a:pt x="131651" y="5781"/>
                      <a:pt x="187441" y="39578"/>
                      <a:pt x="182880" y="91440"/>
                    </a:cubicBezTo>
                    <a:cubicBezTo>
                      <a:pt x="176729" y="129678"/>
                      <a:pt x="137662" y="196194"/>
                      <a:pt x="91440" y="182880"/>
                    </a:cubicBezTo>
                    <a:cubicBezTo>
                      <a:pt x="45900" y="176036"/>
                      <a:pt x="13005" y="140871"/>
                      <a:pt x="0" y="91440"/>
                    </a:cubicBezTo>
                    <a:close/>
                  </a:path>
                </a:pathLst>
              </a:custGeom>
              <a:noFill/>
              <a:ln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0B8AB5B1-5DE0-FA4F-0C49-0B7B76EAD168}"/>
                      </a:ext>
                    </a:extLst>
                  </p:cNvPr>
                  <p:cNvSpPr txBox="1"/>
                  <p:nvPr/>
                </p:nvSpPr>
                <p:spPr>
                  <a:xfrm>
                    <a:off x="8431237" y="2833007"/>
                    <a:ext cx="220445" cy="27699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0B8AB5B1-5DE0-FA4F-0C49-0B7B76EAD1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31237" y="2833007"/>
                    <a:ext cx="220445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3684" r="-21053" b="-416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B8F1A2C-A026-BE91-B700-6AAB85689325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>
              <a:off x="5700474" y="497553"/>
              <a:ext cx="161349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9E2FF13-16D6-28BA-6511-753BA683EB12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>
              <a:off x="5700474" y="497553"/>
              <a:ext cx="1627405" cy="9257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3100811-0928-3201-4B06-6B436E2A87B4}"/>
                    </a:ext>
                  </a:extLst>
                </p:cNvPr>
                <p:cNvSpPr txBox="1"/>
                <p:nvPr/>
              </p:nvSpPr>
              <p:spPr>
                <a:xfrm>
                  <a:off x="6428467" y="12938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0.9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3100811-0928-3201-4B06-6B436E2A87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8467" y="129386"/>
                  <a:ext cx="351058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BBA8557-454B-D757-766F-A77AA519D040}"/>
                    </a:ext>
                  </a:extLst>
                </p:cNvPr>
                <p:cNvSpPr txBox="1"/>
                <p:nvPr/>
              </p:nvSpPr>
              <p:spPr>
                <a:xfrm>
                  <a:off x="6584003" y="6990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BBA8557-454B-D757-766F-A77AA519D0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4003" y="699068"/>
                  <a:ext cx="351058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12F988-5D4C-52D1-8EF4-877625B9CEEB}"/>
                </a:ext>
              </a:extLst>
            </p:cNvPr>
            <p:cNvSpPr txBox="1"/>
            <p:nvPr/>
          </p:nvSpPr>
          <p:spPr>
            <a:xfrm>
              <a:off x="6013498" y="422068"/>
              <a:ext cx="1162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Mktg. Success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455EA4-461D-4D2E-2522-57EAA89461D1}"/>
                </a:ext>
              </a:extLst>
            </p:cNvPr>
            <p:cNvSpPr txBox="1"/>
            <p:nvPr/>
          </p:nvSpPr>
          <p:spPr>
            <a:xfrm rot="1696122">
              <a:off x="5879368" y="937985"/>
              <a:ext cx="1162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Mktg. Failure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B4889C-9CF5-34B8-8C30-3D89A6583987}"/>
              </a:ext>
            </a:extLst>
          </p:cNvPr>
          <p:cNvGrpSpPr/>
          <p:nvPr/>
        </p:nvGrpSpPr>
        <p:grpSpPr>
          <a:xfrm>
            <a:off x="5511497" y="4121577"/>
            <a:ext cx="2402705" cy="1556519"/>
            <a:chOff x="5511497" y="4121577"/>
            <a:chExt cx="2402705" cy="1556519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FC731184-1A90-9060-0B4C-4ED1ABE49E45}"/>
                </a:ext>
              </a:extLst>
            </p:cNvPr>
            <p:cNvGrpSpPr/>
            <p:nvPr/>
          </p:nvGrpSpPr>
          <p:grpSpPr>
            <a:xfrm>
              <a:off x="5511497" y="4121577"/>
              <a:ext cx="2402705" cy="1556519"/>
              <a:chOff x="5367561" y="-164114"/>
              <a:chExt cx="2402705" cy="155651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352A3B79-7EAA-C837-BC63-85D70458962B}"/>
                  </a:ext>
                </a:extLst>
              </p:cNvPr>
              <p:cNvGrpSpPr/>
              <p:nvPr/>
            </p:nvGrpSpPr>
            <p:grpSpPr>
              <a:xfrm>
                <a:off x="5367561" y="406113"/>
                <a:ext cx="332913" cy="511347"/>
                <a:chOff x="8325119" y="2513261"/>
                <a:chExt cx="332913" cy="511347"/>
              </a:xfrm>
            </p:grpSpPr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BBA959EF-2FD7-E37E-501C-42CA658C64E0}"/>
                    </a:ext>
                  </a:extLst>
                </p:cNvPr>
                <p:cNvSpPr/>
                <p:nvPr/>
              </p:nvSpPr>
              <p:spPr>
                <a:xfrm>
                  <a:off x="8475152" y="2513261"/>
                  <a:ext cx="182880" cy="182880"/>
                </a:xfrm>
                <a:custGeom>
                  <a:avLst/>
                  <a:gdLst>
                    <a:gd name="csX0" fmla="*/ 0 w 182880"/>
                    <a:gd name="csY0" fmla="*/ 91440 h 182880"/>
                    <a:gd name="csX1" fmla="*/ 91440 w 182880"/>
                    <a:gd name="csY1" fmla="*/ 0 h 182880"/>
                    <a:gd name="csX2" fmla="*/ 182880 w 182880"/>
                    <a:gd name="csY2" fmla="*/ 91440 h 182880"/>
                    <a:gd name="csX3" fmla="*/ 91440 w 182880"/>
                    <a:gd name="csY3" fmla="*/ 182880 h 182880"/>
                    <a:gd name="csX4" fmla="*/ 0 w 182880"/>
                    <a:gd name="csY4" fmla="*/ 91440 h 1828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" h="182880" extrusionOk="0">
                      <a:moveTo>
                        <a:pt x="0" y="91440"/>
                      </a:moveTo>
                      <a:cubicBezTo>
                        <a:pt x="-10858" y="41403"/>
                        <a:pt x="46584" y="5550"/>
                        <a:pt x="91440" y="0"/>
                      </a:cubicBezTo>
                      <a:cubicBezTo>
                        <a:pt x="148057" y="12552"/>
                        <a:pt x="183069" y="46717"/>
                        <a:pt x="182880" y="91440"/>
                      </a:cubicBezTo>
                      <a:cubicBezTo>
                        <a:pt x="178477" y="135299"/>
                        <a:pt x="150944" y="193765"/>
                        <a:pt x="91440" y="182880"/>
                      </a:cubicBezTo>
                      <a:cubicBezTo>
                        <a:pt x="42574" y="176797"/>
                        <a:pt x="3173" y="147857"/>
                        <a:pt x="0" y="91440"/>
                      </a:cubicBezTo>
                      <a:close/>
                    </a:path>
                  </a:pathLst>
                </a:custGeom>
                <a:noFill/>
                <a:ln>
                  <a:solidFill>
                    <a:srgbClr val="7030A0"/>
                  </a:solidFill>
                  <a:extLst>
                    <a:ext uri="{C807C97D-BFC1-408E-A445-0C87EB9F89A2}">
                      <ask:lineSketchStyleProps xmlns:ask="http://schemas.microsoft.com/office/drawing/2018/sketchyshapes" sd="2650216993">
                        <a:prstGeom prst="ellipse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FABAA96D-C53D-EF56-F548-70C3451CDC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25119" y="2747609"/>
                      <a:ext cx="220445" cy="27699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FABAA96D-C53D-EF56-F548-70C3451CDC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5119" y="2747609"/>
                      <a:ext cx="220445" cy="276999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 l="-21053" r="-23684" b="-4167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99319D61-EC34-63D3-32DF-53B97EDE422C}"/>
                  </a:ext>
                </a:extLst>
              </p:cNvPr>
              <p:cNvCxnSpPr>
                <a:cxnSpLocks/>
                <a:stCxn id="122" idx="6"/>
              </p:cNvCxnSpPr>
              <p:nvPr/>
            </p:nvCxnSpPr>
            <p:spPr>
              <a:xfrm flipV="1">
                <a:off x="5700474" y="-25614"/>
                <a:ext cx="1448854" cy="5231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A3D7BA9-E55F-6AA8-C686-DCF2715D426D}"/>
                  </a:ext>
                </a:extLst>
              </p:cNvPr>
              <p:cNvCxnSpPr>
                <a:cxnSpLocks/>
                <a:stCxn id="122" idx="6"/>
              </p:cNvCxnSpPr>
              <p:nvPr/>
            </p:nvCxnSpPr>
            <p:spPr>
              <a:xfrm>
                <a:off x="5700474" y="497553"/>
                <a:ext cx="1439706" cy="7329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656D792A-E334-A1C4-4B60-B0A4D3C2FD9B}"/>
                      </a:ext>
                    </a:extLst>
                  </p:cNvPr>
                  <p:cNvSpPr txBox="1"/>
                  <p:nvPr/>
                </p:nvSpPr>
                <p:spPr>
                  <a:xfrm>
                    <a:off x="6340181" y="-144555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0.9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656D792A-E334-A1C4-4B60-B0A4D3C2FD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0181" y="-144555"/>
                    <a:ext cx="351058" cy="276999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17544" r="-1754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D7C96E0B-1168-99CF-1D3E-23A069178139}"/>
                      </a:ext>
                    </a:extLst>
                  </p:cNvPr>
                  <p:cNvSpPr txBox="1"/>
                  <p:nvPr/>
                </p:nvSpPr>
                <p:spPr>
                  <a:xfrm>
                    <a:off x="6420327" y="616494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D7C96E0B-1168-99CF-1D3E-23A0691781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0327" y="616494"/>
                    <a:ext cx="351058" cy="276999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17544" r="-1754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3A1A5C18-7DB5-4307-86A1-B81B28BC8AAD}"/>
                      </a:ext>
                    </a:extLst>
                  </p:cNvPr>
                  <p:cNvSpPr txBox="1"/>
                  <p:nvPr/>
                </p:nvSpPr>
                <p:spPr>
                  <a:xfrm>
                    <a:off x="7339058" y="-164114"/>
                    <a:ext cx="431208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3A1A5C18-7DB5-4307-86A1-B81B28BC8A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9058" y="-164114"/>
                    <a:ext cx="431208" cy="276999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 l="-14286" r="-14286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3E1C18CE-B678-5C4B-EDFF-6DDF3B613A4D}"/>
                      </a:ext>
                    </a:extLst>
                  </p:cNvPr>
                  <p:cNvSpPr txBox="1"/>
                  <p:nvPr/>
                </p:nvSpPr>
                <p:spPr>
                  <a:xfrm>
                    <a:off x="7355598" y="1115406"/>
                    <a:ext cx="302968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3E1C18CE-B678-5C4B-EDFF-6DDF3B613A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5598" y="1115406"/>
                    <a:ext cx="302968" cy="276999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 l="-18000" r="-20000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2FA957-B028-2EE5-6DB6-B7DA557090D2}"/>
                </a:ext>
              </a:extLst>
            </p:cNvPr>
            <p:cNvSpPr txBox="1"/>
            <p:nvPr/>
          </p:nvSpPr>
          <p:spPr>
            <a:xfrm rot="20637264">
              <a:off x="6125270" y="4484901"/>
              <a:ext cx="1162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Mktg. Success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0603AE4-DE7F-54E6-2EED-BE372EED50AC}"/>
                </a:ext>
              </a:extLst>
            </p:cNvPr>
            <p:cNvSpPr txBox="1"/>
            <p:nvPr/>
          </p:nvSpPr>
          <p:spPr>
            <a:xfrm rot="1600880">
              <a:off x="5939228" y="5190145"/>
              <a:ext cx="1162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Mktg. Failure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2F98721-8C19-74D5-5D17-223D050BC9AF}"/>
              </a:ext>
            </a:extLst>
          </p:cNvPr>
          <p:cNvGrpSpPr/>
          <p:nvPr/>
        </p:nvGrpSpPr>
        <p:grpSpPr>
          <a:xfrm>
            <a:off x="5482033" y="2060095"/>
            <a:ext cx="2482122" cy="1543066"/>
            <a:chOff x="5482033" y="2060095"/>
            <a:chExt cx="2482122" cy="1543066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B0AAD80-1411-527D-5E43-4505213B0AA5}"/>
                </a:ext>
              </a:extLst>
            </p:cNvPr>
            <p:cNvGrpSpPr/>
            <p:nvPr/>
          </p:nvGrpSpPr>
          <p:grpSpPr>
            <a:xfrm>
              <a:off x="5482033" y="2060095"/>
              <a:ext cx="2482122" cy="1543066"/>
              <a:chOff x="5517594" y="-502445"/>
              <a:chExt cx="2482122" cy="1543066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1C4506EF-7BBB-DC89-161B-F3E67ECD8491}"/>
                  </a:ext>
                </a:extLst>
              </p:cNvPr>
              <p:cNvGrpSpPr/>
              <p:nvPr/>
            </p:nvGrpSpPr>
            <p:grpSpPr>
              <a:xfrm>
                <a:off x="5517594" y="406113"/>
                <a:ext cx="232065" cy="599448"/>
                <a:chOff x="8475152" y="2513261"/>
                <a:chExt cx="232065" cy="599448"/>
              </a:xfrm>
            </p:grpSpPr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2E9FF534-9451-7A7E-FBDA-58912CED53A7}"/>
                    </a:ext>
                  </a:extLst>
                </p:cNvPr>
                <p:cNvSpPr/>
                <p:nvPr/>
              </p:nvSpPr>
              <p:spPr>
                <a:xfrm>
                  <a:off x="8475152" y="2513261"/>
                  <a:ext cx="182880" cy="182880"/>
                </a:xfrm>
                <a:custGeom>
                  <a:avLst/>
                  <a:gdLst>
                    <a:gd name="csX0" fmla="*/ 0 w 182880"/>
                    <a:gd name="csY0" fmla="*/ 91440 h 182880"/>
                    <a:gd name="csX1" fmla="*/ 91440 w 182880"/>
                    <a:gd name="csY1" fmla="*/ 0 h 182880"/>
                    <a:gd name="csX2" fmla="*/ 182880 w 182880"/>
                    <a:gd name="csY2" fmla="*/ 91440 h 182880"/>
                    <a:gd name="csX3" fmla="*/ 91440 w 182880"/>
                    <a:gd name="csY3" fmla="*/ 182880 h 182880"/>
                    <a:gd name="csX4" fmla="*/ 0 w 182880"/>
                    <a:gd name="csY4" fmla="*/ 91440 h 1828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" h="182880" extrusionOk="0">
                      <a:moveTo>
                        <a:pt x="0" y="91440"/>
                      </a:moveTo>
                      <a:cubicBezTo>
                        <a:pt x="773" y="35128"/>
                        <a:pt x="49250" y="6695"/>
                        <a:pt x="91440" y="0"/>
                      </a:cubicBezTo>
                      <a:cubicBezTo>
                        <a:pt x="129126" y="-4845"/>
                        <a:pt x="183650" y="38240"/>
                        <a:pt x="182880" y="91440"/>
                      </a:cubicBezTo>
                      <a:cubicBezTo>
                        <a:pt x="192043" y="135884"/>
                        <a:pt x="137504" y="194187"/>
                        <a:pt x="91440" y="182880"/>
                      </a:cubicBezTo>
                      <a:cubicBezTo>
                        <a:pt x="36978" y="195889"/>
                        <a:pt x="10511" y="132696"/>
                        <a:pt x="0" y="91440"/>
                      </a:cubicBezTo>
                      <a:close/>
                    </a:path>
                  </a:pathLst>
                </a:custGeom>
                <a:noFill/>
                <a:ln>
                  <a:solidFill>
                    <a:srgbClr val="7030A0"/>
                  </a:solidFill>
                  <a:extLst>
                    <a:ext uri="{C807C97D-BFC1-408E-A445-0C87EB9F89A2}">
                      <ask:lineSketchStyleProps xmlns:ask="http://schemas.microsoft.com/office/drawing/2018/sketchyshapes" sd="4266498984">
                        <a:prstGeom prst="ellipse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1" name="TextBox 110">
                      <a:extLst>
                        <a:ext uri="{FF2B5EF4-FFF2-40B4-BE49-F238E27FC236}">
                          <a16:creationId xmlns:a16="http://schemas.microsoft.com/office/drawing/2014/main" id="{92884F6D-2DFB-D7F7-281B-9959DB7182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86772" y="2835710"/>
                      <a:ext cx="220445" cy="27699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11" name="TextBox 110">
                      <a:extLst>
                        <a:ext uri="{FF2B5EF4-FFF2-40B4-BE49-F238E27FC236}">
                          <a16:creationId xmlns:a16="http://schemas.microsoft.com/office/drawing/2014/main" id="{92884F6D-2DFB-D7F7-281B-9959DB71824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86772" y="2835710"/>
                      <a:ext cx="220445" cy="276999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 l="-21053" r="-23684" b="-425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9A583462-5DE9-FC57-ACED-1C1B0C63FD6B}"/>
                  </a:ext>
                </a:extLst>
              </p:cNvPr>
              <p:cNvCxnSpPr>
                <a:cxnSpLocks/>
                <a:stCxn id="110" idx="6"/>
              </p:cNvCxnSpPr>
              <p:nvPr/>
            </p:nvCxnSpPr>
            <p:spPr>
              <a:xfrm flipV="1">
                <a:off x="5700474" y="-294020"/>
                <a:ext cx="1662966" cy="79157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CAE4B76A-87C5-80C0-0E72-3FFB743D2B25}"/>
                  </a:ext>
                </a:extLst>
              </p:cNvPr>
              <p:cNvCxnSpPr>
                <a:cxnSpLocks/>
                <a:stCxn id="110" idx="6"/>
              </p:cNvCxnSpPr>
              <p:nvPr/>
            </p:nvCxnSpPr>
            <p:spPr>
              <a:xfrm>
                <a:off x="5700474" y="497553"/>
                <a:ext cx="1641392" cy="40962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64383C1A-64DE-9FBE-1921-279CF8A1A9C0}"/>
                      </a:ext>
                    </a:extLst>
                  </p:cNvPr>
                  <p:cNvSpPr txBox="1"/>
                  <p:nvPr/>
                </p:nvSpPr>
                <p:spPr>
                  <a:xfrm>
                    <a:off x="6464028" y="-250022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0.9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64383C1A-64DE-9FBE-1921-279CF8A1A9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4028" y="-250022"/>
                    <a:ext cx="351058" cy="27699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7544" r="-1754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5E0DD22D-7814-908C-F1AF-44AE07F6B375}"/>
                      </a:ext>
                    </a:extLst>
                  </p:cNvPr>
                  <p:cNvSpPr txBox="1"/>
                  <p:nvPr/>
                </p:nvSpPr>
                <p:spPr>
                  <a:xfrm>
                    <a:off x="6491315" y="385645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5E0DD22D-7814-908C-F1AF-44AE07F6B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91315" y="385645"/>
                    <a:ext cx="351058" cy="276999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15517" r="-17241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306C4F2A-AD2A-8841-F095-D1902D3ECB6E}"/>
                      </a:ext>
                    </a:extLst>
                  </p:cNvPr>
                  <p:cNvSpPr txBox="1"/>
                  <p:nvPr/>
                </p:nvSpPr>
                <p:spPr>
                  <a:xfrm>
                    <a:off x="7568508" y="-502445"/>
                    <a:ext cx="431208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290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306C4F2A-AD2A-8841-F095-D1902D3ECB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8508" y="-502445"/>
                    <a:ext cx="431208" cy="276999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l="-14286" r="-142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ADC1387C-8063-1281-9CCF-37E917554BB6}"/>
                      </a:ext>
                    </a:extLst>
                  </p:cNvPr>
                  <p:cNvSpPr txBox="1"/>
                  <p:nvPr/>
                </p:nvSpPr>
                <p:spPr>
                  <a:xfrm>
                    <a:off x="7525597" y="763622"/>
                    <a:ext cx="431208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190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ADC1387C-8063-1281-9CCF-37E917554B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5597" y="763622"/>
                    <a:ext cx="431208" cy="276999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 l="-14286" r="-142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1C354F3-A624-F5DC-3292-28DDABFDF39F}"/>
                </a:ext>
              </a:extLst>
            </p:cNvPr>
            <p:cNvSpPr txBox="1"/>
            <p:nvPr/>
          </p:nvSpPr>
          <p:spPr>
            <a:xfrm rot="20371097">
              <a:off x="6225514" y="2524156"/>
              <a:ext cx="1162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Mktg. Success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BB36D1-B61D-24B2-3C35-33AAE8A38097}"/>
                </a:ext>
              </a:extLst>
            </p:cNvPr>
            <p:cNvSpPr txBox="1"/>
            <p:nvPr/>
          </p:nvSpPr>
          <p:spPr>
            <a:xfrm rot="904386">
              <a:off x="5911246" y="3267770"/>
              <a:ext cx="1162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Mktg. Failure</a:t>
              </a:r>
            </a:p>
          </p:txBody>
        </p:sp>
      </p:grpSp>
      <p:pic>
        <p:nvPicPr>
          <p:cNvPr id="37" name="Picture 36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AE328B5E-6B80-5BBD-53F1-9DDCA59F9CD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B82FCED-A06A-6569-E0DA-EDFFC1561619}"/>
              </a:ext>
            </a:extLst>
          </p:cNvPr>
          <p:cNvSpPr txBox="1"/>
          <p:nvPr/>
        </p:nvSpPr>
        <p:spPr>
          <a:xfrm rot="19141948">
            <a:off x="1484975" y="2581695"/>
            <a:ext cx="1184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Conventional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4E42AD-7A3B-6B24-6FF0-0EC10AA06DF2}"/>
              </a:ext>
            </a:extLst>
          </p:cNvPr>
          <p:cNvSpPr txBox="1"/>
          <p:nvPr/>
        </p:nvSpPr>
        <p:spPr>
          <a:xfrm rot="2236077">
            <a:off x="1052384" y="3983078"/>
            <a:ext cx="1184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Innovative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6D7B873-DE5E-6933-68DA-43A74B2F32D8}"/>
              </a:ext>
            </a:extLst>
          </p:cNvPr>
          <p:cNvGrpSpPr/>
          <p:nvPr/>
        </p:nvGrpSpPr>
        <p:grpSpPr>
          <a:xfrm>
            <a:off x="3664438" y="522584"/>
            <a:ext cx="1874798" cy="1202751"/>
            <a:chOff x="3664438" y="522584"/>
            <a:chExt cx="1874798" cy="120275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59F0C89-DF50-6760-2167-0AA8842BE69B}"/>
                </a:ext>
              </a:extLst>
            </p:cNvPr>
            <p:cNvGrpSpPr/>
            <p:nvPr/>
          </p:nvGrpSpPr>
          <p:grpSpPr>
            <a:xfrm>
              <a:off x="3664438" y="522584"/>
              <a:ext cx="1874798" cy="1179892"/>
              <a:chOff x="3664438" y="522584"/>
              <a:chExt cx="1874798" cy="117989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70A786-5C6F-FA8F-FD82-03016B36A949}"/>
                  </a:ext>
                </a:extLst>
              </p:cNvPr>
              <p:cNvSpPr txBox="1"/>
              <p:nvPr/>
            </p:nvSpPr>
            <p:spPr>
              <a:xfrm>
                <a:off x="3664438" y="783064"/>
                <a:ext cx="397316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</a:t>
                </a: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253E7EA-C6DA-0CED-F84F-C80FBC85B632}"/>
                  </a:ext>
                </a:extLst>
              </p:cNvPr>
              <p:cNvGrpSpPr/>
              <p:nvPr/>
            </p:nvGrpSpPr>
            <p:grpSpPr>
              <a:xfrm>
                <a:off x="4178585" y="522584"/>
                <a:ext cx="1360651" cy="1179892"/>
                <a:chOff x="9658252" y="1026621"/>
                <a:chExt cx="1360651" cy="1179892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C32149F5-540B-8450-3DAE-FDE6E9E1C9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58252" y="1038625"/>
                  <a:ext cx="1360651" cy="666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EDBF4C90-6257-BBF4-00FE-6EEB4598CC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22541" y="1026621"/>
                      <a:ext cx="194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EDBF4C90-6257-BBF4-00FE-6EEB4598CC1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22541" y="1026621"/>
                      <a:ext cx="194477" cy="276999"/>
                    </a:xfrm>
                    <a:prstGeom prst="rect">
                      <a:avLst/>
                    </a:prstGeom>
                    <a:blipFill>
                      <a:blip r:embed="rId49"/>
                      <a:stretch>
                        <a:fillRect l="-40625" r="-43750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D1E2E453-BEB8-381B-EBB9-B5FD06B99FD9}"/>
                    </a:ext>
                  </a:extLst>
                </p:cNvPr>
                <p:cNvCxnSpPr>
                  <a:cxnSpLocks/>
                  <a:endCxn id="127" idx="1"/>
                </p:cNvCxnSpPr>
                <p:nvPr/>
              </p:nvCxnSpPr>
              <p:spPr>
                <a:xfrm>
                  <a:off x="9658252" y="1705163"/>
                  <a:ext cx="1332912" cy="50135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60CBBA07-6A2E-58A3-EECC-61B5353A1C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84305" y="1696712"/>
                      <a:ext cx="14196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60CBBA07-6A2E-58A3-EECC-61B5353A1C1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84305" y="1696712"/>
                      <a:ext cx="141962" cy="276999"/>
                    </a:xfrm>
                    <a:prstGeom prst="rect">
                      <a:avLst/>
                    </a:prstGeom>
                    <a:blipFill>
                      <a:blip r:embed="rId50"/>
                      <a:stretch>
                        <a:fillRect l="-60870" r="-69565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4EF9C7-D05A-16F5-D834-CA6E57C94E2E}"/>
                </a:ext>
              </a:extLst>
            </p:cNvPr>
            <p:cNvSpPr txBox="1"/>
            <p:nvPr/>
          </p:nvSpPr>
          <p:spPr>
            <a:xfrm rot="20207966">
              <a:off x="4716305" y="780596"/>
              <a:ext cx="6548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Market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AEBA8D5-CC6B-3256-F41A-F43BB7CED7EF}"/>
                </a:ext>
              </a:extLst>
            </p:cNvPr>
            <p:cNvSpPr txBox="1"/>
            <p:nvPr/>
          </p:nvSpPr>
          <p:spPr>
            <a:xfrm rot="1185698">
              <a:off x="4261781" y="1448336"/>
              <a:ext cx="1161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Don’t market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F881983-5B69-F0B9-4075-706D2481C5DC}"/>
              </a:ext>
            </a:extLst>
          </p:cNvPr>
          <p:cNvGrpSpPr/>
          <p:nvPr/>
        </p:nvGrpSpPr>
        <p:grpSpPr>
          <a:xfrm>
            <a:off x="3664439" y="3056554"/>
            <a:ext cx="1832751" cy="1192249"/>
            <a:chOff x="3664439" y="3056554"/>
            <a:chExt cx="1832751" cy="119224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589DF6F-F8CC-8BC9-F92E-87FE7034D566}"/>
                </a:ext>
              </a:extLst>
            </p:cNvPr>
            <p:cNvGrpSpPr/>
            <p:nvPr/>
          </p:nvGrpSpPr>
          <p:grpSpPr>
            <a:xfrm>
              <a:off x="3664439" y="3056554"/>
              <a:ext cx="1832751" cy="1185128"/>
              <a:chOff x="9283974" y="2766709"/>
              <a:chExt cx="1832751" cy="1185128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8D8F377-A3D8-077F-F628-D7CA81CE2404}"/>
                  </a:ext>
                </a:extLst>
              </p:cNvPr>
              <p:cNvSpPr txBox="1"/>
              <p:nvPr/>
            </p:nvSpPr>
            <p:spPr>
              <a:xfrm>
                <a:off x="9283974" y="3080649"/>
                <a:ext cx="397315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63FC6030-24A1-CC8A-5E50-D1ED25A78A71}"/>
                  </a:ext>
                </a:extLst>
              </p:cNvPr>
              <p:cNvGrpSpPr/>
              <p:nvPr/>
            </p:nvGrpSpPr>
            <p:grpSpPr>
              <a:xfrm>
                <a:off x="9753933" y="2766709"/>
                <a:ext cx="1362792" cy="1185128"/>
                <a:chOff x="9753933" y="2766709"/>
                <a:chExt cx="1362792" cy="1185128"/>
              </a:xfrm>
            </p:grpSpPr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B7EC5F06-2F07-B175-294D-49EDF7DC42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53933" y="2778713"/>
                  <a:ext cx="1360651" cy="666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3B7D8D99-A31A-D4CC-1893-6324AF2ACF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18222" y="2766709"/>
                      <a:ext cx="194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3B7D8D99-A31A-D4CC-1893-6324AF2ACF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18222" y="2766709"/>
                      <a:ext cx="194477" cy="276999"/>
                    </a:xfrm>
                    <a:prstGeom prst="rect">
                      <a:avLst/>
                    </a:prstGeom>
                    <a:blipFill>
                      <a:blip r:embed="rId51"/>
                      <a:stretch>
                        <a:fillRect l="-40625" r="-4375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F2DD7C6E-9D45-C8DC-F822-15E96A612B98}"/>
                    </a:ext>
                  </a:extLst>
                </p:cNvPr>
                <p:cNvCxnSpPr>
                  <a:cxnSpLocks/>
                  <a:endCxn id="126" idx="1"/>
                </p:cNvCxnSpPr>
                <p:nvPr/>
              </p:nvCxnSpPr>
              <p:spPr>
                <a:xfrm>
                  <a:off x="9753933" y="3445251"/>
                  <a:ext cx="1362792" cy="50658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DC2BC80F-A2DE-FF14-2665-2E919BE900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78445" y="3408047"/>
                      <a:ext cx="14196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DC2BC80F-A2DE-FF14-2665-2E919BE900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78445" y="3408047"/>
                      <a:ext cx="141962" cy="276999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56522" r="-7391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521232D-A6E7-0B9E-DC61-192FD39CCA54}"/>
                </a:ext>
              </a:extLst>
            </p:cNvPr>
            <p:cNvSpPr txBox="1"/>
            <p:nvPr/>
          </p:nvSpPr>
          <p:spPr>
            <a:xfrm rot="20207966">
              <a:off x="4657326" y="3304064"/>
              <a:ext cx="6548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Market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BA3CB2F-8AB3-7DA8-1A87-AB628438F49A}"/>
                </a:ext>
              </a:extLst>
            </p:cNvPr>
            <p:cNvSpPr txBox="1"/>
            <p:nvPr/>
          </p:nvSpPr>
          <p:spPr>
            <a:xfrm rot="1185698">
              <a:off x="4202802" y="3971804"/>
              <a:ext cx="1161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Don’t market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302DB73-2B6B-9883-7242-3289B7845ED2}"/>
              </a:ext>
            </a:extLst>
          </p:cNvPr>
          <p:cNvGrpSpPr/>
          <p:nvPr/>
        </p:nvGrpSpPr>
        <p:grpSpPr>
          <a:xfrm>
            <a:off x="4086855" y="4754600"/>
            <a:ext cx="1585126" cy="1404242"/>
            <a:chOff x="4086855" y="4754600"/>
            <a:chExt cx="1585126" cy="140424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77984BE-AB62-2748-3C2A-6CFD81CE49CD}"/>
                </a:ext>
              </a:extLst>
            </p:cNvPr>
            <p:cNvGrpSpPr/>
            <p:nvPr/>
          </p:nvGrpSpPr>
          <p:grpSpPr>
            <a:xfrm>
              <a:off x="4086855" y="4754600"/>
              <a:ext cx="1585126" cy="1404242"/>
              <a:chOff x="9529458" y="2766709"/>
              <a:chExt cx="1585126" cy="1404242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82453FA-B5E6-7956-CF8D-06689299A89D}"/>
                  </a:ext>
                </a:extLst>
              </p:cNvPr>
              <p:cNvSpPr txBox="1"/>
              <p:nvPr/>
            </p:nvSpPr>
            <p:spPr>
              <a:xfrm>
                <a:off x="9529458" y="2929285"/>
                <a:ext cx="397315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4CA84D3-C397-EB88-F2E6-D04C517DAA6B}"/>
                  </a:ext>
                </a:extLst>
              </p:cNvPr>
              <p:cNvGrpSpPr/>
              <p:nvPr/>
            </p:nvGrpSpPr>
            <p:grpSpPr>
              <a:xfrm>
                <a:off x="9753933" y="2766709"/>
                <a:ext cx="1360651" cy="1404242"/>
                <a:chOff x="9753933" y="2766709"/>
                <a:chExt cx="1360651" cy="1404242"/>
              </a:xfrm>
            </p:grpSpPr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F8187B57-0A58-ED1E-6862-0A09D8E916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53933" y="2778713"/>
                  <a:ext cx="1360651" cy="666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20F9DAC9-7A02-8678-65BA-8F98BF9C41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18222" y="2766709"/>
                      <a:ext cx="194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20F9DAC9-7A02-8678-65BA-8F98BF9C41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18222" y="2766709"/>
                      <a:ext cx="194477" cy="276999"/>
                    </a:xfrm>
                    <a:prstGeom prst="rect">
                      <a:avLst/>
                    </a:prstGeom>
                    <a:blipFill>
                      <a:blip r:embed="rId52"/>
                      <a:stretch>
                        <a:fillRect l="-40625" r="-43750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5" name="Straight Arrow Connector 104">
                  <a:extLst>
                    <a:ext uri="{FF2B5EF4-FFF2-40B4-BE49-F238E27FC236}">
                      <a16:creationId xmlns:a16="http://schemas.microsoft.com/office/drawing/2014/main" id="{710397F1-9D06-043C-56BC-46B2AB50FB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53933" y="3445251"/>
                  <a:ext cx="1355433" cy="7257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DB50108B-8C72-2F7D-EE90-9DB31DC1CEE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67607" y="3579664"/>
                      <a:ext cx="14196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DB50108B-8C72-2F7D-EE90-9DB31DC1CEE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67607" y="3579664"/>
                      <a:ext cx="141962" cy="276999"/>
                    </a:xfrm>
                    <a:prstGeom prst="rect">
                      <a:avLst/>
                    </a:prstGeom>
                    <a:blipFill>
                      <a:blip r:embed="rId53"/>
                      <a:stretch>
                        <a:fillRect l="-54167" r="-66667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34D4614-2E9A-11D5-FC76-B88015041C17}"/>
                </a:ext>
              </a:extLst>
            </p:cNvPr>
            <p:cNvSpPr txBox="1"/>
            <p:nvPr/>
          </p:nvSpPr>
          <p:spPr>
            <a:xfrm rot="20207966">
              <a:off x="4840022" y="5002252"/>
              <a:ext cx="6548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Market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BCC7751-3C33-FB07-62B1-88355DACFBCC}"/>
                </a:ext>
              </a:extLst>
            </p:cNvPr>
            <p:cNvSpPr txBox="1"/>
            <p:nvPr/>
          </p:nvSpPr>
          <p:spPr>
            <a:xfrm rot="1507896">
              <a:off x="4395468" y="5786012"/>
              <a:ext cx="1161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Don’t market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FE5010-9988-FB1C-2B69-EB29A129A669}"/>
              </a:ext>
            </a:extLst>
          </p:cNvPr>
          <p:cNvGrpSpPr/>
          <p:nvPr/>
        </p:nvGrpSpPr>
        <p:grpSpPr>
          <a:xfrm>
            <a:off x="2399644" y="257445"/>
            <a:ext cx="1821971" cy="868214"/>
            <a:chOff x="2399644" y="257445"/>
            <a:chExt cx="1821971" cy="868214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C24EC8B-A8C1-5099-4613-1C447C512D3B}"/>
                </a:ext>
              </a:extLst>
            </p:cNvPr>
            <p:cNvSpPr txBox="1"/>
            <p:nvPr/>
          </p:nvSpPr>
          <p:spPr>
            <a:xfrm>
              <a:off x="2399644" y="257445"/>
              <a:ext cx="17456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Decision node</a:t>
              </a: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8B9848F-41AC-1204-9155-0DDC39344807}"/>
                </a:ext>
              </a:extLst>
            </p:cNvPr>
            <p:cNvSpPr/>
            <p:nvPr/>
          </p:nvSpPr>
          <p:spPr>
            <a:xfrm>
              <a:off x="3498535" y="485324"/>
              <a:ext cx="723080" cy="640335"/>
            </a:xfrm>
            <a:custGeom>
              <a:avLst/>
              <a:gdLst>
                <a:gd name="connsiteX0" fmla="*/ 0 w 723080"/>
                <a:gd name="connsiteY0" fmla="*/ 0 h 640335"/>
                <a:gd name="connsiteX1" fmla="*/ 55418 w 723080"/>
                <a:gd name="connsiteY1" fmla="*/ 73891 h 640335"/>
                <a:gd name="connsiteX2" fmla="*/ 212436 w 723080"/>
                <a:gd name="connsiteY2" fmla="*/ 92363 h 640335"/>
                <a:gd name="connsiteX3" fmla="*/ 323273 w 723080"/>
                <a:gd name="connsiteY3" fmla="*/ 129309 h 640335"/>
                <a:gd name="connsiteX4" fmla="*/ 397163 w 723080"/>
                <a:gd name="connsiteY4" fmla="*/ 147781 h 640335"/>
                <a:gd name="connsiteX5" fmla="*/ 498763 w 723080"/>
                <a:gd name="connsiteY5" fmla="*/ 184727 h 640335"/>
                <a:gd name="connsiteX6" fmla="*/ 554182 w 723080"/>
                <a:gd name="connsiteY6" fmla="*/ 212436 h 640335"/>
                <a:gd name="connsiteX7" fmla="*/ 600363 w 723080"/>
                <a:gd name="connsiteY7" fmla="*/ 230909 h 640335"/>
                <a:gd name="connsiteX8" fmla="*/ 674254 w 723080"/>
                <a:gd name="connsiteY8" fmla="*/ 314036 h 640335"/>
                <a:gd name="connsiteX9" fmla="*/ 692727 w 723080"/>
                <a:gd name="connsiteY9" fmla="*/ 378691 h 640335"/>
                <a:gd name="connsiteX10" fmla="*/ 701963 w 723080"/>
                <a:gd name="connsiteY10" fmla="*/ 415636 h 640335"/>
                <a:gd name="connsiteX11" fmla="*/ 720436 w 723080"/>
                <a:gd name="connsiteY11" fmla="*/ 443345 h 640335"/>
                <a:gd name="connsiteX12" fmla="*/ 711200 w 723080"/>
                <a:gd name="connsiteY12" fmla="*/ 628072 h 640335"/>
                <a:gd name="connsiteX13" fmla="*/ 646545 w 723080"/>
                <a:gd name="connsiteY13" fmla="*/ 637309 h 640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080" h="640335">
                  <a:moveTo>
                    <a:pt x="0" y="0"/>
                  </a:moveTo>
                  <a:cubicBezTo>
                    <a:pt x="18473" y="24630"/>
                    <a:pt x="27183" y="61615"/>
                    <a:pt x="55418" y="73891"/>
                  </a:cubicBezTo>
                  <a:cubicBezTo>
                    <a:pt x="103748" y="94904"/>
                    <a:pt x="160829" y="81686"/>
                    <a:pt x="212436" y="92363"/>
                  </a:cubicBezTo>
                  <a:cubicBezTo>
                    <a:pt x="250573" y="100253"/>
                    <a:pt x="285971" y="118118"/>
                    <a:pt x="323273" y="129309"/>
                  </a:cubicBezTo>
                  <a:cubicBezTo>
                    <a:pt x="347590" y="136604"/>
                    <a:pt x="372533" y="141624"/>
                    <a:pt x="397163" y="147781"/>
                  </a:cubicBezTo>
                  <a:cubicBezTo>
                    <a:pt x="503212" y="211412"/>
                    <a:pt x="379937" y="145119"/>
                    <a:pt x="498763" y="184727"/>
                  </a:cubicBezTo>
                  <a:cubicBezTo>
                    <a:pt x="518357" y="191258"/>
                    <a:pt x="535380" y="203890"/>
                    <a:pt x="554182" y="212436"/>
                  </a:cubicBezTo>
                  <a:cubicBezTo>
                    <a:pt x="569275" y="219297"/>
                    <a:pt x="584969" y="224751"/>
                    <a:pt x="600363" y="230909"/>
                  </a:cubicBezTo>
                  <a:cubicBezTo>
                    <a:pt x="663631" y="294176"/>
                    <a:pt x="641291" y="264590"/>
                    <a:pt x="674254" y="314036"/>
                  </a:cubicBezTo>
                  <a:cubicBezTo>
                    <a:pt x="703143" y="429582"/>
                    <a:pt x="666216" y="285897"/>
                    <a:pt x="692727" y="378691"/>
                  </a:cubicBezTo>
                  <a:cubicBezTo>
                    <a:pt x="696214" y="390897"/>
                    <a:pt x="696963" y="403968"/>
                    <a:pt x="701963" y="415636"/>
                  </a:cubicBezTo>
                  <a:cubicBezTo>
                    <a:pt x="706336" y="425839"/>
                    <a:pt x="714278" y="434109"/>
                    <a:pt x="720436" y="443345"/>
                  </a:cubicBezTo>
                  <a:cubicBezTo>
                    <a:pt x="717357" y="504921"/>
                    <a:pt x="733148" y="570458"/>
                    <a:pt x="711200" y="628072"/>
                  </a:cubicBezTo>
                  <a:cubicBezTo>
                    <a:pt x="703450" y="648416"/>
                    <a:pt x="646545" y="637309"/>
                    <a:pt x="646545" y="637309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FD83C8C1-2695-1A91-80B7-925960D1023C}"/>
              </a:ext>
            </a:extLst>
          </p:cNvPr>
          <p:cNvSpPr txBox="1"/>
          <p:nvPr/>
        </p:nvSpPr>
        <p:spPr>
          <a:xfrm>
            <a:off x="8857673" y="2066580"/>
            <a:ext cx="29015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Marketing campaign cost: </a:t>
            </a:r>
            <a:r>
              <a:rPr lang="en-US" b="1" dirty="0"/>
              <a:t>Rs. 10 crores</a:t>
            </a:r>
          </a:p>
          <a:p>
            <a:endParaRPr lang="en-US" dirty="0"/>
          </a:p>
          <a:p>
            <a:r>
              <a:rPr lang="en-US" dirty="0"/>
              <a:t>Success increases profits by </a:t>
            </a:r>
            <a:r>
              <a:rPr lang="en-US" b="1" dirty="0"/>
              <a:t>50%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8304313-5593-C190-9C98-991277CDBBAF}"/>
                  </a:ext>
                </a:extLst>
              </p:cNvPr>
              <p:cNvSpPr txBox="1"/>
              <p:nvPr/>
            </p:nvSpPr>
            <p:spPr>
              <a:xfrm>
                <a:off x="8857672" y="4187150"/>
                <a:ext cx="2901511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/>
                  <a:t>Decision: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8304313-5593-C190-9C98-991277CDB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672" y="4187150"/>
                <a:ext cx="2901511" cy="369332"/>
              </a:xfrm>
              <a:prstGeom prst="rect">
                <a:avLst/>
              </a:prstGeom>
              <a:blipFill>
                <a:blip r:embed="rId54"/>
                <a:stretch>
                  <a:fillRect l="-1681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A272E412-4829-0148-24AD-40511414DA2A}"/>
              </a:ext>
            </a:extLst>
          </p:cNvPr>
          <p:cNvSpPr txBox="1"/>
          <p:nvPr/>
        </p:nvSpPr>
        <p:spPr>
          <a:xfrm>
            <a:off x="8857671" y="4753098"/>
            <a:ext cx="2901511" cy="646331"/>
          </a:xfrm>
          <a:custGeom>
            <a:avLst/>
            <a:gdLst>
              <a:gd name="csX0" fmla="*/ 0 w 2901511"/>
              <a:gd name="csY0" fmla="*/ 0 h 646331"/>
              <a:gd name="csX1" fmla="*/ 551287 w 2901511"/>
              <a:gd name="csY1" fmla="*/ 0 h 646331"/>
              <a:gd name="csX2" fmla="*/ 1044544 w 2901511"/>
              <a:gd name="csY2" fmla="*/ 0 h 646331"/>
              <a:gd name="csX3" fmla="*/ 1682876 w 2901511"/>
              <a:gd name="csY3" fmla="*/ 0 h 646331"/>
              <a:gd name="csX4" fmla="*/ 2234163 w 2901511"/>
              <a:gd name="csY4" fmla="*/ 0 h 646331"/>
              <a:gd name="csX5" fmla="*/ 2901511 w 2901511"/>
              <a:gd name="csY5" fmla="*/ 0 h 646331"/>
              <a:gd name="csX6" fmla="*/ 2901511 w 2901511"/>
              <a:gd name="csY6" fmla="*/ 336092 h 646331"/>
              <a:gd name="csX7" fmla="*/ 2901511 w 2901511"/>
              <a:gd name="csY7" fmla="*/ 646331 h 646331"/>
              <a:gd name="csX8" fmla="*/ 2321209 w 2901511"/>
              <a:gd name="csY8" fmla="*/ 646331 h 646331"/>
              <a:gd name="csX9" fmla="*/ 1827952 w 2901511"/>
              <a:gd name="csY9" fmla="*/ 646331 h 646331"/>
              <a:gd name="csX10" fmla="*/ 1247650 w 2901511"/>
              <a:gd name="csY10" fmla="*/ 646331 h 646331"/>
              <a:gd name="csX11" fmla="*/ 667348 w 2901511"/>
              <a:gd name="csY11" fmla="*/ 646331 h 646331"/>
              <a:gd name="csX12" fmla="*/ 0 w 2901511"/>
              <a:gd name="csY12" fmla="*/ 646331 h 646331"/>
              <a:gd name="csX13" fmla="*/ 0 w 2901511"/>
              <a:gd name="csY13" fmla="*/ 310239 h 646331"/>
              <a:gd name="csX14" fmla="*/ 0 w 2901511"/>
              <a:gd name="csY1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01511" h="646331" extrusionOk="0">
                <a:moveTo>
                  <a:pt x="0" y="0"/>
                </a:moveTo>
                <a:cubicBezTo>
                  <a:pt x="178620" y="-13319"/>
                  <a:pt x="308882" y="55722"/>
                  <a:pt x="551287" y="0"/>
                </a:cubicBezTo>
                <a:cubicBezTo>
                  <a:pt x="793692" y="-55722"/>
                  <a:pt x="895156" y="31568"/>
                  <a:pt x="1044544" y="0"/>
                </a:cubicBezTo>
                <a:cubicBezTo>
                  <a:pt x="1193932" y="-31568"/>
                  <a:pt x="1414814" y="55512"/>
                  <a:pt x="1682876" y="0"/>
                </a:cubicBezTo>
                <a:cubicBezTo>
                  <a:pt x="1950938" y="-55512"/>
                  <a:pt x="2081493" y="38948"/>
                  <a:pt x="2234163" y="0"/>
                </a:cubicBezTo>
                <a:cubicBezTo>
                  <a:pt x="2386833" y="-38948"/>
                  <a:pt x="2697612" y="71309"/>
                  <a:pt x="2901511" y="0"/>
                </a:cubicBezTo>
                <a:cubicBezTo>
                  <a:pt x="2936183" y="99397"/>
                  <a:pt x="2863450" y="207528"/>
                  <a:pt x="2901511" y="336092"/>
                </a:cubicBezTo>
                <a:cubicBezTo>
                  <a:pt x="2939572" y="464656"/>
                  <a:pt x="2894265" y="558683"/>
                  <a:pt x="2901511" y="646331"/>
                </a:cubicBezTo>
                <a:cubicBezTo>
                  <a:pt x="2652060" y="668632"/>
                  <a:pt x="2572323" y="645075"/>
                  <a:pt x="2321209" y="646331"/>
                </a:cubicBezTo>
                <a:cubicBezTo>
                  <a:pt x="2070095" y="647587"/>
                  <a:pt x="2062678" y="619896"/>
                  <a:pt x="1827952" y="646331"/>
                </a:cubicBezTo>
                <a:cubicBezTo>
                  <a:pt x="1593226" y="672766"/>
                  <a:pt x="1497041" y="581239"/>
                  <a:pt x="1247650" y="646331"/>
                </a:cubicBezTo>
                <a:cubicBezTo>
                  <a:pt x="998259" y="711423"/>
                  <a:pt x="811054" y="587643"/>
                  <a:pt x="667348" y="646331"/>
                </a:cubicBezTo>
                <a:cubicBezTo>
                  <a:pt x="523642" y="705019"/>
                  <a:pt x="244788" y="601650"/>
                  <a:pt x="0" y="646331"/>
                </a:cubicBezTo>
                <a:cubicBezTo>
                  <a:pt x="-33616" y="483157"/>
                  <a:pt x="27355" y="419635"/>
                  <a:pt x="0" y="310239"/>
                </a:cubicBezTo>
                <a:cubicBezTo>
                  <a:pt x="-27355" y="200843"/>
                  <a:pt x="264" y="7299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Decision-making has two stages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19F72F6-F558-203A-9D59-0F8E90C18EF6}"/>
              </a:ext>
            </a:extLst>
          </p:cNvPr>
          <p:cNvSpPr txBox="1"/>
          <p:nvPr/>
        </p:nvSpPr>
        <p:spPr>
          <a:xfrm>
            <a:off x="8857671" y="5592158"/>
            <a:ext cx="2901511" cy="646331"/>
          </a:xfrm>
          <a:custGeom>
            <a:avLst/>
            <a:gdLst>
              <a:gd name="csX0" fmla="*/ 0 w 2901511"/>
              <a:gd name="csY0" fmla="*/ 0 h 646331"/>
              <a:gd name="csX1" fmla="*/ 580302 w 2901511"/>
              <a:gd name="csY1" fmla="*/ 0 h 646331"/>
              <a:gd name="csX2" fmla="*/ 1189620 w 2901511"/>
              <a:gd name="csY2" fmla="*/ 0 h 646331"/>
              <a:gd name="csX3" fmla="*/ 1769922 w 2901511"/>
              <a:gd name="csY3" fmla="*/ 0 h 646331"/>
              <a:gd name="csX4" fmla="*/ 2379239 w 2901511"/>
              <a:gd name="csY4" fmla="*/ 0 h 646331"/>
              <a:gd name="csX5" fmla="*/ 2901511 w 2901511"/>
              <a:gd name="csY5" fmla="*/ 0 h 646331"/>
              <a:gd name="csX6" fmla="*/ 2901511 w 2901511"/>
              <a:gd name="csY6" fmla="*/ 323166 h 646331"/>
              <a:gd name="csX7" fmla="*/ 2901511 w 2901511"/>
              <a:gd name="csY7" fmla="*/ 646331 h 646331"/>
              <a:gd name="csX8" fmla="*/ 2350224 w 2901511"/>
              <a:gd name="csY8" fmla="*/ 646331 h 646331"/>
              <a:gd name="csX9" fmla="*/ 1798937 w 2901511"/>
              <a:gd name="csY9" fmla="*/ 646331 h 646331"/>
              <a:gd name="csX10" fmla="*/ 1160604 w 2901511"/>
              <a:gd name="csY10" fmla="*/ 646331 h 646331"/>
              <a:gd name="csX11" fmla="*/ 609317 w 2901511"/>
              <a:gd name="csY11" fmla="*/ 646331 h 646331"/>
              <a:gd name="csX12" fmla="*/ 0 w 2901511"/>
              <a:gd name="csY12" fmla="*/ 646331 h 646331"/>
              <a:gd name="csX13" fmla="*/ 0 w 2901511"/>
              <a:gd name="csY13" fmla="*/ 310239 h 646331"/>
              <a:gd name="csX14" fmla="*/ 0 w 2901511"/>
              <a:gd name="csY1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01511" h="646331" extrusionOk="0">
                <a:moveTo>
                  <a:pt x="0" y="0"/>
                </a:moveTo>
                <a:cubicBezTo>
                  <a:pt x="260610" y="-6270"/>
                  <a:pt x="434139" y="38118"/>
                  <a:pt x="580302" y="0"/>
                </a:cubicBezTo>
                <a:cubicBezTo>
                  <a:pt x="726465" y="-38118"/>
                  <a:pt x="1040249" y="42198"/>
                  <a:pt x="1189620" y="0"/>
                </a:cubicBezTo>
                <a:cubicBezTo>
                  <a:pt x="1338991" y="-42198"/>
                  <a:pt x="1641683" y="53500"/>
                  <a:pt x="1769922" y="0"/>
                </a:cubicBezTo>
                <a:cubicBezTo>
                  <a:pt x="1898161" y="-53500"/>
                  <a:pt x="2143197" y="46562"/>
                  <a:pt x="2379239" y="0"/>
                </a:cubicBezTo>
                <a:cubicBezTo>
                  <a:pt x="2615281" y="-46562"/>
                  <a:pt x="2719511" y="31617"/>
                  <a:pt x="2901511" y="0"/>
                </a:cubicBezTo>
                <a:cubicBezTo>
                  <a:pt x="2924810" y="74183"/>
                  <a:pt x="2880401" y="190499"/>
                  <a:pt x="2901511" y="323166"/>
                </a:cubicBezTo>
                <a:cubicBezTo>
                  <a:pt x="2922621" y="455833"/>
                  <a:pt x="2900780" y="543588"/>
                  <a:pt x="2901511" y="646331"/>
                </a:cubicBezTo>
                <a:cubicBezTo>
                  <a:pt x="2788237" y="685968"/>
                  <a:pt x="2584115" y="606935"/>
                  <a:pt x="2350224" y="646331"/>
                </a:cubicBezTo>
                <a:cubicBezTo>
                  <a:pt x="2116333" y="685727"/>
                  <a:pt x="2015969" y="581142"/>
                  <a:pt x="1798937" y="646331"/>
                </a:cubicBezTo>
                <a:cubicBezTo>
                  <a:pt x="1581905" y="711520"/>
                  <a:pt x="1353213" y="577103"/>
                  <a:pt x="1160604" y="646331"/>
                </a:cubicBezTo>
                <a:cubicBezTo>
                  <a:pt x="967995" y="715559"/>
                  <a:pt x="851955" y="608383"/>
                  <a:pt x="609317" y="646331"/>
                </a:cubicBezTo>
                <a:cubicBezTo>
                  <a:pt x="366679" y="684279"/>
                  <a:pt x="284708" y="641170"/>
                  <a:pt x="0" y="646331"/>
                </a:cubicBezTo>
                <a:cubicBezTo>
                  <a:pt x="-10316" y="569746"/>
                  <a:pt x="6962" y="431698"/>
                  <a:pt x="0" y="310239"/>
                </a:cubicBezTo>
                <a:cubicBezTo>
                  <a:pt x="-6962" y="188780"/>
                  <a:pt x="2742" y="116132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982357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First decision influenced by the second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960B405-2DC0-7CEF-C7A1-7C536160AEBD}"/>
              </a:ext>
            </a:extLst>
          </p:cNvPr>
          <p:cNvSpPr/>
          <p:nvPr/>
        </p:nvSpPr>
        <p:spPr>
          <a:xfrm>
            <a:off x="10941738" y="129386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C78F08-BDA8-2B8E-DAB6-0D152ADCFCFF}"/>
              </a:ext>
            </a:extLst>
          </p:cNvPr>
          <p:cNvSpPr txBox="1"/>
          <p:nvPr/>
        </p:nvSpPr>
        <p:spPr>
          <a:xfrm>
            <a:off x="4825348" y="6442387"/>
            <a:ext cx="149486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/>
              <a:t>Terminal node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10D6514-9547-89B2-0737-CF722997E7BA}"/>
              </a:ext>
            </a:extLst>
          </p:cNvPr>
          <p:cNvSpPr txBox="1"/>
          <p:nvPr/>
        </p:nvSpPr>
        <p:spPr>
          <a:xfrm>
            <a:off x="3754230" y="2541188"/>
            <a:ext cx="149486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/>
              <a:t>Terminal node</a:t>
            </a:r>
          </a:p>
        </p:txBody>
      </p:sp>
    </p:spTree>
    <p:extLst>
      <p:ext uri="{BB962C8B-B14F-4D97-AF65-F5344CB8AC3E}">
        <p14:creationId xmlns:p14="http://schemas.microsoft.com/office/powerpoint/2010/main" val="59932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decel="100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decel="100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800" decel="100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" decel="100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" decel="100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800" decel="100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" decel="100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" decel="100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800" decel="100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2" grpId="0" animBg="1"/>
      <p:bldP spid="92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74" grpId="0" animBg="1"/>
      <p:bldP spid="75" grpId="0" animBg="1"/>
      <p:bldP spid="68" grpId="0"/>
      <p:bldP spid="72" grpId="0" animBg="1"/>
      <p:bldP spid="82" grpId="0" animBg="1"/>
      <p:bldP spid="84" grpId="0" animBg="1"/>
      <p:bldP spid="36" grpId="0" animBg="1"/>
      <p:bldP spid="77" grpId="0" animBg="1"/>
      <p:bldP spid="77" grpId="1" animBg="1"/>
      <p:bldP spid="85" grpId="0" animBg="1"/>
      <p:bldP spid="8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9366-797A-7E5D-4553-F135EAE4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A35A01D-9D0E-40E3-E9BB-AB1AFF1290A9}"/>
                  </a:ext>
                </a:extLst>
              </p:cNvPr>
              <p:cNvSpPr txBox="1"/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A35A01D-9D0E-40E3-E9BB-AB1AFF129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blipFill>
                <a:blip r:embed="rId2"/>
                <a:stretch>
                  <a:fillRect l="-2564" r="-1282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3DB17FE-B6AA-8B48-3865-D79FBDB3FCB9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DE3EB4-644E-0808-19B1-89D9272EBF0E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5AA5121-9182-156F-F051-E6EBDBF02100}"/>
                </a:ext>
              </a:extLst>
            </p:cNvPr>
            <p:cNvCxnSpPr>
              <a:cxnSpLocks/>
              <a:stCxn id="11" idx="3"/>
              <a:endCxn id="22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89D5AB0-221A-6FA2-E333-767F9ACDD4FD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89D5AB0-221A-6FA2-E333-767F9ACDD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77838D0-80FF-809D-0C22-4716F9EF8070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E5DD98D-E6CE-C991-597C-3ABDE595F25E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E5DD98D-E6CE-C991-597C-3ABDE595F2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23E37B-E0A4-780D-0954-17B013C3C0E6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FC4222-087A-354A-F849-B80E1D32415A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E1EE79A-8DC9-6EE2-A2AD-6D4DD3F3B1E2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E1EE79A-8DC9-6EE2-A2AD-6D4DD3F3B1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09E2B95-F189-317C-D99B-AC600453E3DE}"/>
              </a:ext>
            </a:extLst>
          </p:cNvPr>
          <p:cNvGrpSpPr/>
          <p:nvPr/>
        </p:nvGrpSpPr>
        <p:grpSpPr>
          <a:xfrm>
            <a:off x="2754172" y="1185116"/>
            <a:ext cx="1531340" cy="1157742"/>
            <a:chOff x="2754172" y="1185116"/>
            <a:chExt cx="1531340" cy="1157742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2BA3CE1-217C-912C-889E-086BEE89D998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2754172" y="1185116"/>
              <a:ext cx="1443342" cy="787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EB10773-88F9-4DF0-03ED-2A450F8EA75B}"/>
                </a:ext>
              </a:extLst>
            </p:cNvPr>
            <p:cNvCxnSpPr>
              <a:cxnSpLocks/>
              <a:stCxn id="22" idx="6"/>
              <a:endCxn id="93" idx="1"/>
            </p:cNvCxnSpPr>
            <p:nvPr/>
          </p:nvCxnSpPr>
          <p:spPr>
            <a:xfrm>
              <a:off x="2754172" y="1972546"/>
              <a:ext cx="1531340" cy="3703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F0EE91D-F6DD-10DB-A4B9-07CA38F6542E}"/>
              </a:ext>
            </a:extLst>
          </p:cNvPr>
          <p:cNvGrpSpPr/>
          <p:nvPr/>
        </p:nvGrpSpPr>
        <p:grpSpPr>
          <a:xfrm>
            <a:off x="2712311" y="3740806"/>
            <a:ext cx="1625772" cy="2651454"/>
            <a:chOff x="2712311" y="3740806"/>
            <a:chExt cx="1625772" cy="265145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6E6AB11-A535-DF52-A212-89132F46FAA0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 flipV="1">
              <a:off x="2712311" y="3740806"/>
              <a:ext cx="1438576" cy="9746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A9EDDDC-DC3B-322A-930F-E80F6EF66DC9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536839" cy="16768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039988E-08E6-6599-D7E0-A31AA47CA6AA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625772" cy="739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8B17438-F2F6-DD5B-4B93-C09CCE0BA630}"/>
              </a:ext>
            </a:extLst>
          </p:cNvPr>
          <p:cNvGrpSpPr/>
          <p:nvPr/>
        </p:nvGrpSpPr>
        <p:grpSpPr>
          <a:xfrm>
            <a:off x="3157891" y="1276634"/>
            <a:ext cx="501197" cy="792947"/>
            <a:chOff x="3157891" y="1276634"/>
            <a:chExt cx="501197" cy="792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3077D77F-A07D-E3A8-3215-4176F76A3037}"/>
                    </a:ext>
                  </a:extLst>
                </p:cNvPr>
                <p:cNvSpPr txBox="1"/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3077D77F-A07D-E3A8-3215-4176F76A3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2E4CD0D8-A1C8-C833-1EEE-1E3E1C2111F0}"/>
                    </a:ext>
                  </a:extLst>
                </p:cNvPr>
                <p:cNvSpPr txBox="1"/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2E4CD0D8-A1C8-C833-1EEE-1E3E1C2111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544" r="-17544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6A4C907-D19D-2889-3120-3FEB92694433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E3D8374-3423-7377-4893-DB4942C72C18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E3D8374-3423-7377-4893-DB4942C72C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3E79D3E-9F1E-422E-5213-E272D9F36EB3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3E79D3E-9F1E-422E-5213-E272D9F36E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7A7CE6D6-E863-8392-85DD-E42F1C855094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7A7CE6D6-E863-8392-85DD-E42F1C855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254F37F-E6F3-EFAC-EB87-63BECE4F1AF1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254F37F-E6F3-EFAC-EB87-63BECE4F1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11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4B9843B6-7E80-1E5C-BB5E-2CC98B247F2D}"/>
              </a:ext>
            </a:extLst>
          </p:cNvPr>
          <p:cNvGrpSpPr/>
          <p:nvPr/>
        </p:nvGrpSpPr>
        <p:grpSpPr>
          <a:xfrm>
            <a:off x="2421259" y="1553633"/>
            <a:ext cx="332913" cy="510353"/>
            <a:chOff x="8325119" y="2185788"/>
            <a:chExt cx="332913" cy="51035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D289D52-3B3C-2126-7F9F-0A2906D0D248}"/>
                </a:ext>
              </a:extLst>
            </p:cNvPr>
            <p:cNvSpPr/>
            <p:nvPr/>
          </p:nvSpPr>
          <p:spPr>
            <a:xfrm>
              <a:off x="8475152" y="2513261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CE2D928-77AB-21B1-F877-528306D03659}"/>
                    </a:ext>
                  </a:extLst>
                </p:cNvPr>
                <p:cNvSpPr txBox="1"/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CE2D928-77AB-21B1-F877-528306D03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1053" r="-23684" b="-425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0C84533-9423-385F-CE46-2B4F2378A93C}"/>
              </a:ext>
            </a:extLst>
          </p:cNvPr>
          <p:cNvGrpSpPr/>
          <p:nvPr/>
        </p:nvGrpSpPr>
        <p:grpSpPr>
          <a:xfrm>
            <a:off x="3664438" y="522584"/>
            <a:ext cx="1874798" cy="1179892"/>
            <a:chOff x="3664438" y="522584"/>
            <a:chExt cx="1874798" cy="117989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D08D01-0C8D-C924-CF3B-AE316AAD5D7E}"/>
                </a:ext>
              </a:extLst>
            </p:cNvPr>
            <p:cNvSpPr txBox="1"/>
            <p:nvPr/>
          </p:nvSpPr>
          <p:spPr>
            <a:xfrm>
              <a:off x="3664438" y="783064"/>
              <a:ext cx="397316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F8D0E10-20E2-03A9-6F13-80E28FAF35A4}"/>
                </a:ext>
              </a:extLst>
            </p:cNvPr>
            <p:cNvGrpSpPr/>
            <p:nvPr/>
          </p:nvGrpSpPr>
          <p:grpSpPr>
            <a:xfrm>
              <a:off x="4178585" y="522584"/>
              <a:ext cx="1360651" cy="1179892"/>
              <a:chOff x="9658252" y="1026621"/>
              <a:chExt cx="1360651" cy="117989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9B4EF3A-18B6-A627-C0B6-83BF48C207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8252" y="1038625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390F0420-08C5-AA3D-4790-3EF27F6DC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390F0420-08C5-AA3D-4790-3EF27F6DC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96FB737-D8FF-0837-FC5A-CA17917C4F41}"/>
                  </a:ext>
                </a:extLst>
              </p:cNvPr>
              <p:cNvCxnSpPr>
                <a:cxnSpLocks/>
                <a:endCxn id="127" idx="1"/>
              </p:cNvCxnSpPr>
              <p:nvPr/>
            </p:nvCxnSpPr>
            <p:spPr>
              <a:xfrm>
                <a:off x="9658252" y="1705163"/>
                <a:ext cx="1332912" cy="5013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75EAD1F-EA9B-7410-8630-A48ABB490448}"/>
                      </a:ext>
                    </a:extLst>
                  </p:cNvPr>
                  <p:cNvSpPr txBox="1"/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75EAD1F-EA9B-7410-8630-A48ABB4904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60870" r="-6956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F9C0C9C-5EFF-8E24-A19D-0C871F5FEDC9}"/>
              </a:ext>
            </a:extLst>
          </p:cNvPr>
          <p:cNvGrpSpPr/>
          <p:nvPr/>
        </p:nvGrpSpPr>
        <p:grpSpPr>
          <a:xfrm>
            <a:off x="4086855" y="4754600"/>
            <a:ext cx="1585126" cy="1404242"/>
            <a:chOff x="9529458" y="2766709"/>
            <a:chExt cx="1585126" cy="1404242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A6A8FA4-5590-AA29-BCE5-2928BE5C714B}"/>
                </a:ext>
              </a:extLst>
            </p:cNvPr>
            <p:cNvSpPr txBox="1"/>
            <p:nvPr/>
          </p:nvSpPr>
          <p:spPr>
            <a:xfrm>
              <a:off x="9529458" y="2929285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DD0EBA4-F4C8-72FB-E625-69DF3251380F}"/>
                </a:ext>
              </a:extLst>
            </p:cNvPr>
            <p:cNvGrpSpPr/>
            <p:nvPr/>
          </p:nvGrpSpPr>
          <p:grpSpPr>
            <a:xfrm>
              <a:off x="9753933" y="2766709"/>
              <a:ext cx="1360651" cy="1404242"/>
              <a:chOff x="9753933" y="2766709"/>
              <a:chExt cx="1360651" cy="1404242"/>
            </a:xfrm>
          </p:grpSpPr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C087FB37-A920-EEAA-F4F5-0C99FD42CF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0C7AA4A0-8AAB-3AAA-8A92-B11C34B410F6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0C7AA4A0-8AAB-3AAA-8A92-B11C34B410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0EF10C9-088B-B30D-B932-1E5F61196A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53933" y="3445251"/>
                <a:ext cx="1355433" cy="7257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11B165C8-0A1B-8C4C-43D6-A5C8180511B2}"/>
                      </a:ext>
                    </a:extLst>
                  </p:cNvPr>
                  <p:cNvSpPr txBox="1"/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11B165C8-0A1B-8C4C-43D6-A5C8180511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4167" r="-66667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04FB63A-5CB6-FF93-3ED8-F8C772DABF33}"/>
              </a:ext>
            </a:extLst>
          </p:cNvPr>
          <p:cNvGrpSpPr/>
          <p:nvPr/>
        </p:nvGrpSpPr>
        <p:grpSpPr>
          <a:xfrm>
            <a:off x="3664439" y="3056554"/>
            <a:ext cx="1832751" cy="1185128"/>
            <a:chOff x="9283974" y="2766709"/>
            <a:chExt cx="1832751" cy="118512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25D9604-704F-BF3C-6686-7AD561CE043C}"/>
                </a:ext>
              </a:extLst>
            </p:cNvPr>
            <p:cNvSpPr txBox="1"/>
            <p:nvPr/>
          </p:nvSpPr>
          <p:spPr>
            <a:xfrm>
              <a:off x="9283974" y="3080649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24DC9FA-91A8-CA8C-4DA1-169B1A47C9F9}"/>
                </a:ext>
              </a:extLst>
            </p:cNvPr>
            <p:cNvGrpSpPr/>
            <p:nvPr/>
          </p:nvGrpSpPr>
          <p:grpSpPr>
            <a:xfrm>
              <a:off x="9753933" y="2766709"/>
              <a:ext cx="1362792" cy="1185128"/>
              <a:chOff x="9753933" y="2766709"/>
              <a:chExt cx="1362792" cy="1185128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65CA6805-7A4A-CA8E-A544-5FC73F272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3CD75FA7-AEB1-A383-CF48-5BB6F1AACCEC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3CD75FA7-AEB1-A383-CF48-5BB6F1AACC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40625" r="-43750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BA6B5203-1269-65D4-5E69-FB389429EF27}"/>
                  </a:ext>
                </a:extLst>
              </p:cNvPr>
              <p:cNvCxnSpPr>
                <a:cxnSpLocks/>
                <a:endCxn id="126" idx="1"/>
              </p:cNvCxnSpPr>
              <p:nvPr/>
            </p:nvCxnSpPr>
            <p:spPr>
              <a:xfrm>
                <a:off x="9753933" y="3445251"/>
                <a:ext cx="1362792" cy="5065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D095914-A5F8-8A6A-7DA3-3E64E799D63A}"/>
                      </a:ext>
                    </a:extLst>
                  </p:cNvPr>
                  <p:cNvSpPr txBox="1"/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D095914-A5F8-8A6A-7DA3-3E64E799D6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56522" r="-7391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D06E92A-CBD1-70AB-4BAF-B4159973A3EC}"/>
              </a:ext>
            </a:extLst>
          </p:cNvPr>
          <p:cNvGrpSpPr/>
          <p:nvPr/>
        </p:nvGrpSpPr>
        <p:grpSpPr>
          <a:xfrm>
            <a:off x="5473679" y="129386"/>
            <a:ext cx="2446646" cy="1424246"/>
            <a:chOff x="5473679" y="129386"/>
            <a:chExt cx="2446646" cy="1424246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BFAD53A-CAED-AA34-9AB8-4EA682B402EB}"/>
                </a:ext>
              </a:extLst>
            </p:cNvPr>
            <p:cNvGrpSpPr/>
            <p:nvPr/>
          </p:nvGrpSpPr>
          <p:grpSpPr>
            <a:xfrm>
              <a:off x="5473679" y="406113"/>
              <a:ext cx="226795" cy="596745"/>
              <a:chOff x="8431237" y="2513261"/>
              <a:chExt cx="226795" cy="596745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8DDD951-390D-1B9E-84BB-0039635A1C52}"/>
                  </a:ext>
                </a:extLst>
              </p:cNvPr>
              <p:cNvSpPr/>
              <p:nvPr/>
            </p:nvSpPr>
            <p:spPr>
              <a:xfrm>
                <a:off x="8475152" y="2513261"/>
                <a:ext cx="182880" cy="182880"/>
              </a:xfrm>
              <a:custGeom>
                <a:avLst/>
                <a:gdLst>
                  <a:gd name="csX0" fmla="*/ 0 w 182880"/>
                  <a:gd name="csY0" fmla="*/ 91440 h 182880"/>
                  <a:gd name="csX1" fmla="*/ 91440 w 182880"/>
                  <a:gd name="csY1" fmla="*/ 0 h 182880"/>
                  <a:gd name="csX2" fmla="*/ 182880 w 182880"/>
                  <a:gd name="csY2" fmla="*/ 91440 h 182880"/>
                  <a:gd name="csX3" fmla="*/ 91440 w 182880"/>
                  <a:gd name="csY3" fmla="*/ 182880 h 182880"/>
                  <a:gd name="csX4" fmla="*/ 0 w 182880"/>
                  <a:gd name="csY4" fmla="*/ 91440 h 182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" h="182880" extrusionOk="0">
                    <a:moveTo>
                      <a:pt x="0" y="91440"/>
                    </a:moveTo>
                    <a:cubicBezTo>
                      <a:pt x="-2992" y="32574"/>
                      <a:pt x="39948" y="-12028"/>
                      <a:pt x="91440" y="0"/>
                    </a:cubicBezTo>
                    <a:cubicBezTo>
                      <a:pt x="138113" y="-927"/>
                      <a:pt x="175272" y="42372"/>
                      <a:pt x="182880" y="91440"/>
                    </a:cubicBezTo>
                    <a:cubicBezTo>
                      <a:pt x="184524" y="145419"/>
                      <a:pt x="143795" y="182110"/>
                      <a:pt x="91440" y="182880"/>
                    </a:cubicBezTo>
                    <a:cubicBezTo>
                      <a:pt x="51716" y="183390"/>
                      <a:pt x="996" y="153317"/>
                      <a:pt x="0" y="91440"/>
                    </a:cubicBezTo>
                    <a:close/>
                  </a:path>
                </a:pathLst>
              </a:custGeom>
              <a:noFill/>
              <a:ln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264327539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3467B92B-9820-3FB5-5DC5-80FD5554E0FC}"/>
                      </a:ext>
                    </a:extLst>
                  </p:cNvPr>
                  <p:cNvSpPr txBox="1"/>
                  <p:nvPr/>
                </p:nvSpPr>
                <p:spPr>
                  <a:xfrm>
                    <a:off x="8431237" y="2833007"/>
                    <a:ext cx="220445" cy="27699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3467B92B-9820-3FB5-5DC5-80FD5554E0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31237" y="2833007"/>
                    <a:ext cx="220445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3684" r="-21053" b="-416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06D77CF-1A50-B4A0-E5AD-759E47C1B673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>
              <a:off x="5700474" y="497553"/>
              <a:ext cx="161349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F3E41AA-A90B-2569-3F7A-7B09D5A50C43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>
              <a:off x="5700474" y="497553"/>
              <a:ext cx="1627405" cy="9257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5B70E33-6831-A03E-2428-492CFDEB9F09}"/>
                    </a:ext>
                  </a:extLst>
                </p:cNvPr>
                <p:cNvSpPr txBox="1"/>
                <p:nvPr/>
              </p:nvSpPr>
              <p:spPr>
                <a:xfrm>
                  <a:off x="6428467" y="12938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0.9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5B70E33-6831-A03E-2428-492CFDEB9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8467" y="129386"/>
                  <a:ext cx="351058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D3474DB-8ADB-DFE7-67BF-3C23887AC657}"/>
                    </a:ext>
                  </a:extLst>
                </p:cNvPr>
                <p:cNvSpPr txBox="1"/>
                <p:nvPr/>
              </p:nvSpPr>
              <p:spPr>
                <a:xfrm>
                  <a:off x="6584003" y="6990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D3474DB-8ADB-DFE7-67BF-3C23887AC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4003" y="699068"/>
                  <a:ext cx="351058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B48A71-9EDE-C779-9CE9-3EDD661F42C5}"/>
                    </a:ext>
                  </a:extLst>
                </p:cNvPr>
                <p:cNvSpPr txBox="1"/>
                <p:nvPr/>
              </p:nvSpPr>
              <p:spPr>
                <a:xfrm>
                  <a:off x="7489117" y="384084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B48A71-9EDE-C779-9CE9-3EDD661F4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9117" y="384084"/>
                  <a:ext cx="431208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14286" r="-1428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8EBA820-2DC3-C4E8-94A0-A2994B976114}"/>
                    </a:ext>
                  </a:extLst>
                </p:cNvPr>
                <p:cNvSpPr txBox="1"/>
                <p:nvPr/>
              </p:nvSpPr>
              <p:spPr>
                <a:xfrm>
                  <a:off x="7611235" y="1276633"/>
                  <a:ext cx="302967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8EBA820-2DC3-C4E8-94A0-A2994B976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1235" y="1276633"/>
                  <a:ext cx="30296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0408" r="-20408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63FE32F-F5C7-0309-B3D2-AB0971790212}"/>
              </a:ext>
            </a:extLst>
          </p:cNvPr>
          <p:cNvGrpSpPr/>
          <p:nvPr/>
        </p:nvGrpSpPr>
        <p:grpSpPr>
          <a:xfrm>
            <a:off x="5482033" y="2060095"/>
            <a:ext cx="2482122" cy="1543066"/>
            <a:chOff x="5517594" y="-502445"/>
            <a:chExt cx="2482122" cy="1543066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AE70596-1912-A2FE-AB5A-D1153CC80591}"/>
                </a:ext>
              </a:extLst>
            </p:cNvPr>
            <p:cNvGrpSpPr/>
            <p:nvPr/>
          </p:nvGrpSpPr>
          <p:grpSpPr>
            <a:xfrm>
              <a:off x="5517594" y="406113"/>
              <a:ext cx="232065" cy="599448"/>
              <a:chOff x="8475152" y="2513261"/>
              <a:chExt cx="232065" cy="599448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8894479-1B6E-1739-6F4C-5F25024BB0F5}"/>
                  </a:ext>
                </a:extLst>
              </p:cNvPr>
              <p:cNvSpPr/>
              <p:nvPr/>
            </p:nvSpPr>
            <p:spPr>
              <a:xfrm>
                <a:off x="8475152" y="2513261"/>
                <a:ext cx="182880" cy="182880"/>
              </a:xfrm>
              <a:custGeom>
                <a:avLst/>
                <a:gdLst>
                  <a:gd name="csX0" fmla="*/ 0 w 182880"/>
                  <a:gd name="csY0" fmla="*/ 91440 h 182880"/>
                  <a:gd name="csX1" fmla="*/ 91440 w 182880"/>
                  <a:gd name="csY1" fmla="*/ 0 h 182880"/>
                  <a:gd name="csX2" fmla="*/ 182880 w 182880"/>
                  <a:gd name="csY2" fmla="*/ 91440 h 182880"/>
                  <a:gd name="csX3" fmla="*/ 91440 w 182880"/>
                  <a:gd name="csY3" fmla="*/ 182880 h 182880"/>
                  <a:gd name="csX4" fmla="*/ 0 w 182880"/>
                  <a:gd name="csY4" fmla="*/ 91440 h 182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" h="182880" extrusionOk="0">
                    <a:moveTo>
                      <a:pt x="0" y="91440"/>
                    </a:moveTo>
                    <a:cubicBezTo>
                      <a:pt x="773" y="35128"/>
                      <a:pt x="49250" y="6695"/>
                      <a:pt x="91440" y="0"/>
                    </a:cubicBezTo>
                    <a:cubicBezTo>
                      <a:pt x="129126" y="-4845"/>
                      <a:pt x="183650" y="38240"/>
                      <a:pt x="182880" y="91440"/>
                    </a:cubicBezTo>
                    <a:cubicBezTo>
                      <a:pt x="192043" y="135884"/>
                      <a:pt x="137504" y="194187"/>
                      <a:pt x="91440" y="182880"/>
                    </a:cubicBezTo>
                    <a:cubicBezTo>
                      <a:pt x="36978" y="195889"/>
                      <a:pt x="10511" y="132696"/>
                      <a:pt x="0" y="91440"/>
                    </a:cubicBezTo>
                    <a:close/>
                  </a:path>
                </a:pathLst>
              </a:custGeom>
              <a:noFill/>
              <a:ln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426649898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3D462B22-BA12-C080-E2AE-38D0F7AD5B42}"/>
                      </a:ext>
                    </a:extLst>
                  </p:cNvPr>
                  <p:cNvSpPr txBox="1"/>
                  <p:nvPr/>
                </p:nvSpPr>
                <p:spPr>
                  <a:xfrm>
                    <a:off x="8486772" y="2835710"/>
                    <a:ext cx="220445" cy="27699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3D462B22-BA12-C080-E2AE-38D0F7AD5B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86772" y="2835710"/>
                    <a:ext cx="220445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1053" r="-23684" b="-425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E9B34375-9212-FB74-F712-17D1A5D4816E}"/>
                </a:ext>
              </a:extLst>
            </p:cNvPr>
            <p:cNvCxnSpPr>
              <a:cxnSpLocks/>
              <a:stCxn id="110" idx="6"/>
            </p:cNvCxnSpPr>
            <p:nvPr/>
          </p:nvCxnSpPr>
          <p:spPr>
            <a:xfrm flipV="1">
              <a:off x="5700474" y="-294020"/>
              <a:ext cx="1662966" cy="7915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430DED98-A88C-B56F-22E1-62AEA95786AA}"/>
                </a:ext>
              </a:extLst>
            </p:cNvPr>
            <p:cNvCxnSpPr>
              <a:cxnSpLocks/>
              <a:stCxn id="110" idx="6"/>
            </p:cNvCxnSpPr>
            <p:nvPr/>
          </p:nvCxnSpPr>
          <p:spPr>
            <a:xfrm>
              <a:off x="5700474" y="497553"/>
              <a:ext cx="1641392" cy="4096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0B7E90B9-12A2-C035-D6DA-8FB8CF4AB37D}"/>
                    </a:ext>
                  </a:extLst>
                </p:cNvPr>
                <p:cNvSpPr txBox="1"/>
                <p:nvPr/>
              </p:nvSpPr>
              <p:spPr>
                <a:xfrm>
                  <a:off x="6464028" y="-25002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0.9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0B7E90B9-12A2-C035-D6DA-8FB8CF4A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4028" y="-250022"/>
                  <a:ext cx="351058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DCBA63F-A44C-B32B-77E8-0093EB707B20}"/>
                    </a:ext>
                  </a:extLst>
                </p:cNvPr>
                <p:cNvSpPr txBox="1"/>
                <p:nvPr/>
              </p:nvSpPr>
              <p:spPr>
                <a:xfrm>
                  <a:off x="6491315" y="385645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DCBA63F-A44C-B32B-77E8-0093EB707B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1315" y="385645"/>
                  <a:ext cx="351058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D92AC1D4-4D2B-8A8A-9C84-50632C3B67DF}"/>
                    </a:ext>
                  </a:extLst>
                </p:cNvPr>
                <p:cNvSpPr txBox="1"/>
                <p:nvPr/>
              </p:nvSpPr>
              <p:spPr>
                <a:xfrm>
                  <a:off x="7568508" y="-502445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290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D92AC1D4-4D2B-8A8A-9C84-50632C3B67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8508" y="-502445"/>
                  <a:ext cx="431208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15C1C7E6-E3F4-F174-0331-4DE015F66C01}"/>
                    </a:ext>
                  </a:extLst>
                </p:cNvPr>
                <p:cNvSpPr txBox="1"/>
                <p:nvPr/>
              </p:nvSpPr>
              <p:spPr>
                <a:xfrm>
                  <a:off x="7525597" y="763622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190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15C1C7E6-E3F4-F174-0331-4DE015F66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5597" y="763622"/>
                  <a:ext cx="431208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EC1493B-5A99-6778-170A-796C00A82796}"/>
              </a:ext>
            </a:extLst>
          </p:cNvPr>
          <p:cNvGrpSpPr/>
          <p:nvPr/>
        </p:nvGrpSpPr>
        <p:grpSpPr>
          <a:xfrm>
            <a:off x="5511497" y="4121577"/>
            <a:ext cx="2402705" cy="1556519"/>
            <a:chOff x="5367561" y="-164114"/>
            <a:chExt cx="2402705" cy="1556519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1C01A681-BC69-346F-0112-8F03B245B227}"/>
                </a:ext>
              </a:extLst>
            </p:cNvPr>
            <p:cNvGrpSpPr/>
            <p:nvPr/>
          </p:nvGrpSpPr>
          <p:grpSpPr>
            <a:xfrm>
              <a:off x="5367561" y="406113"/>
              <a:ext cx="332913" cy="511347"/>
              <a:chOff x="8325119" y="2513261"/>
              <a:chExt cx="332913" cy="511347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D4710DE8-6C95-BC6C-5D3A-78C77E2E15A7}"/>
                  </a:ext>
                </a:extLst>
              </p:cNvPr>
              <p:cNvSpPr/>
              <p:nvPr/>
            </p:nvSpPr>
            <p:spPr>
              <a:xfrm>
                <a:off x="8475152" y="2513261"/>
                <a:ext cx="182880" cy="182880"/>
              </a:xfrm>
              <a:custGeom>
                <a:avLst/>
                <a:gdLst>
                  <a:gd name="csX0" fmla="*/ 0 w 182880"/>
                  <a:gd name="csY0" fmla="*/ 91440 h 182880"/>
                  <a:gd name="csX1" fmla="*/ 91440 w 182880"/>
                  <a:gd name="csY1" fmla="*/ 0 h 182880"/>
                  <a:gd name="csX2" fmla="*/ 182880 w 182880"/>
                  <a:gd name="csY2" fmla="*/ 91440 h 182880"/>
                  <a:gd name="csX3" fmla="*/ 91440 w 182880"/>
                  <a:gd name="csY3" fmla="*/ 182880 h 182880"/>
                  <a:gd name="csX4" fmla="*/ 0 w 182880"/>
                  <a:gd name="csY4" fmla="*/ 91440 h 182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" h="182880" extrusionOk="0">
                    <a:moveTo>
                      <a:pt x="0" y="91440"/>
                    </a:moveTo>
                    <a:cubicBezTo>
                      <a:pt x="-4217" y="35980"/>
                      <a:pt x="50314" y="-3404"/>
                      <a:pt x="91440" y="0"/>
                    </a:cubicBezTo>
                    <a:cubicBezTo>
                      <a:pt x="131651" y="5781"/>
                      <a:pt x="187441" y="39578"/>
                      <a:pt x="182880" y="91440"/>
                    </a:cubicBezTo>
                    <a:cubicBezTo>
                      <a:pt x="176729" y="129678"/>
                      <a:pt x="137662" y="196194"/>
                      <a:pt x="91440" y="182880"/>
                    </a:cubicBezTo>
                    <a:cubicBezTo>
                      <a:pt x="45900" y="176036"/>
                      <a:pt x="13005" y="140871"/>
                      <a:pt x="0" y="91440"/>
                    </a:cubicBezTo>
                    <a:close/>
                  </a:path>
                </a:pathLst>
              </a:custGeom>
              <a:noFill/>
              <a:ln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5101A842-4EAA-1E9F-6699-F5BD03819088}"/>
                      </a:ext>
                    </a:extLst>
                  </p:cNvPr>
                  <p:cNvSpPr txBox="1"/>
                  <p:nvPr/>
                </p:nvSpPr>
                <p:spPr>
                  <a:xfrm>
                    <a:off x="8325119" y="2747609"/>
                    <a:ext cx="220445" cy="27699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5101A842-4EAA-1E9F-6699-F5BD038190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5119" y="2747609"/>
                    <a:ext cx="220445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21053" r="-23684" b="-416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581086F2-E074-2EC9-D8BF-3C168E612BAE}"/>
                </a:ext>
              </a:extLst>
            </p:cNvPr>
            <p:cNvCxnSpPr>
              <a:cxnSpLocks/>
              <a:stCxn id="122" idx="6"/>
            </p:cNvCxnSpPr>
            <p:nvPr/>
          </p:nvCxnSpPr>
          <p:spPr>
            <a:xfrm flipV="1">
              <a:off x="5700474" y="-25614"/>
              <a:ext cx="1448854" cy="5231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F3BF0DFA-A086-83DB-22D6-78A7E400A06E}"/>
                </a:ext>
              </a:extLst>
            </p:cNvPr>
            <p:cNvCxnSpPr>
              <a:cxnSpLocks/>
              <a:stCxn id="122" idx="6"/>
            </p:cNvCxnSpPr>
            <p:nvPr/>
          </p:nvCxnSpPr>
          <p:spPr>
            <a:xfrm>
              <a:off x="5700474" y="497553"/>
              <a:ext cx="1439706" cy="7329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9EBA9218-6983-7326-596C-9449691AED40}"/>
                    </a:ext>
                  </a:extLst>
                </p:cNvPr>
                <p:cNvSpPr txBox="1"/>
                <p:nvPr/>
              </p:nvSpPr>
              <p:spPr>
                <a:xfrm>
                  <a:off x="6340181" y="-144555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0.9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9EBA9218-6983-7326-596C-9449691AE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0181" y="-144555"/>
                  <a:ext cx="351058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DD6A83E7-3FF1-A8A3-AEBD-B3543EBC840D}"/>
                    </a:ext>
                  </a:extLst>
                </p:cNvPr>
                <p:cNvSpPr txBox="1"/>
                <p:nvPr/>
              </p:nvSpPr>
              <p:spPr>
                <a:xfrm>
                  <a:off x="6420327" y="61649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DD6A83E7-3FF1-A8A3-AEBD-B3543EBC84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0327" y="616494"/>
                  <a:ext cx="351058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A262E7CD-111F-5AAD-4233-5EFEB0763BC5}"/>
                    </a:ext>
                  </a:extLst>
                </p:cNvPr>
                <p:cNvSpPr txBox="1"/>
                <p:nvPr/>
              </p:nvSpPr>
              <p:spPr>
                <a:xfrm>
                  <a:off x="7339058" y="-164114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A262E7CD-111F-5AAD-4233-5EFEB0763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9058" y="-164114"/>
                  <a:ext cx="431208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4286" r="-1428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3A77A9FD-40D6-2F27-3BDB-9EF3FF6AE3FB}"/>
                    </a:ext>
                  </a:extLst>
                </p:cNvPr>
                <p:cNvSpPr txBox="1"/>
                <p:nvPr/>
              </p:nvSpPr>
              <p:spPr>
                <a:xfrm>
                  <a:off x="7355598" y="1115406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3A77A9FD-40D6-2F27-3BDB-9EF3FF6AE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5598" y="1115406"/>
                  <a:ext cx="302968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18000" r="-2000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05E76AF-AA2B-626F-70B0-8B700E475948}"/>
              </a:ext>
            </a:extLst>
          </p:cNvPr>
          <p:cNvGrpSpPr/>
          <p:nvPr/>
        </p:nvGrpSpPr>
        <p:grpSpPr>
          <a:xfrm>
            <a:off x="5497190" y="1563976"/>
            <a:ext cx="456164" cy="4787691"/>
            <a:chOff x="5497190" y="1563976"/>
            <a:chExt cx="456164" cy="4787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ECBC73FA-9CFC-481A-F043-666C23FDD646}"/>
                    </a:ext>
                  </a:extLst>
                </p:cNvPr>
                <p:cNvSpPr txBox="1"/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ECBC73FA-9CFC-481A-F043-666C23FDD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7F2414FD-15D2-F275-7CBF-6AC91442FF7E}"/>
                    </a:ext>
                  </a:extLst>
                </p:cNvPr>
                <p:cNvSpPr txBox="1"/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7F2414FD-15D2-F275-7CBF-6AC91442F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0448CF87-2A8E-3899-F176-39DA4ED56168}"/>
                    </a:ext>
                  </a:extLst>
                </p:cNvPr>
                <p:cNvSpPr txBox="1"/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0448CF87-2A8E-3899-F176-39DA4ED561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D748DB85-5D8B-FB13-9872-43B853E4EC1E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AF72BC-68FC-1804-50E9-000345126D0C}"/>
              </a:ext>
            </a:extLst>
          </p:cNvPr>
          <p:cNvSpPr/>
          <p:nvPr/>
        </p:nvSpPr>
        <p:spPr>
          <a:xfrm>
            <a:off x="5482033" y="4530155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623B3E-BF7B-6C6D-979A-9C32DBFA23F1}"/>
              </a:ext>
            </a:extLst>
          </p:cNvPr>
          <p:cNvSpPr/>
          <p:nvPr/>
        </p:nvSpPr>
        <p:spPr>
          <a:xfrm>
            <a:off x="5312128" y="2822121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00C994-0A08-1310-6AB0-4DDDB4B0A549}"/>
              </a:ext>
            </a:extLst>
          </p:cNvPr>
          <p:cNvSpPr/>
          <p:nvPr/>
        </p:nvSpPr>
        <p:spPr>
          <a:xfrm>
            <a:off x="5329088" y="241462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24DB4A-4E2E-E4E3-C7AF-7CF9E8C50F9D}"/>
              </a:ext>
            </a:extLst>
          </p:cNvPr>
          <p:cNvSpPr txBox="1"/>
          <p:nvPr/>
        </p:nvSpPr>
        <p:spPr>
          <a:xfrm>
            <a:off x="8629917" y="406113"/>
            <a:ext cx="2613036" cy="369332"/>
          </a:xfrm>
          <a:custGeom>
            <a:avLst/>
            <a:gdLst>
              <a:gd name="csX0" fmla="*/ 0 w 2613036"/>
              <a:gd name="csY0" fmla="*/ 0 h 369332"/>
              <a:gd name="csX1" fmla="*/ 496477 w 2613036"/>
              <a:gd name="csY1" fmla="*/ 0 h 369332"/>
              <a:gd name="csX2" fmla="*/ 940693 w 2613036"/>
              <a:gd name="csY2" fmla="*/ 0 h 369332"/>
              <a:gd name="csX3" fmla="*/ 1515561 w 2613036"/>
              <a:gd name="csY3" fmla="*/ 0 h 369332"/>
              <a:gd name="csX4" fmla="*/ 2012038 w 2613036"/>
              <a:gd name="csY4" fmla="*/ 0 h 369332"/>
              <a:gd name="csX5" fmla="*/ 2613036 w 2613036"/>
              <a:gd name="csY5" fmla="*/ 0 h 369332"/>
              <a:gd name="csX6" fmla="*/ 2613036 w 2613036"/>
              <a:gd name="csY6" fmla="*/ 369332 h 369332"/>
              <a:gd name="csX7" fmla="*/ 2090429 w 2613036"/>
              <a:gd name="csY7" fmla="*/ 369332 h 369332"/>
              <a:gd name="csX8" fmla="*/ 1515561 w 2613036"/>
              <a:gd name="csY8" fmla="*/ 369332 h 369332"/>
              <a:gd name="csX9" fmla="*/ 1071345 w 2613036"/>
              <a:gd name="csY9" fmla="*/ 369332 h 369332"/>
              <a:gd name="csX10" fmla="*/ 548738 w 2613036"/>
              <a:gd name="csY10" fmla="*/ 369332 h 369332"/>
              <a:gd name="csX11" fmla="*/ 0 w 2613036"/>
              <a:gd name="csY11" fmla="*/ 369332 h 369332"/>
              <a:gd name="csX12" fmla="*/ 0 w 2613036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13036" h="369332" extrusionOk="0">
                <a:moveTo>
                  <a:pt x="0" y="0"/>
                </a:moveTo>
                <a:cubicBezTo>
                  <a:pt x="143215" y="-16642"/>
                  <a:pt x="316604" y="17513"/>
                  <a:pt x="496477" y="0"/>
                </a:cubicBezTo>
                <a:cubicBezTo>
                  <a:pt x="676350" y="-17513"/>
                  <a:pt x="804144" y="39514"/>
                  <a:pt x="940693" y="0"/>
                </a:cubicBezTo>
                <a:cubicBezTo>
                  <a:pt x="1077242" y="-39514"/>
                  <a:pt x="1348602" y="42955"/>
                  <a:pt x="1515561" y="0"/>
                </a:cubicBezTo>
                <a:cubicBezTo>
                  <a:pt x="1682520" y="-42955"/>
                  <a:pt x="1774621" y="25487"/>
                  <a:pt x="2012038" y="0"/>
                </a:cubicBezTo>
                <a:cubicBezTo>
                  <a:pt x="2249455" y="-25487"/>
                  <a:pt x="2468591" y="32172"/>
                  <a:pt x="2613036" y="0"/>
                </a:cubicBezTo>
                <a:cubicBezTo>
                  <a:pt x="2649196" y="81226"/>
                  <a:pt x="2591498" y="278722"/>
                  <a:pt x="2613036" y="369332"/>
                </a:cubicBezTo>
                <a:cubicBezTo>
                  <a:pt x="2479440" y="425992"/>
                  <a:pt x="2231096" y="307808"/>
                  <a:pt x="2090429" y="369332"/>
                </a:cubicBezTo>
                <a:cubicBezTo>
                  <a:pt x="1949762" y="430856"/>
                  <a:pt x="1643044" y="343822"/>
                  <a:pt x="1515561" y="369332"/>
                </a:cubicBezTo>
                <a:cubicBezTo>
                  <a:pt x="1388078" y="394842"/>
                  <a:pt x="1225962" y="338754"/>
                  <a:pt x="1071345" y="369332"/>
                </a:cubicBezTo>
                <a:cubicBezTo>
                  <a:pt x="916728" y="399910"/>
                  <a:pt x="757771" y="356849"/>
                  <a:pt x="548738" y="369332"/>
                </a:cubicBezTo>
                <a:cubicBezTo>
                  <a:pt x="339705" y="381815"/>
                  <a:pt x="260513" y="30787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5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Final decision nodes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5A1E9-8E80-BF73-F8CE-7A2CE5A747C1}"/>
              </a:ext>
            </a:extLst>
          </p:cNvPr>
          <p:cNvSpPr txBox="1"/>
          <p:nvPr/>
        </p:nvSpPr>
        <p:spPr>
          <a:xfrm>
            <a:off x="8629917" y="2451869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…doesn’t choose the ‘best’ 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DBCA1-DC52-18DE-30BB-EE93D11E66A4}"/>
              </a:ext>
            </a:extLst>
          </p:cNvPr>
          <p:cNvSpPr txBox="1"/>
          <p:nvPr/>
        </p:nvSpPr>
        <p:spPr>
          <a:xfrm>
            <a:off x="8629917" y="3292310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…chooses the ‘average’ of all available 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DA81A-E897-3C25-1C4B-5B5AE22829CD}"/>
              </a:ext>
            </a:extLst>
          </p:cNvPr>
          <p:cNvSpPr txBox="1"/>
          <p:nvPr/>
        </p:nvSpPr>
        <p:spPr>
          <a:xfrm>
            <a:off x="8629917" y="1658129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…not a rational decision-maker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1C60A1-355D-626B-1C9C-286AE0EDA64A}"/>
              </a:ext>
            </a:extLst>
          </p:cNvPr>
          <p:cNvSpPr txBox="1"/>
          <p:nvPr/>
        </p:nvSpPr>
        <p:spPr>
          <a:xfrm>
            <a:off x="8626110" y="1101814"/>
            <a:ext cx="261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Decision-maker = </a:t>
            </a:r>
            <a:r>
              <a:rPr lang="en-US" dirty="0">
                <a:solidFill>
                  <a:srgbClr val="7030A0"/>
                </a:solidFill>
                <a:latin typeface="+mj-lt"/>
              </a:rPr>
              <a:t>Nature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B79551E-0FB3-A497-D84E-8D2D9D2E01BD}"/>
                  </a:ext>
                </a:extLst>
              </p:cNvPr>
              <p:cNvSpPr txBox="1"/>
              <p:nvPr/>
            </p:nvSpPr>
            <p:spPr>
              <a:xfrm>
                <a:off x="8629917" y="4793732"/>
                <a:ext cx="3368230" cy="276999"/>
              </a:xfrm>
              <a:custGeom>
                <a:avLst/>
                <a:gdLst>
                  <a:gd name="csX0" fmla="*/ 0 w 3368230"/>
                  <a:gd name="csY0" fmla="*/ 0 h 276999"/>
                  <a:gd name="csX1" fmla="*/ 527689 w 3368230"/>
                  <a:gd name="csY1" fmla="*/ 0 h 276999"/>
                  <a:gd name="csX2" fmla="*/ 988014 w 3368230"/>
                  <a:gd name="csY2" fmla="*/ 0 h 276999"/>
                  <a:gd name="csX3" fmla="*/ 1616750 w 3368230"/>
                  <a:gd name="csY3" fmla="*/ 0 h 276999"/>
                  <a:gd name="csX4" fmla="*/ 2144440 w 3368230"/>
                  <a:gd name="csY4" fmla="*/ 0 h 276999"/>
                  <a:gd name="csX5" fmla="*/ 2672129 w 3368230"/>
                  <a:gd name="csY5" fmla="*/ 0 h 276999"/>
                  <a:gd name="csX6" fmla="*/ 3368230 w 3368230"/>
                  <a:gd name="csY6" fmla="*/ 0 h 276999"/>
                  <a:gd name="csX7" fmla="*/ 3368230 w 3368230"/>
                  <a:gd name="csY7" fmla="*/ 276999 h 276999"/>
                  <a:gd name="csX8" fmla="*/ 2806858 w 3368230"/>
                  <a:gd name="csY8" fmla="*/ 276999 h 276999"/>
                  <a:gd name="csX9" fmla="*/ 2346534 w 3368230"/>
                  <a:gd name="csY9" fmla="*/ 276999 h 276999"/>
                  <a:gd name="csX10" fmla="*/ 1785162 w 3368230"/>
                  <a:gd name="csY10" fmla="*/ 276999 h 276999"/>
                  <a:gd name="csX11" fmla="*/ 1223790 w 3368230"/>
                  <a:gd name="csY11" fmla="*/ 276999 h 276999"/>
                  <a:gd name="csX12" fmla="*/ 696101 w 3368230"/>
                  <a:gd name="csY12" fmla="*/ 276999 h 276999"/>
                  <a:gd name="csX13" fmla="*/ 0 w 3368230"/>
                  <a:gd name="csY13" fmla="*/ 276999 h 276999"/>
                  <a:gd name="csX14" fmla="*/ 0 w 3368230"/>
                  <a:gd name="csY14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368230" h="276999" extrusionOk="0">
                    <a:moveTo>
                      <a:pt x="0" y="0"/>
                    </a:moveTo>
                    <a:cubicBezTo>
                      <a:pt x="231199" y="-32004"/>
                      <a:pt x="388547" y="38839"/>
                      <a:pt x="527689" y="0"/>
                    </a:cubicBezTo>
                    <a:cubicBezTo>
                      <a:pt x="666831" y="-38839"/>
                      <a:pt x="774362" y="51737"/>
                      <a:pt x="988014" y="0"/>
                    </a:cubicBezTo>
                    <a:cubicBezTo>
                      <a:pt x="1201667" y="-51737"/>
                      <a:pt x="1351875" y="12366"/>
                      <a:pt x="1616750" y="0"/>
                    </a:cubicBezTo>
                    <a:cubicBezTo>
                      <a:pt x="1881625" y="-12366"/>
                      <a:pt x="2026652" y="51583"/>
                      <a:pt x="2144440" y="0"/>
                    </a:cubicBezTo>
                    <a:cubicBezTo>
                      <a:pt x="2262228" y="-51583"/>
                      <a:pt x="2542832" y="36190"/>
                      <a:pt x="2672129" y="0"/>
                    </a:cubicBezTo>
                    <a:cubicBezTo>
                      <a:pt x="2801426" y="-36190"/>
                      <a:pt x="3048837" y="4981"/>
                      <a:pt x="3368230" y="0"/>
                    </a:cubicBezTo>
                    <a:cubicBezTo>
                      <a:pt x="3400989" y="79974"/>
                      <a:pt x="3357229" y="146797"/>
                      <a:pt x="3368230" y="276999"/>
                    </a:cubicBezTo>
                    <a:cubicBezTo>
                      <a:pt x="3142124" y="295509"/>
                      <a:pt x="2970120" y="233339"/>
                      <a:pt x="2806858" y="276999"/>
                    </a:cubicBezTo>
                    <a:cubicBezTo>
                      <a:pt x="2643596" y="320659"/>
                      <a:pt x="2459995" y="271906"/>
                      <a:pt x="2346534" y="276999"/>
                    </a:cubicBezTo>
                    <a:cubicBezTo>
                      <a:pt x="2233073" y="282092"/>
                      <a:pt x="2050107" y="218338"/>
                      <a:pt x="1785162" y="276999"/>
                    </a:cubicBezTo>
                    <a:cubicBezTo>
                      <a:pt x="1520217" y="335660"/>
                      <a:pt x="1500494" y="269736"/>
                      <a:pt x="1223790" y="276999"/>
                    </a:cubicBezTo>
                    <a:cubicBezTo>
                      <a:pt x="947086" y="284262"/>
                      <a:pt x="861950" y="229163"/>
                      <a:pt x="696101" y="276999"/>
                    </a:cubicBezTo>
                    <a:cubicBezTo>
                      <a:pt x="530252" y="324835"/>
                      <a:pt x="293114" y="228737"/>
                      <a:pt x="0" y="276999"/>
                    </a:cubicBezTo>
                    <a:cubicBezTo>
                      <a:pt x="-19106" y="157427"/>
                      <a:pt x="31560" y="84963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B79551E-0FB3-A497-D84E-8D2D9D2E0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4793732"/>
                <a:ext cx="3368230" cy="276999"/>
              </a:xfrm>
              <a:prstGeom prst="rect">
                <a:avLst/>
              </a:prstGeom>
              <a:blipFill>
                <a:blip r:embed="rId40"/>
                <a:stretch>
                  <a:fillRect l="-179" b="-8772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368230"/>
                          <a:gd name="csY0" fmla="*/ 0 h 276999"/>
                          <a:gd name="csX1" fmla="*/ 527689 w 3368230"/>
                          <a:gd name="csY1" fmla="*/ 0 h 276999"/>
                          <a:gd name="csX2" fmla="*/ 988014 w 3368230"/>
                          <a:gd name="csY2" fmla="*/ 0 h 276999"/>
                          <a:gd name="csX3" fmla="*/ 1616750 w 3368230"/>
                          <a:gd name="csY3" fmla="*/ 0 h 276999"/>
                          <a:gd name="csX4" fmla="*/ 2144440 w 3368230"/>
                          <a:gd name="csY4" fmla="*/ 0 h 276999"/>
                          <a:gd name="csX5" fmla="*/ 2672129 w 3368230"/>
                          <a:gd name="csY5" fmla="*/ 0 h 276999"/>
                          <a:gd name="csX6" fmla="*/ 3368230 w 3368230"/>
                          <a:gd name="csY6" fmla="*/ 0 h 276999"/>
                          <a:gd name="csX7" fmla="*/ 3368230 w 3368230"/>
                          <a:gd name="csY7" fmla="*/ 276999 h 276999"/>
                          <a:gd name="csX8" fmla="*/ 2806858 w 3368230"/>
                          <a:gd name="csY8" fmla="*/ 276999 h 276999"/>
                          <a:gd name="csX9" fmla="*/ 2346534 w 3368230"/>
                          <a:gd name="csY9" fmla="*/ 276999 h 276999"/>
                          <a:gd name="csX10" fmla="*/ 1785162 w 3368230"/>
                          <a:gd name="csY10" fmla="*/ 276999 h 276999"/>
                          <a:gd name="csX11" fmla="*/ 1223790 w 3368230"/>
                          <a:gd name="csY11" fmla="*/ 276999 h 276999"/>
                          <a:gd name="csX12" fmla="*/ 696101 w 3368230"/>
                          <a:gd name="csY12" fmla="*/ 276999 h 276999"/>
                          <a:gd name="csX13" fmla="*/ 0 w 3368230"/>
                          <a:gd name="csY13" fmla="*/ 276999 h 276999"/>
                          <a:gd name="csX14" fmla="*/ 0 w 3368230"/>
                          <a:gd name="csY14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3368230" h="276999" extrusionOk="0">
                            <a:moveTo>
                              <a:pt x="0" y="0"/>
                            </a:moveTo>
                            <a:cubicBezTo>
                              <a:pt x="231199" y="-32004"/>
                              <a:pt x="388547" y="38839"/>
                              <a:pt x="527689" y="0"/>
                            </a:cubicBezTo>
                            <a:cubicBezTo>
                              <a:pt x="666831" y="-38839"/>
                              <a:pt x="774362" y="51737"/>
                              <a:pt x="988014" y="0"/>
                            </a:cubicBezTo>
                            <a:cubicBezTo>
                              <a:pt x="1201667" y="-51737"/>
                              <a:pt x="1351875" y="12366"/>
                              <a:pt x="1616750" y="0"/>
                            </a:cubicBezTo>
                            <a:cubicBezTo>
                              <a:pt x="1881625" y="-12366"/>
                              <a:pt x="2026652" y="51583"/>
                              <a:pt x="2144440" y="0"/>
                            </a:cubicBezTo>
                            <a:cubicBezTo>
                              <a:pt x="2262228" y="-51583"/>
                              <a:pt x="2542832" y="36190"/>
                              <a:pt x="2672129" y="0"/>
                            </a:cubicBezTo>
                            <a:cubicBezTo>
                              <a:pt x="2801426" y="-36190"/>
                              <a:pt x="3048837" y="4981"/>
                              <a:pt x="3368230" y="0"/>
                            </a:cubicBezTo>
                            <a:cubicBezTo>
                              <a:pt x="3400989" y="79974"/>
                              <a:pt x="3357229" y="146797"/>
                              <a:pt x="3368230" y="276999"/>
                            </a:cubicBezTo>
                            <a:cubicBezTo>
                              <a:pt x="3142124" y="295509"/>
                              <a:pt x="2970120" y="233339"/>
                              <a:pt x="2806858" y="276999"/>
                            </a:cubicBezTo>
                            <a:cubicBezTo>
                              <a:pt x="2643596" y="320659"/>
                              <a:pt x="2459995" y="271906"/>
                              <a:pt x="2346534" y="276999"/>
                            </a:cubicBezTo>
                            <a:cubicBezTo>
                              <a:pt x="2233073" y="282092"/>
                              <a:pt x="2050107" y="218338"/>
                              <a:pt x="1785162" y="276999"/>
                            </a:cubicBezTo>
                            <a:cubicBezTo>
                              <a:pt x="1520217" y="335660"/>
                              <a:pt x="1500494" y="269736"/>
                              <a:pt x="1223790" y="276999"/>
                            </a:cubicBezTo>
                            <a:cubicBezTo>
                              <a:pt x="947086" y="284262"/>
                              <a:pt x="861950" y="229163"/>
                              <a:pt x="696101" y="276999"/>
                            </a:cubicBezTo>
                            <a:cubicBezTo>
                              <a:pt x="530252" y="324835"/>
                              <a:pt x="293114" y="228737"/>
                              <a:pt x="0" y="276999"/>
                            </a:cubicBezTo>
                            <a:cubicBezTo>
                              <a:pt x="-19106" y="157427"/>
                              <a:pt x="31560" y="849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C26699-7A7A-22C9-87AF-C4A308EE4DF5}"/>
                  </a:ext>
                </a:extLst>
              </p:cNvPr>
              <p:cNvSpPr txBox="1"/>
              <p:nvPr/>
            </p:nvSpPr>
            <p:spPr>
              <a:xfrm>
                <a:off x="8629917" y="5350047"/>
                <a:ext cx="2927020" cy="276999"/>
              </a:xfrm>
              <a:custGeom>
                <a:avLst/>
                <a:gdLst>
                  <a:gd name="csX0" fmla="*/ 0 w 2927020"/>
                  <a:gd name="csY0" fmla="*/ 0 h 276999"/>
                  <a:gd name="csX1" fmla="*/ 556134 w 2927020"/>
                  <a:gd name="csY1" fmla="*/ 0 h 276999"/>
                  <a:gd name="csX2" fmla="*/ 1053727 w 2927020"/>
                  <a:gd name="csY2" fmla="*/ 0 h 276999"/>
                  <a:gd name="csX3" fmla="*/ 1697672 w 2927020"/>
                  <a:gd name="csY3" fmla="*/ 0 h 276999"/>
                  <a:gd name="csX4" fmla="*/ 2253805 w 2927020"/>
                  <a:gd name="csY4" fmla="*/ 0 h 276999"/>
                  <a:gd name="csX5" fmla="*/ 2927020 w 2927020"/>
                  <a:gd name="csY5" fmla="*/ 0 h 276999"/>
                  <a:gd name="csX6" fmla="*/ 2927020 w 2927020"/>
                  <a:gd name="csY6" fmla="*/ 276999 h 276999"/>
                  <a:gd name="csX7" fmla="*/ 2341616 w 2927020"/>
                  <a:gd name="csY7" fmla="*/ 276999 h 276999"/>
                  <a:gd name="csX8" fmla="*/ 1697672 w 2927020"/>
                  <a:gd name="csY8" fmla="*/ 276999 h 276999"/>
                  <a:gd name="csX9" fmla="*/ 1200078 w 2927020"/>
                  <a:gd name="csY9" fmla="*/ 276999 h 276999"/>
                  <a:gd name="csX10" fmla="*/ 614674 w 2927020"/>
                  <a:gd name="csY10" fmla="*/ 276999 h 276999"/>
                  <a:gd name="csX11" fmla="*/ 0 w 2927020"/>
                  <a:gd name="csY11" fmla="*/ 276999 h 276999"/>
                  <a:gd name="csX12" fmla="*/ 0 w 2927020"/>
                  <a:gd name="csY12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927020" h="276999" extrusionOk="0">
                    <a:moveTo>
                      <a:pt x="0" y="0"/>
                    </a:moveTo>
                    <a:cubicBezTo>
                      <a:pt x="221378" y="-2346"/>
                      <a:pt x="431280" y="33014"/>
                      <a:pt x="556134" y="0"/>
                    </a:cubicBezTo>
                    <a:cubicBezTo>
                      <a:pt x="680988" y="-33014"/>
                      <a:pt x="830300" y="42314"/>
                      <a:pt x="1053727" y="0"/>
                    </a:cubicBezTo>
                    <a:cubicBezTo>
                      <a:pt x="1277154" y="-42314"/>
                      <a:pt x="1490306" y="30865"/>
                      <a:pt x="1697672" y="0"/>
                    </a:cubicBezTo>
                    <a:cubicBezTo>
                      <a:pt x="1905038" y="-30865"/>
                      <a:pt x="1992795" y="12059"/>
                      <a:pt x="2253805" y="0"/>
                    </a:cubicBezTo>
                    <a:cubicBezTo>
                      <a:pt x="2514815" y="-12059"/>
                      <a:pt x="2628399" y="38824"/>
                      <a:pt x="2927020" y="0"/>
                    </a:cubicBezTo>
                    <a:cubicBezTo>
                      <a:pt x="2941020" y="80499"/>
                      <a:pt x="2916562" y="141651"/>
                      <a:pt x="2927020" y="276999"/>
                    </a:cubicBezTo>
                    <a:cubicBezTo>
                      <a:pt x="2777042" y="287101"/>
                      <a:pt x="2587993" y="212871"/>
                      <a:pt x="2341616" y="276999"/>
                    </a:cubicBezTo>
                    <a:cubicBezTo>
                      <a:pt x="2095239" y="341127"/>
                      <a:pt x="1859307" y="261895"/>
                      <a:pt x="1697672" y="276999"/>
                    </a:cubicBezTo>
                    <a:cubicBezTo>
                      <a:pt x="1536037" y="292103"/>
                      <a:pt x="1438776" y="224446"/>
                      <a:pt x="1200078" y="276999"/>
                    </a:cubicBezTo>
                    <a:cubicBezTo>
                      <a:pt x="961380" y="329552"/>
                      <a:pt x="848872" y="235884"/>
                      <a:pt x="614674" y="276999"/>
                    </a:cubicBezTo>
                    <a:cubicBezTo>
                      <a:pt x="380476" y="318114"/>
                      <a:pt x="162562" y="205942"/>
                      <a:pt x="0" y="276999"/>
                    </a:cubicBezTo>
                    <a:cubicBezTo>
                      <a:pt x="-3416" y="143131"/>
                      <a:pt x="25719" y="134360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140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C26699-7A7A-22C9-87AF-C4A308EE4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350047"/>
                <a:ext cx="2927020" cy="276999"/>
              </a:xfrm>
              <a:prstGeom prst="rect">
                <a:avLst/>
              </a:prstGeom>
              <a:blipFill>
                <a:blip r:embed="rId41"/>
                <a:stretch>
                  <a:fillRect l="-620" r="-1240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2927020"/>
                          <a:gd name="csY0" fmla="*/ 0 h 276999"/>
                          <a:gd name="csX1" fmla="*/ 556134 w 2927020"/>
                          <a:gd name="csY1" fmla="*/ 0 h 276999"/>
                          <a:gd name="csX2" fmla="*/ 1053727 w 2927020"/>
                          <a:gd name="csY2" fmla="*/ 0 h 276999"/>
                          <a:gd name="csX3" fmla="*/ 1697672 w 2927020"/>
                          <a:gd name="csY3" fmla="*/ 0 h 276999"/>
                          <a:gd name="csX4" fmla="*/ 2253805 w 2927020"/>
                          <a:gd name="csY4" fmla="*/ 0 h 276999"/>
                          <a:gd name="csX5" fmla="*/ 2927020 w 2927020"/>
                          <a:gd name="csY5" fmla="*/ 0 h 276999"/>
                          <a:gd name="csX6" fmla="*/ 2927020 w 2927020"/>
                          <a:gd name="csY6" fmla="*/ 276999 h 276999"/>
                          <a:gd name="csX7" fmla="*/ 2341616 w 2927020"/>
                          <a:gd name="csY7" fmla="*/ 276999 h 276999"/>
                          <a:gd name="csX8" fmla="*/ 1697672 w 2927020"/>
                          <a:gd name="csY8" fmla="*/ 276999 h 276999"/>
                          <a:gd name="csX9" fmla="*/ 1200078 w 2927020"/>
                          <a:gd name="csY9" fmla="*/ 276999 h 276999"/>
                          <a:gd name="csX10" fmla="*/ 614674 w 2927020"/>
                          <a:gd name="csY10" fmla="*/ 276999 h 276999"/>
                          <a:gd name="csX11" fmla="*/ 0 w 2927020"/>
                          <a:gd name="csY11" fmla="*/ 276999 h 276999"/>
                          <a:gd name="csX12" fmla="*/ 0 w 2927020"/>
                          <a:gd name="csY12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</a:cxnLst>
                        <a:rect l="l" t="t" r="r" b="b"/>
                        <a:pathLst>
                          <a:path w="2927020" h="276999" extrusionOk="0">
                            <a:moveTo>
                              <a:pt x="0" y="0"/>
                            </a:moveTo>
                            <a:cubicBezTo>
                              <a:pt x="221378" y="-2346"/>
                              <a:pt x="431280" y="33014"/>
                              <a:pt x="556134" y="0"/>
                            </a:cubicBezTo>
                            <a:cubicBezTo>
                              <a:pt x="680988" y="-33014"/>
                              <a:pt x="830300" y="42314"/>
                              <a:pt x="1053727" y="0"/>
                            </a:cubicBezTo>
                            <a:cubicBezTo>
                              <a:pt x="1277154" y="-42314"/>
                              <a:pt x="1490306" y="30865"/>
                              <a:pt x="1697672" y="0"/>
                            </a:cubicBezTo>
                            <a:cubicBezTo>
                              <a:pt x="1905038" y="-30865"/>
                              <a:pt x="1992795" y="12059"/>
                              <a:pt x="2253805" y="0"/>
                            </a:cubicBezTo>
                            <a:cubicBezTo>
                              <a:pt x="2514815" y="-12059"/>
                              <a:pt x="2628399" y="38824"/>
                              <a:pt x="2927020" y="0"/>
                            </a:cubicBezTo>
                            <a:cubicBezTo>
                              <a:pt x="2941020" y="80499"/>
                              <a:pt x="2916562" y="141651"/>
                              <a:pt x="2927020" y="276999"/>
                            </a:cubicBezTo>
                            <a:cubicBezTo>
                              <a:pt x="2777042" y="287101"/>
                              <a:pt x="2587993" y="212871"/>
                              <a:pt x="2341616" y="276999"/>
                            </a:cubicBezTo>
                            <a:cubicBezTo>
                              <a:pt x="2095239" y="341127"/>
                              <a:pt x="1859307" y="261895"/>
                              <a:pt x="1697672" y="276999"/>
                            </a:cubicBezTo>
                            <a:cubicBezTo>
                              <a:pt x="1536037" y="292103"/>
                              <a:pt x="1438776" y="224446"/>
                              <a:pt x="1200078" y="276999"/>
                            </a:cubicBezTo>
                            <a:cubicBezTo>
                              <a:pt x="961380" y="329552"/>
                              <a:pt x="848872" y="235884"/>
                              <a:pt x="614674" y="276999"/>
                            </a:cubicBezTo>
                            <a:cubicBezTo>
                              <a:pt x="380476" y="318114"/>
                              <a:pt x="162562" y="205942"/>
                              <a:pt x="0" y="276999"/>
                            </a:cubicBezTo>
                            <a:cubicBezTo>
                              <a:pt x="-3416" y="143131"/>
                              <a:pt x="25719" y="13436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AC7FC6D-C685-0E0F-190A-358A863BB28C}"/>
                  </a:ext>
                </a:extLst>
              </p:cNvPr>
              <p:cNvSpPr txBox="1"/>
              <p:nvPr/>
            </p:nvSpPr>
            <p:spPr>
              <a:xfrm>
                <a:off x="8629917" y="5920502"/>
                <a:ext cx="1250279" cy="276999"/>
              </a:xfrm>
              <a:custGeom>
                <a:avLst/>
                <a:gdLst>
                  <a:gd name="csX0" fmla="*/ 0 w 1250279"/>
                  <a:gd name="csY0" fmla="*/ 0 h 276999"/>
                  <a:gd name="csX1" fmla="*/ 441765 w 1250279"/>
                  <a:gd name="csY1" fmla="*/ 0 h 276999"/>
                  <a:gd name="csX2" fmla="*/ 871028 w 1250279"/>
                  <a:gd name="csY2" fmla="*/ 0 h 276999"/>
                  <a:gd name="csX3" fmla="*/ 1250279 w 1250279"/>
                  <a:gd name="csY3" fmla="*/ 0 h 276999"/>
                  <a:gd name="csX4" fmla="*/ 1250279 w 1250279"/>
                  <a:gd name="csY4" fmla="*/ 276999 h 276999"/>
                  <a:gd name="csX5" fmla="*/ 858525 w 1250279"/>
                  <a:gd name="csY5" fmla="*/ 276999 h 276999"/>
                  <a:gd name="csX6" fmla="*/ 441765 w 1250279"/>
                  <a:gd name="csY6" fmla="*/ 276999 h 276999"/>
                  <a:gd name="csX7" fmla="*/ 0 w 1250279"/>
                  <a:gd name="csY7" fmla="*/ 276999 h 276999"/>
                  <a:gd name="csX8" fmla="*/ 0 w 1250279"/>
                  <a:gd name="csY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50279" h="276999" fill="none" extrusionOk="0">
                    <a:moveTo>
                      <a:pt x="0" y="0"/>
                    </a:moveTo>
                    <a:cubicBezTo>
                      <a:pt x="147597" y="-34058"/>
                      <a:pt x="330247" y="37817"/>
                      <a:pt x="441765" y="0"/>
                    </a:cubicBezTo>
                    <a:cubicBezTo>
                      <a:pt x="553283" y="-37817"/>
                      <a:pt x="680487" y="46184"/>
                      <a:pt x="871028" y="0"/>
                    </a:cubicBezTo>
                    <a:cubicBezTo>
                      <a:pt x="1061569" y="-46184"/>
                      <a:pt x="1071760" y="20236"/>
                      <a:pt x="1250279" y="0"/>
                    </a:cubicBezTo>
                    <a:cubicBezTo>
                      <a:pt x="1276477" y="80700"/>
                      <a:pt x="1236145" y="202672"/>
                      <a:pt x="1250279" y="276999"/>
                    </a:cubicBezTo>
                    <a:cubicBezTo>
                      <a:pt x="1109954" y="277560"/>
                      <a:pt x="938349" y="266789"/>
                      <a:pt x="858525" y="276999"/>
                    </a:cubicBezTo>
                    <a:cubicBezTo>
                      <a:pt x="778701" y="287209"/>
                      <a:pt x="637824" y="273779"/>
                      <a:pt x="441765" y="276999"/>
                    </a:cubicBezTo>
                    <a:cubicBezTo>
                      <a:pt x="245706" y="280219"/>
                      <a:pt x="193090" y="264755"/>
                      <a:pt x="0" y="276999"/>
                    </a:cubicBezTo>
                    <a:cubicBezTo>
                      <a:pt x="-11858" y="214994"/>
                      <a:pt x="27486" y="89139"/>
                      <a:pt x="0" y="0"/>
                    </a:cubicBezTo>
                    <a:close/>
                  </a:path>
                  <a:path w="1250279" h="276999" stroke="0" extrusionOk="0">
                    <a:moveTo>
                      <a:pt x="0" y="0"/>
                    </a:moveTo>
                    <a:cubicBezTo>
                      <a:pt x="120404" y="-32281"/>
                      <a:pt x="213174" y="38589"/>
                      <a:pt x="404257" y="0"/>
                    </a:cubicBezTo>
                    <a:cubicBezTo>
                      <a:pt x="595340" y="-38589"/>
                      <a:pt x="702554" y="16336"/>
                      <a:pt x="783508" y="0"/>
                    </a:cubicBezTo>
                    <a:cubicBezTo>
                      <a:pt x="864462" y="-16336"/>
                      <a:pt x="1039222" y="41584"/>
                      <a:pt x="1250279" y="0"/>
                    </a:cubicBezTo>
                    <a:cubicBezTo>
                      <a:pt x="1263707" y="90708"/>
                      <a:pt x="1234552" y="144548"/>
                      <a:pt x="1250279" y="276999"/>
                    </a:cubicBezTo>
                    <a:cubicBezTo>
                      <a:pt x="1080237" y="290996"/>
                      <a:pt x="984236" y="251603"/>
                      <a:pt x="858525" y="276999"/>
                    </a:cubicBezTo>
                    <a:cubicBezTo>
                      <a:pt x="732814" y="302395"/>
                      <a:pt x="576053" y="271816"/>
                      <a:pt x="416760" y="276999"/>
                    </a:cubicBezTo>
                    <a:cubicBezTo>
                      <a:pt x="257467" y="282182"/>
                      <a:pt x="188791" y="272013"/>
                      <a:pt x="0" y="276999"/>
                    </a:cubicBezTo>
                    <a:cubicBezTo>
                      <a:pt x="-11636" y="182021"/>
                      <a:pt x="27200" y="119714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=135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AC7FC6D-C685-0E0F-190A-358A863B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920502"/>
                <a:ext cx="1250279" cy="276999"/>
              </a:xfrm>
              <a:prstGeom prst="rect">
                <a:avLst/>
              </a:prstGeom>
              <a:blipFill>
                <a:blip r:embed="rId42"/>
                <a:stretch>
                  <a:fillRect l="-1905" r="-3333" b="-1923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250279"/>
                          <a:gd name="csY0" fmla="*/ 0 h 276999"/>
                          <a:gd name="csX1" fmla="*/ 441765 w 1250279"/>
                          <a:gd name="csY1" fmla="*/ 0 h 276999"/>
                          <a:gd name="csX2" fmla="*/ 871028 w 1250279"/>
                          <a:gd name="csY2" fmla="*/ 0 h 276999"/>
                          <a:gd name="csX3" fmla="*/ 1250279 w 1250279"/>
                          <a:gd name="csY3" fmla="*/ 0 h 276999"/>
                          <a:gd name="csX4" fmla="*/ 1250279 w 1250279"/>
                          <a:gd name="csY4" fmla="*/ 276999 h 276999"/>
                          <a:gd name="csX5" fmla="*/ 858525 w 1250279"/>
                          <a:gd name="csY5" fmla="*/ 276999 h 276999"/>
                          <a:gd name="csX6" fmla="*/ 441765 w 1250279"/>
                          <a:gd name="csY6" fmla="*/ 276999 h 276999"/>
                          <a:gd name="csX7" fmla="*/ 0 w 1250279"/>
                          <a:gd name="csY7" fmla="*/ 276999 h 276999"/>
                          <a:gd name="csX8" fmla="*/ 0 w 1250279"/>
                          <a:gd name="csY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</a:cxnLst>
                        <a:rect l="l" t="t" r="r" b="b"/>
                        <a:pathLst>
                          <a:path w="1250279" h="276999" fill="none" extrusionOk="0">
                            <a:moveTo>
                              <a:pt x="0" y="0"/>
                            </a:moveTo>
                            <a:cubicBezTo>
                              <a:pt x="147597" y="-34058"/>
                              <a:pt x="330247" y="37817"/>
                              <a:pt x="441765" y="0"/>
                            </a:cubicBezTo>
                            <a:cubicBezTo>
                              <a:pt x="553283" y="-37817"/>
                              <a:pt x="680487" y="46184"/>
                              <a:pt x="871028" y="0"/>
                            </a:cubicBezTo>
                            <a:cubicBezTo>
                              <a:pt x="1061569" y="-46184"/>
                              <a:pt x="1071760" y="20236"/>
                              <a:pt x="1250279" y="0"/>
                            </a:cubicBezTo>
                            <a:cubicBezTo>
                              <a:pt x="1276477" y="80700"/>
                              <a:pt x="1236145" y="202672"/>
                              <a:pt x="1250279" y="276999"/>
                            </a:cubicBezTo>
                            <a:cubicBezTo>
                              <a:pt x="1109954" y="277560"/>
                              <a:pt x="938349" y="266789"/>
                              <a:pt x="858525" y="276999"/>
                            </a:cubicBezTo>
                            <a:cubicBezTo>
                              <a:pt x="778701" y="287209"/>
                              <a:pt x="637824" y="273779"/>
                              <a:pt x="441765" y="276999"/>
                            </a:cubicBezTo>
                            <a:cubicBezTo>
                              <a:pt x="245706" y="280219"/>
                              <a:pt x="193090" y="264755"/>
                              <a:pt x="0" y="276999"/>
                            </a:cubicBezTo>
                            <a:cubicBezTo>
                              <a:pt x="-11858" y="214994"/>
                              <a:pt x="27486" y="89139"/>
                              <a:pt x="0" y="0"/>
                            </a:cubicBezTo>
                            <a:close/>
                          </a:path>
                          <a:path w="1250279" h="276999" stroke="0" extrusionOk="0">
                            <a:moveTo>
                              <a:pt x="0" y="0"/>
                            </a:moveTo>
                            <a:cubicBezTo>
                              <a:pt x="120404" y="-32281"/>
                              <a:pt x="213174" y="38589"/>
                              <a:pt x="404257" y="0"/>
                            </a:cubicBezTo>
                            <a:cubicBezTo>
                              <a:pt x="595340" y="-38589"/>
                              <a:pt x="702554" y="16336"/>
                              <a:pt x="783508" y="0"/>
                            </a:cubicBezTo>
                            <a:cubicBezTo>
                              <a:pt x="864462" y="-16336"/>
                              <a:pt x="1039222" y="41584"/>
                              <a:pt x="1250279" y="0"/>
                            </a:cubicBezTo>
                            <a:cubicBezTo>
                              <a:pt x="1263707" y="90708"/>
                              <a:pt x="1234552" y="144548"/>
                              <a:pt x="1250279" y="276999"/>
                            </a:cubicBezTo>
                            <a:cubicBezTo>
                              <a:pt x="1080237" y="290996"/>
                              <a:pt x="984236" y="251603"/>
                              <a:pt x="858525" y="276999"/>
                            </a:cubicBezTo>
                            <a:cubicBezTo>
                              <a:pt x="732814" y="302395"/>
                              <a:pt x="576053" y="271816"/>
                              <a:pt x="416760" y="276999"/>
                            </a:cubicBezTo>
                            <a:cubicBezTo>
                              <a:pt x="257467" y="282182"/>
                              <a:pt x="188791" y="272013"/>
                              <a:pt x="0" y="276999"/>
                            </a:cubicBezTo>
                            <a:cubicBezTo>
                              <a:pt x="-11636" y="182021"/>
                              <a:pt x="27200" y="1197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D0EED39-BE2C-F764-6030-1C7853464560}"/>
              </a:ext>
            </a:extLst>
          </p:cNvPr>
          <p:cNvSpPr txBox="1"/>
          <p:nvPr/>
        </p:nvSpPr>
        <p:spPr>
          <a:xfrm>
            <a:off x="9499758" y="3904466"/>
            <a:ext cx="2057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…expected payoff</a:t>
            </a:r>
          </a:p>
        </p:txBody>
      </p:sp>
      <p:pic>
        <p:nvPicPr>
          <p:cNvPr id="34" name="Picture 33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1B5F4602-B73C-4DE8-1874-95F5C295E635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9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4" grpId="1" animBg="1"/>
      <p:bldP spid="8" grpId="0"/>
      <p:bldP spid="9" grpId="0"/>
      <p:bldP spid="10" grpId="0"/>
      <p:bldP spid="28" grpId="0"/>
      <p:bldP spid="30" grpId="0" animBg="1"/>
      <p:bldP spid="31" grpId="0" animBg="1"/>
      <p:bldP spid="32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1849-EA31-6E13-87CF-9650E279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E42F7EB-06D4-31B3-3CC0-C4AE57B3987C}"/>
                  </a:ext>
                </a:extLst>
              </p:cNvPr>
              <p:cNvSpPr txBox="1"/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E42F7EB-06D4-31B3-3CC0-C4AE57B39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blipFill>
                <a:blip r:embed="rId2"/>
                <a:stretch>
                  <a:fillRect l="-2564" r="-1282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9B9E5A2-B17F-10C4-4B40-1DC177F836F6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764EC7-9CFB-6672-74C7-72D062D74A06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6910A47-7CC5-F76C-36E5-E7832DA0079E}"/>
                </a:ext>
              </a:extLst>
            </p:cNvPr>
            <p:cNvCxnSpPr>
              <a:cxnSpLocks/>
              <a:stCxn id="11" idx="3"/>
              <a:endCxn id="22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584C72-B274-59C2-622E-A714158E59F9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584C72-B274-59C2-622E-A714158E59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360FC36-1FAF-0A03-D147-0FE0080C40B5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1034554-57F2-0808-CCF3-4F72624891CB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1034554-57F2-0808-CCF3-4F7262489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6B5819-D7F2-CAA8-16C7-DB74C6D2CE58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AD389E2-0193-0DD1-8F0A-E4612722F2E1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772746-043D-4305-32D2-F06793D9CE36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772746-043D-4305-32D2-F06793D9CE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AEE2740-D7A8-E8FA-7805-EACEC19E2C7B}"/>
              </a:ext>
            </a:extLst>
          </p:cNvPr>
          <p:cNvGrpSpPr/>
          <p:nvPr/>
        </p:nvGrpSpPr>
        <p:grpSpPr>
          <a:xfrm>
            <a:off x="2754172" y="1185116"/>
            <a:ext cx="1531340" cy="1157742"/>
            <a:chOff x="2754172" y="1185116"/>
            <a:chExt cx="1531340" cy="1157742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38CA89B-583B-ECF6-B96B-B001ABFDB85A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2754172" y="1185116"/>
              <a:ext cx="1443342" cy="787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68B0D93-C91A-FF2E-F932-BE0E3D2E2CBB}"/>
                </a:ext>
              </a:extLst>
            </p:cNvPr>
            <p:cNvCxnSpPr>
              <a:cxnSpLocks/>
              <a:stCxn id="22" idx="6"/>
              <a:endCxn id="93" idx="1"/>
            </p:cNvCxnSpPr>
            <p:nvPr/>
          </p:nvCxnSpPr>
          <p:spPr>
            <a:xfrm>
              <a:off x="2754172" y="1972546"/>
              <a:ext cx="1531340" cy="3703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2041248-9FA5-3D31-6574-BD3923525429}"/>
              </a:ext>
            </a:extLst>
          </p:cNvPr>
          <p:cNvGrpSpPr/>
          <p:nvPr/>
        </p:nvGrpSpPr>
        <p:grpSpPr>
          <a:xfrm>
            <a:off x="2712311" y="3740806"/>
            <a:ext cx="1625772" cy="2651454"/>
            <a:chOff x="2712311" y="3740806"/>
            <a:chExt cx="1625772" cy="265145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B9332A9-1B15-8066-ADB0-36E6F59BC254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 flipV="1">
              <a:off x="2712311" y="3740806"/>
              <a:ext cx="1438576" cy="9746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C0B5CE0-A585-F1FB-1821-6A28E0662733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536839" cy="16768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BD50C4A3-CB9E-D1DA-E941-2F0E0221DECA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625772" cy="739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4A61E96-025F-E638-F3A7-371CED26BC3E}"/>
              </a:ext>
            </a:extLst>
          </p:cNvPr>
          <p:cNvGrpSpPr/>
          <p:nvPr/>
        </p:nvGrpSpPr>
        <p:grpSpPr>
          <a:xfrm>
            <a:off x="3157891" y="1276634"/>
            <a:ext cx="501197" cy="792947"/>
            <a:chOff x="3157891" y="1276634"/>
            <a:chExt cx="501197" cy="792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64D51D0-9175-1A42-34C5-AD8EE6EC74C9}"/>
                    </a:ext>
                  </a:extLst>
                </p:cNvPr>
                <p:cNvSpPr txBox="1"/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64D51D0-9175-1A42-34C5-AD8EE6EC74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6C02D72-AE8D-7B1C-BD3F-934F2B7D5C18}"/>
                    </a:ext>
                  </a:extLst>
                </p:cNvPr>
                <p:cNvSpPr txBox="1"/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6C02D72-AE8D-7B1C-BD3F-934F2B7D5C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544" r="-17544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0F1AF02-F993-E9FF-3F7C-9C4FA6C5DE91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B9C0C09-DA6B-3528-D981-7F36E4C185D9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B9C0C09-DA6B-3528-D981-7F36E4C185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7B12D29F-5977-0214-E27F-171D81D4B492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7B12D29F-5977-0214-E27F-171D81D4B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A981929-2949-EF1F-1E16-C1AFD951A068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A981929-2949-EF1F-1E16-C1AFD951A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1C9FA05-20FC-4427-C425-0F60AAD86079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1C9FA05-20FC-4427-C425-0F60AAD86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11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72005FA-1607-49D8-2193-F971BCC3AAA4}"/>
              </a:ext>
            </a:extLst>
          </p:cNvPr>
          <p:cNvGrpSpPr/>
          <p:nvPr/>
        </p:nvGrpSpPr>
        <p:grpSpPr>
          <a:xfrm>
            <a:off x="2421259" y="1553633"/>
            <a:ext cx="332913" cy="510353"/>
            <a:chOff x="8325119" y="2185788"/>
            <a:chExt cx="332913" cy="51035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99229A9-2DE3-81FC-65A2-5FEA6D52B693}"/>
                </a:ext>
              </a:extLst>
            </p:cNvPr>
            <p:cNvSpPr/>
            <p:nvPr/>
          </p:nvSpPr>
          <p:spPr>
            <a:xfrm>
              <a:off x="8475152" y="2513261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8054624-180C-DCA8-C97E-35368D2D1F1B}"/>
                    </a:ext>
                  </a:extLst>
                </p:cNvPr>
                <p:cNvSpPr txBox="1"/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8054624-180C-DCA8-C97E-35368D2D1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1053" r="-23684" b="-425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61CD500-D1F2-07E6-97E5-7C2F0FCC1A93}"/>
              </a:ext>
            </a:extLst>
          </p:cNvPr>
          <p:cNvGrpSpPr/>
          <p:nvPr/>
        </p:nvGrpSpPr>
        <p:grpSpPr>
          <a:xfrm>
            <a:off x="3664438" y="522584"/>
            <a:ext cx="1874798" cy="1179892"/>
            <a:chOff x="3664438" y="522584"/>
            <a:chExt cx="1874798" cy="117989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704E942-C3D1-87DE-DEEB-1DC75967575B}"/>
                </a:ext>
              </a:extLst>
            </p:cNvPr>
            <p:cNvSpPr txBox="1"/>
            <p:nvPr/>
          </p:nvSpPr>
          <p:spPr>
            <a:xfrm>
              <a:off x="3664438" y="783064"/>
              <a:ext cx="397316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C78A4CD-C6B3-DEC9-D9FD-EB0F41A4EB11}"/>
                </a:ext>
              </a:extLst>
            </p:cNvPr>
            <p:cNvGrpSpPr/>
            <p:nvPr/>
          </p:nvGrpSpPr>
          <p:grpSpPr>
            <a:xfrm>
              <a:off x="4178585" y="522584"/>
              <a:ext cx="1360651" cy="1179892"/>
              <a:chOff x="9658252" y="1026621"/>
              <a:chExt cx="1360651" cy="117989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B6A5E5E9-A66C-47FE-34A0-3D1A56857B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8252" y="1038625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5015DCDC-2F04-DA78-B60B-154BFF3D7503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5015DCDC-2F04-DA78-B60B-154BFF3D75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E763639-95AF-142F-5476-ECE0842E65DA}"/>
                  </a:ext>
                </a:extLst>
              </p:cNvPr>
              <p:cNvCxnSpPr>
                <a:cxnSpLocks/>
                <a:endCxn id="127" idx="1"/>
              </p:cNvCxnSpPr>
              <p:nvPr/>
            </p:nvCxnSpPr>
            <p:spPr>
              <a:xfrm>
                <a:off x="9658252" y="1705163"/>
                <a:ext cx="1332912" cy="5013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E9DC0E77-6CBB-A95F-7D29-67D81D7280AF}"/>
                      </a:ext>
                    </a:extLst>
                  </p:cNvPr>
                  <p:cNvSpPr txBox="1"/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E9DC0E77-6CBB-A95F-7D29-67D81D7280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60870" r="-6956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17206F6-0345-04EC-AC5A-105BC0FA6700}"/>
              </a:ext>
            </a:extLst>
          </p:cNvPr>
          <p:cNvGrpSpPr/>
          <p:nvPr/>
        </p:nvGrpSpPr>
        <p:grpSpPr>
          <a:xfrm>
            <a:off x="4086855" y="4754600"/>
            <a:ext cx="1585126" cy="1404242"/>
            <a:chOff x="9529458" y="2766709"/>
            <a:chExt cx="1585126" cy="1404242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DB17872-7FD3-0ED0-C3F9-A7FCF7AF3E79}"/>
                </a:ext>
              </a:extLst>
            </p:cNvPr>
            <p:cNvSpPr txBox="1"/>
            <p:nvPr/>
          </p:nvSpPr>
          <p:spPr>
            <a:xfrm>
              <a:off x="9529458" y="2929285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E5B67B9-D255-F4BA-24F2-0C9F7DB38DEE}"/>
                </a:ext>
              </a:extLst>
            </p:cNvPr>
            <p:cNvGrpSpPr/>
            <p:nvPr/>
          </p:nvGrpSpPr>
          <p:grpSpPr>
            <a:xfrm>
              <a:off x="9753933" y="2766709"/>
              <a:ext cx="1360651" cy="1404242"/>
              <a:chOff x="9753933" y="2766709"/>
              <a:chExt cx="1360651" cy="1404242"/>
            </a:xfrm>
          </p:grpSpPr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5A54EA26-EA91-9BD4-8833-9EAE81598B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F6D39171-36A6-B0AF-059A-3800AB4F4807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F6D39171-36A6-B0AF-059A-3800AB4F48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33EF21E2-B6D8-8D25-4ED0-3AA364CCEC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53933" y="3445251"/>
                <a:ext cx="1355433" cy="7257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DF7655A-0006-7AA2-A7AB-EFAE8529A877}"/>
                      </a:ext>
                    </a:extLst>
                  </p:cNvPr>
                  <p:cNvSpPr txBox="1"/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DF7655A-0006-7AA2-A7AB-EFAE8529A8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4167" r="-66667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95062FC-6FB6-406D-6416-3F2A04038D06}"/>
              </a:ext>
            </a:extLst>
          </p:cNvPr>
          <p:cNvGrpSpPr/>
          <p:nvPr/>
        </p:nvGrpSpPr>
        <p:grpSpPr>
          <a:xfrm>
            <a:off x="3664439" y="3056554"/>
            <a:ext cx="1832751" cy="1185128"/>
            <a:chOff x="9283974" y="2766709"/>
            <a:chExt cx="1832751" cy="118512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C043B1C-9A14-866C-FDE5-37710B57C634}"/>
                </a:ext>
              </a:extLst>
            </p:cNvPr>
            <p:cNvSpPr txBox="1"/>
            <p:nvPr/>
          </p:nvSpPr>
          <p:spPr>
            <a:xfrm>
              <a:off x="9283974" y="3080649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B49258B-D87D-BE94-A49D-66910D258A09}"/>
                </a:ext>
              </a:extLst>
            </p:cNvPr>
            <p:cNvGrpSpPr/>
            <p:nvPr/>
          </p:nvGrpSpPr>
          <p:grpSpPr>
            <a:xfrm>
              <a:off x="9753933" y="2766709"/>
              <a:ext cx="1362792" cy="1185128"/>
              <a:chOff x="9753933" y="2766709"/>
              <a:chExt cx="1362792" cy="1185128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CBC5BF5D-1616-A787-EE4E-FB384CA597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2C5853B1-951A-FDDA-D39F-21BD7690930C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2C5853B1-951A-FDDA-D39F-21BD769093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40625" r="-43750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107CB1B5-6E9D-3800-0935-C1C227425F34}"/>
                  </a:ext>
                </a:extLst>
              </p:cNvPr>
              <p:cNvCxnSpPr>
                <a:cxnSpLocks/>
                <a:endCxn id="126" idx="1"/>
              </p:cNvCxnSpPr>
              <p:nvPr/>
            </p:nvCxnSpPr>
            <p:spPr>
              <a:xfrm>
                <a:off x="9753933" y="3445251"/>
                <a:ext cx="1362792" cy="5065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02F1C0ED-3864-7301-C254-39F98E84A677}"/>
                      </a:ext>
                    </a:extLst>
                  </p:cNvPr>
                  <p:cNvSpPr txBox="1"/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02F1C0ED-3864-7301-C254-39F98E84A6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56522" r="-7391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2EC8E39-3214-1EC7-DDC9-9C30230F8C94}"/>
              </a:ext>
            </a:extLst>
          </p:cNvPr>
          <p:cNvGrpSpPr/>
          <p:nvPr/>
        </p:nvGrpSpPr>
        <p:grpSpPr>
          <a:xfrm>
            <a:off x="5482033" y="2060095"/>
            <a:ext cx="2482122" cy="1543066"/>
            <a:chOff x="5517594" y="-502445"/>
            <a:chExt cx="2482122" cy="1543066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DF29D65-C2B2-B1E5-83BA-ABC762C62342}"/>
                </a:ext>
              </a:extLst>
            </p:cNvPr>
            <p:cNvGrpSpPr/>
            <p:nvPr/>
          </p:nvGrpSpPr>
          <p:grpSpPr>
            <a:xfrm>
              <a:off x="5517594" y="406113"/>
              <a:ext cx="232065" cy="599448"/>
              <a:chOff x="8475152" y="2513261"/>
              <a:chExt cx="232065" cy="599448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568AD5B-EEBF-21FE-2890-3142C51B9962}"/>
                  </a:ext>
                </a:extLst>
              </p:cNvPr>
              <p:cNvSpPr/>
              <p:nvPr/>
            </p:nvSpPr>
            <p:spPr>
              <a:xfrm>
                <a:off x="8475152" y="2513261"/>
                <a:ext cx="182880" cy="182880"/>
              </a:xfrm>
              <a:custGeom>
                <a:avLst/>
                <a:gdLst>
                  <a:gd name="csX0" fmla="*/ 0 w 182880"/>
                  <a:gd name="csY0" fmla="*/ 91440 h 182880"/>
                  <a:gd name="csX1" fmla="*/ 91440 w 182880"/>
                  <a:gd name="csY1" fmla="*/ 0 h 182880"/>
                  <a:gd name="csX2" fmla="*/ 182880 w 182880"/>
                  <a:gd name="csY2" fmla="*/ 91440 h 182880"/>
                  <a:gd name="csX3" fmla="*/ 91440 w 182880"/>
                  <a:gd name="csY3" fmla="*/ 182880 h 182880"/>
                  <a:gd name="csX4" fmla="*/ 0 w 182880"/>
                  <a:gd name="csY4" fmla="*/ 91440 h 182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" h="182880" extrusionOk="0">
                    <a:moveTo>
                      <a:pt x="0" y="91440"/>
                    </a:moveTo>
                    <a:cubicBezTo>
                      <a:pt x="-4217" y="35980"/>
                      <a:pt x="50314" y="-3404"/>
                      <a:pt x="91440" y="0"/>
                    </a:cubicBezTo>
                    <a:cubicBezTo>
                      <a:pt x="131651" y="5781"/>
                      <a:pt x="187441" y="39578"/>
                      <a:pt x="182880" y="91440"/>
                    </a:cubicBezTo>
                    <a:cubicBezTo>
                      <a:pt x="176729" y="129678"/>
                      <a:pt x="137662" y="196194"/>
                      <a:pt x="91440" y="182880"/>
                    </a:cubicBezTo>
                    <a:cubicBezTo>
                      <a:pt x="45900" y="176036"/>
                      <a:pt x="13005" y="140871"/>
                      <a:pt x="0" y="91440"/>
                    </a:cubicBezTo>
                    <a:close/>
                  </a:path>
                </a:pathLst>
              </a:custGeom>
              <a:noFill/>
              <a:ln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87924873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E542D0A0-4430-9B22-7973-400D9310B116}"/>
                      </a:ext>
                    </a:extLst>
                  </p:cNvPr>
                  <p:cNvSpPr txBox="1"/>
                  <p:nvPr/>
                </p:nvSpPr>
                <p:spPr>
                  <a:xfrm>
                    <a:off x="8486772" y="2835710"/>
                    <a:ext cx="220445" cy="27699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E542D0A0-4430-9B22-7973-400D9310B1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86772" y="2835710"/>
                    <a:ext cx="220445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1053" r="-23684" b="-425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F03024C7-64B1-C127-711F-63D2FBC76D21}"/>
                </a:ext>
              </a:extLst>
            </p:cNvPr>
            <p:cNvCxnSpPr>
              <a:cxnSpLocks/>
              <a:stCxn id="110" idx="6"/>
            </p:cNvCxnSpPr>
            <p:nvPr/>
          </p:nvCxnSpPr>
          <p:spPr>
            <a:xfrm flipV="1">
              <a:off x="5700474" y="-294020"/>
              <a:ext cx="1662966" cy="7915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9CB625D-1D9A-AB9B-DF4B-5D1B85A43A8C}"/>
                </a:ext>
              </a:extLst>
            </p:cNvPr>
            <p:cNvCxnSpPr>
              <a:cxnSpLocks/>
              <a:stCxn id="110" idx="6"/>
            </p:cNvCxnSpPr>
            <p:nvPr/>
          </p:nvCxnSpPr>
          <p:spPr>
            <a:xfrm>
              <a:off x="5700474" y="497553"/>
              <a:ext cx="1641392" cy="4096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4B06851B-91FC-3E44-ECC3-B183809EE4FC}"/>
                    </a:ext>
                  </a:extLst>
                </p:cNvPr>
                <p:cNvSpPr txBox="1"/>
                <p:nvPr/>
              </p:nvSpPr>
              <p:spPr>
                <a:xfrm>
                  <a:off x="6464028" y="-25002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0.9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4B06851B-91FC-3E44-ECC3-B183809EE4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4028" y="-250022"/>
                  <a:ext cx="351058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BD987D42-07D0-CE11-66E3-E52F1413B064}"/>
                    </a:ext>
                  </a:extLst>
                </p:cNvPr>
                <p:cNvSpPr txBox="1"/>
                <p:nvPr/>
              </p:nvSpPr>
              <p:spPr>
                <a:xfrm>
                  <a:off x="6491315" y="385645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BD987D42-07D0-CE11-66E3-E52F1413B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1315" y="385645"/>
                  <a:ext cx="351058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E7FBA654-89E3-1F94-CCB5-0907D30E4DF5}"/>
                    </a:ext>
                  </a:extLst>
                </p:cNvPr>
                <p:cNvSpPr txBox="1"/>
                <p:nvPr/>
              </p:nvSpPr>
              <p:spPr>
                <a:xfrm>
                  <a:off x="7568508" y="-502445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290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E7FBA654-89E3-1F94-CCB5-0907D30E4D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8508" y="-502445"/>
                  <a:ext cx="431208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2C90DDA-E755-F8AC-3120-E8BA8EC6080C}"/>
                    </a:ext>
                  </a:extLst>
                </p:cNvPr>
                <p:cNvSpPr txBox="1"/>
                <p:nvPr/>
              </p:nvSpPr>
              <p:spPr>
                <a:xfrm>
                  <a:off x="7525597" y="763622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190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2C90DDA-E755-F8AC-3120-E8BA8EC60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5597" y="763622"/>
                  <a:ext cx="431208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7B93E4C-49FF-AFCE-027C-050132B9DBDD}"/>
              </a:ext>
            </a:extLst>
          </p:cNvPr>
          <p:cNvGrpSpPr/>
          <p:nvPr/>
        </p:nvGrpSpPr>
        <p:grpSpPr>
          <a:xfrm>
            <a:off x="5511497" y="4121577"/>
            <a:ext cx="2402705" cy="1556519"/>
            <a:chOff x="5367561" y="-164114"/>
            <a:chExt cx="2402705" cy="1556519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8EA4F8BB-E10E-2909-6DE0-102C7CB00322}"/>
                </a:ext>
              </a:extLst>
            </p:cNvPr>
            <p:cNvGrpSpPr/>
            <p:nvPr/>
          </p:nvGrpSpPr>
          <p:grpSpPr>
            <a:xfrm>
              <a:off x="5367561" y="406113"/>
              <a:ext cx="332913" cy="511347"/>
              <a:chOff x="8325119" y="2513261"/>
              <a:chExt cx="332913" cy="511347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2141226B-36E1-0525-F430-7F1705AD2FA0}"/>
                  </a:ext>
                </a:extLst>
              </p:cNvPr>
              <p:cNvSpPr/>
              <p:nvPr/>
            </p:nvSpPr>
            <p:spPr>
              <a:xfrm>
                <a:off x="8475152" y="2513261"/>
                <a:ext cx="182880" cy="182880"/>
              </a:xfrm>
              <a:custGeom>
                <a:avLst/>
                <a:gdLst>
                  <a:gd name="csX0" fmla="*/ 0 w 182880"/>
                  <a:gd name="csY0" fmla="*/ 91440 h 182880"/>
                  <a:gd name="csX1" fmla="*/ 91440 w 182880"/>
                  <a:gd name="csY1" fmla="*/ 0 h 182880"/>
                  <a:gd name="csX2" fmla="*/ 182880 w 182880"/>
                  <a:gd name="csY2" fmla="*/ 91440 h 182880"/>
                  <a:gd name="csX3" fmla="*/ 91440 w 182880"/>
                  <a:gd name="csY3" fmla="*/ 182880 h 182880"/>
                  <a:gd name="csX4" fmla="*/ 0 w 182880"/>
                  <a:gd name="csY4" fmla="*/ 91440 h 182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" h="182880" extrusionOk="0">
                    <a:moveTo>
                      <a:pt x="0" y="91440"/>
                    </a:moveTo>
                    <a:cubicBezTo>
                      <a:pt x="773" y="35128"/>
                      <a:pt x="49250" y="6695"/>
                      <a:pt x="91440" y="0"/>
                    </a:cubicBezTo>
                    <a:cubicBezTo>
                      <a:pt x="129126" y="-4845"/>
                      <a:pt x="183650" y="38240"/>
                      <a:pt x="182880" y="91440"/>
                    </a:cubicBezTo>
                    <a:cubicBezTo>
                      <a:pt x="192043" y="135884"/>
                      <a:pt x="137504" y="194187"/>
                      <a:pt x="91440" y="182880"/>
                    </a:cubicBezTo>
                    <a:cubicBezTo>
                      <a:pt x="36978" y="195889"/>
                      <a:pt x="10511" y="132696"/>
                      <a:pt x="0" y="91440"/>
                    </a:cubicBezTo>
                    <a:close/>
                  </a:path>
                </a:pathLst>
              </a:custGeom>
              <a:noFill/>
              <a:ln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426649898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ADE309FC-C374-11C8-5590-782CE26B9B12}"/>
                      </a:ext>
                    </a:extLst>
                  </p:cNvPr>
                  <p:cNvSpPr txBox="1"/>
                  <p:nvPr/>
                </p:nvSpPr>
                <p:spPr>
                  <a:xfrm>
                    <a:off x="8325119" y="2747609"/>
                    <a:ext cx="220445" cy="27699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ADE309FC-C374-11C8-5590-782CE26B9B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5119" y="2747609"/>
                    <a:ext cx="220445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1053" r="-23684" b="-416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96847025-3501-D2D4-C079-EB29A2813B44}"/>
                </a:ext>
              </a:extLst>
            </p:cNvPr>
            <p:cNvCxnSpPr>
              <a:cxnSpLocks/>
              <a:stCxn id="122" idx="6"/>
            </p:cNvCxnSpPr>
            <p:nvPr/>
          </p:nvCxnSpPr>
          <p:spPr>
            <a:xfrm flipV="1">
              <a:off x="5700474" y="-25614"/>
              <a:ext cx="1448854" cy="5231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B90FF4BE-8F8B-7FC0-CE73-286AC80BEB73}"/>
                </a:ext>
              </a:extLst>
            </p:cNvPr>
            <p:cNvCxnSpPr>
              <a:cxnSpLocks/>
              <a:stCxn id="122" idx="6"/>
            </p:cNvCxnSpPr>
            <p:nvPr/>
          </p:nvCxnSpPr>
          <p:spPr>
            <a:xfrm>
              <a:off x="5700474" y="497553"/>
              <a:ext cx="1439706" cy="7329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4203EFFA-3DFE-7F23-F0B7-E4BC4E44AB2C}"/>
                    </a:ext>
                  </a:extLst>
                </p:cNvPr>
                <p:cNvSpPr txBox="1"/>
                <p:nvPr/>
              </p:nvSpPr>
              <p:spPr>
                <a:xfrm>
                  <a:off x="6340181" y="-144555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0.9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4203EFFA-3DFE-7F23-F0B7-E4BC4E44A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0181" y="-144555"/>
                  <a:ext cx="351058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25D2FB2-7363-F0FD-943F-F59C59056A21}"/>
                    </a:ext>
                  </a:extLst>
                </p:cNvPr>
                <p:cNvSpPr txBox="1"/>
                <p:nvPr/>
              </p:nvSpPr>
              <p:spPr>
                <a:xfrm>
                  <a:off x="6420327" y="61649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25D2FB2-7363-F0FD-943F-F59C59056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0327" y="616494"/>
                  <a:ext cx="351058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C5EB621-9BD3-4E1C-2610-CF0F5E65E098}"/>
                    </a:ext>
                  </a:extLst>
                </p:cNvPr>
                <p:cNvSpPr txBox="1"/>
                <p:nvPr/>
              </p:nvSpPr>
              <p:spPr>
                <a:xfrm>
                  <a:off x="7339058" y="-164114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C5EB621-9BD3-4E1C-2610-CF0F5E65E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9058" y="-164114"/>
                  <a:ext cx="431208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14286" r="-1428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F56A61ED-7FA6-04DE-A94F-667424677871}"/>
                    </a:ext>
                  </a:extLst>
                </p:cNvPr>
                <p:cNvSpPr txBox="1"/>
                <p:nvPr/>
              </p:nvSpPr>
              <p:spPr>
                <a:xfrm>
                  <a:off x="7355598" y="1115406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F56A61ED-7FA6-04DE-A94F-667424677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5598" y="1115406"/>
                  <a:ext cx="302968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18000" r="-2000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0D88A12-98D9-A071-624E-B1151A644361}"/>
              </a:ext>
            </a:extLst>
          </p:cNvPr>
          <p:cNvGrpSpPr/>
          <p:nvPr/>
        </p:nvGrpSpPr>
        <p:grpSpPr>
          <a:xfrm>
            <a:off x="5497190" y="1563976"/>
            <a:ext cx="456164" cy="4787691"/>
            <a:chOff x="5497190" y="1563976"/>
            <a:chExt cx="456164" cy="4787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9EF6CE57-73D8-B3A7-DCFD-2D0E685A6363}"/>
                    </a:ext>
                  </a:extLst>
                </p:cNvPr>
                <p:cNvSpPr txBox="1"/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9EF6CE57-73D8-B3A7-DCFD-2D0E685A63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6D748779-9F31-DCC1-AFCF-2BBC495BB959}"/>
                    </a:ext>
                  </a:extLst>
                </p:cNvPr>
                <p:cNvSpPr txBox="1"/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6D748779-9F31-DCC1-AFCF-2BBC495BB9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ED143448-C88F-5971-A202-C3BCE0AF27CE}"/>
                    </a:ext>
                  </a:extLst>
                </p:cNvPr>
                <p:cNvSpPr txBox="1"/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ED143448-C88F-5971-A202-C3BCE0AF2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B872D7F-0C61-0FD7-E72B-54DAC5A67CDE}"/>
              </a:ext>
            </a:extLst>
          </p:cNvPr>
          <p:cNvSpPr/>
          <p:nvPr/>
        </p:nvSpPr>
        <p:spPr>
          <a:xfrm>
            <a:off x="5482033" y="4530155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F1C5459-C3B7-AEC6-7915-7B27758CED51}"/>
              </a:ext>
            </a:extLst>
          </p:cNvPr>
          <p:cNvSpPr/>
          <p:nvPr/>
        </p:nvSpPr>
        <p:spPr>
          <a:xfrm>
            <a:off x="5312128" y="2822121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A8B88A-4FF1-21F1-54A3-A07DB9CA7A62}"/>
              </a:ext>
            </a:extLst>
          </p:cNvPr>
          <p:cNvGrpSpPr/>
          <p:nvPr/>
        </p:nvGrpSpPr>
        <p:grpSpPr>
          <a:xfrm>
            <a:off x="5329088" y="129386"/>
            <a:ext cx="2591237" cy="1424246"/>
            <a:chOff x="5329088" y="129386"/>
            <a:chExt cx="2591237" cy="1424246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D4FDDA2-3F5B-614E-CC9C-80A8504B4615}"/>
                </a:ext>
              </a:extLst>
            </p:cNvPr>
            <p:cNvGrpSpPr/>
            <p:nvPr/>
          </p:nvGrpSpPr>
          <p:grpSpPr>
            <a:xfrm>
              <a:off x="5473679" y="129386"/>
              <a:ext cx="2446646" cy="1424246"/>
              <a:chOff x="5473679" y="129386"/>
              <a:chExt cx="2446646" cy="1424246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E2935C1-DBB4-6C84-12E3-8474770A41E6}"/>
                  </a:ext>
                </a:extLst>
              </p:cNvPr>
              <p:cNvGrpSpPr/>
              <p:nvPr/>
            </p:nvGrpSpPr>
            <p:grpSpPr>
              <a:xfrm>
                <a:off x="5473679" y="406113"/>
                <a:ext cx="226795" cy="596745"/>
                <a:chOff x="8431237" y="2513261"/>
                <a:chExt cx="226795" cy="596745"/>
              </a:xfrm>
            </p:grpSpPr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336E8BDE-5C75-1C6E-A83E-6B86261FDC97}"/>
                    </a:ext>
                  </a:extLst>
                </p:cNvPr>
                <p:cNvSpPr/>
                <p:nvPr/>
              </p:nvSpPr>
              <p:spPr>
                <a:xfrm>
                  <a:off x="8475152" y="2513261"/>
                  <a:ext cx="182880" cy="182880"/>
                </a:xfrm>
                <a:custGeom>
                  <a:avLst/>
                  <a:gdLst>
                    <a:gd name="csX0" fmla="*/ 0 w 182880"/>
                    <a:gd name="csY0" fmla="*/ 91440 h 182880"/>
                    <a:gd name="csX1" fmla="*/ 91440 w 182880"/>
                    <a:gd name="csY1" fmla="*/ 0 h 182880"/>
                    <a:gd name="csX2" fmla="*/ 182880 w 182880"/>
                    <a:gd name="csY2" fmla="*/ 91440 h 182880"/>
                    <a:gd name="csX3" fmla="*/ 91440 w 182880"/>
                    <a:gd name="csY3" fmla="*/ 182880 h 182880"/>
                    <a:gd name="csX4" fmla="*/ 0 w 182880"/>
                    <a:gd name="csY4" fmla="*/ 91440 h 1828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" h="182880" extrusionOk="0">
                      <a:moveTo>
                        <a:pt x="0" y="91440"/>
                      </a:moveTo>
                      <a:cubicBezTo>
                        <a:pt x="-12507" y="33225"/>
                        <a:pt x="33387" y="2834"/>
                        <a:pt x="91440" y="0"/>
                      </a:cubicBezTo>
                      <a:cubicBezTo>
                        <a:pt x="152333" y="2188"/>
                        <a:pt x="177826" y="41100"/>
                        <a:pt x="182880" y="91440"/>
                      </a:cubicBezTo>
                      <a:cubicBezTo>
                        <a:pt x="174260" y="150358"/>
                        <a:pt x="141511" y="185259"/>
                        <a:pt x="91440" y="182880"/>
                      </a:cubicBezTo>
                      <a:cubicBezTo>
                        <a:pt x="32251" y="178127"/>
                        <a:pt x="8975" y="146229"/>
                        <a:pt x="0" y="91440"/>
                      </a:cubicBezTo>
                      <a:close/>
                    </a:path>
                  </a:pathLst>
                </a:custGeom>
                <a:noFill/>
                <a:ln>
                  <a:solidFill>
                    <a:srgbClr val="7030A0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ellipse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1698AF6-698B-E469-7D50-DB3B1A861D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31237" y="2833007"/>
                      <a:ext cx="220445" cy="27699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1698AF6-698B-E469-7D50-DB3B1A861DE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31237" y="2833007"/>
                      <a:ext cx="220445" cy="276999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 l="-23684" r="-21053" b="-4167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F98011F7-231C-C77C-32B5-6E170C7C651B}"/>
                  </a:ext>
                </a:extLst>
              </p:cNvPr>
              <p:cNvCxnSpPr>
                <a:cxnSpLocks/>
                <a:stCxn id="61" idx="6"/>
              </p:cNvCxnSpPr>
              <p:nvPr/>
            </p:nvCxnSpPr>
            <p:spPr>
              <a:xfrm>
                <a:off x="5700474" y="497553"/>
                <a:ext cx="161349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B3A4E3FB-8CEB-BFFF-F5A8-F361D85C1722}"/>
                  </a:ext>
                </a:extLst>
              </p:cNvPr>
              <p:cNvCxnSpPr>
                <a:cxnSpLocks/>
                <a:stCxn id="61" idx="6"/>
              </p:cNvCxnSpPr>
              <p:nvPr/>
            </p:nvCxnSpPr>
            <p:spPr>
              <a:xfrm>
                <a:off x="5700474" y="497553"/>
                <a:ext cx="1627405" cy="92573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43553AC8-9845-03AA-1DB8-9AF25DE95E61}"/>
                      </a:ext>
                    </a:extLst>
                  </p:cNvPr>
                  <p:cNvSpPr txBox="1"/>
                  <p:nvPr/>
                </p:nvSpPr>
                <p:spPr>
                  <a:xfrm>
                    <a:off x="6428467" y="129386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0.9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43553AC8-9845-03AA-1DB8-9AF25DE95E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8467" y="129386"/>
                    <a:ext cx="351058" cy="276999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l="-17544" r="-1754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99406670-86E7-2ABB-9288-F1DAD0BF9953}"/>
                      </a:ext>
                    </a:extLst>
                  </p:cNvPr>
                  <p:cNvSpPr txBox="1"/>
                  <p:nvPr/>
                </p:nvSpPr>
                <p:spPr>
                  <a:xfrm>
                    <a:off x="6584003" y="699068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99406670-86E7-2ABB-9288-F1DAD0BF99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4003" y="699068"/>
                    <a:ext cx="351058" cy="276999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l="-15517" r="-17241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85E044C0-B1EA-5035-1492-62F882C18AEB}"/>
                      </a:ext>
                    </a:extLst>
                  </p:cNvPr>
                  <p:cNvSpPr txBox="1"/>
                  <p:nvPr/>
                </p:nvSpPr>
                <p:spPr>
                  <a:xfrm>
                    <a:off x="7489117" y="384084"/>
                    <a:ext cx="431208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140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85E044C0-B1EA-5035-1492-62F882C18A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89117" y="384084"/>
                    <a:ext cx="431208" cy="276999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l="-14286" r="-14286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F0CA793E-2A27-30F2-7020-2BE87103446A}"/>
                      </a:ext>
                    </a:extLst>
                  </p:cNvPr>
                  <p:cNvSpPr txBox="1"/>
                  <p:nvPr/>
                </p:nvSpPr>
                <p:spPr>
                  <a:xfrm>
                    <a:off x="7611235" y="1276633"/>
                    <a:ext cx="302967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F0CA793E-2A27-30F2-7020-2BE8710344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1235" y="1276633"/>
                    <a:ext cx="302967" cy="276999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l="-20408" r="-20408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29F7A1B-148F-8EA7-5D47-3D64500AC591}"/>
                </a:ext>
              </a:extLst>
            </p:cNvPr>
            <p:cNvSpPr/>
            <p:nvPr/>
          </p:nvSpPr>
          <p:spPr>
            <a:xfrm>
              <a:off x="5329088" y="241462"/>
              <a:ext cx="549573" cy="523167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22C7FC-55E3-BC0B-4244-D0450257115A}"/>
                  </a:ext>
                </a:extLst>
              </p:cNvPr>
              <p:cNvSpPr txBox="1"/>
              <p:nvPr/>
            </p:nvSpPr>
            <p:spPr>
              <a:xfrm>
                <a:off x="8629917" y="4793732"/>
                <a:ext cx="3340338" cy="276999"/>
              </a:xfrm>
              <a:custGeom>
                <a:avLst/>
                <a:gdLst>
                  <a:gd name="csX0" fmla="*/ 0 w 3340338"/>
                  <a:gd name="csY0" fmla="*/ 0 h 276999"/>
                  <a:gd name="csX1" fmla="*/ 523320 w 3340338"/>
                  <a:gd name="csY1" fmla="*/ 0 h 276999"/>
                  <a:gd name="csX2" fmla="*/ 979832 w 3340338"/>
                  <a:gd name="csY2" fmla="*/ 0 h 276999"/>
                  <a:gd name="csX3" fmla="*/ 1603362 w 3340338"/>
                  <a:gd name="csY3" fmla="*/ 0 h 276999"/>
                  <a:gd name="csX4" fmla="*/ 2126682 w 3340338"/>
                  <a:gd name="csY4" fmla="*/ 0 h 276999"/>
                  <a:gd name="csX5" fmla="*/ 2650001 w 3340338"/>
                  <a:gd name="csY5" fmla="*/ 0 h 276999"/>
                  <a:gd name="csX6" fmla="*/ 3340338 w 3340338"/>
                  <a:gd name="csY6" fmla="*/ 0 h 276999"/>
                  <a:gd name="csX7" fmla="*/ 3340338 w 3340338"/>
                  <a:gd name="csY7" fmla="*/ 276999 h 276999"/>
                  <a:gd name="csX8" fmla="*/ 2783615 w 3340338"/>
                  <a:gd name="csY8" fmla="*/ 276999 h 276999"/>
                  <a:gd name="csX9" fmla="*/ 2327102 w 3340338"/>
                  <a:gd name="csY9" fmla="*/ 276999 h 276999"/>
                  <a:gd name="csX10" fmla="*/ 1770379 w 3340338"/>
                  <a:gd name="csY10" fmla="*/ 276999 h 276999"/>
                  <a:gd name="csX11" fmla="*/ 1213656 w 3340338"/>
                  <a:gd name="csY11" fmla="*/ 276999 h 276999"/>
                  <a:gd name="csX12" fmla="*/ 690337 w 3340338"/>
                  <a:gd name="csY12" fmla="*/ 276999 h 276999"/>
                  <a:gd name="csX13" fmla="*/ 0 w 3340338"/>
                  <a:gd name="csY13" fmla="*/ 276999 h 276999"/>
                  <a:gd name="csX14" fmla="*/ 0 w 3340338"/>
                  <a:gd name="csY14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340338" h="276999" extrusionOk="0">
                    <a:moveTo>
                      <a:pt x="0" y="0"/>
                    </a:moveTo>
                    <a:cubicBezTo>
                      <a:pt x="198150" y="-33133"/>
                      <a:pt x="282596" y="13854"/>
                      <a:pt x="523320" y="0"/>
                    </a:cubicBezTo>
                    <a:cubicBezTo>
                      <a:pt x="764044" y="-13854"/>
                      <a:pt x="849162" y="19220"/>
                      <a:pt x="979832" y="0"/>
                    </a:cubicBezTo>
                    <a:cubicBezTo>
                      <a:pt x="1110502" y="-19220"/>
                      <a:pt x="1295017" y="64042"/>
                      <a:pt x="1603362" y="0"/>
                    </a:cubicBezTo>
                    <a:cubicBezTo>
                      <a:pt x="1911707" y="-64042"/>
                      <a:pt x="1967455" y="14085"/>
                      <a:pt x="2126682" y="0"/>
                    </a:cubicBezTo>
                    <a:cubicBezTo>
                      <a:pt x="2285909" y="-14085"/>
                      <a:pt x="2502328" y="3980"/>
                      <a:pt x="2650001" y="0"/>
                    </a:cubicBezTo>
                    <a:cubicBezTo>
                      <a:pt x="2797674" y="-3980"/>
                      <a:pt x="3101087" y="56882"/>
                      <a:pt x="3340338" y="0"/>
                    </a:cubicBezTo>
                    <a:cubicBezTo>
                      <a:pt x="3373097" y="79974"/>
                      <a:pt x="3329337" y="146797"/>
                      <a:pt x="3340338" y="276999"/>
                    </a:cubicBezTo>
                    <a:cubicBezTo>
                      <a:pt x="3090883" y="290172"/>
                      <a:pt x="2974993" y="236635"/>
                      <a:pt x="2783615" y="276999"/>
                    </a:cubicBezTo>
                    <a:cubicBezTo>
                      <a:pt x="2592237" y="317363"/>
                      <a:pt x="2538763" y="251629"/>
                      <a:pt x="2327102" y="276999"/>
                    </a:cubicBezTo>
                    <a:cubicBezTo>
                      <a:pt x="2115441" y="302369"/>
                      <a:pt x="1952566" y="230982"/>
                      <a:pt x="1770379" y="276999"/>
                    </a:cubicBezTo>
                    <a:cubicBezTo>
                      <a:pt x="1588192" y="323016"/>
                      <a:pt x="1329458" y="235831"/>
                      <a:pt x="1213656" y="276999"/>
                    </a:cubicBezTo>
                    <a:cubicBezTo>
                      <a:pt x="1097854" y="318167"/>
                      <a:pt x="837350" y="251685"/>
                      <a:pt x="690337" y="276999"/>
                    </a:cubicBezTo>
                    <a:cubicBezTo>
                      <a:pt x="543324" y="302313"/>
                      <a:pt x="277017" y="246427"/>
                      <a:pt x="0" y="276999"/>
                    </a:cubicBezTo>
                    <a:cubicBezTo>
                      <a:pt x="-19106" y="157427"/>
                      <a:pt x="31560" y="84963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22C7FC-55E3-BC0B-4244-D04502571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4793732"/>
                <a:ext cx="3340338" cy="276999"/>
              </a:xfrm>
              <a:prstGeom prst="rect">
                <a:avLst/>
              </a:prstGeom>
              <a:blipFill>
                <a:blip r:embed="rId40"/>
                <a:stretch>
                  <a:fillRect l="-542" b="-12500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340338"/>
                          <a:gd name="csY0" fmla="*/ 0 h 276999"/>
                          <a:gd name="csX1" fmla="*/ 523320 w 3340338"/>
                          <a:gd name="csY1" fmla="*/ 0 h 276999"/>
                          <a:gd name="csX2" fmla="*/ 979832 w 3340338"/>
                          <a:gd name="csY2" fmla="*/ 0 h 276999"/>
                          <a:gd name="csX3" fmla="*/ 1603362 w 3340338"/>
                          <a:gd name="csY3" fmla="*/ 0 h 276999"/>
                          <a:gd name="csX4" fmla="*/ 2126682 w 3340338"/>
                          <a:gd name="csY4" fmla="*/ 0 h 276999"/>
                          <a:gd name="csX5" fmla="*/ 2650001 w 3340338"/>
                          <a:gd name="csY5" fmla="*/ 0 h 276999"/>
                          <a:gd name="csX6" fmla="*/ 3340338 w 3340338"/>
                          <a:gd name="csY6" fmla="*/ 0 h 276999"/>
                          <a:gd name="csX7" fmla="*/ 3340338 w 3340338"/>
                          <a:gd name="csY7" fmla="*/ 276999 h 276999"/>
                          <a:gd name="csX8" fmla="*/ 2783615 w 3340338"/>
                          <a:gd name="csY8" fmla="*/ 276999 h 276999"/>
                          <a:gd name="csX9" fmla="*/ 2327102 w 3340338"/>
                          <a:gd name="csY9" fmla="*/ 276999 h 276999"/>
                          <a:gd name="csX10" fmla="*/ 1770379 w 3340338"/>
                          <a:gd name="csY10" fmla="*/ 276999 h 276999"/>
                          <a:gd name="csX11" fmla="*/ 1213656 w 3340338"/>
                          <a:gd name="csY11" fmla="*/ 276999 h 276999"/>
                          <a:gd name="csX12" fmla="*/ 690337 w 3340338"/>
                          <a:gd name="csY12" fmla="*/ 276999 h 276999"/>
                          <a:gd name="csX13" fmla="*/ 0 w 3340338"/>
                          <a:gd name="csY13" fmla="*/ 276999 h 276999"/>
                          <a:gd name="csX14" fmla="*/ 0 w 3340338"/>
                          <a:gd name="csY14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3340338" h="276999" extrusionOk="0">
                            <a:moveTo>
                              <a:pt x="0" y="0"/>
                            </a:moveTo>
                            <a:cubicBezTo>
                              <a:pt x="198150" y="-33133"/>
                              <a:pt x="282596" y="13854"/>
                              <a:pt x="523320" y="0"/>
                            </a:cubicBezTo>
                            <a:cubicBezTo>
                              <a:pt x="764044" y="-13854"/>
                              <a:pt x="849162" y="19220"/>
                              <a:pt x="979832" y="0"/>
                            </a:cubicBezTo>
                            <a:cubicBezTo>
                              <a:pt x="1110502" y="-19220"/>
                              <a:pt x="1295017" y="64042"/>
                              <a:pt x="1603362" y="0"/>
                            </a:cubicBezTo>
                            <a:cubicBezTo>
                              <a:pt x="1911707" y="-64042"/>
                              <a:pt x="1967455" y="14085"/>
                              <a:pt x="2126682" y="0"/>
                            </a:cubicBezTo>
                            <a:cubicBezTo>
                              <a:pt x="2285909" y="-14085"/>
                              <a:pt x="2502328" y="3980"/>
                              <a:pt x="2650001" y="0"/>
                            </a:cubicBezTo>
                            <a:cubicBezTo>
                              <a:pt x="2797674" y="-3980"/>
                              <a:pt x="3101087" y="56882"/>
                              <a:pt x="3340338" y="0"/>
                            </a:cubicBezTo>
                            <a:cubicBezTo>
                              <a:pt x="3373097" y="79974"/>
                              <a:pt x="3329337" y="146797"/>
                              <a:pt x="3340338" y="276999"/>
                            </a:cubicBezTo>
                            <a:cubicBezTo>
                              <a:pt x="3090883" y="290172"/>
                              <a:pt x="2974993" y="236635"/>
                              <a:pt x="2783615" y="276999"/>
                            </a:cubicBezTo>
                            <a:cubicBezTo>
                              <a:pt x="2592237" y="317363"/>
                              <a:pt x="2538763" y="251629"/>
                              <a:pt x="2327102" y="276999"/>
                            </a:cubicBezTo>
                            <a:cubicBezTo>
                              <a:pt x="2115441" y="302369"/>
                              <a:pt x="1952566" y="230982"/>
                              <a:pt x="1770379" y="276999"/>
                            </a:cubicBezTo>
                            <a:cubicBezTo>
                              <a:pt x="1588192" y="323016"/>
                              <a:pt x="1329458" y="235831"/>
                              <a:pt x="1213656" y="276999"/>
                            </a:cubicBezTo>
                            <a:cubicBezTo>
                              <a:pt x="1097854" y="318167"/>
                              <a:pt x="837350" y="251685"/>
                              <a:pt x="690337" y="276999"/>
                            </a:cubicBezTo>
                            <a:cubicBezTo>
                              <a:pt x="543324" y="302313"/>
                              <a:pt x="277017" y="246427"/>
                              <a:pt x="0" y="276999"/>
                            </a:cubicBezTo>
                            <a:cubicBezTo>
                              <a:pt x="-19106" y="157427"/>
                              <a:pt x="31560" y="849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22E7F2-8B69-83B0-3D0F-96ADD420FDE2}"/>
                  </a:ext>
                </a:extLst>
              </p:cNvPr>
              <p:cNvSpPr txBox="1"/>
              <p:nvPr/>
            </p:nvSpPr>
            <p:spPr>
              <a:xfrm>
                <a:off x="8629917" y="5350047"/>
                <a:ext cx="3055260" cy="276999"/>
              </a:xfrm>
              <a:custGeom>
                <a:avLst/>
                <a:gdLst>
                  <a:gd name="csX0" fmla="*/ 0 w 3055260"/>
                  <a:gd name="csY0" fmla="*/ 0 h 276999"/>
                  <a:gd name="csX1" fmla="*/ 478657 w 3055260"/>
                  <a:gd name="csY1" fmla="*/ 0 h 276999"/>
                  <a:gd name="csX2" fmla="*/ 896210 w 3055260"/>
                  <a:gd name="csY2" fmla="*/ 0 h 276999"/>
                  <a:gd name="csX3" fmla="*/ 1466525 w 3055260"/>
                  <a:gd name="csY3" fmla="*/ 0 h 276999"/>
                  <a:gd name="csX4" fmla="*/ 1945182 w 3055260"/>
                  <a:gd name="csY4" fmla="*/ 0 h 276999"/>
                  <a:gd name="csX5" fmla="*/ 2423840 w 3055260"/>
                  <a:gd name="csY5" fmla="*/ 0 h 276999"/>
                  <a:gd name="csX6" fmla="*/ 3055260 w 3055260"/>
                  <a:gd name="csY6" fmla="*/ 0 h 276999"/>
                  <a:gd name="csX7" fmla="*/ 3055260 w 3055260"/>
                  <a:gd name="csY7" fmla="*/ 276999 h 276999"/>
                  <a:gd name="csX8" fmla="*/ 2546050 w 3055260"/>
                  <a:gd name="csY8" fmla="*/ 276999 h 276999"/>
                  <a:gd name="csX9" fmla="*/ 2128498 w 3055260"/>
                  <a:gd name="csY9" fmla="*/ 276999 h 276999"/>
                  <a:gd name="csX10" fmla="*/ 1619288 w 3055260"/>
                  <a:gd name="csY10" fmla="*/ 276999 h 276999"/>
                  <a:gd name="csX11" fmla="*/ 1110078 w 3055260"/>
                  <a:gd name="csY11" fmla="*/ 276999 h 276999"/>
                  <a:gd name="csX12" fmla="*/ 631420 w 3055260"/>
                  <a:gd name="csY12" fmla="*/ 276999 h 276999"/>
                  <a:gd name="csX13" fmla="*/ 0 w 3055260"/>
                  <a:gd name="csY13" fmla="*/ 276999 h 276999"/>
                  <a:gd name="csX14" fmla="*/ 0 w 3055260"/>
                  <a:gd name="csY14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055260" h="276999" extrusionOk="0">
                    <a:moveTo>
                      <a:pt x="0" y="0"/>
                    </a:moveTo>
                    <a:cubicBezTo>
                      <a:pt x="120486" y="-8626"/>
                      <a:pt x="378352" y="45605"/>
                      <a:pt x="478657" y="0"/>
                    </a:cubicBezTo>
                    <a:cubicBezTo>
                      <a:pt x="578962" y="-45605"/>
                      <a:pt x="731148" y="46488"/>
                      <a:pt x="896210" y="0"/>
                    </a:cubicBezTo>
                    <a:cubicBezTo>
                      <a:pt x="1061272" y="-46488"/>
                      <a:pt x="1276425" y="34914"/>
                      <a:pt x="1466525" y="0"/>
                    </a:cubicBezTo>
                    <a:cubicBezTo>
                      <a:pt x="1656626" y="-34914"/>
                      <a:pt x="1838649" y="6189"/>
                      <a:pt x="1945182" y="0"/>
                    </a:cubicBezTo>
                    <a:cubicBezTo>
                      <a:pt x="2051715" y="-6189"/>
                      <a:pt x="2290210" y="40818"/>
                      <a:pt x="2423840" y="0"/>
                    </a:cubicBezTo>
                    <a:cubicBezTo>
                      <a:pt x="2557470" y="-40818"/>
                      <a:pt x="2774532" y="14246"/>
                      <a:pt x="3055260" y="0"/>
                    </a:cubicBezTo>
                    <a:cubicBezTo>
                      <a:pt x="3088019" y="79974"/>
                      <a:pt x="3044259" y="146797"/>
                      <a:pt x="3055260" y="276999"/>
                    </a:cubicBezTo>
                    <a:cubicBezTo>
                      <a:pt x="2819603" y="326410"/>
                      <a:pt x="2727638" y="231142"/>
                      <a:pt x="2546050" y="276999"/>
                    </a:cubicBezTo>
                    <a:cubicBezTo>
                      <a:pt x="2364462" y="322856"/>
                      <a:pt x="2250926" y="242852"/>
                      <a:pt x="2128498" y="276999"/>
                    </a:cubicBezTo>
                    <a:cubicBezTo>
                      <a:pt x="2006070" y="311146"/>
                      <a:pt x="1799104" y="239576"/>
                      <a:pt x="1619288" y="276999"/>
                    </a:cubicBezTo>
                    <a:cubicBezTo>
                      <a:pt x="1439472" y="314422"/>
                      <a:pt x="1230125" y="232009"/>
                      <a:pt x="1110078" y="276999"/>
                    </a:cubicBezTo>
                    <a:cubicBezTo>
                      <a:pt x="990031" y="321989"/>
                      <a:pt x="804800" y="249802"/>
                      <a:pt x="631420" y="276999"/>
                    </a:cubicBezTo>
                    <a:cubicBezTo>
                      <a:pt x="458040" y="304196"/>
                      <a:pt x="127167" y="217267"/>
                      <a:pt x="0" y="276999"/>
                    </a:cubicBezTo>
                    <a:cubicBezTo>
                      <a:pt x="-19106" y="157427"/>
                      <a:pt x="31560" y="84963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290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190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22E7F2-8B69-83B0-3D0F-96ADD420F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350047"/>
                <a:ext cx="3055260" cy="276999"/>
              </a:xfrm>
              <a:prstGeom prst="rect">
                <a:avLst/>
              </a:prstGeom>
              <a:blipFill>
                <a:blip r:embed="rId41"/>
                <a:stretch>
                  <a:fillRect l="-592" r="-789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055260"/>
                          <a:gd name="csY0" fmla="*/ 0 h 276999"/>
                          <a:gd name="csX1" fmla="*/ 478657 w 3055260"/>
                          <a:gd name="csY1" fmla="*/ 0 h 276999"/>
                          <a:gd name="csX2" fmla="*/ 896210 w 3055260"/>
                          <a:gd name="csY2" fmla="*/ 0 h 276999"/>
                          <a:gd name="csX3" fmla="*/ 1466525 w 3055260"/>
                          <a:gd name="csY3" fmla="*/ 0 h 276999"/>
                          <a:gd name="csX4" fmla="*/ 1945182 w 3055260"/>
                          <a:gd name="csY4" fmla="*/ 0 h 276999"/>
                          <a:gd name="csX5" fmla="*/ 2423840 w 3055260"/>
                          <a:gd name="csY5" fmla="*/ 0 h 276999"/>
                          <a:gd name="csX6" fmla="*/ 3055260 w 3055260"/>
                          <a:gd name="csY6" fmla="*/ 0 h 276999"/>
                          <a:gd name="csX7" fmla="*/ 3055260 w 3055260"/>
                          <a:gd name="csY7" fmla="*/ 276999 h 276999"/>
                          <a:gd name="csX8" fmla="*/ 2546050 w 3055260"/>
                          <a:gd name="csY8" fmla="*/ 276999 h 276999"/>
                          <a:gd name="csX9" fmla="*/ 2128498 w 3055260"/>
                          <a:gd name="csY9" fmla="*/ 276999 h 276999"/>
                          <a:gd name="csX10" fmla="*/ 1619288 w 3055260"/>
                          <a:gd name="csY10" fmla="*/ 276999 h 276999"/>
                          <a:gd name="csX11" fmla="*/ 1110078 w 3055260"/>
                          <a:gd name="csY11" fmla="*/ 276999 h 276999"/>
                          <a:gd name="csX12" fmla="*/ 631420 w 3055260"/>
                          <a:gd name="csY12" fmla="*/ 276999 h 276999"/>
                          <a:gd name="csX13" fmla="*/ 0 w 3055260"/>
                          <a:gd name="csY13" fmla="*/ 276999 h 276999"/>
                          <a:gd name="csX14" fmla="*/ 0 w 3055260"/>
                          <a:gd name="csY14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3055260" h="276999" extrusionOk="0">
                            <a:moveTo>
                              <a:pt x="0" y="0"/>
                            </a:moveTo>
                            <a:cubicBezTo>
                              <a:pt x="120486" y="-8626"/>
                              <a:pt x="378352" y="45605"/>
                              <a:pt x="478657" y="0"/>
                            </a:cubicBezTo>
                            <a:cubicBezTo>
                              <a:pt x="578962" y="-45605"/>
                              <a:pt x="731148" y="46488"/>
                              <a:pt x="896210" y="0"/>
                            </a:cubicBezTo>
                            <a:cubicBezTo>
                              <a:pt x="1061272" y="-46488"/>
                              <a:pt x="1276425" y="34914"/>
                              <a:pt x="1466525" y="0"/>
                            </a:cubicBezTo>
                            <a:cubicBezTo>
                              <a:pt x="1656626" y="-34914"/>
                              <a:pt x="1838649" y="6189"/>
                              <a:pt x="1945182" y="0"/>
                            </a:cubicBezTo>
                            <a:cubicBezTo>
                              <a:pt x="2051715" y="-6189"/>
                              <a:pt x="2290210" y="40818"/>
                              <a:pt x="2423840" y="0"/>
                            </a:cubicBezTo>
                            <a:cubicBezTo>
                              <a:pt x="2557470" y="-40818"/>
                              <a:pt x="2774532" y="14246"/>
                              <a:pt x="3055260" y="0"/>
                            </a:cubicBezTo>
                            <a:cubicBezTo>
                              <a:pt x="3088019" y="79974"/>
                              <a:pt x="3044259" y="146797"/>
                              <a:pt x="3055260" y="276999"/>
                            </a:cubicBezTo>
                            <a:cubicBezTo>
                              <a:pt x="2819603" y="326410"/>
                              <a:pt x="2727638" y="231142"/>
                              <a:pt x="2546050" y="276999"/>
                            </a:cubicBezTo>
                            <a:cubicBezTo>
                              <a:pt x="2364462" y="322856"/>
                              <a:pt x="2250926" y="242852"/>
                              <a:pt x="2128498" y="276999"/>
                            </a:cubicBezTo>
                            <a:cubicBezTo>
                              <a:pt x="2006070" y="311146"/>
                              <a:pt x="1799104" y="239576"/>
                              <a:pt x="1619288" y="276999"/>
                            </a:cubicBezTo>
                            <a:cubicBezTo>
                              <a:pt x="1439472" y="314422"/>
                              <a:pt x="1230125" y="232009"/>
                              <a:pt x="1110078" y="276999"/>
                            </a:cubicBezTo>
                            <a:cubicBezTo>
                              <a:pt x="990031" y="321989"/>
                              <a:pt x="804800" y="249802"/>
                              <a:pt x="631420" y="276999"/>
                            </a:cubicBezTo>
                            <a:cubicBezTo>
                              <a:pt x="458040" y="304196"/>
                              <a:pt x="127167" y="217267"/>
                              <a:pt x="0" y="276999"/>
                            </a:cubicBezTo>
                            <a:cubicBezTo>
                              <a:pt x="-19106" y="157427"/>
                              <a:pt x="31560" y="849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42A58C1-B84E-FB96-26E0-55AF2D141B91}"/>
                  </a:ext>
                </a:extLst>
              </p:cNvPr>
              <p:cNvSpPr txBox="1"/>
              <p:nvPr/>
            </p:nvSpPr>
            <p:spPr>
              <a:xfrm>
                <a:off x="8629917" y="5920502"/>
                <a:ext cx="1250279" cy="276999"/>
              </a:xfrm>
              <a:custGeom>
                <a:avLst/>
                <a:gdLst>
                  <a:gd name="csX0" fmla="*/ 0 w 1250279"/>
                  <a:gd name="csY0" fmla="*/ 0 h 276999"/>
                  <a:gd name="csX1" fmla="*/ 441765 w 1250279"/>
                  <a:gd name="csY1" fmla="*/ 0 h 276999"/>
                  <a:gd name="csX2" fmla="*/ 871028 w 1250279"/>
                  <a:gd name="csY2" fmla="*/ 0 h 276999"/>
                  <a:gd name="csX3" fmla="*/ 1250279 w 1250279"/>
                  <a:gd name="csY3" fmla="*/ 0 h 276999"/>
                  <a:gd name="csX4" fmla="*/ 1250279 w 1250279"/>
                  <a:gd name="csY4" fmla="*/ 276999 h 276999"/>
                  <a:gd name="csX5" fmla="*/ 858525 w 1250279"/>
                  <a:gd name="csY5" fmla="*/ 276999 h 276999"/>
                  <a:gd name="csX6" fmla="*/ 441765 w 1250279"/>
                  <a:gd name="csY6" fmla="*/ 276999 h 276999"/>
                  <a:gd name="csX7" fmla="*/ 0 w 1250279"/>
                  <a:gd name="csY7" fmla="*/ 276999 h 276999"/>
                  <a:gd name="csX8" fmla="*/ 0 w 1250279"/>
                  <a:gd name="csY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50279" h="276999" fill="none" extrusionOk="0">
                    <a:moveTo>
                      <a:pt x="0" y="0"/>
                    </a:moveTo>
                    <a:cubicBezTo>
                      <a:pt x="147597" y="-34058"/>
                      <a:pt x="330247" y="37817"/>
                      <a:pt x="441765" y="0"/>
                    </a:cubicBezTo>
                    <a:cubicBezTo>
                      <a:pt x="553283" y="-37817"/>
                      <a:pt x="680487" y="46184"/>
                      <a:pt x="871028" y="0"/>
                    </a:cubicBezTo>
                    <a:cubicBezTo>
                      <a:pt x="1061569" y="-46184"/>
                      <a:pt x="1071760" y="20236"/>
                      <a:pt x="1250279" y="0"/>
                    </a:cubicBezTo>
                    <a:cubicBezTo>
                      <a:pt x="1276477" y="80700"/>
                      <a:pt x="1236145" y="202672"/>
                      <a:pt x="1250279" y="276999"/>
                    </a:cubicBezTo>
                    <a:cubicBezTo>
                      <a:pt x="1109954" y="277560"/>
                      <a:pt x="938349" y="266789"/>
                      <a:pt x="858525" y="276999"/>
                    </a:cubicBezTo>
                    <a:cubicBezTo>
                      <a:pt x="778701" y="287209"/>
                      <a:pt x="637824" y="273779"/>
                      <a:pt x="441765" y="276999"/>
                    </a:cubicBezTo>
                    <a:cubicBezTo>
                      <a:pt x="245706" y="280219"/>
                      <a:pt x="193090" y="264755"/>
                      <a:pt x="0" y="276999"/>
                    </a:cubicBezTo>
                    <a:cubicBezTo>
                      <a:pt x="-11858" y="214994"/>
                      <a:pt x="27486" y="89139"/>
                      <a:pt x="0" y="0"/>
                    </a:cubicBezTo>
                    <a:close/>
                  </a:path>
                  <a:path w="1250279" h="276999" stroke="0" extrusionOk="0">
                    <a:moveTo>
                      <a:pt x="0" y="0"/>
                    </a:moveTo>
                    <a:cubicBezTo>
                      <a:pt x="120404" y="-32281"/>
                      <a:pt x="213174" y="38589"/>
                      <a:pt x="404257" y="0"/>
                    </a:cubicBezTo>
                    <a:cubicBezTo>
                      <a:pt x="595340" y="-38589"/>
                      <a:pt x="702554" y="16336"/>
                      <a:pt x="783508" y="0"/>
                    </a:cubicBezTo>
                    <a:cubicBezTo>
                      <a:pt x="864462" y="-16336"/>
                      <a:pt x="1039222" y="41584"/>
                      <a:pt x="1250279" y="0"/>
                    </a:cubicBezTo>
                    <a:cubicBezTo>
                      <a:pt x="1263707" y="90708"/>
                      <a:pt x="1234552" y="144548"/>
                      <a:pt x="1250279" y="276999"/>
                    </a:cubicBezTo>
                    <a:cubicBezTo>
                      <a:pt x="1080237" y="290996"/>
                      <a:pt x="984236" y="251603"/>
                      <a:pt x="858525" y="276999"/>
                    </a:cubicBezTo>
                    <a:cubicBezTo>
                      <a:pt x="732814" y="302395"/>
                      <a:pt x="576053" y="271816"/>
                      <a:pt x="416760" y="276999"/>
                    </a:cubicBezTo>
                    <a:cubicBezTo>
                      <a:pt x="257467" y="282182"/>
                      <a:pt x="188791" y="272013"/>
                      <a:pt x="0" y="276999"/>
                    </a:cubicBezTo>
                    <a:cubicBezTo>
                      <a:pt x="-11636" y="182021"/>
                      <a:pt x="27200" y="119714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=280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42A58C1-B84E-FB96-26E0-55AF2D141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920502"/>
                <a:ext cx="1250279" cy="276999"/>
              </a:xfrm>
              <a:prstGeom prst="rect">
                <a:avLst/>
              </a:prstGeom>
              <a:blipFill>
                <a:blip r:embed="rId42"/>
                <a:stretch>
                  <a:fillRect l="-1905" r="-2857" b="-1923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250279"/>
                          <a:gd name="csY0" fmla="*/ 0 h 276999"/>
                          <a:gd name="csX1" fmla="*/ 441765 w 1250279"/>
                          <a:gd name="csY1" fmla="*/ 0 h 276999"/>
                          <a:gd name="csX2" fmla="*/ 871028 w 1250279"/>
                          <a:gd name="csY2" fmla="*/ 0 h 276999"/>
                          <a:gd name="csX3" fmla="*/ 1250279 w 1250279"/>
                          <a:gd name="csY3" fmla="*/ 0 h 276999"/>
                          <a:gd name="csX4" fmla="*/ 1250279 w 1250279"/>
                          <a:gd name="csY4" fmla="*/ 276999 h 276999"/>
                          <a:gd name="csX5" fmla="*/ 858525 w 1250279"/>
                          <a:gd name="csY5" fmla="*/ 276999 h 276999"/>
                          <a:gd name="csX6" fmla="*/ 441765 w 1250279"/>
                          <a:gd name="csY6" fmla="*/ 276999 h 276999"/>
                          <a:gd name="csX7" fmla="*/ 0 w 1250279"/>
                          <a:gd name="csY7" fmla="*/ 276999 h 276999"/>
                          <a:gd name="csX8" fmla="*/ 0 w 1250279"/>
                          <a:gd name="csY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</a:cxnLst>
                        <a:rect l="l" t="t" r="r" b="b"/>
                        <a:pathLst>
                          <a:path w="1250279" h="276999" fill="none" extrusionOk="0">
                            <a:moveTo>
                              <a:pt x="0" y="0"/>
                            </a:moveTo>
                            <a:cubicBezTo>
                              <a:pt x="147597" y="-34058"/>
                              <a:pt x="330247" y="37817"/>
                              <a:pt x="441765" y="0"/>
                            </a:cubicBezTo>
                            <a:cubicBezTo>
                              <a:pt x="553283" y="-37817"/>
                              <a:pt x="680487" y="46184"/>
                              <a:pt x="871028" y="0"/>
                            </a:cubicBezTo>
                            <a:cubicBezTo>
                              <a:pt x="1061569" y="-46184"/>
                              <a:pt x="1071760" y="20236"/>
                              <a:pt x="1250279" y="0"/>
                            </a:cubicBezTo>
                            <a:cubicBezTo>
                              <a:pt x="1276477" y="80700"/>
                              <a:pt x="1236145" y="202672"/>
                              <a:pt x="1250279" y="276999"/>
                            </a:cubicBezTo>
                            <a:cubicBezTo>
                              <a:pt x="1109954" y="277560"/>
                              <a:pt x="938349" y="266789"/>
                              <a:pt x="858525" y="276999"/>
                            </a:cubicBezTo>
                            <a:cubicBezTo>
                              <a:pt x="778701" y="287209"/>
                              <a:pt x="637824" y="273779"/>
                              <a:pt x="441765" y="276999"/>
                            </a:cubicBezTo>
                            <a:cubicBezTo>
                              <a:pt x="245706" y="280219"/>
                              <a:pt x="193090" y="264755"/>
                              <a:pt x="0" y="276999"/>
                            </a:cubicBezTo>
                            <a:cubicBezTo>
                              <a:pt x="-11858" y="214994"/>
                              <a:pt x="27486" y="89139"/>
                              <a:pt x="0" y="0"/>
                            </a:cubicBezTo>
                            <a:close/>
                          </a:path>
                          <a:path w="1250279" h="276999" stroke="0" extrusionOk="0">
                            <a:moveTo>
                              <a:pt x="0" y="0"/>
                            </a:moveTo>
                            <a:cubicBezTo>
                              <a:pt x="120404" y="-32281"/>
                              <a:pt x="213174" y="38589"/>
                              <a:pt x="404257" y="0"/>
                            </a:cubicBezTo>
                            <a:cubicBezTo>
                              <a:pt x="595340" y="-38589"/>
                              <a:pt x="702554" y="16336"/>
                              <a:pt x="783508" y="0"/>
                            </a:cubicBezTo>
                            <a:cubicBezTo>
                              <a:pt x="864462" y="-16336"/>
                              <a:pt x="1039222" y="41584"/>
                              <a:pt x="1250279" y="0"/>
                            </a:cubicBezTo>
                            <a:cubicBezTo>
                              <a:pt x="1263707" y="90708"/>
                              <a:pt x="1234552" y="144548"/>
                              <a:pt x="1250279" y="276999"/>
                            </a:cubicBezTo>
                            <a:cubicBezTo>
                              <a:pt x="1080237" y="290996"/>
                              <a:pt x="984236" y="251603"/>
                              <a:pt x="858525" y="276999"/>
                            </a:cubicBezTo>
                            <a:cubicBezTo>
                              <a:pt x="732814" y="302395"/>
                              <a:pt x="576053" y="271816"/>
                              <a:pt x="416760" y="276999"/>
                            </a:cubicBezTo>
                            <a:cubicBezTo>
                              <a:pt x="257467" y="282182"/>
                              <a:pt x="188791" y="272013"/>
                              <a:pt x="0" y="276999"/>
                            </a:cubicBezTo>
                            <a:cubicBezTo>
                              <a:pt x="-11636" y="182021"/>
                              <a:pt x="27200" y="1197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0E7A28-BB0F-0F55-4C7D-9D958480C1FC}"/>
                  </a:ext>
                </a:extLst>
              </p:cNvPr>
              <p:cNvSpPr txBox="1"/>
              <p:nvPr/>
            </p:nvSpPr>
            <p:spPr>
              <a:xfrm>
                <a:off x="5561844" y="396731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135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0E7A28-BB0F-0F55-4C7D-9D958480C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44" y="396731"/>
                <a:ext cx="431208" cy="276999"/>
              </a:xfrm>
              <a:prstGeom prst="rect">
                <a:avLst/>
              </a:prstGeom>
              <a:blipFill>
                <a:blip r:embed="rId43"/>
                <a:stretch>
                  <a:fillRect l="-14085" r="-1408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877FDEF-FACD-43DE-7901-B802580DEEC5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CA750-0B66-10C4-D595-0F5977DDCF7B}"/>
              </a:ext>
            </a:extLst>
          </p:cNvPr>
          <p:cNvSpPr txBox="1"/>
          <p:nvPr/>
        </p:nvSpPr>
        <p:spPr>
          <a:xfrm>
            <a:off x="8629917" y="406113"/>
            <a:ext cx="2613036" cy="369332"/>
          </a:xfrm>
          <a:custGeom>
            <a:avLst/>
            <a:gdLst>
              <a:gd name="csX0" fmla="*/ 0 w 2613036"/>
              <a:gd name="csY0" fmla="*/ 0 h 369332"/>
              <a:gd name="csX1" fmla="*/ 496477 w 2613036"/>
              <a:gd name="csY1" fmla="*/ 0 h 369332"/>
              <a:gd name="csX2" fmla="*/ 940693 w 2613036"/>
              <a:gd name="csY2" fmla="*/ 0 h 369332"/>
              <a:gd name="csX3" fmla="*/ 1515561 w 2613036"/>
              <a:gd name="csY3" fmla="*/ 0 h 369332"/>
              <a:gd name="csX4" fmla="*/ 2012038 w 2613036"/>
              <a:gd name="csY4" fmla="*/ 0 h 369332"/>
              <a:gd name="csX5" fmla="*/ 2613036 w 2613036"/>
              <a:gd name="csY5" fmla="*/ 0 h 369332"/>
              <a:gd name="csX6" fmla="*/ 2613036 w 2613036"/>
              <a:gd name="csY6" fmla="*/ 369332 h 369332"/>
              <a:gd name="csX7" fmla="*/ 2090429 w 2613036"/>
              <a:gd name="csY7" fmla="*/ 369332 h 369332"/>
              <a:gd name="csX8" fmla="*/ 1515561 w 2613036"/>
              <a:gd name="csY8" fmla="*/ 369332 h 369332"/>
              <a:gd name="csX9" fmla="*/ 1071345 w 2613036"/>
              <a:gd name="csY9" fmla="*/ 369332 h 369332"/>
              <a:gd name="csX10" fmla="*/ 548738 w 2613036"/>
              <a:gd name="csY10" fmla="*/ 369332 h 369332"/>
              <a:gd name="csX11" fmla="*/ 0 w 2613036"/>
              <a:gd name="csY11" fmla="*/ 369332 h 369332"/>
              <a:gd name="csX12" fmla="*/ 0 w 2613036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13036" h="369332" extrusionOk="0">
                <a:moveTo>
                  <a:pt x="0" y="0"/>
                </a:moveTo>
                <a:cubicBezTo>
                  <a:pt x="143215" y="-16642"/>
                  <a:pt x="316604" y="17513"/>
                  <a:pt x="496477" y="0"/>
                </a:cubicBezTo>
                <a:cubicBezTo>
                  <a:pt x="676350" y="-17513"/>
                  <a:pt x="804144" y="39514"/>
                  <a:pt x="940693" y="0"/>
                </a:cubicBezTo>
                <a:cubicBezTo>
                  <a:pt x="1077242" y="-39514"/>
                  <a:pt x="1348602" y="42955"/>
                  <a:pt x="1515561" y="0"/>
                </a:cubicBezTo>
                <a:cubicBezTo>
                  <a:pt x="1682520" y="-42955"/>
                  <a:pt x="1774621" y="25487"/>
                  <a:pt x="2012038" y="0"/>
                </a:cubicBezTo>
                <a:cubicBezTo>
                  <a:pt x="2249455" y="-25487"/>
                  <a:pt x="2468591" y="32172"/>
                  <a:pt x="2613036" y="0"/>
                </a:cubicBezTo>
                <a:cubicBezTo>
                  <a:pt x="2649196" y="81226"/>
                  <a:pt x="2591498" y="278722"/>
                  <a:pt x="2613036" y="369332"/>
                </a:cubicBezTo>
                <a:cubicBezTo>
                  <a:pt x="2479440" y="425992"/>
                  <a:pt x="2231096" y="307808"/>
                  <a:pt x="2090429" y="369332"/>
                </a:cubicBezTo>
                <a:cubicBezTo>
                  <a:pt x="1949762" y="430856"/>
                  <a:pt x="1643044" y="343822"/>
                  <a:pt x="1515561" y="369332"/>
                </a:cubicBezTo>
                <a:cubicBezTo>
                  <a:pt x="1388078" y="394842"/>
                  <a:pt x="1225962" y="338754"/>
                  <a:pt x="1071345" y="369332"/>
                </a:cubicBezTo>
                <a:cubicBezTo>
                  <a:pt x="916728" y="399910"/>
                  <a:pt x="757771" y="356849"/>
                  <a:pt x="548738" y="369332"/>
                </a:cubicBezTo>
                <a:cubicBezTo>
                  <a:pt x="339705" y="381815"/>
                  <a:pt x="260513" y="30787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5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Final decision nodes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747A8FA-6509-BB5A-B9EA-6B1750BD067A}"/>
              </a:ext>
            </a:extLst>
          </p:cNvPr>
          <p:cNvGrpSpPr/>
          <p:nvPr/>
        </p:nvGrpSpPr>
        <p:grpSpPr>
          <a:xfrm>
            <a:off x="8626110" y="1101814"/>
            <a:ext cx="2930827" cy="3141206"/>
            <a:chOff x="8626110" y="1101814"/>
            <a:chExt cx="2930827" cy="314120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28429D7-35B6-77F8-5669-033D76CF962C}"/>
                </a:ext>
              </a:extLst>
            </p:cNvPr>
            <p:cNvSpPr txBox="1"/>
            <p:nvPr/>
          </p:nvSpPr>
          <p:spPr>
            <a:xfrm>
              <a:off x="8629917" y="2451869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…doesn’t choose the ‘best’ action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5267733-77E6-EC1B-006B-7B4F6A550B03}"/>
                </a:ext>
              </a:extLst>
            </p:cNvPr>
            <p:cNvSpPr txBox="1"/>
            <p:nvPr/>
          </p:nvSpPr>
          <p:spPr>
            <a:xfrm>
              <a:off x="8629917" y="3292310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…chooses the ‘average’ of all available actions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259832-5EA8-D8DA-30F5-0D729D511521}"/>
                </a:ext>
              </a:extLst>
            </p:cNvPr>
            <p:cNvSpPr txBox="1"/>
            <p:nvPr/>
          </p:nvSpPr>
          <p:spPr>
            <a:xfrm>
              <a:off x="8629917" y="1658129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…not a rational decision-maker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423C504-38C9-E2F6-1C4E-2795A113A411}"/>
                </a:ext>
              </a:extLst>
            </p:cNvPr>
            <p:cNvSpPr txBox="1"/>
            <p:nvPr/>
          </p:nvSpPr>
          <p:spPr>
            <a:xfrm>
              <a:off x="8626110" y="1101814"/>
              <a:ext cx="2613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Decision-maker = </a:t>
              </a:r>
              <a:r>
                <a:rPr lang="en-US" dirty="0">
                  <a:solidFill>
                    <a:srgbClr val="7030A0"/>
                  </a:solidFill>
                  <a:latin typeface="+mj-lt"/>
                </a:rPr>
                <a:t>Nature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B9B8D24-3312-F07B-F9EC-28E59D9378BA}"/>
                </a:ext>
              </a:extLst>
            </p:cNvPr>
            <p:cNvSpPr txBox="1"/>
            <p:nvPr/>
          </p:nvSpPr>
          <p:spPr>
            <a:xfrm>
              <a:off x="9499758" y="3904466"/>
              <a:ext cx="20571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Segoe Script" panose="030B0504020000000003" pitchFamily="66" charset="0"/>
                </a:rPr>
                <a:t>…expected payoff</a:t>
              </a:r>
            </a:p>
          </p:txBody>
        </p:sp>
      </p:grpSp>
      <p:pic>
        <p:nvPicPr>
          <p:cNvPr id="8" name="Picture 7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843BA879-4603-6A9F-73FA-DAF182CB33D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9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1" grpId="0" animBg="1"/>
      <p:bldP spid="32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946A7-9967-027B-586C-ED7F0070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670736F-85DD-3DB7-A7E9-F524367E2589}"/>
                  </a:ext>
                </a:extLst>
              </p:cNvPr>
              <p:cNvSpPr txBox="1"/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670736F-85DD-3DB7-A7E9-F524367E2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blipFill>
                <a:blip r:embed="rId2"/>
                <a:stretch>
                  <a:fillRect l="-2564" r="-1282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06024B8-CDA4-B52B-6851-437AFD259CF4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48F162-5A25-43D0-A7F7-5CB1A91F93A8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9488240-5054-D85D-D198-2E7AEB252B4D}"/>
                </a:ext>
              </a:extLst>
            </p:cNvPr>
            <p:cNvCxnSpPr>
              <a:cxnSpLocks/>
              <a:stCxn id="11" idx="3"/>
              <a:endCxn id="22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07C0BDF-80EF-25F2-E962-D1A4CB2C50A3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07C0BDF-80EF-25F2-E962-D1A4CB2C5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AF8C01B-710D-65B4-A6F1-8AD1DD33D9FD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2AD19A-D115-27CC-AB0F-BFBAD8EF0626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2AD19A-D115-27CC-AB0F-BFBAD8EF0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2F34F6-DAEC-5E87-AD1A-6CFD2D9AEDD3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0CD5101-5FBB-15B6-66BF-BB8F44ABC559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8CB4F92-DE5E-C546-1670-56C51E034789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8CB4F92-DE5E-C546-1670-56C51E034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46FFD3E-8A9F-C19A-D950-B76974F9F6FF}"/>
              </a:ext>
            </a:extLst>
          </p:cNvPr>
          <p:cNvGrpSpPr/>
          <p:nvPr/>
        </p:nvGrpSpPr>
        <p:grpSpPr>
          <a:xfrm>
            <a:off x="2754172" y="1185116"/>
            <a:ext cx="1531340" cy="1157742"/>
            <a:chOff x="2754172" y="1185116"/>
            <a:chExt cx="1531340" cy="1157742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ED3B9A0-F49C-8FC5-D283-AA6B6B58C0FE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2754172" y="1185116"/>
              <a:ext cx="1443342" cy="787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BDE2D2E-33F2-469C-14FA-BD972B213019}"/>
                </a:ext>
              </a:extLst>
            </p:cNvPr>
            <p:cNvCxnSpPr>
              <a:cxnSpLocks/>
              <a:stCxn id="22" idx="6"/>
              <a:endCxn id="93" idx="1"/>
            </p:cNvCxnSpPr>
            <p:nvPr/>
          </p:nvCxnSpPr>
          <p:spPr>
            <a:xfrm>
              <a:off x="2754172" y="1972546"/>
              <a:ext cx="1531340" cy="3703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E84C27B-4FAC-9D7B-2859-C788C3F228A5}"/>
              </a:ext>
            </a:extLst>
          </p:cNvPr>
          <p:cNvGrpSpPr/>
          <p:nvPr/>
        </p:nvGrpSpPr>
        <p:grpSpPr>
          <a:xfrm>
            <a:off x="2712311" y="3740806"/>
            <a:ext cx="1625772" cy="2651454"/>
            <a:chOff x="2712311" y="3740806"/>
            <a:chExt cx="1625772" cy="265145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1E3BEDB-CE6F-362B-80D5-8100AEE3EA61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 flipV="1">
              <a:off x="2712311" y="3740806"/>
              <a:ext cx="1438576" cy="9746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91DE686-8B96-B172-EC1E-6DA0A434CFE2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536839" cy="16768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C676255-7CD1-D9F6-936A-2F360481F2B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625772" cy="739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1FA72EE-2A49-A9BE-3FEE-5D8B6CD03C76}"/>
              </a:ext>
            </a:extLst>
          </p:cNvPr>
          <p:cNvGrpSpPr/>
          <p:nvPr/>
        </p:nvGrpSpPr>
        <p:grpSpPr>
          <a:xfrm>
            <a:off x="3157891" y="1276634"/>
            <a:ext cx="501197" cy="792947"/>
            <a:chOff x="3157891" y="1276634"/>
            <a:chExt cx="501197" cy="792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9AE2A55-157E-0706-819F-06BCBDEDB1D3}"/>
                    </a:ext>
                  </a:extLst>
                </p:cNvPr>
                <p:cNvSpPr txBox="1"/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9AE2A55-157E-0706-819F-06BCBDEDB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4616D7D-1115-5CEA-5C66-7E6AE1FE7C1C}"/>
                    </a:ext>
                  </a:extLst>
                </p:cNvPr>
                <p:cNvSpPr txBox="1"/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4616D7D-1115-5CEA-5C66-7E6AE1FE7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544" r="-17544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6E4984A-BF29-5548-EEF5-A7F32F50C0EA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1950C61-02C5-7D72-8FB2-74E4B0DFF15B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1950C61-02C5-7D72-8FB2-74E4B0DFF1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F9D375A-75FC-70F2-621B-E0A68E14C9DE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F9D375A-75FC-70F2-621B-E0A68E14C9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DF66536-7D64-912D-A9B8-1CF69B1F8F5A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DF66536-7D64-912D-A9B8-1CF69B1F8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00C9A80-A4FE-68FD-54BD-7C3FE99237BA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00C9A80-A4FE-68FD-54BD-7C3FE9923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11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A7327C7-D36F-2475-DDA0-E43883F22CE7}"/>
              </a:ext>
            </a:extLst>
          </p:cNvPr>
          <p:cNvGrpSpPr/>
          <p:nvPr/>
        </p:nvGrpSpPr>
        <p:grpSpPr>
          <a:xfrm>
            <a:off x="2421259" y="1553633"/>
            <a:ext cx="332913" cy="510353"/>
            <a:chOff x="8325119" y="2185788"/>
            <a:chExt cx="332913" cy="51035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F7B2962-6A90-4784-B082-39B2D29398A3}"/>
                </a:ext>
              </a:extLst>
            </p:cNvPr>
            <p:cNvSpPr/>
            <p:nvPr/>
          </p:nvSpPr>
          <p:spPr>
            <a:xfrm>
              <a:off x="8475152" y="2513261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1C9D822-153F-EF1A-954C-1D0D4B723B5E}"/>
                    </a:ext>
                  </a:extLst>
                </p:cNvPr>
                <p:cNvSpPr txBox="1"/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1C9D822-153F-EF1A-954C-1D0D4B723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1053" r="-23684" b="-425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C31B3D5-3775-C626-5FDF-0D3766CFF4BD}"/>
              </a:ext>
            </a:extLst>
          </p:cNvPr>
          <p:cNvGrpSpPr/>
          <p:nvPr/>
        </p:nvGrpSpPr>
        <p:grpSpPr>
          <a:xfrm>
            <a:off x="3664438" y="522584"/>
            <a:ext cx="1874798" cy="1179892"/>
            <a:chOff x="3664438" y="522584"/>
            <a:chExt cx="1874798" cy="117989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0E9B8B-80D4-418D-99E3-759C565AC0EC}"/>
                </a:ext>
              </a:extLst>
            </p:cNvPr>
            <p:cNvSpPr txBox="1"/>
            <p:nvPr/>
          </p:nvSpPr>
          <p:spPr>
            <a:xfrm>
              <a:off x="3664438" y="783064"/>
              <a:ext cx="397316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9652738-77F0-C8A0-96A2-59AE3AFA7995}"/>
                </a:ext>
              </a:extLst>
            </p:cNvPr>
            <p:cNvGrpSpPr/>
            <p:nvPr/>
          </p:nvGrpSpPr>
          <p:grpSpPr>
            <a:xfrm>
              <a:off x="4178585" y="522584"/>
              <a:ext cx="1360651" cy="1179892"/>
              <a:chOff x="9658252" y="1026621"/>
              <a:chExt cx="1360651" cy="117989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080F100-87EC-02E6-2811-8620D3750E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8252" y="1038625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5FFB3A22-6649-1D8C-5074-54678D892885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5FFB3A22-6649-1D8C-5074-54678D8928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4771C4D-E5AB-BC84-6ACD-385973D4BBF4}"/>
                  </a:ext>
                </a:extLst>
              </p:cNvPr>
              <p:cNvCxnSpPr>
                <a:cxnSpLocks/>
                <a:endCxn id="127" idx="1"/>
              </p:cNvCxnSpPr>
              <p:nvPr/>
            </p:nvCxnSpPr>
            <p:spPr>
              <a:xfrm>
                <a:off x="9658252" y="1705163"/>
                <a:ext cx="1332912" cy="5013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FAECA19-93A7-1A4A-5DA4-85439AD68D91}"/>
                      </a:ext>
                    </a:extLst>
                  </p:cNvPr>
                  <p:cNvSpPr txBox="1"/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FAECA19-93A7-1A4A-5DA4-85439AD68D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60870" r="-6956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E9C4ED2-50F5-5542-DA14-37153DD0A2D7}"/>
              </a:ext>
            </a:extLst>
          </p:cNvPr>
          <p:cNvGrpSpPr/>
          <p:nvPr/>
        </p:nvGrpSpPr>
        <p:grpSpPr>
          <a:xfrm>
            <a:off x="4086855" y="4754600"/>
            <a:ext cx="1585126" cy="1404242"/>
            <a:chOff x="9529458" y="2766709"/>
            <a:chExt cx="1585126" cy="1404242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6167679-3BDD-F945-6A23-548D76C841EC}"/>
                </a:ext>
              </a:extLst>
            </p:cNvPr>
            <p:cNvSpPr txBox="1"/>
            <p:nvPr/>
          </p:nvSpPr>
          <p:spPr>
            <a:xfrm>
              <a:off x="9529458" y="2929285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CA2E8D3-67A0-FBCB-D8A7-22363361BE90}"/>
                </a:ext>
              </a:extLst>
            </p:cNvPr>
            <p:cNvGrpSpPr/>
            <p:nvPr/>
          </p:nvGrpSpPr>
          <p:grpSpPr>
            <a:xfrm>
              <a:off x="9753933" y="2766709"/>
              <a:ext cx="1360651" cy="1404242"/>
              <a:chOff x="9753933" y="2766709"/>
              <a:chExt cx="1360651" cy="1404242"/>
            </a:xfrm>
          </p:grpSpPr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F5EDB6E6-1396-F10D-9DDC-7875507D93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ED367293-1D42-E91B-5BB2-6C23105A7FAC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ED367293-1D42-E91B-5BB2-6C23105A7F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987D37A6-6F09-56A3-9455-6E59E89F5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53933" y="3445251"/>
                <a:ext cx="1355433" cy="7257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984188A0-71AC-C1B1-A9C5-617522614FDC}"/>
                      </a:ext>
                    </a:extLst>
                  </p:cNvPr>
                  <p:cNvSpPr txBox="1"/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984188A0-71AC-C1B1-A9C5-617522614F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4167" r="-66667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87AE657-1491-578D-DAAF-C40149802103}"/>
              </a:ext>
            </a:extLst>
          </p:cNvPr>
          <p:cNvGrpSpPr/>
          <p:nvPr/>
        </p:nvGrpSpPr>
        <p:grpSpPr>
          <a:xfrm>
            <a:off x="3664439" y="3056554"/>
            <a:ext cx="1832751" cy="1185128"/>
            <a:chOff x="9283974" y="2766709"/>
            <a:chExt cx="1832751" cy="118512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7D82B01-9FF7-2AF8-7187-790A0DF25CDC}"/>
                </a:ext>
              </a:extLst>
            </p:cNvPr>
            <p:cNvSpPr txBox="1"/>
            <p:nvPr/>
          </p:nvSpPr>
          <p:spPr>
            <a:xfrm>
              <a:off x="9283974" y="3080649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AE8A5CA-03F5-512B-BECC-4050668411F3}"/>
                </a:ext>
              </a:extLst>
            </p:cNvPr>
            <p:cNvGrpSpPr/>
            <p:nvPr/>
          </p:nvGrpSpPr>
          <p:grpSpPr>
            <a:xfrm>
              <a:off x="9753933" y="2766709"/>
              <a:ext cx="1362792" cy="1185128"/>
              <a:chOff x="9753933" y="2766709"/>
              <a:chExt cx="1362792" cy="1185128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648990BB-F233-42AC-29FD-596AB9AF09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827337B-EF56-985D-72ED-F5783C65BBDD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827337B-EF56-985D-72ED-F5783C65BB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40625" r="-43750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44EFAC13-275F-48A5-3D65-D1629BCD16EF}"/>
                  </a:ext>
                </a:extLst>
              </p:cNvPr>
              <p:cNvCxnSpPr>
                <a:cxnSpLocks/>
                <a:endCxn id="126" idx="1"/>
              </p:cNvCxnSpPr>
              <p:nvPr/>
            </p:nvCxnSpPr>
            <p:spPr>
              <a:xfrm>
                <a:off x="9753933" y="3445251"/>
                <a:ext cx="1362792" cy="5065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9C1FF9D-8D7B-9C2C-67D6-30BEB051BE91}"/>
                      </a:ext>
                    </a:extLst>
                  </p:cNvPr>
                  <p:cNvSpPr txBox="1"/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9C1FF9D-8D7B-9C2C-67D6-30BEB051BE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56522" r="-7391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80628E1-EBC8-3DE8-B1E8-6E341FD6D4CA}"/>
              </a:ext>
            </a:extLst>
          </p:cNvPr>
          <p:cNvGrpSpPr/>
          <p:nvPr/>
        </p:nvGrpSpPr>
        <p:grpSpPr>
          <a:xfrm>
            <a:off x="5511497" y="4121577"/>
            <a:ext cx="2402705" cy="1556519"/>
            <a:chOff x="5367561" y="-164114"/>
            <a:chExt cx="2402705" cy="1556519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95BD01EB-7150-FB80-7648-099AC2F08567}"/>
                </a:ext>
              </a:extLst>
            </p:cNvPr>
            <p:cNvGrpSpPr/>
            <p:nvPr/>
          </p:nvGrpSpPr>
          <p:grpSpPr>
            <a:xfrm>
              <a:off x="5367561" y="406113"/>
              <a:ext cx="332913" cy="511347"/>
              <a:chOff x="8325119" y="2513261"/>
              <a:chExt cx="332913" cy="511347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3B584900-2388-4B24-514A-01658D445C5E}"/>
                  </a:ext>
                </a:extLst>
              </p:cNvPr>
              <p:cNvSpPr/>
              <p:nvPr/>
            </p:nvSpPr>
            <p:spPr>
              <a:xfrm>
                <a:off x="8475152" y="2513261"/>
                <a:ext cx="182880" cy="182880"/>
              </a:xfrm>
              <a:custGeom>
                <a:avLst/>
                <a:gdLst>
                  <a:gd name="csX0" fmla="*/ 0 w 182880"/>
                  <a:gd name="csY0" fmla="*/ 91440 h 182880"/>
                  <a:gd name="csX1" fmla="*/ 91440 w 182880"/>
                  <a:gd name="csY1" fmla="*/ 0 h 182880"/>
                  <a:gd name="csX2" fmla="*/ 182880 w 182880"/>
                  <a:gd name="csY2" fmla="*/ 91440 h 182880"/>
                  <a:gd name="csX3" fmla="*/ 91440 w 182880"/>
                  <a:gd name="csY3" fmla="*/ 182880 h 182880"/>
                  <a:gd name="csX4" fmla="*/ 0 w 182880"/>
                  <a:gd name="csY4" fmla="*/ 91440 h 182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" h="182880" extrusionOk="0">
                    <a:moveTo>
                      <a:pt x="0" y="91440"/>
                    </a:moveTo>
                    <a:cubicBezTo>
                      <a:pt x="773" y="35128"/>
                      <a:pt x="49250" y="6695"/>
                      <a:pt x="91440" y="0"/>
                    </a:cubicBezTo>
                    <a:cubicBezTo>
                      <a:pt x="129126" y="-4845"/>
                      <a:pt x="183650" y="38240"/>
                      <a:pt x="182880" y="91440"/>
                    </a:cubicBezTo>
                    <a:cubicBezTo>
                      <a:pt x="192043" y="135884"/>
                      <a:pt x="137504" y="194187"/>
                      <a:pt x="91440" y="182880"/>
                    </a:cubicBezTo>
                    <a:cubicBezTo>
                      <a:pt x="36978" y="195889"/>
                      <a:pt x="10511" y="132696"/>
                      <a:pt x="0" y="91440"/>
                    </a:cubicBezTo>
                    <a:close/>
                  </a:path>
                </a:pathLst>
              </a:custGeom>
              <a:noFill/>
              <a:ln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4266498984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B983071C-D05F-BC30-5ADD-D95578974556}"/>
                      </a:ext>
                    </a:extLst>
                  </p:cNvPr>
                  <p:cNvSpPr txBox="1"/>
                  <p:nvPr/>
                </p:nvSpPr>
                <p:spPr>
                  <a:xfrm>
                    <a:off x="8325119" y="2747609"/>
                    <a:ext cx="220445" cy="27699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B983071C-D05F-BC30-5ADD-D955789745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5119" y="2747609"/>
                    <a:ext cx="220445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1053" r="-23684" b="-416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1EB4376-A1C6-3843-0274-1E246A4F00F2}"/>
                </a:ext>
              </a:extLst>
            </p:cNvPr>
            <p:cNvCxnSpPr>
              <a:cxnSpLocks/>
              <a:stCxn id="122" idx="6"/>
            </p:cNvCxnSpPr>
            <p:nvPr/>
          </p:nvCxnSpPr>
          <p:spPr>
            <a:xfrm flipV="1">
              <a:off x="5700474" y="-25614"/>
              <a:ext cx="1448854" cy="5231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6CFD9C2B-B5DC-F682-CEF9-43411582A802}"/>
                </a:ext>
              </a:extLst>
            </p:cNvPr>
            <p:cNvCxnSpPr>
              <a:cxnSpLocks/>
              <a:stCxn id="122" idx="6"/>
            </p:cNvCxnSpPr>
            <p:nvPr/>
          </p:nvCxnSpPr>
          <p:spPr>
            <a:xfrm>
              <a:off x="5700474" y="497553"/>
              <a:ext cx="1439706" cy="7329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5FF79CA5-2816-8DC8-76BD-07D939FADCD7}"/>
                    </a:ext>
                  </a:extLst>
                </p:cNvPr>
                <p:cNvSpPr txBox="1"/>
                <p:nvPr/>
              </p:nvSpPr>
              <p:spPr>
                <a:xfrm>
                  <a:off x="6340181" y="-144555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0.9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5FF79CA5-2816-8DC8-76BD-07D939FAD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0181" y="-144555"/>
                  <a:ext cx="351058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351840D0-AF28-ABF5-EC63-0EA17213BA68}"/>
                    </a:ext>
                  </a:extLst>
                </p:cNvPr>
                <p:cNvSpPr txBox="1"/>
                <p:nvPr/>
              </p:nvSpPr>
              <p:spPr>
                <a:xfrm>
                  <a:off x="6420327" y="61649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351840D0-AF28-ABF5-EC63-0EA17213BA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0327" y="616494"/>
                  <a:ext cx="351058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17544" r="-1754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800750CA-5441-D80C-EC28-61CC03EAAA7E}"/>
                    </a:ext>
                  </a:extLst>
                </p:cNvPr>
                <p:cNvSpPr txBox="1"/>
                <p:nvPr/>
              </p:nvSpPr>
              <p:spPr>
                <a:xfrm>
                  <a:off x="7339058" y="-164114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800750CA-5441-D80C-EC28-61CC03EAAA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9058" y="-164114"/>
                  <a:ext cx="431208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14286" r="-1428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059E12A5-3825-2954-9B7C-97D8AB585069}"/>
                    </a:ext>
                  </a:extLst>
                </p:cNvPr>
                <p:cNvSpPr txBox="1"/>
                <p:nvPr/>
              </p:nvSpPr>
              <p:spPr>
                <a:xfrm>
                  <a:off x="7355598" y="1115406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059E12A5-3825-2954-9B7C-97D8AB585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5598" y="1115406"/>
                  <a:ext cx="302968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8000" r="-2000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901355D-1CC5-A7FD-8019-3EB8EB30F956}"/>
              </a:ext>
            </a:extLst>
          </p:cNvPr>
          <p:cNvGrpSpPr/>
          <p:nvPr/>
        </p:nvGrpSpPr>
        <p:grpSpPr>
          <a:xfrm>
            <a:off x="5497190" y="1563976"/>
            <a:ext cx="456164" cy="4787691"/>
            <a:chOff x="5497190" y="1563976"/>
            <a:chExt cx="456164" cy="4787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5849466-C1AE-B2E5-11F3-1337C1399EAA}"/>
                    </a:ext>
                  </a:extLst>
                </p:cNvPr>
                <p:cNvSpPr txBox="1"/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5849466-C1AE-B2E5-11F3-1337C1399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D25B89F2-2358-B2B2-E133-F6781B124A04}"/>
                    </a:ext>
                  </a:extLst>
                </p:cNvPr>
                <p:cNvSpPr txBox="1"/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D25B89F2-2358-B2B2-E133-F6781B124A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577A0506-7805-D984-5DE2-0F9A6B278395}"/>
                    </a:ext>
                  </a:extLst>
                </p:cNvPr>
                <p:cNvSpPr txBox="1"/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577A0506-7805-D984-5DE2-0F9A6B278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D054220-A817-1836-1BC4-A682D21732AD}"/>
              </a:ext>
            </a:extLst>
          </p:cNvPr>
          <p:cNvSpPr/>
          <p:nvPr/>
        </p:nvSpPr>
        <p:spPr>
          <a:xfrm>
            <a:off x="5482033" y="4530155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A9548FF-C642-B40B-BCE6-444879CE9913}"/>
              </a:ext>
            </a:extLst>
          </p:cNvPr>
          <p:cNvGrpSpPr/>
          <p:nvPr/>
        </p:nvGrpSpPr>
        <p:grpSpPr>
          <a:xfrm>
            <a:off x="5312128" y="2060095"/>
            <a:ext cx="2652027" cy="1543066"/>
            <a:chOff x="5312128" y="2060095"/>
            <a:chExt cx="2652027" cy="1543066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8F74E25-366B-984D-9B80-A27B4B9CD1E2}"/>
                </a:ext>
              </a:extLst>
            </p:cNvPr>
            <p:cNvGrpSpPr/>
            <p:nvPr/>
          </p:nvGrpSpPr>
          <p:grpSpPr>
            <a:xfrm>
              <a:off x="5482033" y="2060095"/>
              <a:ext cx="2482122" cy="1543066"/>
              <a:chOff x="5517594" y="-502445"/>
              <a:chExt cx="2482122" cy="1543066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9CBAD6F2-BED3-2861-D3DB-02FF1BFCBA9C}"/>
                  </a:ext>
                </a:extLst>
              </p:cNvPr>
              <p:cNvGrpSpPr/>
              <p:nvPr/>
            </p:nvGrpSpPr>
            <p:grpSpPr>
              <a:xfrm>
                <a:off x="5517594" y="406113"/>
                <a:ext cx="232065" cy="599448"/>
                <a:chOff x="8475152" y="2513261"/>
                <a:chExt cx="232065" cy="599448"/>
              </a:xfrm>
            </p:grpSpPr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42CA455E-1058-5B7A-B59D-A9C6DC3ADB29}"/>
                    </a:ext>
                  </a:extLst>
                </p:cNvPr>
                <p:cNvSpPr/>
                <p:nvPr/>
              </p:nvSpPr>
              <p:spPr>
                <a:xfrm>
                  <a:off x="8475152" y="2513261"/>
                  <a:ext cx="182880" cy="182880"/>
                </a:xfrm>
                <a:custGeom>
                  <a:avLst/>
                  <a:gdLst>
                    <a:gd name="csX0" fmla="*/ 0 w 182880"/>
                    <a:gd name="csY0" fmla="*/ 91440 h 182880"/>
                    <a:gd name="csX1" fmla="*/ 91440 w 182880"/>
                    <a:gd name="csY1" fmla="*/ 0 h 182880"/>
                    <a:gd name="csX2" fmla="*/ 182880 w 182880"/>
                    <a:gd name="csY2" fmla="*/ 91440 h 182880"/>
                    <a:gd name="csX3" fmla="*/ 91440 w 182880"/>
                    <a:gd name="csY3" fmla="*/ 182880 h 182880"/>
                    <a:gd name="csX4" fmla="*/ 0 w 182880"/>
                    <a:gd name="csY4" fmla="*/ 91440 h 1828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" h="182880" extrusionOk="0">
                      <a:moveTo>
                        <a:pt x="0" y="91440"/>
                      </a:moveTo>
                      <a:cubicBezTo>
                        <a:pt x="-4217" y="35980"/>
                        <a:pt x="50314" y="-3404"/>
                        <a:pt x="91440" y="0"/>
                      </a:cubicBezTo>
                      <a:cubicBezTo>
                        <a:pt x="131651" y="5781"/>
                        <a:pt x="187441" y="39578"/>
                        <a:pt x="182880" y="91440"/>
                      </a:cubicBezTo>
                      <a:cubicBezTo>
                        <a:pt x="176729" y="129678"/>
                        <a:pt x="137662" y="196194"/>
                        <a:pt x="91440" y="182880"/>
                      </a:cubicBezTo>
                      <a:cubicBezTo>
                        <a:pt x="45900" y="176036"/>
                        <a:pt x="13005" y="140871"/>
                        <a:pt x="0" y="91440"/>
                      </a:cubicBezTo>
                      <a:close/>
                    </a:path>
                  </a:pathLst>
                </a:custGeom>
                <a:noFill/>
                <a:ln>
                  <a:solidFill>
                    <a:srgbClr val="7030A0"/>
                  </a:solidFill>
                  <a:extLst>
                    <a:ext uri="{C807C97D-BFC1-408E-A445-0C87EB9F89A2}">
                      <ask:lineSketchStyleProps xmlns:ask="http://schemas.microsoft.com/office/drawing/2018/sketchyshapes" sd="879248734">
                        <a:prstGeom prst="ellipse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1" name="TextBox 110">
                      <a:extLst>
                        <a:ext uri="{FF2B5EF4-FFF2-40B4-BE49-F238E27FC236}">
                          <a16:creationId xmlns:a16="http://schemas.microsoft.com/office/drawing/2014/main" id="{E88DCD6C-7084-7258-0997-1579273C0A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86772" y="2835710"/>
                      <a:ext cx="220445" cy="27699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11" name="TextBox 110">
                      <a:extLst>
                        <a:ext uri="{FF2B5EF4-FFF2-40B4-BE49-F238E27FC236}">
                          <a16:creationId xmlns:a16="http://schemas.microsoft.com/office/drawing/2014/main" id="{E88DCD6C-7084-7258-0997-1579273C0A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86772" y="2835710"/>
                      <a:ext cx="220445" cy="276999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 l="-21053" r="-23684" b="-425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6355CE3-C6FF-E2BC-88DB-12E3866D3458}"/>
                  </a:ext>
                </a:extLst>
              </p:cNvPr>
              <p:cNvCxnSpPr>
                <a:cxnSpLocks/>
                <a:stCxn id="110" idx="6"/>
              </p:cNvCxnSpPr>
              <p:nvPr/>
            </p:nvCxnSpPr>
            <p:spPr>
              <a:xfrm flipV="1">
                <a:off x="5700474" y="-294020"/>
                <a:ext cx="1662966" cy="79157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EE66E218-67D9-C101-E95A-AEE158D244CB}"/>
                  </a:ext>
                </a:extLst>
              </p:cNvPr>
              <p:cNvCxnSpPr>
                <a:cxnSpLocks/>
                <a:stCxn id="110" idx="6"/>
              </p:cNvCxnSpPr>
              <p:nvPr/>
            </p:nvCxnSpPr>
            <p:spPr>
              <a:xfrm>
                <a:off x="5700474" y="497553"/>
                <a:ext cx="1641392" cy="40962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91294CC-8CD6-7FC3-5BF2-6E1AAAF95BD9}"/>
                      </a:ext>
                    </a:extLst>
                  </p:cNvPr>
                  <p:cNvSpPr txBox="1"/>
                  <p:nvPr/>
                </p:nvSpPr>
                <p:spPr>
                  <a:xfrm>
                    <a:off x="6464028" y="-250022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0.9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91294CC-8CD6-7FC3-5BF2-6E1AAAF95B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4028" y="-250022"/>
                    <a:ext cx="351058" cy="276999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7544" r="-1754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675FA049-CE11-C19A-85EE-1D0A9B1BC95C}"/>
                      </a:ext>
                    </a:extLst>
                  </p:cNvPr>
                  <p:cNvSpPr txBox="1"/>
                  <p:nvPr/>
                </p:nvSpPr>
                <p:spPr>
                  <a:xfrm>
                    <a:off x="6491315" y="385645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675FA049-CE11-C19A-85EE-1D0A9B1BC9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91315" y="385645"/>
                    <a:ext cx="351058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15517" r="-17241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29299D3F-5731-E549-7713-6D0DDD830DC0}"/>
                      </a:ext>
                    </a:extLst>
                  </p:cNvPr>
                  <p:cNvSpPr txBox="1"/>
                  <p:nvPr/>
                </p:nvSpPr>
                <p:spPr>
                  <a:xfrm>
                    <a:off x="7568508" y="-502445"/>
                    <a:ext cx="431208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290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29299D3F-5731-E549-7713-6D0DDD830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8508" y="-502445"/>
                    <a:ext cx="431208" cy="276999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14286" r="-142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5B66A549-B80E-F2A4-AB8A-5CAA558F218B}"/>
                      </a:ext>
                    </a:extLst>
                  </p:cNvPr>
                  <p:cNvSpPr txBox="1"/>
                  <p:nvPr/>
                </p:nvSpPr>
                <p:spPr>
                  <a:xfrm>
                    <a:off x="7525597" y="763622"/>
                    <a:ext cx="431208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190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5B66A549-B80E-F2A4-AB8A-5CAA558F21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5597" y="763622"/>
                    <a:ext cx="431208" cy="276999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14286" r="-142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0A164DD-A36B-7D9C-1D47-FCE291DF22D0}"/>
                </a:ext>
              </a:extLst>
            </p:cNvPr>
            <p:cNvSpPr/>
            <p:nvPr/>
          </p:nvSpPr>
          <p:spPr>
            <a:xfrm>
              <a:off x="5312128" y="2822121"/>
              <a:ext cx="549573" cy="523167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120129-4A63-67BE-C352-C130825C32ED}"/>
                  </a:ext>
                </a:extLst>
              </p:cNvPr>
              <p:cNvSpPr txBox="1"/>
              <p:nvPr/>
            </p:nvSpPr>
            <p:spPr>
              <a:xfrm>
                <a:off x="8629917" y="4793732"/>
                <a:ext cx="3340338" cy="276999"/>
              </a:xfrm>
              <a:custGeom>
                <a:avLst/>
                <a:gdLst>
                  <a:gd name="csX0" fmla="*/ 0 w 3340338"/>
                  <a:gd name="csY0" fmla="*/ 0 h 276999"/>
                  <a:gd name="csX1" fmla="*/ 523320 w 3340338"/>
                  <a:gd name="csY1" fmla="*/ 0 h 276999"/>
                  <a:gd name="csX2" fmla="*/ 979832 w 3340338"/>
                  <a:gd name="csY2" fmla="*/ 0 h 276999"/>
                  <a:gd name="csX3" fmla="*/ 1603362 w 3340338"/>
                  <a:gd name="csY3" fmla="*/ 0 h 276999"/>
                  <a:gd name="csX4" fmla="*/ 2126682 w 3340338"/>
                  <a:gd name="csY4" fmla="*/ 0 h 276999"/>
                  <a:gd name="csX5" fmla="*/ 2650001 w 3340338"/>
                  <a:gd name="csY5" fmla="*/ 0 h 276999"/>
                  <a:gd name="csX6" fmla="*/ 3340338 w 3340338"/>
                  <a:gd name="csY6" fmla="*/ 0 h 276999"/>
                  <a:gd name="csX7" fmla="*/ 3340338 w 3340338"/>
                  <a:gd name="csY7" fmla="*/ 276999 h 276999"/>
                  <a:gd name="csX8" fmla="*/ 2783615 w 3340338"/>
                  <a:gd name="csY8" fmla="*/ 276999 h 276999"/>
                  <a:gd name="csX9" fmla="*/ 2327102 w 3340338"/>
                  <a:gd name="csY9" fmla="*/ 276999 h 276999"/>
                  <a:gd name="csX10" fmla="*/ 1770379 w 3340338"/>
                  <a:gd name="csY10" fmla="*/ 276999 h 276999"/>
                  <a:gd name="csX11" fmla="*/ 1213656 w 3340338"/>
                  <a:gd name="csY11" fmla="*/ 276999 h 276999"/>
                  <a:gd name="csX12" fmla="*/ 690337 w 3340338"/>
                  <a:gd name="csY12" fmla="*/ 276999 h 276999"/>
                  <a:gd name="csX13" fmla="*/ 0 w 3340338"/>
                  <a:gd name="csY13" fmla="*/ 276999 h 276999"/>
                  <a:gd name="csX14" fmla="*/ 0 w 3340338"/>
                  <a:gd name="csY14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340338" h="276999" extrusionOk="0">
                    <a:moveTo>
                      <a:pt x="0" y="0"/>
                    </a:moveTo>
                    <a:cubicBezTo>
                      <a:pt x="198150" y="-33133"/>
                      <a:pt x="282596" y="13854"/>
                      <a:pt x="523320" y="0"/>
                    </a:cubicBezTo>
                    <a:cubicBezTo>
                      <a:pt x="764044" y="-13854"/>
                      <a:pt x="849162" y="19220"/>
                      <a:pt x="979832" y="0"/>
                    </a:cubicBezTo>
                    <a:cubicBezTo>
                      <a:pt x="1110502" y="-19220"/>
                      <a:pt x="1295017" y="64042"/>
                      <a:pt x="1603362" y="0"/>
                    </a:cubicBezTo>
                    <a:cubicBezTo>
                      <a:pt x="1911707" y="-64042"/>
                      <a:pt x="1967455" y="14085"/>
                      <a:pt x="2126682" y="0"/>
                    </a:cubicBezTo>
                    <a:cubicBezTo>
                      <a:pt x="2285909" y="-14085"/>
                      <a:pt x="2502328" y="3980"/>
                      <a:pt x="2650001" y="0"/>
                    </a:cubicBezTo>
                    <a:cubicBezTo>
                      <a:pt x="2797674" y="-3980"/>
                      <a:pt x="3101087" y="56882"/>
                      <a:pt x="3340338" y="0"/>
                    </a:cubicBezTo>
                    <a:cubicBezTo>
                      <a:pt x="3373097" y="79974"/>
                      <a:pt x="3329337" y="146797"/>
                      <a:pt x="3340338" y="276999"/>
                    </a:cubicBezTo>
                    <a:cubicBezTo>
                      <a:pt x="3090883" y="290172"/>
                      <a:pt x="2974993" y="236635"/>
                      <a:pt x="2783615" y="276999"/>
                    </a:cubicBezTo>
                    <a:cubicBezTo>
                      <a:pt x="2592237" y="317363"/>
                      <a:pt x="2538763" y="251629"/>
                      <a:pt x="2327102" y="276999"/>
                    </a:cubicBezTo>
                    <a:cubicBezTo>
                      <a:pt x="2115441" y="302369"/>
                      <a:pt x="1952566" y="230982"/>
                      <a:pt x="1770379" y="276999"/>
                    </a:cubicBezTo>
                    <a:cubicBezTo>
                      <a:pt x="1588192" y="323016"/>
                      <a:pt x="1329458" y="235831"/>
                      <a:pt x="1213656" y="276999"/>
                    </a:cubicBezTo>
                    <a:cubicBezTo>
                      <a:pt x="1097854" y="318167"/>
                      <a:pt x="837350" y="251685"/>
                      <a:pt x="690337" y="276999"/>
                    </a:cubicBezTo>
                    <a:cubicBezTo>
                      <a:pt x="543324" y="302313"/>
                      <a:pt x="277017" y="246427"/>
                      <a:pt x="0" y="276999"/>
                    </a:cubicBezTo>
                    <a:cubicBezTo>
                      <a:pt x="-19106" y="157427"/>
                      <a:pt x="31560" y="84963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120129-4A63-67BE-C352-C130825C3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4793732"/>
                <a:ext cx="3340338" cy="276999"/>
              </a:xfrm>
              <a:prstGeom prst="rect">
                <a:avLst/>
              </a:prstGeom>
              <a:blipFill>
                <a:blip r:embed="rId35"/>
                <a:stretch>
                  <a:fillRect l="-542" b="-12500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340338"/>
                          <a:gd name="csY0" fmla="*/ 0 h 276999"/>
                          <a:gd name="csX1" fmla="*/ 523320 w 3340338"/>
                          <a:gd name="csY1" fmla="*/ 0 h 276999"/>
                          <a:gd name="csX2" fmla="*/ 979832 w 3340338"/>
                          <a:gd name="csY2" fmla="*/ 0 h 276999"/>
                          <a:gd name="csX3" fmla="*/ 1603362 w 3340338"/>
                          <a:gd name="csY3" fmla="*/ 0 h 276999"/>
                          <a:gd name="csX4" fmla="*/ 2126682 w 3340338"/>
                          <a:gd name="csY4" fmla="*/ 0 h 276999"/>
                          <a:gd name="csX5" fmla="*/ 2650001 w 3340338"/>
                          <a:gd name="csY5" fmla="*/ 0 h 276999"/>
                          <a:gd name="csX6" fmla="*/ 3340338 w 3340338"/>
                          <a:gd name="csY6" fmla="*/ 0 h 276999"/>
                          <a:gd name="csX7" fmla="*/ 3340338 w 3340338"/>
                          <a:gd name="csY7" fmla="*/ 276999 h 276999"/>
                          <a:gd name="csX8" fmla="*/ 2783615 w 3340338"/>
                          <a:gd name="csY8" fmla="*/ 276999 h 276999"/>
                          <a:gd name="csX9" fmla="*/ 2327102 w 3340338"/>
                          <a:gd name="csY9" fmla="*/ 276999 h 276999"/>
                          <a:gd name="csX10" fmla="*/ 1770379 w 3340338"/>
                          <a:gd name="csY10" fmla="*/ 276999 h 276999"/>
                          <a:gd name="csX11" fmla="*/ 1213656 w 3340338"/>
                          <a:gd name="csY11" fmla="*/ 276999 h 276999"/>
                          <a:gd name="csX12" fmla="*/ 690337 w 3340338"/>
                          <a:gd name="csY12" fmla="*/ 276999 h 276999"/>
                          <a:gd name="csX13" fmla="*/ 0 w 3340338"/>
                          <a:gd name="csY13" fmla="*/ 276999 h 276999"/>
                          <a:gd name="csX14" fmla="*/ 0 w 3340338"/>
                          <a:gd name="csY14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3340338" h="276999" extrusionOk="0">
                            <a:moveTo>
                              <a:pt x="0" y="0"/>
                            </a:moveTo>
                            <a:cubicBezTo>
                              <a:pt x="198150" y="-33133"/>
                              <a:pt x="282596" y="13854"/>
                              <a:pt x="523320" y="0"/>
                            </a:cubicBezTo>
                            <a:cubicBezTo>
                              <a:pt x="764044" y="-13854"/>
                              <a:pt x="849162" y="19220"/>
                              <a:pt x="979832" y="0"/>
                            </a:cubicBezTo>
                            <a:cubicBezTo>
                              <a:pt x="1110502" y="-19220"/>
                              <a:pt x="1295017" y="64042"/>
                              <a:pt x="1603362" y="0"/>
                            </a:cubicBezTo>
                            <a:cubicBezTo>
                              <a:pt x="1911707" y="-64042"/>
                              <a:pt x="1967455" y="14085"/>
                              <a:pt x="2126682" y="0"/>
                            </a:cubicBezTo>
                            <a:cubicBezTo>
                              <a:pt x="2285909" y="-14085"/>
                              <a:pt x="2502328" y="3980"/>
                              <a:pt x="2650001" y="0"/>
                            </a:cubicBezTo>
                            <a:cubicBezTo>
                              <a:pt x="2797674" y="-3980"/>
                              <a:pt x="3101087" y="56882"/>
                              <a:pt x="3340338" y="0"/>
                            </a:cubicBezTo>
                            <a:cubicBezTo>
                              <a:pt x="3373097" y="79974"/>
                              <a:pt x="3329337" y="146797"/>
                              <a:pt x="3340338" y="276999"/>
                            </a:cubicBezTo>
                            <a:cubicBezTo>
                              <a:pt x="3090883" y="290172"/>
                              <a:pt x="2974993" y="236635"/>
                              <a:pt x="2783615" y="276999"/>
                            </a:cubicBezTo>
                            <a:cubicBezTo>
                              <a:pt x="2592237" y="317363"/>
                              <a:pt x="2538763" y="251629"/>
                              <a:pt x="2327102" y="276999"/>
                            </a:cubicBezTo>
                            <a:cubicBezTo>
                              <a:pt x="2115441" y="302369"/>
                              <a:pt x="1952566" y="230982"/>
                              <a:pt x="1770379" y="276999"/>
                            </a:cubicBezTo>
                            <a:cubicBezTo>
                              <a:pt x="1588192" y="323016"/>
                              <a:pt x="1329458" y="235831"/>
                              <a:pt x="1213656" y="276999"/>
                            </a:cubicBezTo>
                            <a:cubicBezTo>
                              <a:pt x="1097854" y="318167"/>
                              <a:pt x="837350" y="251685"/>
                              <a:pt x="690337" y="276999"/>
                            </a:cubicBezTo>
                            <a:cubicBezTo>
                              <a:pt x="543324" y="302313"/>
                              <a:pt x="277017" y="246427"/>
                              <a:pt x="0" y="276999"/>
                            </a:cubicBezTo>
                            <a:cubicBezTo>
                              <a:pt x="-19106" y="157427"/>
                              <a:pt x="31560" y="849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29658C-BAE1-08FA-4096-7EDD338EBDC3}"/>
                  </a:ext>
                </a:extLst>
              </p:cNvPr>
              <p:cNvSpPr txBox="1"/>
              <p:nvPr/>
            </p:nvSpPr>
            <p:spPr>
              <a:xfrm>
                <a:off x="8629917" y="5350047"/>
                <a:ext cx="2927020" cy="276999"/>
              </a:xfrm>
              <a:custGeom>
                <a:avLst/>
                <a:gdLst>
                  <a:gd name="csX0" fmla="*/ 0 w 2927020"/>
                  <a:gd name="csY0" fmla="*/ 0 h 276999"/>
                  <a:gd name="csX1" fmla="*/ 556134 w 2927020"/>
                  <a:gd name="csY1" fmla="*/ 0 h 276999"/>
                  <a:gd name="csX2" fmla="*/ 1053727 w 2927020"/>
                  <a:gd name="csY2" fmla="*/ 0 h 276999"/>
                  <a:gd name="csX3" fmla="*/ 1697672 w 2927020"/>
                  <a:gd name="csY3" fmla="*/ 0 h 276999"/>
                  <a:gd name="csX4" fmla="*/ 2253805 w 2927020"/>
                  <a:gd name="csY4" fmla="*/ 0 h 276999"/>
                  <a:gd name="csX5" fmla="*/ 2927020 w 2927020"/>
                  <a:gd name="csY5" fmla="*/ 0 h 276999"/>
                  <a:gd name="csX6" fmla="*/ 2927020 w 2927020"/>
                  <a:gd name="csY6" fmla="*/ 276999 h 276999"/>
                  <a:gd name="csX7" fmla="*/ 2341616 w 2927020"/>
                  <a:gd name="csY7" fmla="*/ 276999 h 276999"/>
                  <a:gd name="csX8" fmla="*/ 1697672 w 2927020"/>
                  <a:gd name="csY8" fmla="*/ 276999 h 276999"/>
                  <a:gd name="csX9" fmla="*/ 1200078 w 2927020"/>
                  <a:gd name="csY9" fmla="*/ 276999 h 276999"/>
                  <a:gd name="csX10" fmla="*/ 614674 w 2927020"/>
                  <a:gd name="csY10" fmla="*/ 276999 h 276999"/>
                  <a:gd name="csX11" fmla="*/ 0 w 2927020"/>
                  <a:gd name="csY11" fmla="*/ 276999 h 276999"/>
                  <a:gd name="csX12" fmla="*/ 0 w 2927020"/>
                  <a:gd name="csY12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927020" h="276999" extrusionOk="0">
                    <a:moveTo>
                      <a:pt x="0" y="0"/>
                    </a:moveTo>
                    <a:cubicBezTo>
                      <a:pt x="221378" y="-2346"/>
                      <a:pt x="431280" y="33014"/>
                      <a:pt x="556134" y="0"/>
                    </a:cubicBezTo>
                    <a:cubicBezTo>
                      <a:pt x="680988" y="-33014"/>
                      <a:pt x="830300" y="42314"/>
                      <a:pt x="1053727" y="0"/>
                    </a:cubicBezTo>
                    <a:cubicBezTo>
                      <a:pt x="1277154" y="-42314"/>
                      <a:pt x="1490306" y="30865"/>
                      <a:pt x="1697672" y="0"/>
                    </a:cubicBezTo>
                    <a:cubicBezTo>
                      <a:pt x="1905038" y="-30865"/>
                      <a:pt x="1992795" y="12059"/>
                      <a:pt x="2253805" y="0"/>
                    </a:cubicBezTo>
                    <a:cubicBezTo>
                      <a:pt x="2514815" y="-12059"/>
                      <a:pt x="2628399" y="38824"/>
                      <a:pt x="2927020" y="0"/>
                    </a:cubicBezTo>
                    <a:cubicBezTo>
                      <a:pt x="2941020" y="80499"/>
                      <a:pt x="2916562" y="141651"/>
                      <a:pt x="2927020" y="276999"/>
                    </a:cubicBezTo>
                    <a:cubicBezTo>
                      <a:pt x="2777042" y="287101"/>
                      <a:pt x="2587993" y="212871"/>
                      <a:pt x="2341616" y="276999"/>
                    </a:cubicBezTo>
                    <a:cubicBezTo>
                      <a:pt x="2095239" y="341127"/>
                      <a:pt x="1859307" y="261895"/>
                      <a:pt x="1697672" y="276999"/>
                    </a:cubicBezTo>
                    <a:cubicBezTo>
                      <a:pt x="1536037" y="292103"/>
                      <a:pt x="1438776" y="224446"/>
                      <a:pt x="1200078" y="276999"/>
                    </a:cubicBezTo>
                    <a:cubicBezTo>
                      <a:pt x="961380" y="329552"/>
                      <a:pt x="848872" y="235884"/>
                      <a:pt x="614674" y="276999"/>
                    </a:cubicBezTo>
                    <a:cubicBezTo>
                      <a:pt x="380476" y="318114"/>
                      <a:pt x="162562" y="205942"/>
                      <a:pt x="0" y="276999"/>
                    </a:cubicBezTo>
                    <a:cubicBezTo>
                      <a:pt x="-3416" y="143131"/>
                      <a:pt x="25719" y="134360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29658C-BAE1-08FA-4096-7EDD338EB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350047"/>
                <a:ext cx="2927020" cy="276999"/>
              </a:xfrm>
              <a:prstGeom prst="rect">
                <a:avLst/>
              </a:prstGeom>
              <a:blipFill>
                <a:blip r:embed="rId36"/>
                <a:stretch>
                  <a:fillRect l="-620" r="-1240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2927020"/>
                          <a:gd name="csY0" fmla="*/ 0 h 276999"/>
                          <a:gd name="csX1" fmla="*/ 556134 w 2927020"/>
                          <a:gd name="csY1" fmla="*/ 0 h 276999"/>
                          <a:gd name="csX2" fmla="*/ 1053727 w 2927020"/>
                          <a:gd name="csY2" fmla="*/ 0 h 276999"/>
                          <a:gd name="csX3" fmla="*/ 1697672 w 2927020"/>
                          <a:gd name="csY3" fmla="*/ 0 h 276999"/>
                          <a:gd name="csX4" fmla="*/ 2253805 w 2927020"/>
                          <a:gd name="csY4" fmla="*/ 0 h 276999"/>
                          <a:gd name="csX5" fmla="*/ 2927020 w 2927020"/>
                          <a:gd name="csY5" fmla="*/ 0 h 276999"/>
                          <a:gd name="csX6" fmla="*/ 2927020 w 2927020"/>
                          <a:gd name="csY6" fmla="*/ 276999 h 276999"/>
                          <a:gd name="csX7" fmla="*/ 2341616 w 2927020"/>
                          <a:gd name="csY7" fmla="*/ 276999 h 276999"/>
                          <a:gd name="csX8" fmla="*/ 1697672 w 2927020"/>
                          <a:gd name="csY8" fmla="*/ 276999 h 276999"/>
                          <a:gd name="csX9" fmla="*/ 1200078 w 2927020"/>
                          <a:gd name="csY9" fmla="*/ 276999 h 276999"/>
                          <a:gd name="csX10" fmla="*/ 614674 w 2927020"/>
                          <a:gd name="csY10" fmla="*/ 276999 h 276999"/>
                          <a:gd name="csX11" fmla="*/ 0 w 2927020"/>
                          <a:gd name="csY11" fmla="*/ 276999 h 276999"/>
                          <a:gd name="csX12" fmla="*/ 0 w 2927020"/>
                          <a:gd name="csY12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</a:cxnLst>
                        <a:rect l="l" t="t" r="r" b="b"/>
                        <a:pathLst>
                          <a:path w="2927020" h="276999" extrusionOk="0">
                            <a:moveTo>
                              <a:pt x="0" y="0"/>
                            </a:moveTo>
                            <a:cubicBezTo>
                              <a:pt x="221378" y="-2346"/>
                              <a:pt x="431280" y="33014"/>
                              <a:pt x="556134" y="0"/>
                            </a:cubicBezTo>
                            <a:cubicBezTo>
                              <a:pt x="680988" y="-33014"/>
                              <a:pt x="830300" y="42314"/>
                              <a:pt x="1053727" y="0"/>
                            </a:cubicBezTo>
                            <a:cubicBezTo>
                              <a:pt x="1277154" y="-42314"/>
                              <a:pt x="1490306" y="30865"/>
                              <a:pt x="1697672" y="0"/>
                            </a:cubicBezTo>
                            <a:cubicBezTo>
                              <a:pt x="1905038" y="-30865"/>
                              <a:pt x="1992795" y="12059"/>
                              <a:pt x="2253805" y="0"/>
                            </a:cubicBezTo>
                            <a:cubicBezTo>
                              <a:pt x="2514815" y="-12059"/>
                              <a:pt x="2628399" y="38824"/>
                              <a:pt x="2927020" y="0"/>
                            </a:cubicBezTo>
                            <a:cubicBezTo>
                              <a:pt x="2941020" y="80499"/>
                              <a:pt x="2916562" y="141651"/>
                              <a:pt x="2927020" y="276999"/>
                            </a:cubicBezTo>
                            <a:cubicBezTo>
                              <a:pt x="2777042" y="287101"/>
                              <a:pt x="2587993" y="212871"/>
                              <a:pt x="2341616" y="276999"/>
                            </a:cubicBezTo>
                            <a:cubicBezTo>
                              <a:pt x="2095239" y="341127"/>
                              <a:pt x="1859307" y="261895"/>
                              <a:pt x="1697672" y="276999"/>
                            </a:cubicBezTo>
                            <a:cubicBezTo>
                              <a:pt x="1536037" y="292103"/>
                              <a:pt x="1438776" y="224446"/>
                              <a:pt x="1200078" y="276999"/>
                            </a:cubicBezTo>
                            <a:cubicBezTo>
                              <a:pt x="961380" y="329552"/>
                              <a:pt x="848872" y="235884"/>
                              <a:pt x="614674" y="276999"/>
                            </a:cubicBezTo>
                            <a:cubicBezTo>
                              <a:pt x="380476" y="318114"/>
                              <a:pt x="162562" y="205942"/>
                              <a:pt x="0" y="276999"/>
                            </a:cubicBezTo>
                            <a:cubicBezTo>
                              <a:pt x="-3416" y="143131"/>
                              <a:pt x="25719" y="13436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A07279-72CC-8FE3-2786-909249F6AF85}"/>
                  </a:ext>
                </a:extLst>
              </p:cNvPr>
              <p:cNvSpPr txBox="1"/>
              <p:nvPr/>
            </p:nvSpPr>
            <p:spPr>
              <a:xfrm>
                <a:off x="8629917" y="5920502"/>
                <a:ext cx="1250279" cy="276999"/>
              </a:xfrm>
              <a:custGeom>
                <a:avLst/>
                <a:gdLst>
                  <a:gd name="csX0" fmla="*/ 0 w 1250279"/>
                  <a:gd name="csY0" fmla="*/ 0 h 276999"/>
                  <a:gd name="csX1" fmla="*/ 441765 w 1250279"/>
                  <a:gd name="csY1" fmla="*/ 0 h 276999"/>
                  <a:gd name="csX2" fmla="*/ 871028 w 1250279"/>
                  <a:gd name="csY2" fmla="*/ 0 h 276999"/>
                  <a:gd name="csX3" fmla="*/ 1250279 w 1250279"/>
                  <a:gd name="csY3" fmla="*/ 0 h 276999"/>
                  <a:gd name="csX4" fmla="*/ 1250279 w 1250279"/>
                  <a:gd name="csY4" fmla="*/ 276999 h 276999"/>
                  <a:gd name="csX5" fmla="*/ 858525 w 1250279"/>
                  <a:gd name="csY5" fmla="*/ 276999 h 276999"/>
                  <a:gd name="csX6" fmla="*/ 441765 w 1250279"/>
                  <a:gd name="csY6" fmla="*/ 276999 h 276999"/>
                  <a:gd name="csX7" fmla="*/ 0 w 1250279"/>
                  <a:gd name="csY7" fmla="*/ 276999 h 276999"/>
                  <a:gd name="csX8" fmla="*/ 0 w 1250279"/>
                  <a:gd name="csY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50279" h="276999" fill="none" extrusionOk="0">
                    <a:moveTo>
                      <a:pt x="0" y="0"/>
                    </a:moveTo>
                    <a:cubicBezTo>
                      <a:pt x="147597" y="-34058"/>
                      <a:pt x="330247" y="37817"/>
                      <a:pt x="441765" y="0"/>
                    </a:cubicBezTo>
                    <a:cubicBezTo>
                      <a:pt x="553283" y="-37817"/>
                      <a:pt x="680487" y="46184"/>
                      <a:pt x="871028" y="0"/>
                    </a:cubicBezTo>
                    <a:cubicBezTo>
                      <a:pt x="1061569" y="-46184"/>
                      <a:pt x="1071760" y="20236"/>
                      <a:pt x="1250279" y="0"/>
                    </a:cubicBezTo>
                    <a:cubicBezTo>
                      <a:pt x="1276477" y="80700"/>
                      <a:pt x="1236145" y="202672"/>
                      <a:pt x="1250279" y="276999"/>
                    </a:cubicBezTo>
                    <a:cubicBezTo>
                      <a:pt x="1109954" y="277560"/>
                      <a:pt x="938349" y="266789"/>
                      <a:pt x="858525" y="276999"/>
                    </a:cubicBezTo>
                    <a:cubicBezTo>
                      <a:pt x="778701" y="287209"/>
                      <a:pt x="637824" y="273779"/>
                      <a:pt x="441765" y="276999"/>
                    </a:cubicBezTo>
                    <a:cubicBezTo>
                      <a:pt x="245706" y="280219"/>
                      <a:pt x="193090" y="264755"/>
                      <a:pt x="0" y="276999"/>
                    </a:cubicBezTo>
                    <a:cubicBezTo>
                      <a:pt x="-11858" y="214994"/>
                      <a:pt x="27486" y="89139"/>
                      <a:pt x="0" y="0"/>
                    </a:cubicBezTo>
                    <a:close/>
                  </a:path>
                  <a:path w="1250279" h="276999" stroke="0" extrusionOk="0">
                    <a:moveTo>
                      <a:pt x="0" y="0"/>
                    </a:moveTo>
                    <a:cubicBezTo>
                      <a:pt x="120404" y="-32281"/>
                      <a:pt x="213174" y="38589"/>
                      <a:pt x="404257" y="0"/>
                    </a:cubicBezTo>
                    <a:cubicBezTo>
                      <a:pt x="595340" y="-38589"/>
                      <a:pt x="702554" y="16336"/>
                      <a:pt x="783508" y="0"/>
                    </a:cubicBezTo>
                    <a:cubicBezTo>
                      <a:pt x="864462" y="-16336"/>
                      <a:pt x="1039222" y="41584"/>
                      <a:pt x="1250279" y="0"/>
                    </a:cubicBezTo>
                    <a:cubicBezTo>
                      <a:pt x="1263707" y="90708"/>
                      <a:pt x="1234552" y="144548"/>
                      <a:pt x="1250279" y="276999"/>
                    </a:cubicBezTo>
                    <a:cubicBezTo>
                      <a:pt x="1080237" y="290996"/>
                      <a:pt x="984236" y="251603"/>
                      <a:pt x="858525" y="276999"/>
                    </a:cubicBezTo>
                    <a:cubicBezTo>
                      <a:pt x="732814" y="302395"/>
                      <a:pt x="576053" y="271816"/>
                      <a:pt x="416760" y="276999"/>
                    </a:cubicBezTo>
                    <a:cubicBezTo>
                      <a:pt x="257467" y="282182"/>
                      <a:pt x="188791" y="272013"/>
                      <a:pt x="0" y="276999"/>
                    </a:cubicBezTo>
                    <a:cubicBezTo>
                      <a:pt x="-11636" y="182021"/>
                      <a:pt x="27200" y="119714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=106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A07279-72CC-8FE3-2786-909249F6A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920502"/>
                <a:ext cx="1250279" cy="276999"/>
              </a:xfrm>
              <a:prstGeom prst="rect">
                <a:avLst/>
              </a:prstGeom>
              <a:blipFill>
                <a:blip r:embed="rId37"/>
                <a:stretch>
                  <a:fillRect l="-1905" r="-2857" b="-1923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250279"/>
                          <a:gd name="csY0" fmla="*/ 0 h 276999"/>
                          <a:gd name="csX1" fmla="*/ 441765 w 1250279"/>
                          <a:gd name="csY1" fmla="*/ 0 h 276999"/>
                          <a:gd name="csX2" fmla="*/ 871028 w 1250279"/>
                          <a:gd name="csY2" fmla="*/ 0 h 276999"/>
                          <a:gd name="csX3" fmla="*/ 1250279 w 1250279"/>
                          <a:gd name="csY3" fmla="*/ 0 h 276999"/>
                          <a:gd name="csX4" fmla="*/ 1250279 w 1250279"/>
                          <a:gd name="csY4" fmla="*/ 276999 h 276999"/>
                          <a:gd name="csX5" fmla="*/ 858525 w 1250279"/>
                          <a:gd name="csY5" fmla="*/ 276999 h 276999"/>
                          <a:gd name="csX6" fmla="*/ 441765 w 1250279"/>
                          <a:gd name="csY6" fmla="*/ 276999 h 276999"/>
                          <a:gd name="csX7" fmla="*/ 0 w 1250279"/>
                          <a:gd name="csY7" fmla="*/ 276999 h 276999"/>
                          <a:gd name="csX8" fmla="*/ 0 w 1250279"/>
                          <a:gd name="csY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</a:cxnLst>
                        <a:rect l="l" t="t" r="r" b="b"/>
                        <a:pathLst>
                          <a:path w="1250279" h="276999" fill="none" extrusionOk="0">
                            <a:moveTo>
                              <a:pt x="0" y="0"/>
                            </a:moveTo>
                            <a:cubicBezTo>
                              <a:pt x="147597" y="-34058"/>
                              <a:pt x="330247" y="37817"/>
                              <a:pt x="441765" y="0"/>
                            </a:cubicBezTo>
                            <a:cubicBezTo>
                              <a:pt x="553283" y="-37817"/>
                              <a:pt x="680487" y="46184"/>
                              <a:pt x="871028" y="0"/>
                            </a:cubicBezTo>
                            <a:cubicBezTo>
                              <a:pt x="1061569" y="-46184"/>
                              <a:pt x="1071760" y="20236"/>
                              <a:pt x="1250279" y="0"/>
                            </a:cubicBezTo>
                            <a:cubicBezTo>
                              <a:pt x="1276477" y="80700"/>
                              <a:pt x="1236145" y="202672"/>
                              <a:pt x="1250279" y="276999"/>
                            </a:cubicBezTo>
                            <a:cubicBezTo>
                              <a:pt x="1109954" y="277560"/>
                              <a:pt x="938349" y="266789"/>
                              <a:pt x="858525" y="276999"/>
                            </a:cubicBezTo>
                            <a:cubicBezTo>
                              <a:pt x="778701" y="287209"/>
                              <a:pt x="637824" y="273779"/>
                              <a:pt x="441765" y="276999"/>
                            </a:cubicBezTo>
                            <a:cubicBezTo>
                              <a:pt x="245706" y="280219"/>
                              <a:pt x="193090" y="264755"/>
                              <a:pt x="0" y="276999"/>
                            </a:cubicBezTo>
                            <a:cubicBezTo>
                              <a:pt x="-11858" y="214994"/>
                              <a:pt x="27486" y="89139"/>
                              <a:pt x="0" y="0"/>
                            </a:cubicBezTo>
                            <a:close/>
                          </a:path>
                          <a:path w="1250279" h="276999" stroke="0" extrusionOk="0">
                            <a:moveTo>
                              <a:pt x="0" y="0"/>
                            </a:moveTo>
                            <a:cubicBezTo>
                              <a:pt x="120404" y="-32281"/>
                              <a:pt x="213174" y="38589"/>
                              <a:pt x="404257" y="0"/>
                            </a:cubicBezTo>
                            <a:cubicBezTo>
                              <a:pt x="595340" y="-38589"/>
                              <a:pt x="702554" y="16336"/>
                              <a:pt x="783508" y="0"/>
                            </a:cubicBezTo>
                            <a:cubicBezTo>
                              <a:pt x="864462" y="-16336"/>
                              <a:pt x="1039222" y="41584"/>
                              <a:pt x="1250279" y="0"/>
                            </a:cubicBezTo>
                            <a:cubicBezTo>
                              <a:pt x="1263707" y="90708"/>
                              <a:pt x="1234552" y="144548"/>
                              <a:pt x="1250279" y="276999"/>
                            </a:cubicBezTo>
                            <a:cubicBezTo>
                              <a:pt x="1080237" y="290996"/>
                              <a:pt x="984236" y="251603"/>
                              <a:pt x="858525" y="276999"/>
                            </a:cubicBezTo>
                            <a:cubicBezTo>
                              <a:pt x="732814" y="302395"/>
                              <a:pt x="576053" y="271816"/>
                              <a:pt x="416760" y="276999"/>
                            </a:cubicBezTo>
                            <a:cubicBezTo>
                              <a:pt x="257467" y="282182"/>
                              <a:pt x="188791" y="272013"/>
                              <a:pt x="0" y="276999"/>
                            </a:cubicBezTo>
                            <a:cubicBezTo>
                              <a:pt x="-11636" y="182021"/>
                              <a:pt x="27200" y="1197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F685AD-1872-D43F-1010-75AFF3DD6193}"/>
                  </a:ext>
                </a:extLst>
              </p:cNvPr>
              <p:cNvSpPr txBox="1"/>
              <p:nvPr/>
            </p:nvSpPr>
            <p:spPr>
              <a:xfrm>
                <a:off x="5561844" y="396731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135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F685AD-1872-D43F-1010-75AFF3DD6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44" y="396731"/>
                <a:ext cx="431208" cy="276999"/>
              </a:xfrm>
              <a:prstGeom prst="rect">
                <a:avLst/>
              </a:prstGeom>
              <a:blipFill>
                <a:blip r:embed="rId38"/>
                <a:stretch>
                  <a:fillRect l="-14085" r="-1408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A0F9CC28-7463-E058-95A1-7D04DE149DC3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E18D238-CF30-AABA-E65F-1724031029AB}"/>
                  </a:ext>
                </a:extLst>
              </p:cNvPr>
              <p:cNvSpPr txBox="1"/>
              <p:nvPr/>
            </p:nvSpPr>
            <p:spPr>
              <a:xfrm>
                <a:off x="5541932" y="2931753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280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E18D238-CF30-AABA-E65F-172403102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932" y="2931753"/>
                <a:ext cx="431208" cy="276999"/>
              </a:xfrm>
              <a:prstGeom prst="rect">
                <a:avLst/>
              </a:prstGeom>
              <a:blipFill>
                <a:blip r:embed="rId39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90E974B-AEA4-C0AB-578D-1F07330FD4CC}"/>
              </a:ext>
            </a:extLst>
          </p:cNvPr>
          <p:cNvSpPr txBox="1"/>
          <p:nvPr/>
        </p:nvSpPr>
        <p:spPr>
          <a:xfrm>
            <a:off x="8629917" y="406113"/>
            <a:ext cx="2613036" cy="369332"/>
          </a:xfrm>
          <a:custGeom>
            <a:avLst/>
            <a:gdLst>
              <a:gd name="csX0" fmla="*/ 0 w 2613036"/>
              <a:gd name="csY0" fmla="*/ 0 h 369332"/>
              <a:gd name="csX1" fmla="*/ 496477 w 2613036"/>
              <a:gd name="csY1" fmla="*/ 0 h 369332"/>
              <a:gd name="csX2" fmla="*/ 940693 w 2613036"/>
              <a:gd name="csY2" fmla="*/ 0 h 369332"/>
              <a:gd name="csX3" fmla="*/ 1515561 w 2613036"/>
              <a:gd name="csY3" fmla="*/ 0 h 369332"/>
              <a:gd name="csX4" fmla="*/ 2012038 w 2613036"/>
              <a:gd name="csY4" fmla="*/ 0 h 369332"/>
              <a:gd name="csX5" fmla="*/ 2613036 w 2613036"/>
              <a:gd name="csY5" fmla="*/ 0 h 369332"/>
              <a:gd name="csX6" fmla="*/ 2613036 w 2613036"/>
              <a:gd name="csY6" fmla="*/ 369332 h 369332"/>
              <a:gd name="csX7" fmla="*/ 2090429 w 2613036"/>
              <a:gd name="csY7" fmla="*/ 369332 h 369332"/>
              <a:gd name="csX8" fmla="*/ 1515561 w 2613036"/>
              <a:gd name="csY8" fmla="*/ 369332 h 369332"/>
              <a:gd name="csX9" fmla="*/ 1071345 w 2613036"/>
              <a:gd name="csY9" fmla="*/ 369332 h 369332"/>
              <a:gd name="csX10" fmla="*/ 548738 w 2613036"/>
              <a:gd name="csY10" fmla="*/ 369332 h 369332"/>
              <a:gd name="csX11" fmla="*/ 0 w 2613036"/>
              <a:gd name="csY11" fmla="*/ 369332 h 369332"/>
              <a:gd name="csX12" fmla="*/ 0 w 2613036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13036" h="369332" extrusionOk="0">
                <a:moveTo>
                  <a:pt x="0" y="0"/>
                </a:moveTo>
                <a:cubicBezTo>
                  <a:pt x="143215" y="-16642"/>
                  <a:pt x="316604" y="17513"/>
                  <a:pt x="496477" y="0"/>
                </a:cubicBezTo>
                <a:cubicBezTo>
                  <a:pt x="676350" y="-17513"/>
                  <a:pt x="804144" y="39514"/>
                  <a:pt x="940693" y="0"/>
                </a:cubicBezTo>
                <a:cubicBezTo>
                  <a:pt x="1077242" y="-39514"/>
                  <a:pt x="1348602" y="42955"/>
                  <a:pt x="1515561" y="0"/>
                </a:cubicBezTo>
                <a:cubicBezTo>
                  <a:pt x="1682520" y="-42955"/>
                  <a:pt x="1774621" y="25487"/>
                  <a:pt x="2012038" y="0"/>
                </a:cubicBezTo>
                <a:cubicBezTo>
                  <a:pt x="2249455" y="-25487"/>
                  <a:pt x="2468591" y="32172"/>
                  <a:pt x="2613036" y="0"/>
                </a:cubicBezTo>
                <a:cubicBezTo>
                  <a:pt x="2649196" y="81226"/>
                  <a:pt x="2591498" y="278722"/>
                  <a:pt x="2613036" y="369332"/>
                </a:cubicBezTo>
                <a:cubicBezTo>
                  <a:pt x="2479440" y="425992"/>
                  <a:pt x="2231096" y="307808"/>
                  <a:pt x="2090429" y="369332"/>
                </a:cubicBezTo>
                <a:cubicBezTo>
                  <a:pt x="1949762" y="430856"/>
                  <a:pt x="1643044" y="343822"/>
                  <a:pt x="1515561" y="369332"/>
                </a:cubicBezTo>
                <a:cubicBezTo>
                  <a:pt x="1388078" y="394842"/>
                  <a:pt x="1225962" y="338754"/>
                  <a:pt x="1071345" y="369332"/>
                </a:cubicBezTo>
                <a:cubicBezTo>
                  <a:pt x="916728" y="399910"/>
                  <a:pt x="757771" y="356849"/>
                  <a:pt x="548738" y="369332"/>
                </a:cubicBezTo>
                <a:cubicBezTo>
                  <a:pt x="339705" y="381815"/>
                  <a:pt x="260513" y="30787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5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Final decision nodes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896945-A626-AC4E-009A-1F4D1BD0024D}"/>
              </a:ext>
            </a:extLst>
          </p:cNvPr>
          <p:cNvGrpSpPr/>
          <p:nvPr/>
        </p:nvGrpSpPr>
        <p:grpSpPr>
          <a:xfrm>
            <a:off x="8626110" y="1101814"/>
            <a:ext cx="2930827" cy="3141206"/>
            <a:chOff x="8626110" y="1101814"/>
            <a:chExt cx="2930827" cy="314120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1F7A6F5-EFF9-A9EA-8C05-7483A147B309}"/>
                </a:ext>
              </a:extLst>
            </p:cNvPr>
            <p:cNvSpPr txBox="1"/>
            <p:nvPr/>
          </p:nvSpPr>
          <p:spPr>
            <a:xfrm>
              <a:off x="8629917" y="2451869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…doesn’t choose the ‘best’ action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2DCD201-8D57-C54E-3422-D67860C45DFF}"/>
                </a:ext>
              </a:extLst>
            </p:cNvPr>
            <p:cNvSpPr txBox="1"/>
            <p:nvPr/>
          </p:nvSpPr>
          <p:spPr>
            <a:xfrm>
              <a:off x="8629917" y="3292310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…chooses the ‘average’ of all available actions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BB08493-232F-9851-5AFC-FE1BF8915476}"/>
                </a:ext>
              </a:extLst>
            </p:cNvPr>
            <p:cNvSpPr txBox="1"/>
            <p:nvPr/>
          </p:nvSpPr>
          <p:spPr>
            <a:xfrm>
              <a:off x="8629917" y="1658129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…not a rational decision-maker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A82267F-89D0-C2F8-0ABF-9DBE057C3405}"/>
                </a:ext>
              </a:extLst>
            </p:cNvPr>
            <p:cNvSpPr txBox="1"/>
            <p:nvPr/>
          </p:nvSpPr>
          <p:spPr>
            <a:xfrm>
              <a:off x="8626110" y="1101814"/>
              <a:ext cx="2613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Decision-maker = </a:t>
              </a:r>
              <a:r>
                <a:rPr lang="en-US" dirty="0">
                  <a:solidFill>
                    <a:srgbClr val="7030A0"/>
                  </a:solidFill>
                  <a:latin typeface="+mj-lt"/>
                </a:rPr>
                <a:t>Nature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7050BBA-8EC2-A676-1916-649FD3DE3105}"/>
                </a:ext>
              </a:extLst>
            </p:cNvPr>
            <p:cNvSpPr txBox="1"/>
            <p:nvPr/>
          </p:nvSpPr>
          <p:spPr>
            <a:xfrm>
              <a:off x="9499758" y="3904466"/>
              <a:ext cx="20571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Segoe Script" panose="030B0504020000000003" pitchFamily="66" charset="0"/>
                </a:rPr>
                <a:t>…expected payoff</a:t>
              </a:r>
            </a:p>
          </p:txBody>
        </p:sp>
      </p:grpSp>
      <p:pic>
        <p:nvPicPr>
          <p:cNvPr id="6" name="Picture 5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AE61F4AF-1B6D-3013-80F2-DCBA9CEFA71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1" grpId="0" animBg="1"/>
      <p:bldP spid="32" grpId="0" animBg="1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48013-1C33-C1D4-FC89-5A9A4969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FCF86C6-A880-DA9E-3555-86F2A13E06A5}"/>
                  </a:ext>
                </a:extLst>
              </p:cNvPr>
              <p:cNvSpPr txBox="1"/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FCF86C6-A880-DA9E-3555-86F2A13E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blipFill>
                <a:blip r:embed="rId2"/>
                <a:stretch>
                  <a:fillRect l="-2564" r="-1282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39E6A58-10EF-49D4-331E-78684E18D8CD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37037D-3600-8661-6425-B71BB5F07937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221AAA4-F30A-1FAE-F929-4B2A2CC5367D}"/>
                </a:ext>
              </a:extLst>
            </p:cNvPr>
            <p:cNvCxnSpPr>
              <a:cxnSpLocks/>
              <a:stCxn id="11" idx="3"/>
              <a:endCxn id="22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370EE9A-C0CA-2193-8573-675EDF31ACE3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370EE9A-C0CA-2193-8573-675EDF31A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CDD885B-B5F7-53D3-091B-1283E56D3574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7F231D2-AA50-A7EF-D85A-FF5B1FE225B0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7F231D2-AA50-A7EF-D85A-FF5B1FE22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A4ED18-E74B-13B9-E27B-1284BCF7D8B8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2E340CA-D29A-4A2A-237F-E73842ACF5AE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15063BF-13EC-0E4D-4BEB-B14BEC1B22DB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15063BF-13EC-0E4D-4BEB-B14BEC1B22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114C888-C427-CEAF-55B9-50B4A09D1C43}"/>
              </a:ext>
            </a:extLst>
          </p:cNvPr>
          <p:cNvGrpSpPr/>
          <p:nvPr/>
        </p:nvGrpSpPr>
        <p:grpSpPr>
          <a:xfrm>
            <a:off x="2754172" y="1185116"/>
            <a:ext cx="1531340" cy="1157742"/>
            <a:chOff x="2754172" y="1185116"/>
            <a:chExt cx="1531340" cy="1157742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6B43C46-3206-590A-A5A1-BA4DCED1C12F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2754172" y="1185116"/>
              <a:ext cx="1443342" cy="787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5745750-F517-9C3C-874A-B1A54A574BC6}"/>
                </a:ext>
              </a:extLst>
            </p:cNvPr>
            <p:cNvCxnSpPr>
              <a:cxnSpLocks/>
              <a:stCxn id="22" idx="6"/>
              <a:endCxn id="93" idx="1"/>
            </p:cNvCxnSpPr>
            <p:nvPr/>
          </p:nvCxnSpPr>
          <p:spPr>
            <a:xfrm>
              <a:off x="2754172" y="1972546"/>
              <a:ext cx="1531340" cy="3703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8B05315-61EB-D703-DCF8-E087E6CA747A}"/>
              </a:ext>
            </a:extLst>
          </p:cNvPr>
          <p:cNvGrpSpPr/>
          <p:nvPr/>
        </p:nvGrpSpPr>
        <p:grpSpPr>
          <a:xfrm>
            <a:off x="2712311" y="3740806"/>
            <a:ext cx="1625772" cy="2651454"/>
            <a:chOff x="2712311" y="3740806"/>
            <a:chExt cx="1625772" cy="265145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9A8E54D-8111-3279-9967-B98ACD742FF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 flipV="1">
              <a:off x="2712311" y="3740806"/>
              <a:ext cx="1438576" cy="9746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96F90DE-2BCC-15D1-B629-809449F4EBB0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536839" cy="16768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18C24A71-CDAB-8900-CB84-49DC8FDDF5AF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625772" cy="739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2C7E438-5C36-EE2F-8930-C5A319091A5D}"/>
              </a:ext>
            </a:extLst>
          </p:cNvPr>
          <p:cNvGrpSpPr/>
          <p:nvPr/>
        </p:nvGrpSpPr>
        <p:grpSpPr>
          <a:xfrm>
            <a:off x="3157891" y="1276634"/>
            <a:ext cx="501197" cy="792947"/>
            <a:chOff x="3157891" y="1276634"/>
            <a:chExt cx="501197" cy="792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0AC866E-E0A9-7F08-8C77-AD493B9C6EC3}"/>
                    </a:ext>
                  </a:extLst>
                </p:cNvPr>
                <p:cNvSpPr txBox="1"/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0AC866E-E0A9-7F08-8C77-AD493B9C6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E690956-DF68-B817-DEA8-3A414886D9B1}"/>
                    </a:ext>
                  </a:extLst>
                </p:cNvPr>
                <p:cNvSpPr txBox="1"/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E690956-DF68-B817-DEA8-3A414886D9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544" r="-17544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1987ED7-5210-A963-739E-0BFE3A1E93FB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69A87A8-0410-5D2C-8CD7-A00E7AAD65BB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69A87A8-0410-5D2C-8CD7-A00E7AAD6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E86B881-186C-604C-BDA7-EEC1A4593BCD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E86B881-186C-604C-BDA7-EEC1A4593B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6E88DABD-8B33-72A4-B392-86BE72412AF2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6E88DABD-8B33-72A4-B392-86BE72412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CFB384E-384F-AAD0-526D-A53195EA21BD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CFB384E-384F-AAD0-526D-A53195EA2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11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BA267CB-B65C-BD93-7D4B-60DC8901E2B1}"/>
              </a:ext>
            </a:extLst>
          </p:cNvPr>
          <p:cNvGrpSpPr/>
          <p:nvPr/>
        </p:nvGrpSpPr>
        <p:grpSpPr>
          <a:xfrm>
            <a:off x="2421259" y="1553633"/>
            <a:ext cx="332913" cy="510353"/>
            <a:chOff x="8325119" y="2185788"/>
            <a:chExt cx="332913" cy="51035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103A5E-3DB5-F988-61F1-D081B97D286D}"/>
                </a:ext>
              </a:extLst>
            </p:cNvPr>
            <p:cNvSpPr/>
            <p:nvPr/>
          </p:nvSpPr>
          <p:spPr>
            <a:xfrm>
              <a:off x="8475152" y="2513261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4442A25-36CF-CC4A-9047-09DBEBA51BE2}"/>
                    </a:ext>
                  </a:extLst>
                </p:cNvPr>
                <p:cNvSpPr txBox="1"/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4442A25-36CF-CC4A-9047-09DBEBA51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1053" r="-23684" b="-425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382AD7C-B20A-75CD-3995-2AA533EC242C}"/>
              </a:ext>
            </a:extLst>
          </p:cNvPr>
          <p:cNvGrpSpPr/>
          <p:nvPr/>
        </p:nvGrpSpPr>
        <p:grpSpPr>
          <a:xfrm>
            <a:off x="3664438" y="522584"/>
            <a:ext cx="1874798" cy="1179892"/>
            <a:chOff x="3664438" y="522584"/>
            <a:chExt cx="1874798" cy="117989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50A767-6FF2-E6E9-4276-1A4B89A443C3}"/>
                </a:ext>
              </a:extLst>
            </p:cNvPr>
            <p:cNvSpPr txBox="1"/>
            <p:nvPr/>
          </p:nvSpPr>
          <p:spPr>
            <a:xfrm>
              <a:off x="3664438" y="783064"/>
              <a:ext cx="397316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81FE265-108E-EB02-63A9-3A463D3FA341}"/>
                </a:ext>
              </a:extLst>
            </p:cNvPr>
            <p:cNvGrpSpPr/>
            <p:nvPr/>
          </p:nvGrpSpPr>
          <p:grpSpPr>
            <a:xfrm>
              <a:off x="4178585" y="522584"/>
              <a:ext cx="1360651" cy="1179892"/>
              <a:chOff x="9658252" y="1026621"/>
              <a:chExt cx="1360651" cy="117989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81197AD-E29E-42F2-8C24-69EE06740C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8252" y="1038625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CFAA83F3-A726-36FE-942D-851EBF82F6F1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CFAA83F3-A726-36FE-942D-851EBF82F6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590C10A-B7C2-548B-4113-0C31FD59D089}"/>
                  </a:ext>
                </a:extLst>
              </p:cNvPr>
              <p:cNvCxnSpPr>
                <a:cxnSpLocks/>
                <a:endCxn id="127" idx="1"/>
              </p:cNvCxnSpPr>
              <p:nvPr/>
            </p:nvCxnSpPr>
            <p:spPr>
              <a:xfrm>
                <a:off x="9658252" y="1705163"/>
                <a:ext cx="1332912" cy="5013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8C442750-C04B-4FB6-A1BF-8B2795C66530}"/>
                      </a:ext>
                    </a:extLst>
                  </p:cNvPr>
                  <p:cNvSpPr txBox="1"/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8C442750-C04B-4FB6-A1BF-8B2795C665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60870" r="-6956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70A555-3BFD-BB79-ABEB-ECF9C13CD4D7}"/>
              </a:ext>
            </a:extLst>
          </p:cNvPr>
          <p:cNvGrpSpPr/>
          <p:nvPr/>
        </p:nvGrpSpPr>
        <p:grpSpPr>
          <a:xfrm>
            <a:off x="4086855" y="4754600"/>
            <a:ext cx="1585126" cy="1404242"/>
            <a:chOff x="9529458" y="2766709"/>
            <a:chExt cx="1585126" cy="1404242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EC21E3F-A712-777E-EE66-C55AB41D20CE}"/>
                </a:ext>
              </a:extLst>
            </p:cNvPr>
            <p:cNvSpPr txBox="1"/>
            <p:nvPr/>
          </p:nvSpPr>
          <p:spPr>
            <a:xfrm>
              <a:off x="9529458" y="2929285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04C37EA-334F-4CE9-DF62-2AE9304A7EBA}"/>
                </a:ext>
              </a:extLst>
            </p:cNvPr>
            <p:cNvGrpSpPr/>
            <p:nvPr/>
          </p:nvGrpSpPr>
          <p:grpSpPr>
            <a:xfrm>
              <a:off x="9753933" y="2766709"/>
              <a:ext cx="1360651" cy="1404242"/>
              <a:chOff x="9753933" y="2766709"/>
              <a:chExt cx="1360651" cy="1404242"/>
            </a:xfrm>
          </p:grpSpPr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EF9FB106-3CFF-8641-51B0-D78438C161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F17F6FE9-43A8-A137-16FD-1CB594813D02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F17F6FE9-43A8-A137-16FD-1CB594813D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AFBAD5CE-1D12-6D65-E6C6-A20222CEFF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53933" y="3445251"/>
                <a:ext cx="1355433" cy="7257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2685380D-9D91-4DDE-3398-CE32A4949E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2685380D-9D91-4DDE-3398-CE32A4949E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4167" r="-66667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889184F-FFD3-B3B8-FA32-E0B7C164B16A}"/>
              </a:ext>
            </a:extLst>
          </p:cNvPr>
          <p:cNvGrpSpPr/>
          <p:nvPr/>
        </p:nvGrpSpPr>
        <p:grpSpPr>
          <a:xfrm>
            <a:off x="3664439" y="3056554"/>
            <a:ext cx="1832751" cy="1185128"/>
            <a:chOff x="9283974" y="2766709"/>
            <a:chExt cx="1832751" cy="118512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03EFE27-71ED-6FD1-7485-F0DDB6810814}"/>
                </a:ext>
              </a:extLst>
            </p:cNvPr>
            <p:cNvSpPr txBox="1"/>
            <p:nvPr/>
          </p:nvSpPr>
          <p:spPr>
            <a:xfrm>
              <a:off x="9283974" y="3080649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B16B8DF-03F4-A1FA-39BD-A3E1A9FDA5DF}"/>
                </a:ext>
              </a:extLst>
            </p:cNvPr>
            <p:cNvGrpSpPr/>
            <p:nvPr/>
          </p:nvGrpSpPr>
          <p:grpSpPr>
            <a:xfrm>
              <a:off x="9753933" y="2766709"/>
              <a:ext cx="1362792" cy="1185128"/>
              <a:chOff x="9753933" y="2766709"/>
              <a:chExt cx="1362792" cy="1185128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E4567012-F96B-474C-D0B2-5D476CB482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600F73C9-82F4-E317-9EA2-F2E48AD43663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600F73C9-82F4-E317-9EA2-F2E48AD436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40625" r="-43750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4365E9D9-22AF-DCD4-3D3A-D81A4DCDA163}"/>
                  </a:ext>
                </a:extLst>
              </p:cNvPr>
              <p:cNvCxnSpPr>
                <a:cxnSpLocks/>
                <a:endCxn id="126" idx="1"/>
              </p:cNvCxnSpPr>
              <p:nvPr/>
            </p:nvCxnSpPr>
            <p:spPr>
              <a:xfrm>
                <a:off x="9753933" y="3445251"/>
                <a:ext cx="1362792" cy="5065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CB290A7-D4F8-7EE6-67FB-77E5D89F035D}"/>
                      </a:ext>
                    </a:extLst>
                  </p:cNvPr>
                  <p:cNvSpPr txBox="1"/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CB290A7-D4F8-7EE6-67FB-77E5D89F03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56522" r="-7391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F4A1D52-09C7-FC62-6B48-431D6E829EAB}"/>
              </a:ext>
            </a:extLst>
          </p:cNvPr>
          <p:cNvGrpSpPr/>
          <p:nvPr/>
        </p:nvGrpSpPr>
        <p:grpSpPr>
          <a:xfrm>
            <a:off x="5497190" y="1563976"/>
            <a:ext cx="456164" cy="4787691"/>
            <a:chOff x="5497190" y="1563976"/>
            <a:chExt cx="456164" cy="4787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E3AF4E3-102E-09E1-0EA0-2A71661B7BC8}"/>
                    </a:ext>
                  </a:extLst>
                </p:cNvPr>
                <p:cNvSpPr txBox="1"/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E3AF4E3-102E-09E1-0EA0-2A71661B7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5025DCC1-1E2E-AA46-CD6D-064E8369C378}"/>
                    </a:ext>
                  </a:extLst>
                </p:cNvPr>
                <p:cNvSpPr txBox="1"/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5025DCC1-1E2E-AA46-CD6D-064E8369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B073444-3B4D-634E-2D65-82CED1CF526D}"/>
                    </a:ext>
                  </a:extLst>
                </p:cNvPr>
                <p:cNvSpPr txBox="1"/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B073444-3B4D-634E-2D65-82CED1CF52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5D210D6-DE88-FB70-E1F8-60FE3ABF5B0F}"/>
              </a:ext>
            </a:extLst>
          </p:cNvPr>
          <p:cNvGrpSpPr/>
          <p:nvPr/>
        </p:nvGrpSpPr>
        <p:grpSpPr>
          <a:xfrm>
            <a:off x="5482033" y="4121577"/>
            <a:ext cx="2432169" cy="1556519"/>
            <a:chOff x="5482033" y="4121577"/>
            <a:chExt cx="2432169" cy="1556519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5358CBC-8C19-CDA4-BBBD-2938DB225663}"/>
                </a:ext>
              </a:extLst>
            </p:cNvPr>
            <p:cNvGrpSpPr/>
            <p:nvPr/>
          </p:nvGrpSpPr>
          <p:grpSpPr>
            <a:xfrm>
              <a:off x="5511497" y="4121577"/>
              <a:ext cx="2402705" cy="1556519"/>
              <a:chOff x="5367561" y="-164114"/>
              <a:chExt cx="2402705" cy="155651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C8631F8C-891C-D0F8-878C-365D80BA6820}"/>
                  </a:ext>
                </a:extLst>
              </p:cNvPr>
              <p:cNvGrpSpPr/>
              <p:nvPr/>
            </p:nvGrpSpPr>
            <p:grpSpPr>
              <a:xfrm>
                <a:off x="5367561" y="406113"/>
                <a:ext cx="332913" cy="511347"/>
                <a:chOff x="8325119" y="2513261"/>
                <a:chExt cx="332913" cy="511347"/>
              </a:xfrm>
            </p:grpSpPr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491E5E1A-B336-B8FD-B1C8-2A174C644847}"/>
                    </a:ext>
                  </a:extLst>
                </p:cNvPr>
                <p:cNvSpPr/>
                <p:nvPr/>
              </p:nvSpPr>
              <p:spPr>
                <a:xfrm>
                  <a:off x="8475152" y="2513261"/>
                  <a:ext cx="182880" cy="182880"/>
                </a:xfrm>
                <a:custGeom>
                  <a:avLst/>
                  <a:gdLst>
                    <a:gd name="csX0" fmla="*/ 0 w 182880"/>
                    <a:gd name="csY0" fmla="*/ 91440 h 182880"/>
                    <a:gd name="csX1" fmla="*/ 91440 w 182880"/>
                    <a:gd name="csY1" fmla="*/ 0 h 182880"/>
                    <a:gd name="csX2" fmla="*/ 182880 w 182880"/>
                    <a:gd name="csY2" fmla="*/ 91440 h 182880"/>
                    <a:gd name="csX3" fmla="*/ 91440 w 182880"/>
                    <a:gd name="csY3" fmla="*/ 182880 h 182880"/>
                    <a:gd name="csX4" fmla="*/ 0 w 182880"/>
                    <a:gd name="csY4" fmla="*/ 91440 h 1828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" h="182880" extrusionOk="0">
                      <a:moveTo>
                        <a:pt x="0" y="91440"/>
                      </a:moveTo>
                      <a:cubicBezTo>
                        <a:pt x="-12507" y="33225"/>
                        <a:pt x="33387" y="2834"/>
                        <a:pt x="91440" y="0"/>
                      </a:cubicBezTo>
                      <a:cubicBezTo>
                        <a:pt x="152333" y="2188"/>
                        <a:pt x="177826" y="41100"/>
                        <a:pt x="182880" y="91440"/>
                      </a:cubicBezTo>
                      <a:cubicBezTo>
                        <a:pt x="174260" y="150358"/>
                        <a:pt x="141511" y="185259"/>
                        <a:pt x="91440" y="182880"/>
                      </a:cubicBezTo>
                      <a:cubicBezTo>
                        <a:pt x="32251" y="178127"/>
                        <a:pt x="8975" y="146229"/>
                        <a:pt x="0" y="91440"/>
                      </a:cubicBezTo>
                      <a:close/>
                    </a:path>
                  </a:pathLst>
                </a:custGeom>
                <a:noFill/>
                <a:ln>
                  <a:solidFill>
                    <a:srgbClr val="7030A0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ellipse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B589B0A3-59E6-5345-4560-60BC9FD29E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25119" y="2747609"/>
                      <a:ext cx="220445" cy="27699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B589B0A3-59E6-5345-4560-60BC9FD29E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5119" y="2747609"/>
                      <a:ext cx="220445" cy="276999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21053" r="-23684" b="-4167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B0B3C1AC-93D8-3F4D-17B8-C8E95ED021FD}"/>
                  </a:ext>
                </a:extLst>
              </p:cNvPr>
              <p:cNvCxnSpPr>
                <a:cxnSpLocks/>
                <a:stCxn id="122" idx="6"/>
              </p:cNvCxnSpPr>
              <p:nvPr/>
            </p:nvCxnSpPr>
            <p:spPr>
              <a:xfrm flipV="1">
                <a:off x="5700474" y="-25614"/>
                <a:ext cx="1448854" cy="5231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BEDE2D7-4209-14FE-D182-751922885998}"/>
                  </a:ext>
                </a:extLst>
              </p:cNvPr>
              <p:cNvCxnSpPr>
                <a:cxnSpLocks/>
                <a:stCxn id="122" idx="6"/>
              </p:cNvCxnSpPr>
              <p:nvPr/>
            </p:nvCxnSpPr>
            <p:spPr>
              <a:xfrm>
                <a:off x="5700474" y="497553"/>
                <a:ext cx="1439706" cy="7329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5CB5CE20-7E1B-2E84-E5D1-A4C93DC14DA8}"/>
                      </a:ext>
                    </a:extLst>
                  </p:cNvPr>
                  <p:cNvSpPr txBox="1"/>
                  <p:nvPr/>
                </p:nvSpPr>
                <p:spPr>
                  <a:xfrm>
                    <a:off x="6340181" y="-144555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0.9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5CB5CE20-7E1B-2E84-E5D1-A4C93DC14D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0181" y="-144555"/>
                    <a:ext cx="351058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17544" r="-1754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B2151EE0-C77C-DA4A-1A5D-1F006C8976E8}"/>
                      </a:ext>
                    </a:extLst>
                  </p:cNvPr>
                  <p:cNvSpPr txBox="1"/>
                  <p:nvPr/>
                </p:nvSpPr>
                <p:spPr>
                  <a:xfrm>
                    <a:off x="6420327" y="616494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B2151EE0-C77C-DA4A-1A5D-1F006C8976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0327" y="616494"/>
                    <a:ext cx="351058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17544" r="-1754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0675A096-8D14-3A57-CCDF-4B256A1F943D}"/>
                      </a:ext>
                    </a:extLst>
                  </p:cNvPr>
                  <p:cNvSpPr txBox="1"/>
                  <p:nvPr/>
                </p:nvSpPr>
                <p:spPr>
                  <a:xfrm>
                    <a:off x="7339058" y="-164114"/>
                    <a:ext cx="431208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0675A096-8D14-3A57-CCDF-4B256A1F94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9058" y="-164114"/>
                    <a:ext cx="431208" cy="27699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4286" r="-14286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14B796EE-EE27-EAD8-A3D0-B672DB0CDDF7}"/>
                      </a:ext>
                    </a:extLst>
                  </p:cNvPr>
                  <p:cNvSpPr txBox="1"/>
                  <p:nvPr/>
                </p:nvSpPr>
                <p:spPr>
                  <a:xfrm>
                    <a:off x="7355598" y="1115406"/>
                    <a:ext cx="302968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14B796EE-EE27-EAD8-A3D0-B672DB0CDD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5598" y="1115406"/>
                    <a:ext cx="302968" cy="276999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18000" r="-20000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6EE80E8-A557-55EC-B5AF-8F23AC8637DB}"/>
                </a:ext>
              </a:extLst>
            </p:cNvPr>
            <p:cNvSpPr/>
            <p:nvPr/>
          </p:nvSpPr>
          <p:spPr>
            <a:xfrm>
              <a:off x="5482033" y="4530155"/>
              <a:ext cx="549573" cy="523167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F92D3F-3E9D-3007-4000-296AC685A8A1}"/>
                  </a:ext>
                </a:extLst>
              </p:cNvPr>
              <p:cNvSpPr txBox="1"/>
              <p:nvPr/>
            </p:nvSpPr>
            <p:spPr>
              <a:xfrm>
                <a:off x="5561844" y="396731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135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F92D3F-3E9D-3007-4000-296AC685A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44" y="396731"/>
                <a:ext cx="431208" cy="276999"/>
              </a:xfrm>
              <a:prstGeom prst="rect">
                <a:avLst/>
              </a:prstGeom>
              <a:blipFill>
                <a:blip r:embed="rId30"/>
                <a:stretch>
                  <a:fillRect l="-14085" r="-1408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6E026DB-E6BA-50DA-E298-CFE4E5DC47BD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5CEE553-ED49-62CB-1CE1-50CFB5BF6514}"/>
                  </a:ext>
                </a:extLst>
              </p:cNvPr>
              <p:cNvSpPr txBox="1"/>
              <p:nvPr/>
            </p:nvSpPr>
            <p:spPr>
              <a:xfrm>
                <a:off x="5541932" y="2931753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280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5CEE553-ED49-62CB-1CE1-50CFB5BF6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932" y="2931753"/>
                <a:ext cx="431208" cy="276999"/>
              </a:xfrm>
              <a:prstGeom prst="rect">
                <a:avLst/>
              </a:prstGeom>
              <a:blipFill>
                <a:blip r:embed="rId31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0D1097-E457-5523-EB9B-F7C7D0A2B188}"/>
                  </a:ext>
                </a:extLst>
              </p:cNvPr>
              <p:cNvSpPr txBox="1"/>
              <p:nvPr/>
            </p:nvSpPr>
            <p:spPr>
              <a:xfrm>
                <a:off x="5683884" y="4628104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0D1097-E457-5523-EB9B-F7C7D0A2B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884" y="4628104"/>
                <a:ext cx="431208" cy="276999"/>
              </a:xfrm>
              <a:prstGeom prst="rect">
                <a:avLst/>
              </a:prstGeom>
              <a:blipFill>
                <a:blip r:embed="rId32"/>
                <a:stretch>
                  <a:fillRect l="-12676" r="-1408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8373E6D9-718E-E5F7-0CDA-26B49BA82E1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6F47D0-9712-33DC-B3D3-8F9D88F5FAAB}"/>
              </a:ext>
            </a:extLst>
          </p:cNvPr>
          <p:cNvSpPr txBox="1"/>
          <p:nvPr/>
        </p:nvSpPr>
        <p:spPr>
          <a:xfrm>
            <a:off x="8629917" y="406113"/>
            <a:ext cx="2613036" cy="369332"/>
          </a:xfrm>
          <a:custGeom>
            <a:avLst/>
            <a:gdLst>
              <a:gd name="csX0" fmla="*/ 0 w 2613036"/>
              <a:gd name="csY0" fmla="*/ 0 h 369332"/>
              <a:gd name="csX1" fmla="*/ 496477 w 2613036"/>
              <a:gd name="csY1" fmla="*/ 0 h 369332"/>
              <a:gd name="csX2" fmla="*/ 940693 w 2613036"/>
              <a:gd name="csY2" fmla="*/ 0 h 369332"/>
              <a:gd name="csX3" fmla="*/ 1515561 w 2613036"/>
              <a:gd name="csY3" fmla="*/ 0 h 369332"/>
              <a:gd name="csX4" fmla="*/ 2012038 w 2613036"/>
              <a:gd name="csY4" fmla="*/ 0 h 369332"/>
              <a:gd name="csX5" fmla="*/ 2613036 w 2613036"/>
              <a:gd name="csY5" fmla="*/ 0 h 369332"/>
              <a:gd name="csX6" fmla="*/ 2613036 w 2613036"/>
              <a:gd name="csY6" fmla="*/ 369332 h 369332"/>
              <a:gd name="csX7" fmla="*/ 2090429 w 2613036"/>
              <a:gd name="csY7" fmla="*/ 369332 h 369332"/>
              <a:gd name="csX8" fmla="*/ 1515561 w 2613036"/>
              <a:gd name="csY8" fmla="*/ 369332 h 369332"/>
              <a:gd name="csX9" fmla="*/ 1071345 w 2613036"/>
              <a:gd name="csY9" fmla="*/ 369332 h 369332"/>
              <a:gd name="csX10" fmla="*/ 548738 w 2613036"/>
              <a:gd name="csY10" fmla="*/ 369332 h 369332"/>
              <a:gd name="csX11" fmla="*/ 0 w 2613036"/>
              <a:gd name="csY11" fmla="*/ 369332 h 369332"/>
              <a:gd name="csX12" fmla="*/ 0 w 2613036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13036" h="369332" extrusionOk="0">
                <a:moveTo>
                  <a:pt x="0" y="0"/>
                </a:moveTo>
                <a:cubicBezTo>
                  <a:pt x="143215" y="-16642"/>
                  <a:pt x="316604" y="17513"/>
                  <a:pt x="496477" y="0"/>
                </a:cubicBezTo>
                <a:cubicBezTo>
                  <a:pt x="676350" y="-17513"/>
                  <a:pt x="804144" y="39514"/>
                  <a:pt x="940693" y="0"/>
                </a:cubicBezTo>
                <a:cubicBezTo>
                  <a:pt x="1077242" y="-39514"/>
                  <a:pt x="1348602" y="42955"/>
                  <a:pt x="1515561" y="0"/>
                </a:cubicBezTo>
                <a:cubicBezTo>
                  <a:pt x="1682520" y="-42955"/>
                  <a:pt x="1774621" y="25487"/>
                  <a:pt x="2012038" y="0"/>
                </a:cubicBezTo>
                <a:cubicBezTo>
                  <a:pt x="2249455" y="-25487"/>
                  <a:pt x="2468591" y="32172"/>
                  <a:pt x="2613036" y="0"/>
                </a:cubicBezTo>
                <a:cubicBezTo>
                  <a:pt x="2649196" y="81226"/>
                  <a:pt x="2591498" y="278722"/>
                  <a:pt x="2613036" y="369332"/>
                </a:cubicBezTo>
                <a:cubicBezTo>
                  <a:pt x="2479440" y="425992"/>
                  <a:pt x="2231096" y="307808"/>
                  <a:pt x="2090429" y="369332"/>
                </a:cubicBezTo>
                <a:cubicBezTo>
                  <a:pt x="1949762" y="430856"/>
                  <a:pt x="1643044" y="343822"/>
                  <a:pt x="1515561" y="369332"/>
                </a:cubicBezTo>
                <a:cubicBezTo>
                  <a:pt x="1388078" y="394842"/>
                  <a:pt x="1225962" y="338754"/>
                  <a:pt x="1071345" y="369332"/>
                </a:cubicBezTo>
                <a:cubicBezTo>
                  <a:pt x="916728" y="399910"/>
                  <a:pt x="757771" y="356849"/>
                  <a:pt x="548738" y="369332"/>
                </a:cubicBezTo>
                <a:cubicBezTo>
                  <a:pt x="339705" y="381815"/>
                  <a:pt x="260513" y="30787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5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Final decision nodes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3CA53EC-50FF-C9B3-BE18-F8BE65660885}"/>
              </a:ext>
            </a:extLst>
          </p:cNvPr>
          <p:cNvGrpSpPr/>
          <p:nvPr/>
        </p:nvGrpSpPr>
        <p:grpSpPr>
          <a:xfrm>
            <a:off x="8626110" y="1101814"/>
            <a:ext cx="2930827" cy="3141206"/>
            <a:chOff x="8626110" y="1101814"/>
            <a:chExt cx="2930827" cy="314120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36A7B7-CC53-E181-6BD1-94EA5FC25B23}"/>
                </a:ext>
              </a:extLst>
            </p:cNvPr>
            <p:cNvSpPr txBox="1"/>
            <p:nvPr/>
          </p:nvSpPr>
          <p:spPr>
            <a:xfrm>
              <a:off x="8629917" y="2451869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…doesn’t choose the ‘best’ action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D4C8A0-F68C-29DE-3D86-A86F8B19989A}"/>
                </a:ext>
              </a:extLst>
            </p:cNvPr>
            <p:cNvSpPr txBox="1"/>
            <p:nvPr/>
          </p:nvSpPr>
          <p:spPr>
            <a:xfrm>
              <a:off x="8629917" y="3292310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…chooses the ‘average’ of all available actions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660E673-263D-0363-0463-6E89EEFEB3CF}"/>
                </a:ext>
              </a:extLst>
            </p:cNvPr>
            <p:cNvSpPr txBox="1"/>
            <p:nvPr/>
          </p:nvSpPr>
          <p:spPr>
            <a:xfrm>
              <a:off x="8629917" y="1658129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…not a rational decision-maker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5B613A-CCF2-D2F0-9DCE-A228DA6BA2F1}"/>
                </a:ext>
              </a:extLst>
            </p:cNvPr>
            <p:cNvSpPr txBox="1"/>
            <p:nvPr/>
          </p:nvSpPr>
          <p:spPr>
            <a:xfrm>
              <a:off x="8626110" y="1101814"/>
              <a:ext cx="2613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Decision-maker = </a:t>
              </a:r>
              <a:r>
                <a:rPr lang="en-US" dirty="0">
                  <a:solidFill>
                    <a:srgbClr val="7030A0"/>
                  </a:solidFill>
                  <a:latin typeface="+mj-lt"/>
                </a:rPr>
                <a:t>Nature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356F189-DD0E-0760-4AF5-475E09DB917F}"/>
                </a:ext>
              </a:extLst>
            </p:cNvPr>
            <p:cNvSpPr txBox="1"/>
            <p:nvPr/>
          </p:nvSpPr>
          <p:spPr>
            <a:xfrm>
              <a:off x="9499758" y="3904466"/>
              <a:ext cx="20571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Segoe Script" panose="030B0504020000000003" pitchFamily="66" charset="0"/>
                </a:rPr>
                <a:t>…expected payoff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348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86CE7-C0B7-1BC4-4F2F-180FC663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64D9648-FEB5-ABD9-3495-24192B2BC797}"/>
                  </a:ext>
                </a:extLst>
              </p:cNvPr>
              <p:cNvSpPr txBox="1"/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64D9648-FEB5-ABD9-3495-24192B2BC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blipFill>
                <a:blip r:embed="rId2"/>
                <a:stretch>
                  <a:fillRect l="-2564" r="-1282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119A76-AA28-2DAF-5542-5B6B6D2C56D9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ABE14A-ECA9-1413-8627-40C4C22C6833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DEE9C30-48D0-081E-899C-7094C8031584}"/>
                </a:ext>
              </a:extLst>
            </p:cNvPr>
            <p:cNvCxnSpPr>
              <a:cxnSpLocks/>
              <a:stCxn id="11" idx="3"/>
              <a:endCxn id="22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326B4D0-8588-1FF6-8611-D0A8D6A79EA3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326B4D0-8588-1FF6-8611-D0A8D6A79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B2EDD4F-095C-6A69-2D99-349210320CAA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2B5F736-3B60-1E91-33E7-7F6C9F388362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2B5F736-3B60-1E91-33E7-7F6C9F388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9ABA73-2337-4575-C7AF-2894C72E416E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6F66FC6-911E-8B6C-8938-F40202634A5A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9574E02-1C28-DB7D-30B6-F8B087629436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9574E02-1C28-DB7D-30B6-F8B087629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C8ADC69-B23C-2C35-50AD-0A78DF0C992A}"/>
              </a:ext>
            </a:extLst>
          </p:cNvPr>
          <p:cNvGrpSpPr/>
          <p:nvPr/>
        </p:nvGrpSpPr>
        <p:grpSpPr>
          <a:xfrm>
            <a:off x="2754172" y="1185116"/>
            <a:ext cx="1531340" cy="1157742"/>
            <a:chOff x="2754172" y="1185116"/>
            <a:chExt cx="1531340" cy="1157742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BE2F8FB-30FF-D1D5-BD29-A67FAC279D2D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2754172" y="1185116"/>
              <a:ext cx="1443342" cy="787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B7F62B2-7483-9068-D4D4-9219B2DB8FD0}"/>
                </a:ext>
              </a:extLst>
            </p:cNvPr>
            <p:cNvCxnSpPr>
              <a:cxnSpLocks/>
              <a:stCxn id="22" idx="6"/>
              <a:endCxn id="93" idx="1"/>
            </p:cNvCxnSpPr>
            <p:nvPr/>
          </p:nvCxnSpPr>
          <p:spPr>
            <a:xfrm>
              <a:off x="2754172" y="1972546"/>
              <a:ext cx="1531340" cy="3703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4C427C7-AD82-CADE-5BAF-4C1D2474143B}"/>
              </a:ext>
            </a:extLst>
          </p:cNvPr>
          <p:cNvGrpSpPr/>
          <p:nvPr/>
        </p:nvGrpSpPr>
        <p:grpSpPr>
          <a:xfrm>
            <a:off x="2712311" y="3740806"/>
            <a:ext cx="1625772" cy="2651454"/>
            <a:chOff x="2712311" y="3740806"/>
            <a:chExt cx="1625772" cy="265145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9C7D304-8B1F-EE66-E5C0-5419666D7DAF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 flipV="1">
              <a:off x="2712311" y="3740806"/>
              <a:ext cx="1438576" cy="9746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E71E78D5-4559-D8AC-63F9-64943C37FE61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536839" cy="16768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B57D30A-A9D1-474C-3E19-449AB330D0B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625772" cy="739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F89CD5A-E458-A300-8336-06D019EAF5AA}"/>
              </a:ext>
            </a:extLst>
          </p:cNvPr>
          <p:cNvGrpSpPr/>
          <p:nvPr/>
        </p:nvGrpSpPr>
        <p:grpSpPr>
          <a:xfrm>
            <a:off x="3157891" y="1276634"/>
            <a:ext cx="501197" cy="792947"/>
            <a:chOff x="3157891" y="1276634"/>
            <a:chExt cx="501197" cy="792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3315FCA0-6092-83BD-EF31-A9CFCBD07CFD}"/>
                    </a:ext>
                  </a:extLst>
                </p:cNvPr>
                <p:cNvSpPr txBox="1"/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3315FCA0-6092-83BD-EF31-A9CFCBD07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6EF9AB2-2DD5-9700-B7D9-A96371C4B311}"/>
                    </a:ext>
                  </a:extLst>
                </p:cNvPr>
                <p:cNvSpPr txBox="1"/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6EF9AB2-2DD5-9700-B7D9-A96371C4B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544" r="-17544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9767017-318E-12F9-6A30-C63FA71A1D92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02CACE7-15AE-9536-84C2-041A873191AA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02CACE7-15AE-9536-84C2-041A873191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B0255E1-B268-8517-7A4F-EF5F3BF9A5F8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B0255E1-B268-8517-7A4F-EF5F3BF9A5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0EEF8BA-10F5-EBFC-7F5F-D8E616E5AAAA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0EEF8BA-10F5-EBFC-7F5F-D8E616E5AA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9A70875-CA44-DFAD-1C66-FF4B399044AF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9A70875-CA44-DFAD-1C66-FF4B39904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11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8B971-2FE8-F6F9-AECD-914C863B3A02}"/>
              </a:ext>
            </a:extLst>
          </p:cNvPr>
          <p:cNvGrpSpPr/>
          <p:nvPr/>
        </p:nvGrpSpPr>
        <p:grpSpPr>
          <a:xfrm>
            <a:off x="2421259" y="1553633"/>
            <a:ext cx="332913" cy="510353"/>
            <a:chOff x="8325119" y="2185788"/>
            <a:chExt cx="332913" cy="51035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51B4C06-7E7A-484C-E610-34AA25C98CAF}"/>
                </a:ext>
              </a:extLst>
            </p:cNvPr>
            <p:cNvSpPr/>
            <p:nvPr/>
          </p:nvSpPr>
          <p:spPr>
            <a:xfrm>
              <a:off x="8475152" y="2513261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FF7F9B4-6F8B-14D8-17B0-E68F1DBCE7A6}"/>
                    </a:ext>
                  </a:extLst>
                </p:cNvPr>
                <p:cNvSpPr txBox="1"/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FF7F9B4-6F8B-14D8-17B0-E68F1DBCE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1053" r="-23684" b="-425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6FA701B-B63A-8B13-510C-4943223B410C}"/>
              </a:ext>
            </a:extLst>
          </p:cNvPr>
          <p:cNvGrpSpPr/>
          <p:nvPr/>
        </p:nvGrpSpPr>
        <p:grpSpPr>
          <a:xfrm>
            <a:off x="3664438" y="522584"/>
            <a:ext cx="1874798" cy="1179892"/>
            <a:chOff x="3664438" y="522584"/>
            <a:chExt cx="1874798" cy="117989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EDEE36-F67F-4754-0F65-E074BD6603E9}"/>
                </a:ext>
              </a:extLst>
            </p:cNvPr>
            <p:cNvSpPr txBox="1"/>
            <p:nvPr/>
          </p:nvSpPr>
          <p:spPr>
            <a:xfrm>
              <a:off x="3664438" y="783064"/>
              <a:ext cx="397316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B87E26F-395B-E0D2-C7BA-F30938532112}"/>
                </a:ext>
              </a:extLst>
            </p:cNvPr>
            <p:cNvGrpSpPr/>
            <p:nvPr/>
          </p:nvGrpSpPr>
          <p:grpSpPr>
            <a:xfrm>
              <a:off x="4178585" y="522584"/>
              <a:ext cx="1360651" cy="1179892"/>
              <a:chOff x="9658252" y="1026621"/>
              <a:chExt cx="1360651" cy="117989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9E3ABCB9-0C90-43B3-3CE8-0B7916A734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8252" y="1038625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BB86AF9-8B85-B581-9451-BB5F430B376A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BB86AF9-8B85-B581-9451-BB5F430B37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2541" y="1026621"/>
                    <a:ext cx="194477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764FCED-3893-97E0-3F5C-7ED36F3AC0C5}"/>
                  </a:ext>
                </a:extLst>
              </p:cNvPr>
              <p:cNvCxnSpPr>
                <a:cxnSpLocks/>
                <a:endCxn id="127" idx="1"/>
              </p:cNvCxnSpPr>
              <p:nvPr/>
            </p:nvCxnSpPr>
            <p:spPr>
              <a:xfrm>
                <a:off x="9658252" y="1705163"/>
                <a:ext cx="1332912" cy="5013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F9812CF8-D73D-48E3-FCC6-24E3722CF837}"/>
                      </a:ext>
                    </a:extLst>
                  </p:cNvPr>
                  <p:cNvSpPr txBox="1"/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F9812CF8-D73D-48E3-FCC6-24E3722CF8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4305" y="1696712"/>
                    <a:ext cx="141962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60870" r="-6956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1C39CC0-8E56-1506-3113-6788AD7BB972}"/>
              </a:ext>
            </a:extLst>
          </p:cNvPr>
          <p:cNvGrpSpPr/>
          <p:nvPr/>
        </p:nvGrpSpPr>
        <p:grpSpPr>
          <a:xfrm>
            <a:off x="4086855" y="4754600"/>
            <a:ext cx="1585126" cy="1404242"/>
            <a:chOff x="9529458" y="2766709"/>
            <a:chExt cx="1585126" cy="1404242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D8303CB-D1AD-6E66-4AAF-6D14C777F5D6}"/>
                </a:ext>
              </a:extLst>
            </p:cNvPr>
            <p:cNvSpPr txBox="1"/>
            <p:nvPr/>
          </p:nvSpPr>
          <p:spPr>
            <a:xfrm>
              <a:off x="9529458" y="2929285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61C6CA3-E19F-F3D9-A5A6-5485683DC9BD}"/>
                </a:ext>
              </a:extLst>
            </p:cNvPr>
            <p:cNvGrpSpPr/>
            <p:nvPr/>
          </p:nvGrpSpPr>
          <p:grpSpPr>
            <a:xfrm>
              <a:off x="9753933" y="2766709"/>
              <a:ext cx="1360651" cy="1404242"/>
              <a:chOff x="9753933" y="2766709"/>
              <a:chExt cx="1360651" cy="1404242"/>
            </a:xfrm>
          </p:grpSpPr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0D1D32C7-1E93-4A46-2101-6749D9B73F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299C29C5-60BC-C415-BCDB-BC216F0882D0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299C29C5-60BC-C415-BCDB-BC216F0882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40625" r="-4375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3C49897-302E-9981-EEF1-4CE514B424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53933" y="3445251"/>
                <a:ext cx="1355433" cy="7257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11D8D552-B5FD-9994-E163-255AAD4EFB9E}"/>
                      </a:ext>
                    </a:extLst>
                  </p:cNvPr>
                  <p:cNvSpPr txBox="1"/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11D8D552-B5FD-9994-E163-255AAD4EFB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67607" y="3579664"/>
                    <a:ext cx="14196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4167" r="-66667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AB5EF3-949C-F4B2-911F-5FD51F6F3220}"/>
              </a:ext>
            </a:extLst>
          </p:cNvPr>
          <p:cNvGrpSpPr/>
          <p:nvPr/>
        </p:nvGrpSpPr>
        <p:grpSpPr>
          <a:xfrm>
            <a:off x="3664439" y="3056554"/>
            <a:ext cx="1832751" cy="1185128"/>
            <a:chOff x="9283974" y="2766709"/>
            <a:chExt cx="1832751" cy="118512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1FA956B-29CB-1601-C644-DB2D92B3E63F}"/>
                </a:ext>
              </a:extLst>
            </p:cNvPr>
            <p:cNvSpPr txBox="1"/>
            <p:nvPr/>
          </p:nvSpPr>
          <p:spPr>
            <a:xfrm>
              <a:off x="9283974" y="3080649"/>
              <a:ext cx="397315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74C2AE5-5E90-67CA-4E77-111176A6B72E}"/>
                </a:ext>
              </a:extLst>
            </p:cNvPr>
            <p:cNvGrpSpPr/>
            <p:nvPr/>
          </p:nvGrpSpPr>
          <p:grpSpPr>
            <a:xfrm>
              <a:off x="9753933" y="2766709"/>
              <a:ext cx="1362792" cy="1185128"/>
              <a:chOff x="9753933" y="2766709"/>
              <a:chExt cx="1362792" cy="1185128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0BF17A92-30CC-15A0-AD27-567C449930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3933" y="2778713"/>
                <a:ext cx="1360651" cy="666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913AD65-F69C-C63F-0B62-2F63AB84F62A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913AD65-F69C-C63F-0B62-2F63AB84F6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8222" y="2766709"/>
                    <a:ext cx="194477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40625" r="-43750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99653B2E-ADC8-DB0E-756E-EDEB42E90880}"/>
                  </a:ext>
                </a:extLst>
              </p:cNvPr>
              <p:cNvCxnSpPr>
                <a:cxnSpLocks/>
                <a:endCxn id="126" idx="1"/>
              </p:cNvCxnSpPr>
              <p:nvPr/>
            </p:nvCxnSpPr>
            <p:spPr>
              <a:xfrm>
                <a:off x="9753933" y="3445251"/>
                <a:ext cx="1362792" cy="5065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508E9D2-C50E-5CAD-D01D-D42EB090250A}"/>
                      </a:ext>
                    </a:extLst>
                  </p:cNvPr>
                  <p:cNvSpPr txBox="1"/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508E9D2-C50E-5CAD-D01D-D42EB09025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78445" y="3408047"/>
                    <a:ext cx="141962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56522" r="-7391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A580EA6-39E3-1025-A48F-28456E62F5EC}"/>
              </a:ext>
            </a:extLst>
          </p:cNvPr>
          <p:cNvGrpSpPr/>
          <p:nvPr/>
        </p:nvGrpSpPr>
        <p:grpSpPr>
          <a:xfrm>
            <a:off x="5497190" y="1563976"/>
            <a:ext cx="456164" cy="4787691"/>
            <a:chOff x="5497190" y="1563976"/>
            <a:chExt cx="456164" cy="4787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F666E44-21F2-24D8-F68C-62AC919E1AF0}"/>
                    </a:ext>
                  </a:extLst>
                </p:cNvPr>
                <p:cNvSpPr txBox="1"/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F666E44-21F2-24D8-F68C-62AC919E1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0A776F99-8B9C-63CF-6D8E-87066D4EC867}"/>
                    </a:ext>
                  </a:extLst>
                </p:cNvPr>
                <p:cNvSpPr txBox="1"/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0A776F99-8B9C-63CF-6D8E-87066D4EC8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2EEBCF5D-49F9-EAC3-CBD9-D6A16CE40EAE}"/>
                    </a:ext>
                  </a:extLst>
                </p:cNvPr>
                <p:cNvSpPr txBox="1"/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2EEBCF5D-49F9-EAC3-CBD9-D6A16CE40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978F3-1A84-E052-20F6-F0FC20C0971D}"/>
                  </a:ext>
                </a:extLst>
              </p:cNvPr>
              <p:cNvSpPr txBox="1"/>
              <p:nvPr/>
            </p:nvSpPr>
            <p:spPr>
              <a:xfrm>
                <a:off x="5561844" y="396731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135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2978F3-1A84-E052-20F6-F0FC20C09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44" y="396731"/>
                <a:ext cx="431208" cy="276999"/>
              </a:xfrm>
              <a:prstGeom prst="rect">
                <a:avLst/>
              </a:prstGeom>
              <a:blipFill>
                <a:blip r:embed="rId25"/>
                <a:stretch>
                  <a:fillRect l="-14085" r="-1408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C9B7BA89-3182-8EED-A124-2AE0E5F19D07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1C760A-9114-C8E6-F2DE-8D0D46758A6C}"/>
                  </a:ext>
                </a:extLst>
              </p:cNvPr>
              <p:cNvSpPr txBox="1"/>
              <p:nvPr/>
            </p:nvSpPr>
            <p:spPr>
              <a:xfrm>
                <a:off x="5541932" y="2931753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280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1C760A-9114-C8E6-F2DE-8D0D46758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932" y="2931753"/>
                <a:ext cx="431208" cy="276999"/>
              </a:xfrm>
              <a:prstGeom prst="rect">
                <a:avLst/>
              </a:prstGeom>
              <a:blipFill>
                <a:blip r:embed="rId26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4E6882-B95E-9B6F-C06F-64A89F69652C}"/>
                  </a:ext>
                </a:extLst>
              </p:cNvPr>
              <p:cNvSpPr txBox="1"/>
              <p:nvPr/>
            </p:nvSpPr>
            <p:spPr>
              <a:xfrm>
                <a:off x="5683884" y="4628104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4E6882-B95E-9B6F-C06F-64A89F696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884" y="4628104"/>
                <a:ext cx="431208" cy="276999"/>
              </a:xfrm>
              <a:prstGeom prst="rect">
                <a:avLst/>
              </a:prstGeom>
              <a:blipFill>
                <a:blip r:embed="rId27"/>
                <a:stretch>
                  <a:fillRect l="-12676" r="-1408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EE67A6F3-3C66-3A1C-8B1B-7D54672B30A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DDD4B89-E61B-DC19-7DFB-4BF99FC8BC97}"/>
              </a:ext>
            </a:extLst>
          </p:cNvPr>
          <p:cNvSpPr/>
          <p:nvPr/>
        </p:nvSpPr>
        <p:spPr>
          <a:xfrm>
            <a:off x="3863096" y="949259"/>
            <a:ext cx="549573" cy="523167"/>
          </a:xfrm>
          <a:prstGeom prst="ellipse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7876F8F-8C87-B3F6-B4BB-BB86ED5F5E46}"/>
              </a:ext>
            </a:extLst>
          </p:cNvPr>
          <p:cNvSpPr/>
          <p:nvPr/>
        </p:nvSpPr>
        <p:spPr>
          <a:xfrm>
            <a:off x="3855615" y="3524138"/>
            <a:ext cx="549573" cy="523167"/>
          </a:xfrm>
          <a:prstGeom prst="ellipse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49E14E9-1883-61FA-CF0C-506522665415}"/>
              </a:ext>
            </a:extLst>
          </p:cNvPr>
          <p:cNvSpPr/>
          <p:nvPr/>
        </p:nvSpPr>
        <p:spPr>
          <a:xfrm>
            <a:off x="3988529" y="5165486"/>
            <a:ext cx="549573" cy="523167"/>
          </a:xfrm>
          <a:prstGeom prst="ellipse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5D093-5F00-1BA7-F484-998FA1F22377}"/>
              </a:ext>
            </a:extLst>
          </p:cNvPr>
          <p:cNvSpPr txBox="1"/>
          <p:nvPr/>
        </p:nvSpPr>
        <p:spPr>
          <a:xfrm>
            <a:off x="8629917" y="406113"/>
            <a:ext cx="2613036" cy="369332"/>
          </a:xfrm>
          <a:custGeom>
            <a:avLst/>
            <a:gdLst>
              <a:gd name="csX0" fmla="*/ 0 w 2613036"/>
              <a:gd name="csY0" fmla="*/ 0 h 369332"/>
              <a:gd name="csX1" fmla="*/ 496477 w 2613036"/>
              <a:gd name="csY1" fmla="*/ 0 h 369332"/>
              <a:gd name="csX2" fmla="*/ 940693 w 2613036"/>
              <a:gd name="csY2" fmla="*/ 0 h 369332"/>
              <a:gd name="csX3" fmla="*/ 1515561 w 2613036"/>
              <a:gd name="csY3" fmla="*/ 0 h 369332"/>
              <a:gd name="csX4" fmla="*/ 2012038 w 2613036"/>
              <a:gd name="csY4" fmla="*/ 0 h 369332"/>
              <a:gd name="csX5" fmla="*/ 2613036 w 2613036"/>
              <a:gd name="csY5" fmla="*/ 0 h 369332"/>
              <a:gd name="csX6" fmla="*/ 2613036 w 2613036"/>
              <a:gd name="csY6" fmla="*/ 369332 h 369332"/>
              <a:gd name="csX7" fmla="*/ 2090429 w 2613036"/>
              <a:gd name="csY7" fmla="*/ 369332 h 369332"/>
              <a:gd name="csX8" fmla="*/ 1515561 w 2613036"/>
              <a:gd name="csY8" fmla="*/ 369332 h 369332"/>
              <a:gd name="csX9" fmla="*/ 1071345 w 2613036"/>
              <a:gd name="csY9" fmla="*/ 369332 h 369332"/>
              <a:gd name="csX10" fmla="*/ 548738 w 2613036"/>
              <a:gd name="csY10" fmla="*/ 369332 h 369332"/>
              <a:gd name="csX11" fmla="*/ 0 w 2613036"/>
              <a:gd name="csY11" fmla="*/ 369332 h 369332"/>
              <a:gd name="csX12" fmla="*/ 0 w 2613036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13036" h="369332" extrusionOk="0">
                <a:moveTo>
                  <a:pt x="0" y="0"/>
                </a:moveTo>
                <a:cubicBezTo>
                  <a:pt x="143215" y="-16642"/>
                  <a:pt x="316604" y="17513"/>
                  <a:pt x="496477" y="0"/>
                </a:cubicBezTo>
                <a:cubicBezTo>
                  <a:pt x="676350" y="-17513"/>
                  <a:pt x="804144" y="39514"/>
                  <a:pt x="940693" y="0"/>
                </a:cubicBezTo>
                <a:cubicBezTo>
                  <a:pt x="1077242" y="-39514"/>
                  <a:pt x="1348602" y="42955"/>
                  <a:pt x="1515561" y="0"/>
                </a:cubicBezTo>
                <a:cubicBezTo>
                  <a:pt x="1682520" y="-42955"/>
                  <a:pt x="1774621" y="25487"/>
                  <a:pt x="2012038" y="0"/>
                </a:cubicBezTo>
                <a:cubicBezTo>
                  <a:pt x="2249455" y="-25487"/>
                  <a:pt x="2468591" y="32172"/>
                  <a:pt x="2613036" y="0"/>
                </a:cubicBezTo>
                <a:cubicBezTo>
                  <a:pt x="2649196" y="81226"/>
                  <a:pt x="2591498" y="278722"/>
                  <a:pt x="2613036" y="369332"/>
                </a:cubicBezTo>
                <a:cubicBezTo>
                  <a:pt x="2479440" y="425992"/>
                  <a:pt x="2231096" y="307808"/>
                  <a:pt x="2090429" y="369332"/>
                </a:cubicBezTo>
                <a:cubicBezTo>
                  <a:pt x="1949762" y="430856"/>
                  <a:pt x="1643044" y="343822"/>
                  <a:pt x="1515561" y="369332"/>
                </a:cubicBezTo>
                <a:cubicBezTo>
                  <a:pt x="1388078" y="394842"/>
                  <a:pt x="1225962" y="338754"/>
                  <a:pt x="1071345" y="369332"/>
                </a:cubicBezTo>
                <a:cubicBezTo>
                  <a:pt x="916728" y="399910"/>
                  <a:pt x="757771" y="356849"/>
                  <a:pt x="548738" y="369332"/>
                </a:cubicBezTo>
                <a:cubicBezTo>
                  <a:pt x="339705" y="381815"/>
                  <a:pt x="260513" y="30787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noFill/>
          <a:ln w="19050">
            <a:solidFill>
              <a:srgbClr val="0070C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Final decision nodes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C2D7C-CFC9-967A-7217-C5132086B37D}"/>
              </a:ext>
            </a:extLst>
          </p:cNvPr>
          <p:cNvSpPr txBox="1"/>
          <p:nvPr/>
        </p:nvSpPr>
        <p:spPr>
          <a:xfrm>
            <a:off x="8633724" y="245922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…chooses the ‘best’ action based on payoff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C4927-6101-5741-6691-ED743EE2B3D3}"/>
              </a:ext>
            </a:extLst>
          </p:cNvPr>
          <p:cNvSpPr txBox="1"/>
          <p:nvPr/>
        </p:nvSpPr>
        <p:spPr>
          <a:xfrm>
            <a:off x="8633724" y="166548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…a rational decision-maker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F727A9-EF27-FE12-D8E5-8FA4B08B7316}"/>
              </a:ext>
            </a:extLst>
          </p:cNvPr>
          <p:cNvSpPr txBox="1"/>
          <p:nvPr/>
        </p:nvSpPr>
        <p:spPr>
          <a:xfrm>
            <a:off x="8629917" y="1109169"/>
            <a:ext cx="261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Decision-maker =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Player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0DB97D9-E3E6-2F87-181F-83BBE544CB1E}"/>
              </a:ext>
            </a:extLst>
          </p:cNvPr>
          <p:cNvGrpSpPr/>
          <p:nvPr/>
        </p:nvGrpSpPr>
        <p:grpSpPr>
          <a:xfrm>
            <a:off x="6193374" y="369897"/>
            <a:ext cx="776812" cy="1635097"/>
            <a:chOff x="6193374" y="369897"/>
            <a:chExt cx="776812" cy="1635097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578E0D92-D32A-9B3E-755E-45B93A1D7BD7}"/>
                </a:ext>
              </a:extLst>
            </p:cNvPr>
            <p:cNvSpPr/>
            <p:nvPr/>
          </p:nvSpPr>
          <p:spPr>
            <a:xfrm rot="10800000">
              <a:off x="6198950" y="369897"/>
              <a:ext cx="771236" cy="329382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1" name="Graphic 40" descr="No sign outline">
              <a:extLst>
                <a:ext uri="{FF2B5EF4-FFF2-40B4-BE49-F238E27FC236}">
                  <a16:creationId xmlns:a16="http://schemas.microsoft.com/office/drawing/2014/main" id="{7424EBB2-FB87-38C9-26DC-A5C31B4BB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193374" y="1399956"/>
              <a:ext cx="605038" cy="60503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4AA4E1-EEBC-1BEB-3231-CE932A58E093}"/>
              </a:ext>
            </a:extLst>
          </p:cNvPr>
          <p:cNvGrpSpPr/>
          <p:nvPr/>
        </p:nvGrpSpPr>
        <p:grpSpPr>
          <a:xfrm>
            <a:off x="6198950" y="2865671"/>
            <a:ext cx="771236" cy="1664971"/>
            <a:chOff x="6198950" y="2865671"/>
            <a:chExt cx="771236" cy="1664971"/>
          </a:xfrm>
        </p:grpSpPr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89B643CC-DC45-C723-CDB4-6B9D81412190}"/>
                </a:ext>
              </a:extLst>
            </p:cNvPr>
            <p:cNvSpPr/>
            <p:nvPr/>
          </p:nvSpPr>
          <p:spPr>
            <a:xfrm rot="10800000">
              <a:off x="6198950" y="2865671"/>
              <a:ext cx="771236" cy="329382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2" name="Graphic 41" descr="No sign outline">
              <a:extLst>
                <a:ext uri="{FF2B5EF4-FFF2-40B4-BE49-F238E27FC236}">
                  <a16:creationId xmlns:a16="http://schemas.microsoft.com/office/drawing/2014/main" id="{51BA4C0B-43E3-41C6-FB32-C03E380D1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201059" y="3925604"/>
              <a:ext cx="605038" cy="605038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CFA7E97-9F25-0694-BF07-0F2801052F97}"/>
              </a:ext>
            </a:extLst>
          </p:cNvPr>
          <p:cNvGrpSpPr/>
          <p:nvPr/>
        </p:nvGrpSpPr>
        <p:grpSpPr>
          <a:xfrm>
            <a:off x="6193374" y="4601912"/>
            <a:ext cx="776812" cy="1860628"/>
            <a:chOff x="6193374" y="4601912"/>
            <a:chExt cx="776812" cy="1860628"/>
          </a:xfrm>
        </p:grpSpPr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DADF651C-F073-EE5E-EC9A-31ED4935E0F1}"/>
                </a:ext>
              </a:extLst>
            </p:cNvPr>
            <p:cNvSpPr/>
            <p:nvPr/>
          </p:nvSpPr>
          <p:spPr>
            <a:xfrm rot="10800000">
              <a:off x="6198950" y="4601912"/>
              <a:ext cx="771236" cy="329382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3" name="Graphic 42" descr="No sign outline">
              <a:extLst>
                <a:ext uri="{FF2B5EF4-FFF2-40B4-BE49-F238E27FC236}">
                  <a16:creationId xmlns:a16="http://schemas.microsoft.com/office/drawing/2014/main" id="{92F5A5BC-AC95-0CD5-8430-FEFF6A936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193374" y="5857502"/>
              <a:ext cx="605038" cy="6050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803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38" grpId="0" animBg="1"/>
      <p:bldP spid="4" grpId="0"/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82D9D-C0D9-A56B-3D9D-F7F9DB70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9AE57FF-B66B-69D0-2A83-ADDEA424F41F}"/>
                  </a:ext>
                </a:extLst>
              </p:cNvPr>
              <p:cNvSpPr txBox="1"/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9AE57FF-B66B-69D0-2A83-ADDEA424F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blipFill>
                <a:blip r:embed="rId2"/>
                <a:stretch>
                  <a:fillRect l="-2564" r="-1282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E6FDC29-DB53-DE29-4F9D-114AD1B9C7E6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159C7B-E8DC-8FBC-1C5E-C3428544A603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FA3813E-C64B-66C0-1899-339A5B8F6F03}"/>
                </a:ext>
              </a:extLst>
            </p:cNvPr>
            <p:cNvCxnSpPr>
              <a:cxnSpLocks/>
              <a:stCxn id="11" idx="3"/>
              <a:endCxn id="22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8ECB381-48DF-F0C1-953A-4DA4F56B1FF8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8ECB381-48DF-F0C1-953A-4DA4F56B1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FE541E6-0F78-8E97-F179-AB5CCC61C151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98FF68B-A1B5-39A9-CD05-E56BA8D19DFD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98FF68B-A1B5-39A9-CD05-E56BA8D19D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66962A-CC0C-F463-A0B7-0208423E2C04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A146D4B-0875-0A44-196C-1F33E7684DB7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3AACB6A-B1FE-62C5-02DF-A79CE8F327E9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3AACB6A-B1FE-62C5-02DF-A79CE8F32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CDF823E-1F38-09C6-63D0-A9FB2EF528F1}"/>
              </a:ext>
            </a:extLst>
          </p:cNvPr>
          <p:cNvGrpSpPr/>
          <p:nvPr/>
        </p:nvGrpSpPr>
        <p:grpSpPr>
          <a:xfrm>
            <a:off x="2754172" y="1185116"/>
            <a:ext cx="1531340" cy="1157742"/>
            <a:chOff x="2754172" y="1185116"/>
            <a:chExt cx="1531340" cy="1157742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231EA6A-F492-ABEE-89E9-7BD7CB31D629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2754172" y="1185116"/>
              <a:ext cx="1443342" cy="787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886A92C-081F-15E0-563D-A56E2F5B8BB2}"/>
                </a:ext>
              </a:extLst>
            </p:cNvPr>
            <p:cNvCxnSpPr>
              <a:cxnSpLocks/>
              <a:stCxn id="22" idx="6"/>
              <a:endCxn id="93" idx="1"/>
            </p:cNvCxnSpPr>
            <p:nvPr/>
          </p:nvCxnSpPr>
          <p:spPr>
            <a:xfrm>
              <a:off x="2754172" y="1972546"/>
              <a:ext cx="1531340" cy="3703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B9DF5FA-B99A-3DC8-D091-363A57B89C06}"/>
              </a:ext>
            </a:extLst>
          </p:cNvPr>
          <p:cNvGrpSpPr/>
          <p:nvPr/>
        </p:nvGrpSpPr>
        <p:grpSpPr>
          <a:xfrm>
            <a:off x="2712311" y="3740806"/>
            <a:ext cx="1625772" cy="2651454"/>
            <a:chOff x="2712311" y="3740806"/>
            <a:chExt cx="1625772" cy="265145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2298448-08DA-DF7A-C9A7-8AB6C65DE0E9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 flipV="1">
              <a:off x="2712311" y="3740806"/>
              <a:ext cx="1438576" cy="9746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CF8B9C29-2C63-EF3F-2F8C-D8C653F7100D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536839" cy="16768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7CAB9ED-C42A-2F39-5A9F-B3D3CC28F256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625772" cy="739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EED91B7-5D53-F356-F04B-AE1F10E533FE}"/>
              </a:ext>
            </a:extLst>
          </p:cNvPr>
          <p:cNvGrpSpPr/>
          <p:nvPr/>
        </p:nvGrpSpPr>
        <p:grpSpPr>
          <a:xfrm>
            <a:off x="3157891" y="1276634"/>
            <a:ext cx="501197" cy="792947"/>
            <a:chOff x="3157891" y="1276634"/>
            <a:chExt cx="501197" cy="792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F87D5E87-8103-2D8D-87BF-DB650FD269D0}"/>
                    </a:ext>
                  </a:extLst>
                </p:cNvPr>
                <p:cNvSpPr txBox="1"/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F87D5E87-8103-2D8D-87BF-DB650FD26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2CB824BE-021E-FDEC-4110-21969CBEDCFD}"/>
                    </a:ext>
                  </a:extLst>
                </p:cNvPr>
                <p:cNvSpPr txBox="1"/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2CB824BE-021E-FDEC-4110-21969CBED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544" r="-17544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B0F87B6-F444-5AA4-F15E-C1DCAF328413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E8B3107-38AA-DC11-78A4-3879DB0D1A0C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E8B3107-38AA-DC11-78A4-3879DB0D1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33BC16F-139C-F58B-6253-9F2F913BEC85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33BC16F-139C-F58B-6253-9F2F913BEC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CEA1851-847F-4785-5776-ED71741D5DEB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CEA1851-847F-4785-5776-ED71741D5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F4C4BAF-6DFC-BF59-37D5-1EE0C8A8730A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F4C4BAF-6DFC-BF59-37D5-1EE0C8A87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11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AF68A5E2-5A94-C6C0-12EA-A09B95BA5D7A}"/>
              </a:ext>
            </a:extLst>
          </p:cNvPr>
          <p:cNvGrpSpPr/>
          <p:nvPr/>
        </p:nvGrpSpPr>
        <p:grpSpPr>
          <a:xfrm>
            <a:off x="2421259" y="1553633"/>
            <a:ext cx="332913" cy="510353"/>
            <a:chOff x="8325119" y="2185788"/>
            <a:chExt cx="332913" cy="51035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295EC83-746B-6B27-3F8A-76495FAA666F}"/>
                </a:ext>
              </a:extLst>
            </p:cNvPr>
            <p:cNvSpPr/>
            <p:nvPr/>
          </p:nvSpPr>
          <p:spPr>
            <a:xfrm>
              <a:off x="8475152" y="2513261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2BC5002-5714-C926-EAE0-0EA2244BD168}"/>
                    </a:ext>
                  </a:extLst>
                </p:cNvPr>
                <p:cNvSpPr txBox="1"/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2BC5002-5714-C926-EAE0-0EA2244BD1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1053" r="-23684" b="-425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A463D6F-61DB-0DC0-E977-2A5BFA7A3066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p:pic>
        <p:nvPicPr>
          <p:cNvPr id="37" name="Picture 36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D3C09B1C-11AD-011D-5DA8-32B6728FD1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9CB3474-BEB7-B36D-2B95-24E0DBAA39E3}"/>
              </a:ext>
            </a:extLst>
          </p:cNvPr>
          <p:cNvGrpSpPr/>
          <p:nvPr/>
        </p:nvGrpSpPr>
        <p:grpSpPr>
          <a:xfrm>
            <a:off x="3664438" y="369897"/>
            <a:ext cx="3305748" cy="1635097"/>
            <a:chOff x="3664438" y="369897"/>
            <a:chExt cx="3305748" cy="1635097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A301037-8878-B2F9-FDCD-C761DC2E39C6}"/>
                </a:ext>
              </a:extLst>
            </p:cNvPr>
            <p:cNvGrpSpPr/>
            <p:nvPr/>
          </p:nvGrpSpPr>
          <p:grpSpPr>
            <a:xfrm>
              <a:off x="3664438" y="522584"/>
              <a:ext cx="1874798" cy="1179892"/>
              <a:chOff x="3664438" y="522584"/>
              <a:chExt cx="1874798" cy="117989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990FEA-0A89-CE59-8C41-8D14D6A58238}"/>
                  </a:ext>
                </a:extLst>
              </p:cNvPr>
              <p:cNvSpPr txBox="1"/>
              <p:nvPr/>
            </p:nvSpPr>
            <p:spPr>
              <a:xfrm>
                <a:off x="3664438" y="783064"/>
                <a:ext cx="397316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</a:t>
                </a: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49227063-AF9B-4268-F916-90B04F64328A}"/>
                  </a:ext>
                </a:extLst>
              </p:cNvPr>
              <p:cNvGrpSpPr/>
              <p:nvPr/>
            </p:nvGrpSpPr>
            <p:grpSpPr>
              <a:xfrm>
                <a:off x="4178585" y="522584"/>
                <a:ext cx="1360651" cy="1179892"/>
                <a:chOff x="9658252" y="1026621"/>
                <a:chExt cx="1360651" cy="1179892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CE821877-F575-F3DF-4E4A-A94E5BC501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58252" y="1038625"/>
                  <a:ext cx="1360651" cy="666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6FE30245-8F09-675F-AFA3-00AB2449D5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22541" y="1026621"/>
                      <a:ext cx="194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6FE30245-8F09-675F-AFA3-00AB2449D5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22541" y="1026621"/>
                      <a:ext cx="194477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40625" r="-43750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A9CF6AC7-0D3A-3D97-8E0D-1FD62FA468A9}"/>
                    </a:ext>
                  </a:extLst>
                </p:cNvPr>
                <p:cNvCxnSpPr>
                  <a:cxnSpLocks/>
                  <a:endCxn id="127" idx="1"/>
                </p:cNvCxnSpPr>
                <p:nvPr/>
              </p:nvCxnSpPr>
              <p:spPr>
                <a:xfrm>
                  <a:off x="9658252" y="1705163"/>
                  <a:ext cx="1332912" cy="50135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7FA9A59E-1715-DB98-09B0-5D51F220E5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84305" y="1696712"/>
                      <a:ext cx="14196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7FA9A59E-1715-DB98-09B0-5D51F220E56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84305" y="1696712"/>
                      <a:ext cx="141962" cy="27699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60870" r="-69565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62C81B25-7720-73A2-F093-81C9EFF48E41}"/>
                    </a:ext>
                  </a:extLst>
                </p:cNvPr>
                <p:cNvSpPr txBox="1"/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62C81B25-7720-73A2-F093-81C9EFF48E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497" y="1563976"/>
                  <a:ext cx="431208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119829D-8CAA-270D-6280-ABE491381B38}"/>
                    </a:ext>
                  </a:extLst>
                </p:cNvPr>
                <p:cNvSpPr txBox="1"/>
                <p:nvPr/>
              </p:nvSpPr>
              <p:spPr>
                <a:xfrm>
                  <a:off x="5561844" y="396731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135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119829D-8CAA-270D-6280-ABE491381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1844" y="396731"/>
                  <a:ext cx="43120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4085" r="-14085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CAB4347-E984-5E63-498D-72F1222BF97F}"/>
                </a:ext>
              </a:extLst>
            </p:cNvPr>
            <p:cNvSpPr/>
            <p:nvPr/>
          </p:nvSpPr>
          <p:spPr>
            <a:xfrm>
              <a:off x="3863096" y="949259"/>
              <a:ext cx="549573" cy="523167"/>
            </a:xfrm>
            <a:prstGeom prst="ellipse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691F1F3-A455-63EB-4302-C5FFEA64167B}"/>
                </a:ext>
              </a:extLst>
            </p:cNvPr>
            <p:cNvGrpSpPr/>
            <p:nvPr/>
          </p:nvGrpSpPr>
          <p:grpSpPr>
            <a:xfrm>
              <a:off x="6193374" y="369897"/>
              <a:ext cx="776812" cy="1635097"/>
              <a:chOff x="6193374" y="369897"/>
              <a:chExt cx="776812" cy="1635097"/>
            </a:xfrm>
          </p:grpSpPr>
          <p:sp>
            <p:nvSpPr>
              <p:cNvPr id="31" name="Arrow: Right 30">
                <a:extLst>
                  <a:ext uri="{FF2B5EF4-FFF2-40B4-BE49-F238E27FC236}">
                    <a16:creationId xmlns:a16="http://schemas.microsoft.com/office/drawing/2014/main" id="{104A0AB4-FB14-439E-B3EF-44435E089B8F}"/>
                  </a:ext>
                </a:extLst>
              </p:cNvPr>
              <p:cNvSpPr/>
              <p:nvPr/>
            </p:nvSpPr>
            <p:spPr>
              <a:xfrm rot="10800000">
                <a:off x="6198950" y="369897"/>
                <a:ext cx="771236" cy="329382"/>
              </a:xfrm>
              <a:prstGeom prst="righ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1" name="Graphic 40" descr="No sign outline">
                <a:extLst>
                  <a:ext uri="{FF2B5EF4-FFF2-40B4-BE49-F238E27FC236}">
                    <a16:creationId xmlns:a16="http://schemas.microsoft.com/office/drawing/2014/main" id="{8CA3A03C-87E6-5A81-5E98-6C02B6D93C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6193374" y="1399956"/>
                <a:ext cx="605038" cy="605038"/>
              </a:xfrm>
              <a:prstGeom prst="rect">
                <a:avLst/>
              </a:prstGeom>
            </p:spPr>
          </p:pic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4A4BC3-4DF0-BFE8-4FFC-8D6BBF78D149}"/>
              </a:ext>
            </a:extLst>
          </p:cNvPr>
          <p:cNvGrpSpPr/>
          <p:nvPr/>
        </p:nvGrpSpPr>
        <p:grpSpPr>
          <a:xfrm>
            <a:off x="3664439" y="2865671"/>
            <a:ext cx="3305747" cy="1664971"/>
            <a:chOff x="3664439" y="2865671"/>
            <a:chExt cx="3305747" cy="1664971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60685EE-AAB4-90B7-6CA3-F6AAD1425587}"/>
                </a:ext>
              </a:extLst>
            </p:cNvPr>
            <p:cNvGrpSpPr/>
            <p:nvPr/>
          </p:nvGrpSpPr>
          <p:grpSpPr>
            <a:xfrm>
              <a:off x="3664439" y="3056554"/>
              <a:ext cx="1832751" cy="1185128"/>
              <a:chOff x="9283974" y="2766709"/>
              <a:chExt cx="1832751" cy="1185128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55BD7DD-7491-BE92-F587-FAFE660B4337}"/>
                  </a:ext>
                </a:extLst>
              </p:cNvPr>
              <p:cNvSpPr txBox="1"/>
              <p:nvPr/>
            </p:nvSpPr>
            <p:spPr>
              <a:xfrm>
                <a:off x="9283974" y="3080649"/>
                <a:ext cx="397315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6865D2C2-C203-CEC4-7F4D-94E91C759407}"/>
                  </a:ext>
                </a:extLst>
              </p:cNvPr>
              <p:cNvGrpSpPr/>
              <p:nvPr/>
            </p:nvGrpSpPr>
            <p:grpSpPr>
              <a:xfrm>
                <a:off x="9753933" y="2766709"/>
                <a:ext cx="1362792" cy="1185128"/>
                <a:chOff x="9753933" y="2766709"/>
                <a:chExt cx="1362792" cy="1185128"/>
              </a:xfrm>
            </p:grpSpPr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6B5DD663-0CE0-36FB-4E96-B9FBF0702D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53933" y="2778713"/>
                  <a:ext cx="1360651" cy="666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8D809A51-97AD-40E5-A026-D08BA59B07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18222" y="2766709"/>
                      <a:ext cx="194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8D809A51-97AD-40E5-A026-D08BA59B07F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18222" y="2766709"/>
                      <a:ext cx="194477" cy="276999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40625" r="-4375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9C456004-CACE-5285-80A5-A1FE58AE69FC}"/>
                    </a:ext>
                  </a:extLst>
                </p:cNvPr>
                <p:cNvCxnSpPr>
                  <a:cxnSpLocks/>
                  <a:endCxn id="126" idx="1"/>
                </p:cNvCxnSpPr>
                <p:nvPr/>
              </p:nvCxnSpPr>
              <p:spPr>
                <a:xfrm>
                  <a:off x="9753933" y="3445251"/>
                  <a:ext cx="1362792" cy="50658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BB22F0CD-568E-D5B3-BEC6-9611B0D772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78445" y="3408047"/>
                      <a:ext cx="14196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BB22F0CD-568E-D5B3-BEC6-9611B0D772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78445" y="3408047"/>
                      <a:ext cx="141962" cy="276999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56522" r="-7391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809ACC41-9389-22C5-78D7-05CA48B048E8}"/>
                    </a:ext>
                  </a:extLst>
                </p:cNvPr>
                <p:cNvSpPr txBox="1"/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809ACC41-9389-22C5-78D7-05CA48B04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190" y="4103182"/>
                  <a:ext cx="43120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372D566-BCB8-7F0E-89B3-92A8E3BA480F}"/>
                    </a:ext>
                  </a:extLst>
                </p:cNvPr>
                <p:cNvSpPr txBox="1"/>
                <p:nvPr/>
              </p:nvSpPr>
              <p:spPr>
                <a:xfrm>
                  <a:off x="5541932" y="2931753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372D566-BCB8-7F0E-89B3-92A8E3BA48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1932" y="2931753"/>
                  <a:ext cx="431208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DE56BC3-8296-4912-DDB4-7AD7FEDAE913}"/>
                </a:ext>
              </a:extLst>
            </p:cNvPr>
            <p:cNvSpPr/>
            <p:nvPr/>
          </p:nvSpPr>
          <p:spPr>
            <a:xfrm>
              <a:off x="3855615" y="3524138"/>
              <a:ext cx="549573" cy="523167"/>
            </a:xfrm>
            <a:prstGeom prst="ellipse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8B4EA8D-B686-7A21-3E9B-1E11BB499278}"/>
                </a:ext>
              </a:extLst>
            </p:cNvPr>
            <p:cNvGrpSpPr/>
            <p:nvPr/>
          </p:nvGrpSpPr>
          <p:grpSpPr>
            <a:xfrm>
              <a:off x="6198950" y="2865671"/>
              <a:ext cx="771236" cy="1664971"/>
              <a:chOff x="6198950" y="2865671"/>
              <a:chExt cx="771236" cy="1664971"/>
            </a:xfrm>
          </p:grpSpPr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86EE4520-057A-D96F-945A-45DDC99F367C}"/>
                  </a:ext>
                </a:extLst>
              </p:cNvPr>
              <p:cNvSpPr/>
              <p:nvPr/>
            </p:nvSpPr>
            <p:spPr>
              <a:xfrm rot="10800000">
                <a:off x="6198950" y="2865671"/>
                <a:ext cx="771236" cy="329382"/>
              </a:xfrm>
              <a:prstGeom prst="righ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2" name="Graphic 41" descr="No sign outline">
                <a:extLst>
                  <a:ext uri="{FF2B5EF4-FFF2-40B4-BE49-F238E27FC236}">
                    <a16:creationId xmlns:a16="http://schemas.microsoft.com/office/drawing/2014/main" id="{0412497E-AD31-6E39-1508-4346B1FF58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6201059" y="3925604"/>
                <a:ext cx="605038" cy="605038"/>
              </a:xfrm>
              <a:prstGeom prst="rect">
                <a:avLst/>
              </a:prstGeom>
            </p:spPr>
          </p:pic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02012DA-9544-1EAF-41BE-A1CDF58721F5}"/>
              </a:ext>
            </a:extLst>
          </p:cNvPr>
          <p:cNvGrpSpPr/>
          <p:nvPr/>
        </p:nvGrpSpPr>
        <p:grpSpPr>
          <a:xfrm>
            <a:off x="3988529" y="4601912"/>
            <a:ext cx="2981657" cy="1860628"/>
            <a:chOff x="3988529" y="4601912"/>
            <a:chExt cx="2981657" cy="1860628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CEF7E45-F60A-DC3E-327C-E5F91BFD5A74}"/>
                </a:ext>
              </a:extLst>
            </p:cNvPr>
            <p:cNvGrpSpPr/>
            <p:nvPr/>
          </p:nvGrpSpPr>
          <p:grpSpPr>
            <a:xfrm>
              <a:off x="4086855" y="4754600"/>
              <a:ext cx="1585126" cy="1404242"/>
              <a:chOff x="9529458" y="2766709"/>
              <a:chExt cx="1585126" cy="1404242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1397E4C-D691-E3AE-D1CC-35CD68B67896}"/>
                  </a:ext>
                </a:extLst>
              </p:cNvPr>
              <p:cNvSpPr txBox="1"/>
              <p:nvPr/>
            </p:nvSpPr>
            <p:spPr>
              <a:xfrm>
                <a:off x="9529458" y="2929285"/>
                <a:ext cx="397315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C5291F7C-F06C-5A27-B5AE-30020AC2AC49}"/>
                  </a:ext>
                </a:extLst>
              </p:cNvPr>
              <p:cNvGrpSpPr/>
              <p:nvPr/>
            </p:nvGrpSpPr>
            <p:grpSpPr>
              <a:xfrm>
                <a:off x="9753933" y="2766709"/>
                <a:ext cx="1360651" cy="1404242"/>
                <a:chOff x="9753933" y="2766709"/>
                <a:chExt cx="1360651" cy="1404242"/>
              </a:xfrm>
            </p:grpSpPr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EFB67C01-EB67-0262-E03D-516B14F5B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53933" y="2778713"/>
                  <a:ext cx="1360651" cy="666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FC8ABEC1-3C38-2082-AE62-68F39C40AB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18222" y="2766709"/>
                      <a:ext cx="194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FC8ABEC1-3C38-2082-AE62-68F39C40AB3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18222" y="2766709"/>
                      <a:ext cx="194477" cy="276999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40625" r="-43750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5" name="Straight Arrow Connector 104">
                  <a:extLst>
                    <a:ext uri="{FF2B5EF4-FFF2-40B4-BE49-F238E27FC236}">
                      <a16:creationId xmlns:a16="http://schemas.microsoft.com/office/drawing/2014/main" id="{16A5DFBA-CF62-217C-0106-F001A61887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53933" y="3445251"/>
                  <a:ext cx="1355433" cy="7257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D344581B-F05F-DBAE-2B4A-F3D5199430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67607" y="3579664"/>
                      <a:ext cx="14196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D344581B-F05F-DBAE-2B4A-F3D5199430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67607" y="3579664"/>
                      <a:ext cx="141962" cy="276999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54167" r="-66667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EC6EAACC-9829-08AE-70E4-751467298A28}"/>
                    </a:ext>
                  </a:extLst>
                </p:cNvPr>
                <p:cNvSpPr txBox="1"/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EC6EAACC-9829-08AE-70E4-751467298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0386" y="6074668"/>
                  <a:ext cx="302968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7456ADB-1F66-E4A7-5025-CF360A7C4C63}"/>
                    </a:ext>
                  </a:extLst>
                </p:cNvPr>
                <p:cNvSpPr txBox="1"/>
                <p:nvPr/>
              </p:nvSpPr>
              <p:spPr>
                <a:xfrm>
                  <a:off x="5683884" y="4628104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06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7456ADB-1F66-E4A7-5025-CF360A7C4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3884" y="4628104"/>
                  <a:ext cx="431208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12676" r="-14085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8B49D10-E1F4-458B-6139-DFFD1DEE1155}"/>
                </a:ext>
              </a:extLst>
            </p:cNvPr>
            <p:cNvSpPr/>
            <p:nvPr/>
          </p:nvSpPr>
          <p:spPr>
            <a:xfrm>
              <a:off x="3988529" y="5165486"/>
              <a:ext cx="549573" cy="523167"/>
            </a:xfrm>
            <a:prstGeom prst="ellipse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14E5C9E-B4FA-7721-404A-7049172A80D2}"/>
                </a:ext>
              </a:extLst>
            </p:cNvPr>
            <p:cNvGrpSpPr/>
            <p:nvPr/>
          </p:nvGrpSpPr>
          <p:grpSpPr>
            <a:xfrm>
              <a:off x="6193374" y="4601912"/>
              <a:ext cx="776812" cy="1860628"/>
              <a:chOff x="6193374" y="4601912"/>
              <a:chExt cx="776812" cy="1860628"/>
            </a:xfrm>
          </p:grpSpPr>
          <p:sp>
            <p:nvSpPr>
              <p:cNvPr id="39" name="Arrow: Right 38">
                <a:extLst>
                  <a:ext uri="{FF2B5EF4-FFF2-40B4-BE49-F238E27FC236}">
                    <a16:creationId xmlns:a16="http://schemas.microsoft.com/office/drawing/2014/main" id="{5281DDB7-06ED-D4BE-C439-C97CE763B01F}"/>
                  </a:ext>
                </a:extLst>
              </p:cNvPr>
              <p:cNvSpPr/>
              <p:nvPr/>
            </p:nvSpPr>
            <p:spPr>
              <a:xfrm rot="10800000">
                <a:off x="6198950" y="4601912"/>
                <a:ext cx="771236" cy="329382"/>
              </a:xfrm>
              <a:prstGeom prst="righ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3" name="Graphic 42" descr="No sign outline">
                <a:extLst>
                  <a:ext uri="{FF2B5EF4-FFF2-40B4-BE49-F238E27FC236}">
                    <a16:creationId xmlns:a16="http://schemas.microsoft.com/office/drawing/2014/main" id="{AB547A9D-1064-1D82-EFC6-7366C99DB8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6193374" y="5857502"/>
                <a:ext cx="605038" cy="605038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49F786B-84B4-40A5-90FD-45A3350945F3}"/>
                  </a:ext>
                </a:extLst>
              </p:cNvPr>
              <p:cNvSpPr txBox="1"/>
              <p:nvPr/>
            </p:nvSpPr>
            <p:spPr>
              <a:xfrm>
                <a:off x="4260624" y="1054492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135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49F786B-84B4-40A5-90FD-45A335094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624" y="1054492"/>
                <a:ext cx="431208" cy="276999"/>
              </a:xfrm>
              <a:prstGeom prst="rect">
                <a:avLst/>
              </a:prstGeom>
              <a:blipFill>
                <a:blip r:embed="rId27"/>
                <a:stretch>
                  <a:fillRect l="-14085" r="-14085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7166325-4CDC-9C5D-40FB-AF3240DBBB41}"/>
                  </a:ext>
                </a:extLst>
              </p:cNvPr>
              <p:cNvSpPr txBox="1"/>
              <p:nvPr/>
            </p:nvSpPr>
            <p:spPr>
              <a:xfrm>
                <a:off x="4178585" y="3590516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280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7166325-4CDC-9C5D-40FB-AF3240DBB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585" y="3590516"/>
                <a:ext cx="431208" cy="276999"/>
              </a:xfrm>
              <a:prstGeom prst="rect">
                <a:avLst/>
              </a:prstGeom>
              <a:blipFill>
                <a:blip r:embed="rId28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AEA0BB2-2B83-31B8-71C2-2C60D6B252C0}"/>
                  </a:ext>
                </a:extLst>
              </p:cNvPr>
              <p:cNvSpPr txBox="1"/>
              <p:nvPr/>
            </p:nvSpPr>
            <p:spPr>
              <a:xfrm>
                <a:off x="4378590" y="5306646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AEA0BB2-2B83-31B8-71C2-2C60D6B25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590" y="5306646"/>
                <a:ext cx="431208" cy="276999"/>
              </a:xfrm>
              <a:prstGeom prst="rect">
                <a:avLst/>
              </a:prstGeom>
              <a:blipFill>
                <a:blip r:embed="rId29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BAB4422F-AD39-7EDB-F1F7-40DCBE1356A8}"/>
              </a:ext>
            </a:extLst>
          </p:cNvPr>
          <p:cNvSpPr txBox="1"/>
          <p:nvPr/>
        </p:nvSpPr>
        <p:spPr>
          <a:xfrm>
            <a:off x="8629917" y="406113"/>
            <a:ext cx="2613036" cy="369332"/>
          </a:xfrm>
          <a:custGeom>
            <a:avLst/>
            <a:gdLst>
              <a:gd name="csX0" fmla="*/ 0 w 2613036"/>
              <a:gd name="csY0" fmla="*/ 0 h 369332"/>
              <a:gd name="csX1" fmla="*/ 496477 w 2613036"/>
              <a:gd name="csY1" fmla="*/ 0 h 369332"/>
              <a:gd name="csX2" fmla="*/ 940693 w 2613036"/>
              <a:gd name="csY2" fmla="*/ 0 h 369332"/>
              <a:gd name="csX3" fmla="*/ 1515561 w 2613036"/>
              <a:gd name="csY3" fmla="*/ 0 h 369332"/>
              <a:gd name="csX4" fmla="*/ 2012038 w 2613036"/>
              <a:gd name="csY4" fmla="*/ 0 h 369332"/>
              <a:gd name="csX5" fmla="*/ 2613036 w 2613036"/>
              <a:gd name="csY5" fmla="*/ 0 h 369332"/>
              <a:gd name="csX6" fmla="*/ 2613036 w 2613036"/>
              <a:gd name="csY6" fmla="*/ 369332 h 369332"/>
              <a:gd name="csX7" fmla="*/ 2090429 w 2613036"/>
              <a:gd name="csY7" fmla="*/ 369332 h 369332"/>
              <a:gd name="csX8" fmla="*/ 1515561 w 2613036"/>
              <a:gd name="csY8" fmla="*/ 369332 h 369332"/>
              <a:gd name="csX9" fmla="*/ 1071345 w 2613036"/>
              <a:gd name="csY9" fmla="*/ 369332 h 369332"/>
              <a:gd name="csX10" fmla="*/ 548738 w 2613036"/>
              <a:gd name="csY10" fmla="*/ 369332 h 369332"/>
              <a:gd name="csX11" fmla="*/ 0 w 2613036"/>
              <a:gd name="csY11" fmla="*/ 369332 h 369332"/>
              <a:gd name="csX12" fmla="*/ 0 w 2613036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13036" h="369332" extrusionOk="0">
                <a:moveTo>
                  <a:pt x="0" y="0"/>
                </a:moveTo>
                <a:cubicBezTo>
                  <a:pt x="143215" y="-16642"/>
                  <a:pt x="316604" y="17513"/>
                  <a:pt x="496477" y="0"/>
                </a:cubicBezTo>
                <a:cubicBezTo>
                  <a:pt x="676350" y="-17513"/>
                  <a:pt x="804144" y="39514"/>
                  <a:pt x="940693" y="0"/>
                </a:cubicBezTo>
                <a:cubicBezTo>
                  <a:pt x="1077242" y="-39514"/>
                  <a:pt x="1348602" y="42955"/>
                  <a:pt x="1515561" y="0"/>
                </a:cubicBezTo>
                <a:cubicBezTo>
                  <a:pt x="1682520" y="-42955"/>
                  <a:pt x="1774621" y="25487"/>
                  <a:pt x="2012038" y="0"/>
                </a:cubicBezTo>
                <a:cubicBezTo>
                  <a:pt x="2249455" y="-25487"/>
                  <a:pt x="2468591" y="32172"/>
                  <a:pt x="2613036" y="0"/>
                </a:cubicBezTo>
                <a:cubicBezTo>
                  <a:pt x="2649196" y="81226"/>
                  <a:pt x="2591498" y="278722"/>
                  <a:pt x="2613036" y="369332"/>
                </a:cubicBezTo>
                <a:cubicBezTo>
                  <a:pt x="2479440" y="425992"/>
                  <a:pt x="2231096" y="307808"/>
                  <a:pt x="2090429" y="369332"/>
                </a:cubicBezTo>
                <a:cubicBezTo>
                  <a:pt x="1949762" y="430856"/>
                  <a:pt x="1643044" y="343822"/>
                  <a:pt x="1515561" y="369332"/>
                </a:cubicBezTo>
                <a:cubicBezTo>
                  <a:pt x="1388078" y="394842"/>
                  <a:pt x="1225962" y="338754"/>
                  <a:pt x="1071345" y="369332"/>
                </a:cubicBezTo>
                <a:cubicBezTo>
                  <a:pt x="916728" y="399910"/>
                  <a:pt x="757771" y="356849"/>
                  <a:pt x="548738" y="369332"/>
                </a:cubicBezTo>
                <a:cubicBezTo>
                  <a:pt x="339705" y="381815"/>
                  <a:pt x="260513" y="30787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noFill/>
          <a:ln w="19050">
            <a:solidFill>
              <a:srgbClr val="0070C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Final decision nodes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6394B-D045-BDF9-FB3F-AAF91186F923}"/>
              </a:ext>
            </a:extLst>
          </p:cNvPr>
          <p:cNvSpPr txBox="1"/>
          <p:nvPr/>
        </p:nvSpPr>
        <p:spPr>
          <a:xfrm>
            <a:off x="8633724" y="245922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…chooses the ‘best’ action based on payoff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F76BD6-40B3-AE0E-0246-26985EE1663A}"/>
              </a:ext>
            </a:extLst>
          </p:cNvPr>
          <p:cNvSpPr txBox="1"/>
          <p:nvPr/>
        </p:nvSpPr>
        <p:spPr>
          <a:xfrm>
            <a:off x="8633724" y="166548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…a rational decision-maker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0CCFCC-D377-8A53-6510-09A2E08BF377}"/>
              </a:ext>
            </a:extLst>
          </p:cNvPr>
          <p:cNvSpPr txBox="1"/>
          <p:nvPr/>
        </p:nvSpPr>
        <p:spPr>
          <a:xfrm>
            <a:off x="8629917" y="1109169"/>
            <a:ext cx="261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Decision-maker =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Player</a:t>
            </a:r>
          </a:p>
        </p:txBody>
      </p:sp>
    </p:spTree>
    <p:extLst>
      <p:ext uri="{BB962C8B-B14F-4D97-AF65-F5344CB8AC3E}">
        <p14:creationId xmlns:p14="http://schemas.microsoft.com/office/powerpoint/2010/main" val="379821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 decel="100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 decel="100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0" grpId="0" animBg="1"/>
      <p:bldP spid="5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15DBC-541D-8786-6CAF-EAB0AD920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BE92F89-953A-54EA-5EAA-DCDED6F8592F}"/>
                  </a:ext>
                </a:extLst>
              </p:cNvPr>
              <p:cNvSpPr txBox="1"/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−20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BE92F89-953A-54EA-5EAA-DCDED6F85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12" y="2204358"/>
                <a:ext cx="476092" cy="276999"/>
              </a:xfrm>
              <a:prstGeom prst="rect">
                <a:avLst/>
              </a:prstGeom>
              <a:blipFill>
                <a:blip r:embed="rId2"/>
                <a:stretch>
                  <a:fillRect l="-2564" r="-1282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3BA7E6B-A2FA-A002-9976-875A698FB328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EE67DE-CC76-6981-69BA-194BFE446B11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61E40A4-07EF-92F9-6A73-851F1DDD0372}"/>
                </a:ext>
              </a:extLst>
            </p:cNvPr>
            <p:cNvCxnSpPr>
              <a:cxnSpLocks/>
              <a:stCxn id="11" idx="3"/>
              <a:endCxn id="22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BA240C9-E925-D633-538D-16B2C2B64B3F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BA240C9-E925-D633-538D-16B2C2B64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643D5F6-1D01-A596-AD51-FF0A40B1BF6F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12E9FAA-7F65-3223-3E33-8A0E2F1FF8FF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12E9FAA-7F65-3223-3E33-8A0E2F1FF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5B6C74-794A-2105-16A1-CB8B42896924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B232B28-9275-1863-3904-2E84C5E6717D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DD397EC-B6C8-1810-4E8F-A8E9DE105105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DD397EC-B6C8-1810-4E8F-A8E9DE105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250752C-78F5-5AC2-2522-6606FEF253A9}"/>
              </a:ext>
            </a:extLst>
          </p:cNvPr>
          <p:cNvGrpSpPr/>
          <p:nvPr/>
        </p:nvGrpSpPr>
        <p:grpSpPr>
          <a:xfrm>
            <a:off x="2754172" y="1185116"/>
            <a:ext cx="1531340" cy="1157742"/>
            <a:chOff x="2754172" y="1185116"/>
            <a:chExt cx="1531340" cy="1157742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D880BED-B516-F9FC-EBD5-B90FE92BCEC5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2754172" y="1185116"/>
              <a:ext cx="1443342" cy="787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BC50B4E-8A9C-B848-4869-605BB0B68F2B}"/>
                </a:ext>
              </a:extLst>
            </p:cNvPr>
            <p:cNvCxnSpPr>
              <a:cxnSpLocks/>
              <a:stCxn id="22" idx="6"/>
              <a:endCxn id="93" idx="1"/>
            </p:cNvCxnSpPr>
            <p:nvPr/>
          </p:nvCxnSpPr>
          <p:spPr>
            <a:xfrm>
              <a:off x="2754172" y="1972546"/>
              <a:ext cx="1531340" cy="3703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B6DBD5B-40A3-6959-1356-164F2AF40285}"/>
              </a:ext>
            </a:extLst>
          </p:cNvPr>
          <p:cNvGrpSpPr/>
          <p:nvPr/>
        </p:nvGrpSpPr>
        <p:grpSpPr>
          <a:xfrm>
            <a:off x="2712311" y="3740806"/>
            <a:ext cx="1625772" cy="2651454"/>
            <a:chOff x="2712311" y="3740806"/>
            <a:chExt cx="1625772" cy="265145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3960B82-8853-DFB0-C70C-C5A6FF0FF63C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 flipV="1">
              <a:off x="2712311" y="3740806"/>
              <a:ext cx="1438576" cy="9746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8E5E8B4-FAE5-FE4E-A8F8-AB2DB6F2B38C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536839" cy="16768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D11C7BC-B001-C9BB-77F3-4E1651A06692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625772" cy="739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959166F-2479-B5CE-F1C4-AC720FF9046C}"/>
              </a:ext>
            </a:extLst>
          </p:cNvPr>
          <p:cNvGrpSpPr/>
          <p:nvPr/>
        </p:nvGrpSpPr>
        <p:grpSpPr>
          <a:xfrm>
            <a:off x="3157891" y="1276634"/>
            <a:ext cx="501197" cy="792947"/>
            <a:chOff x="3157891" y="1276634"/>
            <a:chExt cx="501197" cy="792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3DCDB8C-56FA-6FA0-2FEC-47D9F736B5EA}"/>
                    </a:ext>
                  </a:extLst>
                </p:cNvPr>
                <p:cNvSpPr txBox="1"/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3DCDB8C-56FA-6FA0-2FEC-47D9F736B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1276634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E0EC703-4090-4EB6-DCA0-151471B37245}"/>
                    </a:ext>
                  </a:extLst>
                </p:cNvPr>
                <p:cNvSpPr txBox="1"/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E0EC703-4090-4EB6-DCA0-151471B372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8030" y="1792582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544" r="-17544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B983610-6953-C78A-EFFB-890AF8EEAD14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1DFB2B5-37DD-1B37-A828-757E81228683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1DFB2B5-37DD-1B37-A828-757E81228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E5F1EA5-C7CB-AA9C-4028-7CD312E321A5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E5F1EA5-C7CB-AA9C-4028-7CD312E32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4A710297-5F00-1A6B-23FE-B38BD8CB6955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4A710297-5F00-1A6B-23FE-B38BD8CB69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DCB16BF-196A-5067-E3E9-BABA8D8D716A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DCB16BF-196A-5067-E3E9-BABA8D8D7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11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1784604F-608A-FD4D-9B70-47003EB88E54}"/>
              </a:ext>
            </a:extLst>
          </p:cNvPr>
          <p:cNvGrpSpPr/>
          <p:nvPr/>
        </p:nvGrpSpPr>
        <p:grpSpPr>
          <a:xfrm>
            <a:off x="2421259" y="1553633"/>
            <a:ext cx="332913" cy="510353"/>
            <a:chOff x="8325119" y="2185788"/>
            <a:chExt cx="332913" cy="51035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0593BB8-A891-79C8-9BFA-AB2296E04496}"/>
                </a:ext>
              </a:extLst>
            </p:cNvPr>
            <p:cNvSpPr/>
            <p:nvPr/>
          </p:nvSpPr>
          <p:spPr>
            <a:xfrm>
              <a:off x="8475152" y="2513261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52F4B9F-5C7B-142D-6B44-4B7674E8BB52}"/>
                    </a:ext>
                  </a:extLst>
                </p:cNvPr>
                <p:cNvSpPr txBox="1"/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52F4B9F-5C7B-142D-6B44-4B7674E8BB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119" y="2185788"/>
                  <a:ext cx="220445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1053" r="-23684" b="-425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E5975E2-6D4D-601C-306C-E50312344A9C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p:pic>
        <p:nvPicPr>
          <p:cNvPr id="37" name="Picture 36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CF21BB1D-BD17-9694-0444-E3A4F71820A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B33BB8-C553-6121-3F01-798CA0449D7C}"/>
                  </a:ext>
                </a:extLst>
              </p:cNvPr>
              <p:cNvSpPr txBox="1"/>
              <p:nvPr/>
            </p:nvSpPr>
            <p:spPr>
              <a:xfrm>
                <a:off x="4260624" y="1054492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135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B33BB8-C553-6121-3F01-798CA0449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624" y="1054492"/>
                <a:ext cx="431208" cy="276999"/>
              </a:xfrm>
              <a:prstGeom prst="rect">
                <a:avLst/>
              </a:prstGeom>
              <a:blipFill>
                <a:blip r:embed="rId14"/>
                <a:stretch>
                  <a:fillRect l="-14085" r="-14085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01838D5-C296-30A1-C4D9-EF6B19FFD15B}"/>
                  </a:ext>
                </a:extLst>
              </p:cNvPr>
              <p:cNvSpPr txBox="1"/>
              <p:nvPr/>
            </p:nvSpPr>
            <p:spPr>
              <a:xfrm>
                <a:off x="4178585" y="3590516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280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01838D5-C296-30A1-C4D9-EF6B19FFD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585" y="3590516"/>
                <a:ext cx="431208" cy="276999"/>
              </a:xfrm>
              <a:prstGeom prst="rect">
                <a:avLst/>
              </a:prstGeom>
              <a:blipFill>
                <a:blip r:embed="rId15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F82C233-B27A-A9FE-863A-82D17BB90E56}"/>
                  </a:ext>
                </a:extLst>
              </p:cNvPr>
              <p:cNvSpPr txBox="1"/>
              <p:nvPr/>
            </p:nvSpPr>
            <p:spPr>
              <a:xfrm>
                <a:off x="4378590" y="5306646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F82C233-B27A-A9FE-863A-82D17BB90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590" y="5306646"/>
                <a:ext cx="431208" cy="276999"/>
              </a:xfrm>
              <a:prstGeom prst="rect">
                <a:avLst/>
              </a:prstGeom>
              <a:blipFill>
                <a:blip r:embed="rId16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FFCAE3F-76DF-EF6C-601E-F21DB9E783FB}"/>
                  </a:ext>
                </a:extLst>
              </p:cNvPr>
              <p:cNvSpPr txBox="1"/>
              <p:nvPr/>
            </p:nvSpPr>
            <p:spPr>
              <a:xfrm>
                <a:off x="8629917" y="4793732"/>
                <a:ext cx="3340338" cy="276999"/>
              </a:xfrm>
              <a:custGeom>
                <a:avLst/>
                <a:gdLst>
                  <a:gd name="csX0" fmla="*/ 0 w 3340338"/>
                  <a:gd name="csY0" fmla="*/ 0 h 276999"/>
                  <a:gd name="csX1" fmla="*/ 523320 w 3340338"/>
                  <a:gd name="csY1" fmla="*/ 0 h 276999"/>
                  <a:gd name="csX2" fmla="*/ 979832 w 3340338"/>
                  <a:gd name="csY2" fmla="*/ 0 h 276999"/>
                  <a:gd name="csX3" fmla="*/ 1603362 w 3340338"/>
                  <a:gd name="csY3" fmla="*/ 0 h 276999"/>
                  <a:gd name="csX4" fmla="*/ 2126682 w 3340338"/>
                  <a:gd name="csY4" fmla="*/ 0 h 276999"/>
                  <a:gd name="csX5" fmla="*/ 2650001 w 3340338"/>
                  <a:gd name="csY5" fmla="*/ 0 h 276999"/>
                  <a:gd name="csX6" fmla="*/ 3340338 w 3340338"/>
                  <a:gd name="csY6" fmla="*/ 0 h 276999"/>
                  <a:gd name="csX7" fmla="*/ 3340338 w 3340338"/>
                  <a:gd name="csY7" fmla="*/ 276999 h 276999"/>
                  <a:gd name="csX8" fmla="*/ 2783615 w 3340338"/>
                  <a:gd name="csY8" fmla="*/ 276999 h 276999"/>
                  <a:gd name="csX9" fmla="*/ 2327102 w 3340338"/>
                  <a:gd name="csY9" fmla="*/ 276999 h 276999"/>
                  <a:gd name="csX10" fmla="*/ 1770379 w 3340338"/>
                  <a:gd name="csY10" fmla="*/ 276999 h 276999"/>
                  <a:gd name="csX11" fmla="*/ 1213656 w 3340338"/>
                  <a:gd name="csY11" fmla="*/ 276999 h 276999"/>
                  <a:gd name="csX12" fmla="*/ 690337 w 3340338"/>
                  <a:gd name="csY12" fmla="*/ 276999 h 276999"/>
                  <a:gd name="csX13" fmla="*/ 0 w 3340338"/>
                  <a:gd name="csY13" fmla="*/ 276999 h 276999"/>
                  <a:gd name="csX14" fmla="*/ 0 w 3340338"/>
                  <a:gd name="csY14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340338" h="276999" extrusionOk="0">
                    <a:moveTo>
                      <a:pt x="0" y="0"/>
                    </a:moveTo>
                    <a:cubicBezTo>
                      <a:pt x="198150" y="-33133"/>
                      <a:pt x="282596" y="13854"/>
                      <a:pt x="523320" y="0"/>
                    </a:cubicBezTo>
                    <a:cubicBezTo>
                      <a:pt x="764044" y="-13854"/>
                      <a:pt x="849162" y="19220"/>
                      <a:pt x="979832" y="0"/>
                    </a:cubicBezTo>
                    <a:cubicBezTo>
                      <a:pt x="1110502" y="-19220"/>
                      <a:pt x="1295017" y="64042"/>
                      <a:pt x="1603362" y="0"/>
                    </a:cubicBezTo>
                    <a:cubicBezTo>
                      <a:pt x="1911707" y="-64042"/>
                      <a:pt x="1967455" y="14085"/>
                      <a:pt x="2126682" y="0"/>
                    </a:cubicBezTo>
                    <a:cubicBezTo>
                      <a:pt x="2285909" y="-14085"/>
                      <a:pt x="2502328" y="3980"/>
                      <a:pt x="2650001" y="0"/>
                    </a:cubicBezTo>
                    <a:cubicBezTo>
                      <a:pt x="2797674" y="-3980"/>
                      <a:pt x="3101087" y="56882"/>
                      <a:pt x="3340338" y="0"/>
                    </a:cubicBezTo>
                    <a:cubicBezTo>
                      <a:pt x="3373097" y="79974"/>
                      <a:pt x="3329337" y="146797"/>
                      <a:pt x="3340338" y="276999"/>
                    </a:cubicBezTo>
                    <a:cubicBezTo>
                      <a:pt x="3090883" y="290172"/>
                      <a:pt x="2974993" y="236635"/>
                      <a:pt x="2783615" y="276999"/>
                    </a:cubicBezTo>
                    <a:cubicBezTo>
                      <a:pt x="2592237" y="317363"/>
                      <a:pt x="2538763" y="251629"/>
                      <a:pt x="2327102" y="276999"/>
                    </a:cubicBezTo>
                    <a:cubicBezTo>
                      <a:pt x="2115441" y="302369"/>
                      <a:pt x="1952566" y="230982"/>
                      <a:pt x="1770379" y="276999"/>
                    </a:cubicBezTo>
                    <a:cubicBezTo>
                      <a:pt x="1588192" y="323016"/>
                      <a:pt x="1329458" y="235831"/>
                      <a:pt x="1213656" y="276999"/>
                    </a:cubicBezTo>
                    <a:cubicBezTo>
                      <a:pt x="1097854" y="318167"/>
                      <a:pt x="837350" y="251685"/>
                      <a:pt x="690337" y="276999"/>
                    </a:cubicBezTo>
                    <a:cubicBezTo>
                      <a:pt x="543324" y="302313"/>
                      <a:pt x="277017" y="246427"/>
                      <a:pt x="0" y="276999"/>
                    </a:cubicBezTo>
                    <a:cubicBezTo>
                      <a:pt x="-19106" y="157427"/>
                      <a:pt x="31560" y="84963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FFCAE3F-76DF-EF6C-601E-F21DB9E78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4793732"/>
                <a:ext cx="3340338" cy="276999"/>
              </a:xfrm>
              <a:prstGeom prst="rect">
                <a:avLst/>
              </a:prstGeom>
              <a:blipFill>
                <a:blip r:embed="rId17"/>
                <a:stretch>
                  <a:fillRect b="-12500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340338"/>
                          <a:gd name="csY0" fmla="*/ 0 h 276999"/>
                          <a:gd name="csX1" fmla="*/ 523320 w 3340338"/>
                          <a:gd name="csY1" fmla="*/ 0 h 276999"/>
                          <a:gd name="csX2" fmla="*/ 979832 w 3340338"/>
                          <a:gd name="csY2" fmla="*/ 0 h 276999"/>
                          <a:gd name="csX3" fmla="*/ 1603362 w 3340338"/>
                          <a:gd name="csY3" fmla="*/ 0 h 276999"/>
                          <a:gd name="csX4" fmla="*/ 2126682 w 3340338"/>
                          <a:gd name="csY4" fmla="*/ 0 h 276999"/>
                          <a:gd name="csX5" fmla="*/ 2650001 w 3340338"/>
                          <a:gd name="csY5" fmla="*/ 0 h 276999"/>
                          <a:gd name="csX6" fmla="*/ 3340338 w 3340338"/>
                          <a:gd name="csY6" fmla="*/ 0 h 276999"/>
                          <a:gd name="csX7" fmla="*/ 3340338 w 3340338"/>
                          <a:gd name="csY7" fmla="*/ 276999 h 276999"/>
                          <a:gd name="csX8" fmla="*/ 2783615 w 3340338"/>
                          <a:gd name="csY8" fmla="*/ 276999 h 276999"/>
                          <a:gd name="csX9" fmla="*/ 2327102 w 3340338"/>
                          <a:gd name="csY9" fmla="*/ 276999 h 276999"/>
                          <a:gd name="csX10" fmla="*/ 1770379 w 3340338"/>
                          <a:gd name="csY10" fmla="*/ 276999 h 276999"/>
                          <a:gd name="csX11" fmla="*/ 1213656 w 3340338"/>
                          <a:gd name="csY11" fmla="*/ 276999 h 276999"/>
                          <a:gd name="csX12" fmla="*/ 690337 w 3340338"/>
                          <a:gd name="csY12" fmla="*/ 276999 h 276999"/>
                          <a:gd name="csX13" fmla="*/ 0 w 3340338"/>
                          <a:gd name="csY13" fmla="*/ 276999 h 276999"/>
                          <a:gd name="csX14" fmla="*/ 0 w 3340338"/>
                          <a:gd name="csY14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3340338" h="276999" extrusionOk="0">
                            <a:moveTo>
                              <a:pt x="0" y="0"/>
                            </a:moveTo>
                            <a:cubicBezTo>
                              <a:pt x="198150" y="-33133"/>
                              <a:pt x="282596" y="13854"/>
                              <a:pt x="523320" y="0"/>
                            </a:cubicBezTo>
                            <a:cubicBezTo>
                              <a:pt x="764044" y="-13854"/>
                              <a:pt x="849162" y="19220"/>
                              <a:pt x="979832" y="0"/>
                            </a:cubicBezTo>
                            <a:cubicBezTo>
                              <a:pt x="1110502" y="-19220"/>
                              <a:pt x="1295017" y="64042"/>
                              <a:pt x="1603362" y="0"/>
                            </a:cubicBezTo>
                            <a:cubicBezTo>
                              <a:pt x="1911707" y="-64042"/>
                              <a:pt x="1967455" y="14085"/>
                              <a:pt x="2126682" y="0"/>
                            </a:cubicBezTo>
                            <a:cubicBezTo>
                              <a:pt x="2285909" y="-14085"/>
                              <a:pt x="2502328" y="3980"/>
                              <a:pt x="2650001" y="0"/>
                            </a:cubicBezTo>
                            <a:cubicBezTo>
                              <a:pt x="2797674" y="-3980"/>
                              <a:pt x="3101087" y="56882"/>
                              <a:pt x="3340338" y="0"/>
                            </a:cubicBezTo>
                            <a:cubicBezTo>
                              <a:pt x="3373097" y="79974"/>
                              <a:pt x="3329337" y="146797"/>
                              <a:pt x="3340338" y="276999"/>
                            </a:cubicBezTo>
                            <a:cubicBezTo>
                              <a:pt x="3090883" y="290172"/>
                              <a:pt x="2974993" y="236635"/>
                              <a:pt x="2783615" y="276999"/>
                            </a:cubicBezTo>
                            <a:cubicBezTo>
                              <a:pt x="2592237" y="317363"/>
                              <a:pt x="2538763" y="251629"/>
                              <a:pt x="2327102" y="276999"/>
                            </a:cubicBezTo>
                            <a:cubicBezTo>
                              <a:pt x="2115441" y="302369"/>
                              <a:pt x="1952566" y="230982"/>
                              <a:pt x="1770379" y="276999"/>
                            </a:cubicBezTo>
                            <a:cubicBezTo>
                              <a:pt x="1588192" y="323016"/>
                              <a:pt x="1329458" y="235831"/>
                              <a:pt x="1213656" y="276999"/>
                            </a:cubicBezTo>
                            <a:cubicBezTo>
                              <a:pt x="1097854" y="318167"/>
                              <a:pt x="837350" y="251685"/>
                              <a:pt x="690337" y="276999"/>
                            </a:cubicBezTo>
                            <a:cubicBezTo>
                              <a:pt x="543324" y="302313"/>
                              <a:pt x="277017" y="246427"/>
                              <a:pt x="0" y="276999"/>
                            </a:cubicBezTo>
                            <a:cubicBezTo>
                              <a:pt x="-19106" y="157427"/>
                              <a:pt x="31560" y="849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8705AF6-BA16-BBCA-9816-28338EC225D5}"/>
                  </a:ext>
                </a:extLst>
              </p:cNvPr>
              <p:cNvSpPr txBox="1"/>
              <p:nvPr/>
            </p:nvSpPr>
            <p:spPr>
              <a:xfrm>
                <a:off x="8629917" y="5350047"/>
                <a:ext cx="3291735" cy="276999"/>
              </a:xfrm>
              <a:custGeom>
                <a:avLst/>
                <a:gdLst>
                  <a:gd name="csX0" fmla="*/ 0 w 3291735"/>
                  <a:gd name="csY0" fmla="*/ 0 h 276999"/>
                  <a:gd name="csX1" fmla="*/ 515705 w 3291735"/>
                  <a:gd name="csY1" fmla="*/ 0 h 276999"/>
                  <a:gd name="csX2" fmla="*/ 965576 w 3291735"/>
                  <a:gd name="csY2" fmla="*/ 0 h 276999"/>
                  <a:gd name="csX3" fmla="*/ 1580033 w 3291735"/>
                  <a:gd name="csY3" fmla="*/ 0 h 276999"/>
                  <a:gd name="csX4" fmla="*/ 2095738 w 3291735"/>
                  <a:gd name="csY4" fmla="*/ 0 h 276999"/>
                  <a:gd name="csX5" fmla="*/ 2611443 w 3291735"/>
                  <a:gd name="csY5" fmla="*/ 0 h 276999"/>
                  <a:gd name="csX6" fmla="*/ 3291735 w 3291735"/>
                  <a:gd name="csY6" fmla="*/ 0 h 276999"/>
                  <a:gd name="csX7" fmla="*/ 3291735 w 3291735"/>
                  <a:gd name="csY7" fmla="*/ 276999 h 276999"/>
                  <a:gd name="csX8" fmla="*/ 2743113 w 3291735"/>
                  <a:gd name="csY8" fmla="*/ 276999 h 276999"/>
                  <a:gd name="csX9" fmla="*/ 2293242 w 3291735"/>
                  <a:gd name="csY9" fmla="*/ 276999 h 276999"/>
                  <a:gd name="csX10" fmla="*/ 1744620 w 3291735"/>
                  <a:gd name="csY10" fmla="*/ 276999 h 276999"/>
                  <a:gd name="csX11" fmla="*/ 1195997 w 3291735"/>
                  <a:gd name="csY11" fmla="*/ 276999 h 276999"/>
                  <a:gd name="csX12" fmla="*/ 680292 w 3291735"/>
                  <a:gd name="csY12" fmla="*/ 276999 h 276999"/>
                  <a:gd name="csX13" fmla="*/ 0 w 3291735"/>
                  <a:gd name="csY13" fmla="*/ 276999 h 276999"/>
                  <a:gd name="csX14" fmla="*/ 0 w 3291735"/>
                  <a:gd name="csY14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291735" h="276999" extrusionOk="0">
                    <a:moveTo>
                      <a:pt x="0" y="0"/>
                    </a:moveTo>
                    <a:cubicBezTo>
                      <a:pt x="250186" y="-48984"/>
                      <a:pt x="311115" y="18555"/>
                      <a:pt x="515705" y="0"/>
                    </a:cubicBezTo>
                    <a:cubicBezTo>
                      <a:pt x="720296" y="-18555"/>
                      <a:pt x="838277" y="24353"/>
                      <a:pt x="965576" y="0"/>
                    </a:cubicBezTo>
                    <a:cubicBezTo>
                      <a:pt x="1092875" y="-24353"/>
                      <a:pt x="1428960" y="60918"/>
                      <a:pt x="1580033" y="0"/>
                    </a:cubicBezTo>
                    <a:cubicBezTo>
                      <a:pt x="1731106" y="-60918"/>
                      <a:pt x="1943599" y="45662"/>
                      <a:pt x="2095738" y="0"/>
                    </a:cubicBezTo>
                    <a:cubicBezTo>
                      <a:pt x="2247877" y="-45662"/>
                      <a:pt x="2473898" y="8998"/>
                      <a:pt x="2611443" y="0"/>
                    </a:cubicBezTo>
                    <a:cubicBezTo>
                      <a:pt x="2748988" y="-8998"/>
                      <a:pt x="3066408" y="41022"/>
                      <a:pt x="3291735" y="0"/>
                    </a:cubicBezTo>
                    <a:cubicBezTo>
                      <a:pt x="3324494" y="79974"/>
                      <a:pt x="3280734" y="146797"/>
                      <a:pt x="3291735" y="276999"/>
                    </a:cubicBezTo>
                    <a:cubicBezTo>
                      <a:pt x="3141318" y="305065"/>
                      <a:pt x="2966386" y="215647"/>
                      <a:pt x="2743113" y="276999"/>
                    </a:cubicBezTo>
                    <a:cubicBezTo>
                      <a:pt x="2519840" y="338351"/>
                      <a:pt x="2491267" y="273773"/>
                      <a:pt x="2293242" y="276999"/>
                    </a:cubicBezTo>
                    <a:cubicBezTo>
                      <a:pt x="2095217" y="280225"/>
                      <a:pt x="2001515" y="228725"/>
                      <a:pt x="1744620" y="276999"/>
                    </a:cubicBezTo>
                    <a:cubicBezTo>
                      <a:pt x="1487725" y="325273"/>
                      <a:pt x="1338324" y="271583"/>
                      <a:pt x="1195997" y="276999"/>
                    </a:cubicBezTo>
                    <a:cubicBezTo>
                      <a:pt x="1053670" y="282415"/>
                      <a:pt x="811757" y="240418"/>
                      <a:pt x="680292" y="276999"/>
                    </a:cubicBezTo>
                    <a:cubicBezTo>
                      <a:pt x="548828" y="313580"/>
                      <a:pt x="179102" y="232207"/>
                      <a:pt x="0" y="276999"/>
                    </a:cubicBezTo>
                    <a:cubicBezTo>
                      <a:pt x="-19106" y="157427"/>
                      <a:pt x="31560" y="84963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135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−20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8705AF6-BA16-BBCA-9816-28338EC22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350047"/>
                <a:ext cx="3291735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291735"/>
                          <a:gd name="csY0" fmla="*/ 0 h 276999"/>
                          <a:gd name="csX1" fmla="*/ 515705 w 3291735"/>
                          <a:gd name="csY1" fmla="*/ 0 h 276999"/>
                          <a:gd name="csX2" fmla="*/ 965576 w 3291735"/>
                          <a:gd name="csY2" fmla="*/ 0 h 276999"/>
                          <a:gd name="csX3" fmla="*/ 1580033 w 3291735"/>
                          <a:gd name="csY3" fmla="*/ 0 h 276999"/>
                          <a:gd name="csX4" fmla="*/ 2095738 w 3291735"/>
                          <a:gd name="csY4" fmla="*/ 0 h 276999"/>
                          <a:gd name="csX5" fmla="*/ 2611443 w 3291735"/>
                          <a:gd name="csY5" fmla="*/ 0 h 276999"/>
                          <a:gd name="csX6" fmla="*/ 3291735 w 3291735"/>
                          <a:gd name="csY6" fmla="*/ 0 h 276999"/>
                          <a:gd name="csX7" fmla="*/ 3291735 w 3291735"/>
                          <a:gd name="csY7" fmla="*/ 276999 h 276999"/>
                          <a:gd name="csX8" fmla="*/ 2743113 w 3291735"/>
                          <a:gd name="csY8" fmla="*/ 276999 h 276999"/>
                          <a:gd name="csX9" fmla="*/ 2293242 w 3291735"/>
                          <a:gd name="csY9" fmla="*/ 276999 h 276999"/>
                          <a:gd name="csX10" fmla="*/ 1744620 w 3291735"/>
                          <a:gd name="csY10" fmla="*/ 276999 h 276999"/>
                          <a:gd name="csX11" fmla="*/ 1195997 w 3291735"/>
                          <a:gd name="csY11" fmla="*/ 276999 h 276999"/>
                          <a:gd name="csX12" fmla="*/ 680292 w 3291735"/>
                          <a:gd name="csY12" fmla="*/ 276999 h 276999"/>
                          <a:gd name="csX13" fmla="*/ 0 w 3291735"/>
                          <a:gd name="csY13" fmla="*/ 276999 h 276999"/>
                          <a:gd name="csX14" fmla="*/ 0 w 3291735"/>
                          <a:gd name="csY14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3291735" h="276999" extrusionOk="0">
                            <a:moveTo>
                              <a:pt x="0" y="0"/>
                            </a:moveTo>
                            <a:cubicBezTo>
                              <a:pt x="250186" y="-48984"/>
                              <a:pt x="311115" y="18555"/>
                              <a:pt x="515705" y="0"/>
                            </a:cubicBezTo>
                            <a:cubicBezTo>
                              <a:pt x="720296" y="-18555"/>
                              <a:pt x="838277" y="24353"/>
                              <a:pt x="965576" y="0"/>
                            </a:cubicBezTo>
                            <a:cubicBezTo>
                              <a:pt x="1092875" y="-24353"/>
                              <a:pt x="1428960" y="60918"/>
                              <a:pt x="1580033" y="0"/>
                            </a:cubicBezTo>
                            <a:cubicBezTo>
                              <a:pt x="1731106" y="-60918"/>
                              <a:pt x="1943599" y="45662"/>
                              <a:pt x="2095738" y="0"/>
                            </a:cubicBezTo>
                            <a:cubicBezTo>
                              <a:pt x="2247877" y="-45662"/>
                              <a:pt x="2473898" y="8998"/>
                              <a:pt x="2611443" y="0"/>
                            </a:cubicBezTo>
                            <a:cubicBezTo>
                              <a:pt x="2748988" y="-8998"/>
                              <a:pt x="3066408" y="41022"/>
                              <a:pt x="3291735" y="0"/>
                            </a:cubicBezTo>
                            <a:cubicBezTo>
                              <a:pt x="3324494" y="79974"/>
                              <a:pt x="3280734" y="146797"/>
                              <a:pt x="3291735" y="276999"/>
                            </a:cubicBezTo>
                            <a:cubicBezTo>
                              <a:pt x="3141318" y="305065"/>
                              <a:pt x="2966386" y="215647"/>
                              <a:pt x="2743113" y="276999"/>
                            </a:cubicBezTo>
                            <a:cubicBezTo>
                              <a:pt x="2519840" y="338351"/>
                              <a:pt x="2491267" y="273773"/>
                              <a:pt x="2293242" y="276999"/>
                            </a:cubicBezTo>
                            <a:cubicBezTo>
                              <a:pt x="2095217" y="280225"/>
                              <a:pt x="2001515" y="228725"/>
                              <a:pt x="1744620" y="276999"/>
                            </a:cubicBezTo>
                            <a:cubicBezTo>
                              <a:pt x="1487725" y="325273"/>
                              <a:pt x="1338324" y="271583"/>
                              <a:pt x="1195997" y="276999"/>
                            </a:cubicBezTo>
                            <a:cubicBezTo>
                              <a:pt x="1053670" y="282415"/>
                              <a:pt x="811757" y="240418"/>
                              <a:pt x="680292" y="276999"/>
                            </a:cubicBezTo>
                            <a:cubicBezTo>
                              <a:pt x="548828" y="313580"/>
                              <a:pt x="179102" y="232207"/>
                              <a:pt x="0" y="276999"/>
                            </a:cubicBezTo>
                            <a:cubicBezTo>
                              <a:pt x="-19106" y="157427"/>
                              <a:pt x="31560" y="849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CB3531A-6603-8F64-62FC-C4B4C8D41D4B}"/>
                  </a:ext>
                </a:extLst>
              </p:cNvPr>
              <p:cNvSpPr txBox="1"/>
              <p:nvPr/>
            </p:nvSpPr>
            <p:spPr>
              <a:xfrm>
                <a:off x="8629917" y="5920502"/>
                <a:ext cx="1298369" cy="276999"/>
              </a:xfrm>
              <a:custGeom>
                <a:avLst/>
                <a:gdLst>
                  <a:gd name="csX0" fmla="*/ 0 w 1298369"/>
                  <a:gd name="csY0" fmla="*/ 0 h 276999"/>
                  <a:gd name="csX1" fmla="*/ 458757 w 1298369"/>
                  <a:gd name="csY1" fmla="*/ 0 h 276999"/>
                  <a:gd name="csX2" fmla="*/ 904530 w 1298369"/>
                  <a:gd name="csY2" fmla="*/ 0 h 276999"/>
                  <a:gd name="csX3" fmla="*/ 1298369 w 1298369"/>
                  <a:gd name="csY3" fmla="*/ 0 h 276999"/>
                  <a:gd name="csX4" fmla="*/ 1298369 w 1298369"/>
                  <a:gd name="csY4" fmla="*/ 276999 h 276999"/>
                  <a:gd name="csX5" fmla="*/ 891547 w 1298369"/>
                  <a:gd name="csY5" fmla="*/ 276999 h 276999"/>
                  <a:gd name="csX6" fmla="*/ 458757 w 1298369"/>
                  <a:gd name="csY6" fmla="*/ 276999 h 276999"/>
                  <a:gd name="csX7" fmla="*/ 0 w 1298369"/>
                  <a:gd name="csY7" fmla="*/ 276999 h 276999"/>
                  <a:gd name="csX8" fmla="*/ 0 w 1298369"/>
                  <a:gd name="csY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98369" h="276999" fill="none" extrusionOk="0">
                    <a:moveTo>
                      <a:pt x="0" y="0"/>
                    </a:moveTo>
                    <a:cubicBezTo>
                      <a:pt x="181580" y="-19732"/>
                      <a:pt x="343067" y="16521"/>
                      <a:pt x="458757" y="0"/>
                    </a:cubicBezTo>
                    <a:cubicBezTo>
                      <a:pt x="574447" y="-16521"/>
                      <a:pt x="681852" y="33147"/>
                      <a:pt x="904530" y="0"/>
                    </a:cubicBezTo>
                    <a:cubicBezTo>
                      <a:pt x="1127208" y="-33147"/>
                      <a:pt x="1129846" y="228"/>
                      <a:pt x="1298369" y="0"/>
                    </a:cubicBezTo>
                    <a:cubicBezTo>
                      <a:pt x="1324567" y="80700"/>
                      <a:pt x="1284235" y="202672"/>
                      <a:pt x="1298369" y="276999"/>
                    </a:cubicBezTo>
                    <a:cubicBezTo>
                      <a:pt x="1116212" y="278090"/>
                      <a:pt x="999777" y="269885"/>
                      <a:pt x="891547" y="276999"/>
                    </a:cubicBezTo>
                    <a:cubicBezTo>
                      <a:pt x="783317" y="284113"/>
                      <a:pt x="572425" y="235479"/>
                      <a:pt x="458757" y="276999"/>
                    </a:cubicBezTo>
                    <a:cubicBezTo>
                      <a:pt x="345089" y="318519"/>
                      <a:pt x="143375" y="229936"/>
                      <a:pt x="0" y="276999"/>
                    </a:cubicBezTo>
                    <a:cubicBezTo>
                      <a:pt x="-11858" y="214994"/>
                      <a:pt x="27486" y="89139"/>
                      <a:pt x="0" y="0"/>
                    </a:cubicBezTo>
                    <a:close/>
                  </a:path>
                  <a:path w="1298369" h="276999" stroke="0" extrusionOk="0">
                    <a:moveTo>
                      <a:pt x="0" y="0"/>
                    </a:moveTo>
                    <a:cubicBezTo>
                      <a:pt x="117287" y="-40182"/>
                      <a:pt x="316878" y="30704"/>
                      <a:pt x="419806" y="0"/>
                    </a:cubicBezTo>
                    <a:cubicBezTo>
                      <a:pt x="522734" y="-30704"/>
                      <a:pt x="723626" y="5836"/>
                      <a:pt x="813645" y="0"/>
                    </a:cubicBezTo>
                    <a:cubicBezTo>
                      <a:pt x="903664" y="-5836"/>
                      <a:pt x="1099434" y="50470"/>
                      <a:pt x="1298369" y="0"/>
                    </a:cubicBezTo>
                    <a:cubicBezTo>
                      <a:pt x="1311797" y="90708"/>
                      <a:pt x="1282642" y="144548"/>
                      <a:pt x="1298369" y="276999"/>
                    </a:cubicBezTo>
                    <a:cubicBezTo>
                      <a:pt x="1194224" y="317076"/>
                      <a:pt x="973501" y="244188"/>
                      <a:pt x="891547" y="276999"/>
                    </a:cubicBezTo>
                    <a:cubicBezTo>
                      <a:pt x="809593" y="309810"/>
                      <a:pt x="659010" y="262191"/>
                      <a:pt x="432790" y="276999"/>
                    </a:cubicBezTo>
                    <a:cubicBezTo>
                      <a:pt x="206570" y="291807"/>
                      <a:pt x="201670" y="275734"/>
                      <a:pt x="0" y="276999"/>
                    </a:cubicBezTo>
                    <a:cubicBezTo>
                      <a:pt x="-11636" y="182021"/>
                      <a:pt x="27200" y="119714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=88.5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CB3531A-6603-8F64-62FC-C4B4C8D41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920502"/>
                <a:ext cx="1298369" cy="276999"/>
              </a:xfrm>
              <a:prstGeom prst="rect">
                <a:avLst/>
              </a:prstGeom>
              <a:blipFill>
                <a:blip r:embed="rId19"/>
                <a:stretch>
                  <a:fillRect r="-1376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298369"/>
                          <a:gd name="csY0" fmla="*/ 0 h 276999"/>
                          <a:gd name="csX1" fmla="*/ 458757 w 1298369"/>
                          <a:gd name="csY1" fmla="*/ 0 h 276999"/>
                          <a:gd name="csX2" fmla="*/ 904530 w 1298369"/>
                          <a:gd name="csY2" fmla="*/ 0 h 276999"/>
                          <a:gd name="csX3" fmla="*/ 1298369 w 1298369"/>
                          <a:gd name="csY3" fmla="*/ 0 h 276999"/>
                          <a:gd name="csX4" fmla="*/ 1298369 w 1298369"/>
                          <a:gd name="csY4" fmla="*/ 276999 h 276999"/>
                          <a:gd name="csX5" fmla="*/ 891547 w 1298369"/>
                          <a:gd name="csY5" fmla="*/ 276999 h 276999"/>
                          <a:gd name="csX6" fmla="*/ 458757 w 1298369"/>
                          <a:gd name="csY6" fmla="*/ 276999 h 276999"/>
                          <a:gd name="csX7" fmla="*/ 0 w 1298369"/>
                          <a:gd name="csY7" fmla="*/ 276999 h 276999"/>
                          <a:gd name="csX8" fmla="*/ 0 w 1298369"/>
                          <a:gd name="csY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</a:cxnLst>
                        <a:rect l="l" t="t" r="r" b="b"/>
                        <a:pathLst>
                          <a:path w="1298369" h="276999" fill="none" extrusionOk="0">
                            <a:moveTo>
                              <a:pt x="0" y="0"/>
                            </a:moveTo>
                            <a:cubicBezTo>
                              <a:pt x="181580" y="-19732"/>
                              <a:pt x="343067" y="16521"/>
                              <a:pt x="458757" y="0"/>
                            </a:cubicBezTo>
                            <a:cubicBezTo>
                              <a:pt x="574447" y="-16521"/>
                              <a:pt x="681852" y="33147"/>
                              <a:pt x="904530" y="0"/>
                            </a:cubicBezTo>
                            <a:cubicBezTo>
                              <a:pt x="1127208" y="-33147"/>
                              <a:pt x="1129846" y="228"/>
                              <a:pt x="1298369" y="0"/>
                            </a:cubicBezTo>
                            <a:cubicBezTo>
                              <a:pt x="1324567" y="80700"/>
                              <a:pt x="1284235" y="202672"/>
                              <a:pt x="1298369" y="276999"/>
                            </a:cubicBezTo>
                            <a:cubicBezTo>
                              <a:pt x="1116212" y="278090"/>
                              <a:pt x="999777" y="269885"/>
                              <a:pt x="891547" y="276999"/>
                            </a:cubicBezTo>
                            <a:cubicBezTo>
                              <a:pt x="783317" y="284113"/>
                              <a:pt x="572425" y="235479"/>
                              <a:pt x="458757" y="276999"/>
                            </a:cubicBezTo>
                            <a:cubicBezTo>
                              <a:pt x="345089" y="318519"/>
                              <a:pt x="143375" y="229936"/>
                              <a:pt x="0" y="276999"/>
                            </a:cubicBezTo>
                            <a:cubicBezTo>
                              <a:pt x="-11858" y="214994"/>
                              <a:pt x="27486" y="89139"/>
                              <a:pt x="0" y="0"/>
                            </a:cubicBezTo>
                            <a:close/>
                          </a:path>
                          <a:path w="1298369" h="276999" stroke="0" extrusionOk="0">
                            <a:moveTo>
                              <a:pt x="0" y="0"/>
                            </a:moveTo>
                            <a:cubicBezTo>
                              <a:pt x="117287" y="-40182"/>
                              <a:pt x="316878" y="30704"/>
                              <a:pt x="419806" y="0"/>
                            </a:cubicBezTo>
                            <a:cubicBezTo>
                              <a:pt x="522734" y="-30704"/>
                              <a:pt x="723626" y="5836"/>
                              <a:pt x="813645" y="0"/>
                            </a:cubicBezTo>
                            <a:cubicBezTo>
                              <a:pt x="903664" y="-5836"/>
                              <a:pt x="1099434" y="50470"/>
                              <a:pt x="1298369" y="0"/>
                            </a:cubicBezTo>
                            <a:cubicBezTo>
                              <a:pt x="1311797" y="90708"/>
                              <a:pt x="1282642" y="144548"/>
                              <a:pt x="1298369" y="276999"/>
                            </a:cubicBezTo>
                            <a:cubicBezTo>
                              <a:pt x="1194224" y="317076"/>
                              <a:pt x="973501" y="244188"/>
                              <a:pt x="891547" y="276999"/>
                            </a:cubicBezTo>
                            <a:cubicBezTo>
                              <a:pt x="809593" y="309810"/>
                              <a:pt x="659010" y="262191"/>
                              <a:pt x="432790" y="276999"/>
                            </a:cubicBezTo>
                            <a:cubicBezTo>
                              <a:pt x="206570" y="291807"/>
                              <a:pt x="201670" y="275734"/>
                              <a:pt x="0" y="276999"/>
                            </a:cubicBezTo>
                            <a:cubicBezTo>
                              <a:pt x="-11636" y="182021"/>
                              <a:pt x="27200" y="1197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Oval 76">
            <a:extLst>
              <a:ext uri="{FF2B5EF4-FFF2-40B4-BE49-F238E27FC236}">
                <a16:creationId xmlns:a16="http://schemas.microsoft.com/office/drawing/2014/main" id="{6F78BBE8-6ABE-7BD0-FCE4-22A38A92345C}"/>
              </a:ext>
            </a:extLst>
          </p:cNvPr>
          <p:cNvSpPr/>
          <p:nvPr/>
        </p:nvSpPr>
        <p:spPr>
          <a:xfrm>
            <a:off x="2399560" y="1715013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3A2BBDD-D2D4-9295-C0E7-F35D8970B337}"/>
              </a:ext>
            </a:extLst>
          </p:cNvPr>
          <p:cNvSpPr/>
          <p:nvPr/>
        </p:nvSpPr>
        <p:spPr>
          <a:xfrm>
            <a:off x="2385550" y="4369551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1C04817-5A68-34FE-2049-3FE3D4A000F7}"/>
              </a:ext>
            </a:extLst>
          </p:cNvPr>
          <p:cNvGrpSpPr/>
          <p:nvPr/>
        </p:nvGrpSpPr>
        <p:grpSpPr>
          <a:xfrm>
            <a:off x="8629917" y="406113"/>
            <a:ext cx="2616843" cy="3992463"/>
            <a:chOff x="8629917" y="406113"/>
            <a:chExt cx="2616843" cy="3992463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53B048B-E94D-26B4-1BAB-0A291C59DB41}"/>
                </a:ext>
              </a:extLst>
            </p:cNvPr>
            <p:cNvSpPr txBox="1"/>
            <p:nvPr/>
          </p:nvSpPr>
          <p:spPr>
            <a:xfrm>
              <a:off x="8633724" y="2911804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…doesn’t choose the ‘best’ action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C14BD09-ACEB-6FFB-2120-F232255D057F}"/>
                </a:ext>
              </a:extLst>
            </p:cNvPr>
            <p:cNvSpPr txBox="1"/>
            <p:nvPr/>
          </p:nvSpPr>
          <p:spPr>
            <a:xfrm>
              <a:off x="8633724" y="3752245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…chooses the ‘average’ of all available actions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A47AA9A-3B5C-6381-536B-C0279C617473}"/>
                </a:ext>
              </a:extLst>
            </p:cNvPr>
            <p:cNvSpPr txBox="1"/>
            <p:nvPr/>
          </p:nvSpPr>
          <p:spPr>
            <a:xfrm>
              <a:off x="8633724" y="2118064"/>
              <a:ext cx="26130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…not a rational decision-maker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09E7093-89D7-7EEE-AB1A-D2FBD201344C}"/>
                </a:ext>
              </a:extLst>
            </p:cNvPr>
            <p:cNvSpPr txBox="1"/>
            <p:nvPr/>
          </p:nvSpPr>
          <p:spPr>
            <a:xfrm>
              <a:off x="8629917" y="1561749"/>
              <a:ext cx="2613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Decision-maker = Nature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2065D48-86D5-0870-7B4F-18CC0E023591}"/>
                </a:ext>
              </a:extLst>
            </p:cNvPr>
            <p:cNvSpPr txBox="1"/>
            <p:nvPr/>
          </p:nvSpPr>
          <p:spPr>
            <a:xfrm>
              <a:off x="8629917" y="406113"/>
              <a:ext cx="2613036" cy="369332"/>
            </a:xfrm>
            <a:custGeom>
              <a:avLst/>
              <a:gdLst>
                <a:gd name="csX0" fmla="*/ 0 w 2613036"/>
                <a:gd name="csY0" fmla="*/ 0 h 369332"/>
                <a:gd name="csX1" fmla="*/ 496477 w 2613036"/>
                <a:gd name="csY1" fmla="*/ 0 h 369332"/>
                <a:gd name="csX2" fmla="*/ 940693 w 2613036"/>
                <a:gd name="csY2" fmla="*/ 0 h 369332"/>
                <a:gd name="csX3" fmla="*/ 1515561 w 2613036"/>
                <a:gd name="csY3" fmla="*/ 0 h 369332"/>
                <a:gd name="csX4" fmla="*/ 2012038 w 2613036"/>
                <a:gd name="csY4" fmla="*/ 0 h 369332"/>
                <a:gd name="csX5" fmla="*/ 2613036 w 2613036"/>
                <a:gd name="csY5" fmla="*/ 0 h 369332"/>
                <a:gd name="csX6" fmla="*/ 2613036 w 2613036"/>
                <a:gd name="csY6" fmla="*/ 369332 h 369332"/>
                <a:gd name="csX7" fmla="*/ 2090429 w 2613036"/>
                <a:gd name="csY7" fmla="*/ 369332 h 369332"/>
                <a:gd name="csX8" fmla="*/ 1515561 w 2613036"/>
                <a:gd name="csY8" fmla="*/ 369332 h 369332"/>
                <a:gd name="csX9" fmla="*/ 1071345 w 2613036"/>
                <a:gd name="csY9" fmla="*/ 369332 h 369332"/>
                <a:gd name="csX10" fmla="*/ 548738 w 2613036"/>
                <a:gd name="csY10" fmla="*/ 369332 h 369332"/>
                <a:gd name="csX11" fmla="*/ 0 w 2613036"/>
                <a:gd name="csY11" fmla="*/ 369332 h 369332"/>
                <a:gd name="csX12" fmla="*/ 0 w 2613036"/>
                <a:gd name="csY12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613036" h="369332" extrusionOk="0">
                  <a:moveTo>
                    <a:pt x="0" y="0"/>
                  </a:moveTo>
                  <a:cubicBezTo>
                    <a:pt x="143215" y="-16642"/>
                    <a:pt x="316604" y="17513"/>
                    <a:pt x="496477" y="0"/>
                  </a:cubicBezTo>
                  <a:cubicBezTo>
                    <a:pt x="676350" y="-17513"/>
                    <a:pt x="804144" y="39514"/>
                    <a:pt x="940693" y="0"/>
                  </a:cubicBezTo>
                  <a:cubicBezTo>
                    <a:pt x="1077242" y="-39514"/>
                    <a:pt x="1348602" y="42955"/>
                    <a:pt x="1515561" y="0"/>
                  </a:cubicBezTo>
                  <a:cubicBezTo>
                    <a:pt x="1682520" y="-42955"/>
                    <a:pt x="1774621" y="25487"/>
                    <a:pt x="2012038" y="0"/>
                  </a:cubicBezTo>
                  <a:cubicBezTo>
                    <a:pt x="2249455" y="-25487"/>
                    <a:pt x="2468591" y="32172"/>
                    <a:pt x="2613036" y="0"/>
                  </a:cubicBezTo>
                  <a:cubicBezTo>
                    <a:pt x="2649196" y="81226"/>
                    <a:pt x="2591498" y="278722"/>
                    <a:pt x="2613036" y="369332"/>
                  </a:cubicBezTo>
                  <a:cubicBezTo>
                    <a:pt x="2479440" y="425992"/>
                    <a:pt x="2231096" y="307808"/>
                    <a:pt x="2090429" y="369332"/>
                  </a:cubicBezTo>
                  <a:cubicBezTo>
                    <a:pt x="1949762" y="430856"/>
                    <a:pt x="1643044" y="343822"/>
                    <a:pt x="1515561" y="369332"/>
                  </a:cubicBezTo>
                  <a:cubicBezTo>
                    <a:pt x="1388078" y="394842"/>
                    <a:pt x="1225962" y="338754"/>
                    <a:pt x="1071345" y="369332"/>
                  </a:cubicBezTo>
                  <a:cubicBezTo>
                    <a:pt x="916728" y="399910"/>
                    <a:pt x="757771" y="356849"/>
                    <a:pt x="548738" y="369332"/>
                  </a:cubicBezTo>
                  <a:cubicBezTo>
                    <a:pt x="339705" y="381815"/>
                    <a:pt x="260513" y="307877"/>
                    <a:pt x="0" y="369332"/>
                  </a:cubicBezTo>
                  <a:cubicBezTo>
                    <a:pt x="-36656" y="211973"/>
                    <a:pt x="14639" y="175527"/>
                    <a:pt x="0" y="0"/>
                  </a:cubicBezTo>
                  <a:close/>
                </a:path>
              </a:pathLst>
            </a:custGeom>
            <a:noFill/>
            <a:ln w="19050">
              <a:solidFill>
                <a:schemeClr val="accent5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Final decision nodes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002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4" grpId="0" animBg="1"/>
      <p:bldP spid="75" grpId="0" animBg="1"/>
      <p:bldP spid="77" grpId="0" animBg="1"/>
      <p:bldP spid="77" grpId="1" animBg="1"/>
      <p:bldP spid="7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5973-2EA9-9EF5-2B90-0149C0928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5880D04-2E88-DAA0-1DC6-23343B8E5241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64A1E9-A25D-1350-46E6-270ACF17761A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D4F5686-43E0-A5E2-B255-A3B79138E3F6}"/>
                </a:ext>
              </a:extLst>
            </p:cNvPr>
            <p:cNvCxnSpPr>
              <a:cxnSpLocks/>
              <a:stCxn id="11" idx="3"/>
              <a:endCxn id="22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A7A4FE1-8FB6-63EE-5BAB-039141D77515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A7A4FE1-8FB6-63EE-5BAB-039141D775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F7078FB-B507-E618-BDFB-984E9CB74FE5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F19FBF6-485F-D7CD-C955-B94619D74356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F19FBF6-485F-D7CD-C955-B94619D74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E989A67-28DB-EBB5-C425-E167E03BEF51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C834513-6044-1433-83F5-565CFED4B4C1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7AF2296-6CE1-19B5-AF6D-EE6E2A15504E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7AF2296-6CE1-19B5-AF6D-EE6E2A1550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86FDA7C-1441-7063-9D37-474305837ED1}"/>
              </a:ext>
            </a:extLst>
          </p:cNvPr>
          <p:cNvGrpSpPr/>
          <p:nvPr/>
        </p:nvGrpSpPr>
        <p:grpSpPr>
          <a:xfrm>
            <a:off x="2712311" y="3740806"/>
            <a:ext cx="1625772" cy="2651454"/>
            <a:chOff x="2712311" y="3740806"/>
            <a:chExt cx="1625772" cy="265145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2ACE0EC-70A8-ED0F-7B22-B75053295BD8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 flipV="1">
              <a:off x="2712311" y="3740806"/>
              <a:ext cx="1438576" cy="9746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4F8F915-DED0-F883-4553-B29CEC45EF4F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536839" cy="16768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2C5DF7E-DA7C-815D-FE08-3C5AE4AC3C67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625772" cy="739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F4F72E6-CC17-6AEC-1013-A80940D01564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D31401C-F66D-A569-1A20-4FCE201C7220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D31401C-F66D-A569-1A20-4FCE201C72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0921CBD-C4C8-2A3B-DAF0-ADD8CD42711A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0921CBD-C4C8-2A3B-DAF0-ADD8CD427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227DE19-E37B-9089-DA3B-3F7AB9F398F1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227DE19-E37B-9089-DA3B-3F7AB9F39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B2152C6-DE4E-0827-1329-8B14834BEA57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B2152C6-DE4E-0827-1329-8B14834BE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8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EB31A2B-AD47-7314-7F4D-0865424F452E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p:pic>
        <p:nvPicPr>
          <p:cNvPr id="37" name="Picture 36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3BEF5E9D-9A41-90BF-D3EB-8C2E01DBA7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8310D62-56D1-FC00-2D28-054AEF17A3AF}"/>
                  </a:ext>
                </a:extLst>
              </p:cNvPr>
              <p:cNvSpPr txBox="1"/>
              <p:nvPr/>
            </p:nvSpPr>
            <p:spPr>
              <a:xfrm>
                <a:off x="4178585" y="3590516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280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8310D62-56D1-FC00-2D28-054AEF17A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585" y="3590516"/>
                <a:ext cx="431208" cy="276999"/>
              </a:xfrm>
              <a:prstGeom prst="rect">
                <a:avLst/>
              </a:prstGeom>
              <a:blipFill>
                <a:blip r:embed="rId10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76F2097-853A-4939-A017-7F6C47EB5A11}"/>
                  </a:ext>
                </a:extLst>
              </p:cNvPr>
              <p:cNvSpPr txBox="1"/>
              <p:nvPr/>
            </p:nvSpPr>
            <p:spPr>
              <a:xfrm>
                <a:off x="4378590" y="5306646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76F2097-853A-4939-A017-7F6C47EB5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590" y="5306646"/>
                <a:ext cx="431208" cy="276999"/>
              </a:xfrm>
              <a:prstGeom prst="rect">
                <a:avLst/>
              </a:prstGeom>
              <a:blipFill>
                <a:blip r:embed="rId11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B851C420-9D73-B65C-9314-3EE578165A36}"/>
              </a:ext>
            </a:extLst>
          </p:cNvPr>
          <p:cNvSpPr txBox="1"/>
          <p:nvPr/>
        </p:nvSpPr>
        <p:spPr>
          <a:xfrm>
            <a:off x="8633724" y="291180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…doesn’t choose the ‘best’ action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945297-B2C2-B2DC-113B-C23D78EB8693}"/>
              </a:ext>
            </a:extLst>
          </p:cNvPr>
          <p:cNvSpPr txBox="1"/>
          <p:nvPr/>
        </p:nvSpPr>
        <p:spPr>
          <a:xfrm>
            <a:off x="8633724" y="3752245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…chooses the ‘average’ of all available actions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3F625C-43A9-EB4F-D475-1CCD1913AC7F}"/>
              </a:ext>
            </a:extLst>
          </p:cNvPr>
          <p:cNvSpPr txBox="1"/>
          <p:nvPr/>
        </p:nvSpPr>
        <p:spPr>
          <a:xfrm>
            <a:off x="8633724" y="211806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…not a rational decision-maker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052F23-75E3-6857-6398-97D3915E3D02}"/>
              </a:ext>
            </a:extLst>
          </p:cNvPr>
          <p:cNvSpPr txBox="1"/>
          <p:nvPr/>
        </p:nvSpPr>
        <p:spPr>
          <a:xfrm>
            <a:off x="8629917" y="1561749"/>
            <a:ext cx="261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Decision-maker = Nature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557F01F-9F52-E373-23BB-973FD360CE6F}"/>
                  </a:ext>
                </a:extLst>
              </p:cNvPr>
              <p:cNvSpPr txBox="1"/>
              <p:nvPr/>
            </p:nvSpPr>
            <p:spPr>
              <a:xfrm>
                <a:off x="8629917" y="4793732"/>
                <a:ext cx="3340338" cy="276999"/>
              </a:xfrm>
              <a:custGeom>
                <a:avLst/>
                <a:gdLst>
                  <a:gd name="csX0" fmla="*/ 0 w 3340338"/>
                  <a:gd name="csY0" fmla="*/ 0 h 276999"/>
                  <a:gd name="csX1" fmla="*/ 523320 w 3340338"/>
                  <a:gd name="csY1" fmla="*/ 0 h 276999"/>
                  <a:gd name="csX2" fmla="*/ 979832 w 3340338"/>
                  <a:gd name="csY2" fmla="*/ 0 h 276999"/>
                  <a:gd name="csX3" fmla="*/ 1603362 w 3340338"/>
                  <a:gd name="csY3" fmla="*/ 0 h 276999"/>
                  <a:gd name="csX4" fmla="*/ 2126682 w 3340338"/>
                  <a:gd name="csY4" fmla="*/ 0 h 276999"/>
                  <a:gd name="csX5" fmla="*/ 2650001 w 3340338"/>
                  <a:gd name="csY5" fmla="*/ 0 h 276999"/>
                  <a:gd name="csX6" fmla="*/ 3340338 w 3340338"/>
                  <a:gd name="csY6" fmla="*/ 0 h 276999"/>
                  <a:gd name="csX7" fmla="*/ 3340338 w 3340338"/>
                  <a:gd name="csY7" fmla="*/ 276999 h 276999"/>
                  <a:gd name="csX8" fmla="*/ 2783615 w 3340338"/>
                  <a:gd name="csY8" fmla="*/ 276999 h 276999"/>
                  <a:gd name="csX9" fmla="*/ 2327102 w 3340338"/>
                  <a:gd name="csY9" fmla="*/ 276999 h 276999"/>
                  <a:gd name="csX10" fmla="*/ 1770379 w 3340338"/>
                  <a:gd name="csY10" fmla="*/ 276999 h 276999"/>
                  <a:gd name="csX11" fmla="*/ 1213656 w 3340338"/>
                  <a:gd name="csY11" fmla="*/ 276999 h 276999"/>
                  <a:gd name="csX12" fmla="*/ 690337 w 3340338"/>
                  <a:gd name="csY12" fmla="*/ 276999 h 276999"/>
                  <a:gd name="csX13" fmla="*/ 0 w 3340338"/>
                  <a:gd name="csY13" fmla="*/ 276999 h 276999"/>
                  <a:gd name="csX14" fmla="*/ 0 w 3340338"/>
                  <a:gd name="csY14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340338" h="276999" extrusionOk="0">
                    <a:moveTo>
                      <a:pt x="0" y="0"/>
                    </a:moveTo>
                    <a:cubicBezTo>
                      <a:pt x="198150" y="-33133"/>
                      <a:pt x="282596" y="13854"/>
                      <a:pt x="523320" y="0"/>
                    </a:cubicBezTo>
                    <a:cubicBezTo>
                      <a:pt x="764044" y="-13854"/>
                      <a:pt x="849162" y="19220"/>
                      <a:pt x="979832" y="0"/>
                    </a:cubicBezTo>
                    <a:cubicBezTo>
                      <a:pt x="1110502" y="-19220"/>
                      <a:pt x="1295017" y="64042"/>
                      <a:pt x="1603362" y="0"/>
                    </a:cubicBezTo>
                    <a:cubicBezTo>
                      <a:pt x="1911707" y="-64042"/>
                      <a:pt x="1967455" y="14085"/>
                      <a:pt x="2126682" y="0"/>
                    </a:cubicBezTo>
                    <a:cubicBezTo>
                      <a:pt x="2285909" y="-14085"/>
                      <a:pt x="2502328" y="3980"/>
                      <a:pt x="2650001" y="0"/>
                    </a:cubicBezTo>
                    <a:cubicBezTo>
                      <a:pt x="2797674" y="-3980"/>
                      <a:pt x="3101087" y="56882"/>
                      <a:pt x="3340338" y="0"/>
                    </a:cubicBezTo>
                    <a:cubicBezTo>
                      <a:pt x="3373097" y="79974"/>
                      <a:pt x="3329337" y="146797"/>
                      <a:pt x="3340338" y="276999"/>
                    </a:cubicBezTo>
                    <a:cubicBezTo>
                      <a:pt x="3090883" y="290172"/>
                      <a:pt x="2974993" y="236635"/>
                      <a:pt x="2783615" y="276999"/>
                    </a:cubicBezTo>
                    <a:cubicBezTo>
                      <a:pt x="2592237" y="317363"/>
                      <a:pt x="2538763" y="251629"/>
                      <a:pt x="2327102" y="276999"/>
                    </a:cubicBezTo>
                    <a:cubicBezTo>
                      <a:pt x="2115441" y="302369"/>
                      <a:pt x="1952566" y="230982"/>
                      <a:pt x="1770379" y="276999"/>
                    </a:cubicBezTo>
                    <a:cubicBezTo>
                      <a:pt x="1588192" y="323016"/>
                      <a:pt x="1329458" y="235831"/>
                      <a:pt x="1213656" y="276999"/>
                    </a:cubicBezTo>
                    <a:cubicBezTo>
                      <a:pt x="1097854" y="318167"/>
                      <a:pt x="837350" y="251685"/>
                      <a:pt x="690337" y="276999"/>
                    </a:cubicBezTo>
                    <a:cubicBezTo>
                      <a:pt x="543324" y="302313"/>
                      <a:pt x="277017" y="246427"/>
                      <a:pt x="0" y="276999"/>
                    </a:cubicBezTo>
                    <a:cubicBezTo>
                      <a:pt x="-19106" y="157427"/>
                      <a:pt x="31560" y="84963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557F01F-9F52-E373-23BB-973FD360C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4793732"/>
                <a:ext cx="3340338" cy="276999"/>
              </a:xfrm>
              <a:prstGeom prst="rect">
                <a:avLst/>
              </a:prstGeom>
              <a:blipFill>
                <a:blip r:embed="rId12"/>
                <a:stretch>
                  <a:fillRect b="-12500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340338"/>
                          <a:gd name="csY0" fmla="*/ 0 h 276999"/>
                          <a:gd name="csX1" fmla="*/ 523320 w 3340338"/>
                          <a:gd name="csY1" fmla="*/ 0 h 276999"/>
                          <a:gd name="csX2" fmla="*/ 979832 w 3340338"/>
                          <a:gd name="csY2" fmla="*/ 0 h 276999"/>
                          <a:gd name="csX3" fmla="*/ 1603362 w 3340338"/>
                          <a:gd name="csY3" fmla="*/ 0 h 276999"/>
                          <a:gd name="csX4" fmla="*/ 2126682 w 3340338"/>
                          <a:gd name="csY4" fmla="*/ 0 h 276999"/>
                          <a:gd name="csX5" fmla="*/ 2650001 w 3340338"/>
                          <a:gd name="csY5" fmla="*/ 0 h 276999"/>
                          <a:gd name="csX6" fmla="*/ 3340338 w 3340338"/>
                          <a:gd name="csY6" fmla="*/ 0 h 276999"/>
                          <a:gd name="csX7" fmla="*/ 3340338 w 3340338"/>
                          <a:gd name="csY7" fmla="*/ 276999 h 276999"/>
                          <a:gd name="csX8" fmla="*/ 2783615 w 3340338"/>
                          <a:gd name="csY8" fmla="*/ 276999 h 276999"/>
                          <a:gd name="csX9" fmla="*/ 2327102 w 3340338"/>
                          <a:gd name="csY9" fmla="*/ 276999 h 276999"/>
                          <a:gd name="csX10" fmla="*/ 1770379 w 3340338"/>
                          <a:gd name="csY10" fmla="*/ 276999 h 276999"/>
                          <a:gd name="csX11" fmla="*/ 1213656 w 3340338"/>
                          <a:gd name="csY11" fmla="*/ 276999 h 276999"/>
                          <a:gd name="csX12" fmla="*/ 690337 w 3340338"/>
                          <a:gd name="csY12" fmla="*/ 276999 h 276999"/>
                          <a:gd name="csX13" fmla="*/ 0 w 3340338"/>
                          <a:gd name="csY13" fmla="*/ 276999 h 276999"/>
                          <a:gd name="csX14" fmla="*/ 0 w 3340338"/>
                          <a:gd name="csY14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3340338" h="276999" extrusionOk="0">
                            <a:moveTo>
                              <a:pt x="0" y="0"/>
                            </a:moveTo>
                            <a:cubicBezTo>
                              <a:pt x="198150" y="-33133"/>
                              <a:pt x="282596" y="13854"/>
                              <a:pt x="523320" y="0"/>
                            </a:cubicBezTo>
                            <a:cubicBezTo>
                              <a:pt x="764044" y="-13854"/>
                              <a:pt x="849162" y="19220"/>
                              <a:pt x="979832" y="0"/>
                            </a:cubicBezTo>
                            <a:cubicBezTo>
                              <a:pt x="1110502" y="-19220"/>
                              <a:pt x="1295017" y="64042"/>
                              <a:pt x="1603362" y="0"/>
                            </a:cubicBezTo>
                            <a:cubicBezTo>
                              <a:pt x="1911707" y="-64042"/>
                              <a:pt x="1967455" y="14085"/>
                              <a:pt x="2126682" y="0"/>
                            </a:cubicBezTo>
                            <a:cubicBezTo>
                              <a:pt x="2285909" y="-14085"/>
                              <a:pt x="2502328" y="3980"/>
                              <a:pt x="2650001" y="0"/>
                            </a:cubicBezTo>
                            <a:cubicBezTo>
                              <a:pt x="2797674" y="-3980"/>
                              <a:pt x="3101087" y="56882"/>
                              <a:pt x="3340338" y="0"/>
                            </a:cubicBezTo>
                            <a:cubicBezTo>
                              <a:pt x="3373097" y="79974"/>
                              <a:pt x="3329337" y="146797"/>
                              <a:pt x="3340338" y="276999"/>
                            </a:cubicBezTo>
                            <a:cubicBezTo>
                              <a:pt x="3090883" y="290172"/>
                              <a:pt x="2974993" y="236635"/>
                              <a:pt x="2783615" y="276999"/>
                            </a:cubicBezTo>
                            <a:cubicBezTo>
                              <a:pt x="2592237" y="317363"/>
                              <a:pt x="2538763" y="251629"/>
                              <a:pt x="2327102" y="276999"/>
                            </a:cubicBezTo>
                            <a:cubicBezTo>
                              <a:pt x="2115441" y="302369"/>
                              <a:pt x="1952566" y="230982"/>
                              <a:pt x="1770379" y="276999"/>
                            </a:cubicBezTo>
                            <a:cubicBezTo>
                              <a:pt x="1588192" y="323016"/>
                              <a:pt x="1329458" y="235831"/>
                              <a:pt x="1213656" y="276999"/>
                            </a:cubicBezTo>
                            <a:cubicBezTo>
                              <a:pt x="1097854" y="318167"/>
                              <a:pt x="837350" y="251685"/>
                              <a:pt x="690337" y="276999"/>
                            </a:cubicBezTo>
                            <a:cubicBezTo>
                              <a:pt x="543324" y="302313"/>
                              <a:pt x="277017" y="246427"/>
                              <a:pt x="0" y="276999"/>
                            </a:cubicBezTo>
                            <a:cubicBezTo>
                              <a:pt x="-19106" y="157427"/>
                              <a:pt x="31560" y="849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5204BB4-415D-E4F3-EDF6-8ED4CE5EB13A}"/>
                  </a:ext>
                </a:extLst>
              </p:cNvPr>
              <p:cNvSpPr txBox="1"/>
              <p:nvPr/>
            </p:nvSpPr>
            <p:spPr>
              <a:xfrm>
                <a:off x="8629917" y="5350047"/>
                <a:ext cx="3291735" cy="276999"/>
              </a:xfrm>
              <a:custGeom>
                <a:avLst/>
                <a:gdLst>
                  <a:gd name="csX0" fmla="*/ 0 w 3291735"/>
                  <a:gd name="csY0" fmla="*/ 0 h 276999"/>
                  <a:gd name="csX1" fmla="*/ 515705 w 3291735"/>
                  <a:gd name="csY1" fmla="*/ 0 h 276999"/>
                  <a:gd name="csX2" fmla="*/ 965576 w 3291735"/>
                  <a:gd name="csY2" fmla="*/ 0 h 276999"/>
                  <a:gd name="csX3" fmla="*/ 1580033 w 3291735"/>
                  <a:gd name="csY3" fmla="*/ 0 h 276999"/>
                  <a:gd name="csX4" fmla="*/ 2095738 w 3291735"/>
                  <a:gd name="csY4" fmla="*/ 0 h 276999"/>
                  <a:gd name="csX5" fmla="*/ 2611443 w 3291735"/>
                  <a:gd name="csY5" fmla="*/ 0 h 276999"/>
                  <a:gd name="csX6" fmla="*/ 3291735 w 3291735"/>
                  <a:gd name="csY6" fmla="*/ 0 h 276999"/>
                  <a:gd name="csX7" fmla="*/ 3291735 w 3291735"/>
                  <a:gd name="csY7" fmla="*/ 276999 h 276999"/>
                  <a:gd name="csX8" fmla="*/ 2743113 w 3291735"/>
                  <a:gd name="csY8" fmla="*/ 276999 h 276999"/>
                  <a:gd name="csX9" fmla="*/ 2293242 w 3291735"/>
                  <a:gd name="csY9" fmla="*/ 276999 h 276999"/>
                  <a:gd name="csX10" fmla="*/ 1744620 w 3291735"/>
                  <a:gd name="csY10" fmla="*/ 276999 h 276999"/>
                  <a:gd name="csX11" fmla="*/ 1195997 w 3291735"/>
                  <a:gd name="csY11" fmla="*/ 276999 h 276999"/>
                  <a:gd name="csX12" fmla="*/ 680292 w 3291735"/>
                  <a:gd name="csY12" fmla="*/ 276999 h 276999"/>
                  <a:gd name="csX13" fmla="*/ 0 w 3291735"/>
                  <a:gd name="csY13" fmla="*/ 276999 h 276999"/>
                  <a:gd name="csX14" fmla="*/ 0 w 3291735"/>
                  <a:gd name="csY14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291735" h="276999" extrusionOk="0">
                    <a:moveTo>
                      <a:pt x="0" y="0"/>
                    </a:moveTo>
                    <a:cubicBezTo>
                      <a:pt x="250186" y="-48984"/>
                      <a:pt x="311115" y="18555"/>
                      <a:pt x="515705" y="0"/>
                    </a:cubicBezTo>
                    <a:cubicBezTo>
                      <a:pt x="720296" y="-18555"/>
                      <a:pt x="838277" y="24353"/>
                      <a:pt x="965576" y="0"/>
                    </a:cubicBezTo>
                    <a:cubicBezTo>
                      <a:pt x="1092875" y="-24353"/>
                      <a:pt x="1428960" y="60918"/>
                      <a:pt x="1580033" y="0"/>
                    </a:cubicBezTo>
                    <a:cubicBezTo>
                      <a:pt x="1731106" y="-60918"/>
                      <a:pt x="1943599" y="45662"/>
                      <a:pt x="2095738" y="0"/>
                    </a:cubicBezTo>
                    <a:cubicBezTo>
                      <a:pt x="2247877" y="-45662"/>
                      <a:pt x="2473898" y="8998"/>
                      <a:pt x="2611443" y="0"/>
                    </a:cubicBezTo>
                    <a:cubicBezTo>
                      <a:pt x="2748988" y="-8998"/>
                      <a:pt x="3066408" y="41022"/>
                      <a:pt x="3291735" y="0"/>
                    </a:cubicBezTo>
                    <a:cubicBezTo>
                      <a:pt x="3324494" y="79974"/>
                      <a:pt x="3280734" y="146797"/>
                      <a:pt x="3291735" y="276999"/>
                    </a:cubicBezTo>
                    <a:cubicBezTo>
                      <a:pt x="3141318" y="305065"/>
                      <a:pt x="2966386" y="215647"/>
                      <a:pt x="2743113" y="276999"/>
                    </a:cubicBezTo>
                    <a:cubicBezTo>
                      <a:pt x="2519840" y="338351"/>
                      <a:pt x="2491267" y="273773"/>
                      <a:pt x="2293242" y="276999"/>
                    </a:cubicBezTo>
                    <a:cubicBezTo>
                      <a:pt x="2095217" y="280225"/>
                      <a:pt x="2001515" y="228725"/>
                      <a:pt x="1744620" y="276999"/>
                    </a:cubicBezTo>
                    <a:cubicBezTo>
                      <a:pt x="1487725" y="325273"/>
                      <a:pt x="1338324" y="271583"/>
                      <a:pt x="1195997" y="276999"/>
                    </a:cubicBezTo>
                    <a:cubicBezTo>
                      <a:pt x="1053670" y="282415"/>
                      <a:pt x="811757" y="240418"/>
                      <a:pt x="680292" y="276999"/>
                    </a:cubicBezTo>
                    <a:cubicBezTo>
                      <a:pt x="548828" y="313580"/>
                      <a:pt x="179102" y="232207"/>
                      <a:pt x="0" y="276999"/>
                    </a:cubicBezTo>
                    <a:cubicBezTo>
                      <a:pt x="-19106" y="157427"/>
                      <a:pt x="31560" y="84963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135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−20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5204BB4-415D-E4F3-EDF6-8ED4CE5EB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350047"/>
                <a:ext cx="329173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291735"/>
                          <a:gd name="csY0" fmla="*/ 0 h 276999"/>
                          <a:gd name="csX1" fmla="*/ 515705 w 3291735"/>
                          <a:gd name="csY1" fmla="*/ 0 h 276999"/>
                          <a:gd name="csX2" fmla="*/ 965576 w 3291735"/>
                          <a:gd name="csY2" fmla="*/ 0 h 276999"/>
                          <a:gd name="csX3" fmla="*/ 1580033 w 3291735"/>
                          <a:gd name="csY3" fmla="*/ 0 h 276999"/>
                          <a:gd name="csX4" fmla="*/ 2095738 w 3291735"/>
                          <a:gd name="csY4" fmla="*/ 0 h 276999"/>
                          <a:gd name="csX5" fmla="*/ 2611443 w 3291735"/>
                          <a:gd name="csY5" fmla="*/ 0 h 276999"/>
                          <a:gd name="csX6" fmla="*/ 3291735 w 3291735"/>
                          <a:gd name="csY6" fmla="*/ 0 h 276999"/>
                          <a:gd name="csX7" fmla="*/ 3291735 w 3291735"/>
                          <a:gd name="csY7" fmla="*/ 276999 h 276999"/>
                          <a:gd name="csX8" fmla="*/ 2743113 w 3291735"/>
                          <a:gd name="csY8" fmla="*/ 276999 h 276999"/>
                          <a:gd name="csX9" fmla="*/ 2293242 w 3291735"/>
                          <a:gd name="csY9" fmla="*/ 276999 h 276999"/>
                          <a:gd name="csX10" fmla="*/ 1744620 w 3291735"/>
                          <a:gd name="csY10" fmla="*/ 276999 h 276999"/>
                          <a:gd name="csX11" fmla="*/ 1195997 w 3291735"/>
                          <a:gd name="csY11" fmla="*/ 276999 h 276999"/>
                          <a:gd name="csX12" fmla="*/ 680292 w 3291735"/>
                          <a:gd name="csY12" fmla="*/ 276999 h 276999"/>
                          <a:gd name="csX13" fmla="*/ 0 w 3291735"/>
                          <a:gd name="csY13" fmla="*/ 276999 h 276999"/>
                          <a:gd name="csX14" fmla="*/ 0 w 3291735"/>
                          <a:gd name="csY14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3291735" h="276999" extrusionOk="0">
                            <a:moveTo>
                              <a:pt x="0" y="0"/>
                            </a:moveTo>
                            <a:cubicBezTo>
                              <a:pt x="250186" y="-48984"/>
                              <a:pt x="311115" y="18555"/>
                              <a:pt x="515705" y="0"/>
                            </a:cubicBezTo>
                            <a:cubicBezTo>
                              <a:pt x="720296" y="-18555"/>
                              <a:pt x="838277" y="24353"/>
                              <a:pt x="965576" y="0"/>
                            </a:cubicBezTo>
                            <a:cubicBezTo>
                              <a:pt x="1092875" y="-24353"/>
                              <a:pt x="1428960" y="60918"/>
                              <a:pt x="1580033" y="0"/>
                            </a:cubicBezTo>
                            <a:cubicBezTo>
                              <a:pt x="1731106" y="-60918"/>
                              <a:pt x="1943599" y="45662"/>
                              <a:pt x="2095738" y="0"/>
                            </a:cubicBezTo>
                            <a:cubicBezTo>
                              <a:pt x="2247877" y="-45662"/>
                              <a:pt x="2473898" y="8998"/>
                              <a:pt x="2611443" y="0"/>
                            </a:cubicBezTo>
                            <a:cubicBezTo>
                              <a:pt x="2748988" y="-8998"/>
                              <a:pt x="3066408" y="41022"/>
                              <a:pt x="3291735" y="0"/>
                            </a:cubicBezTo>
                            <a:cubicBezTo>
                              <a:pt x="3324494" y="79974"/>
                              <a:pt x="3280734" y="146797"/>
                              <a:pt x="3291735" y="276999"/>
                            </a:cubicBezTo>
                            <a:cubicBezTo>
                              <a:pt x="3141318" y="305065"/>
                              <a:pt x="2966386" y="215647"/>
                              <a:pt x="2743113" y="276999"/>
                            </a:cubicBezTo>
                            <a:cubicBezTo>
                              <a:pt x="2519840" y="338351"/>
                              <a:pt x="2491267" y="273773"/>
                              <a:pt x="2293242" y="276999"/>
                            </a:cubicBezTo>
                            <a:cubicBezTo>
                              <a:pt x="2095217" y="280225"/>
                              <a:pt x="2001515" y="228725"/>
                              <a:pt x="1744620" y="276999"/>
                            </a:cubicBezTo>
                            <a:cubicBezTo>
                              <a:pt x="1487725" y="325273"/>
                              <a:pt x="1338324" y="271583"/>
                              <a:pt x="1195997" y="276999"/>
                            </a:cubicBezTo>
                            <a:cubicBezTo>
                              <a:pt x="1053670" y="282415"/>
                              <a:pt x="811757" y="240418"/>
                              <a:pt x="680292" y="276999"/>
                            </a:cubicBezTo>
                            <a:cubicBezTo>
                              <a:pt x="548828" y="313580"/>
                              <a:pt x="179102" y="232207"/>
                              <a:pt x="0" y="276999"/>
                            </a:cubicBezTo>
                            <a:cubicBezTo>
                              <a:pt x="-19106" y="157427"/>
                              <a:pt x="31560" y="8496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7B7545B-7DAA-22B8-1749-601DD8533574}"/>
                  </a:ext>
                </a:extLst>
              </p:cNvPr>
              <p:cNvSpPr txBox="1"/>
              <p:nvPr/>
            </p:nvSpPr>
            <p:spPr>
              <a:xfrm>
                <a:off x="8629917" y="5920502"/>
                <a:ext cx="1298369" cy="276999"/>
              </a:xfrm>
              <a:custGeom>
                <a:avLst/>
                <a:gdLst>
                  <a:gd name="csX0" fmla="*/ 0 w 1298369"/>
                  <a:gd name="csY0" fmla="*/ 0 h 276999"/>
                  <a:gd name="csX1" fmla="*/ 458757 w 1298369"/>
                  <a:gd name="csY1" fmla="*/ 0 h 276999"/>
                  <a:gd name="csX2" fmla="*/ 904530 w 1298369"/>
                  <a:gd name="csY2" fmla="*/ 0 h 276999"/>
                  <a:gd name="csX3" fmla="*/ 1298369 w 1298369"/>
                  <a:gd name="csY3" fmla="*/ 0 h 276999"/>
                  <a:gd name="csX4" fmla="*/ 1298369 w 1298369"/>
                  <a:gd name="csY4" fmla="*/ 276999 h 276999"/>
                  <a:gd name="csX5" fmla="*/ 891547 w 1298369"/>
                  <a:gd name="csY5" fmla="*/ 276999 h 276999"/>
                  <a:gd name="csX6" fmla="*/ 458757 w 1298369"/>
                  <a:gd name="csY6" fmla="*/ 276999 h 276999"/>
                  <a:gd name="csX7" fmla="*/ 0 w 1298369"/>
                  <a:gd name="csY7" fmla="*/ 276999 h 276999"/>
                  <a:gd name="csX8" fmla="*/ 0 w 1298369"/>
                  <a:gd name="csY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98369" h="276999" fill="none" extrusionOk="0">
                    <a:moveTo>
                      <a:pt x="0" y="0"/>
                    </a:moveTo>
                    <a:cubicBezTo>
                      <a:pt x="181580" y="-19732"/>
                      <a:pt x="343067" y="16521"/>
                      <a:pt x="458757" y="0"/>
                    </a:cubicBezTo>
                    <a:cubicBezTo>
                      <a:pt x="574447" y="-16521"/>
                      <a:pt x="681852" y="33147"/>
                      <a:pt x="904530" y="0"/>
                    </a:cubicBezTo>
                    <a:cubicBezTo>
                      <a:pt x="1127208" y="-33147"/>
                      <a:pt x="1129846" y="228"/>
                      <a:pt x="1298369" y="0"/>
                    </a:cubicBezTo>
                    <a:cubicBezTo>
                      <a:pt x="1324567" y="80700"/>
                      <a:pt x="1284235" y="202672"/>
                      <a:pt x="1298369" y="276999"/>
                    </a:cubicBezTo>
                    <a:cubicBezTo>
                      <a:pt x="1116212" y="278090"/>
                      <a:pt x="999777" y="269885"/>
                      <a:pt x="891547" y="276999"/>
                    </a:cubicBezTo>
                    <a:cubicBezTo>
                      <a:pt x="783317" y="284113"/>
                      <a:pt x="572425" y="235479"/>
                      <a:pt x="458757" y="276999"/>
                    </a:cubicBezTo>
                    <a:cubicBezTo>
                      <a:pt x="345089" y="318519"/>
                      <a:pt x="143375" y="229936"/>
                      <a:pt x="0" y="276999"/>
                    </a:cubicBezTo>
                    <a:cubicBezTo>
                      <a:pt x="-11858" y="214994"/>
                      <a:pt x="27486" y="89139"/>
                      <a:pt x="0" y="0"/>
                    </a:cubicBezTo>
                    <a:close/>
                  </a:path>
                  <a:path w="1298369" h="276999" stroke="0" extrusionOk="0">
                    <a:moveTo>
                      <a:pt x="0" y="0"/>
                    </a:moveTo>
                    <a:cubicBezTo>
                      <a:pt x="117287" y="-40182"/>
                      <a:pt x="316878" y="30704"/>
                      <a:pt x="419806" y="0"/>
                    </a:cubicBezTo>
                    <a:cubicBezTo>
                      <a:pt x="522734" y="-30704"/>
                      <a:pt x="723626" y="5836"/>
                      <a:pt x="813645" y="0"/>
                    </a:cubicBezTo>
                    <a:cubicBezTo>
                      <a:pt x="903664" y="-5836"/>
                      <a:pt x="1099434" y="50470"/>
                      <a:pt x="1298369" y="0"/>
                    </a:cubicBezTo>
                    <a:cubicBezTo>
                      <a:pt x="1311797" y="90708"/>
                      <a:pt x="1282642" y="144548"/>
                      <a:pt x="1298369" y="276999"/>
                    </a:cubicBezTo>
                    <a:cubicBezTo>
                      <a:pt x="1194224" y="317076"/>
                      <a:pt x="973501" y="244188"/>
                      <a:pt x="891547" y="276999"/>
                    </a:cubicBezTo>
                    <a:cubicBezTo>
                      <a:pt x="809593" y="309810"/>
                      <a:pt x="659010" y="262191"/>
                      <a:pt x="432790" y="276999"/>
                    </a:cubicBezTo>
                    <a:cubicBezTo>
                      <a:pt x="206570" y="291807"/>
                      <a:pt x="201670" y="275734"/>
                      <a:pt x="0" y="276999"/>
                    </a:cubicBezTo>
                    <a:cubicBezTo>
                      <a:pt x="-11636" y="182021"/>
                      <a:pt x="27200" y="119714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=88.5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7B7545B-7DAA-22B8-1749-601DD8533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917" y="5920502"/>
                <a:ext cx="1298369" cy="276999"/>
              </a:xfrm>
              <a:prstGeom prst="rect">
                <a:avLst/>
              </a:prstGeom>
              <a:blipFill>
                <a:blip r:embed="rId14"/>
                <a:stretch>
                  <a:fillRect r="-1376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298369"/>
                          <a:gd name="csY0" fmla="*/ 0 h 276999"/>
                          <a:gd name="csX1" fmla="*/ 458757 w 1298369"/>
                          <a:gd name="csY1" fmla="*/ 0 h 276999"/>
                          <a:gd name="csX2" fmla="*/ 904530 w 1298369"/>
                          <a:gd name="csY2" fmla="*/ 0 h 276999"/>
                          <a:gd name="csX3" fmla="*/ 1298369 w 1298369"/>
                          <a:gd name="csY3" fmla="*/ 0 h 276999"/>
                          <a:gd name="csX4" fmla="*/ 1298369 w 1298369"/>
                          <a:gd name="csY4" fmla="*/ 276999 h 276999"/>
                          <a:gd name="csX5" fmla="*/ 891547 w 1298369"/>
                          <a:gd name="csY5" fmla="*/ 276999 h 276999"/>
                          <a:gd name="csX6" fmla="*/ 458757 w 1298369"/>
                          <a:gd name="csY6" fmla="*/ 276999 h 276999"/>
                          <a:gd name="csX7" fmla="*/ 0 w 1298369"/>
                          <a:gd name="csY7" fmla="*/ 276999 h 276999"/>
                          <a:gd name="csX8" fmla="*/ 0 w 1298369"/>
                          <a:gd name="csY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</a:cxnLst>
                        <a:rect l="l" t="t" r="r" b="b"/>
                        <a:pathLst>
                          <a:path w="1298369" h="276999" fill="none" extrusionOk="0">
                            <a:moveTo>
                              <a:pt x="0" y="0"/>
                            </a:moveTo>
                            <a:cubicBezTo>
                              <a:pt x="181580" y="-19732"/>
                              <a:pt x="343067" y="16521"/>
                              <a:pt x="458757" y="0"/>
                            </a:cubicBezTo>
                            <a:cubicBezTo>
                              <a:pt x="574447" y="-16521"/>
                              <a:pt x="681852" y="33147"/>
                              <a:pt x="904530" y="0"/>
                            </a:cubicBezTo>
                            <a:cubicBezTo>
                              <a:pt x="1127208" y="-33147"/>
                              <a:pt x="1129846" y="228"/>
                              <a:pt x="1298369" y="0"/>
                            </a:cubicBezTo>
                            <a:cubicBezTo>
                              <a:pt x="1324567" y="80700"/>
                              <a:pt x="1284235" y="202672"/>
                              <a:pt x="1298369" y="276999"/>
                            </a:cubicBezTo>
                            <a:cubicBezTo>
                              <a:pt x="1116212" y="278090"/>
                              <a:pt x="999777" y="269885"/>
                              <a:pt x="891547" y="276999"/>
                            </a:cubicBezTo>
                            <a:cubicBezTo>
                              <a:pt x="783317" y="284113"/>
                              <a:pt x="572425" y="235479"/>
                              <a:pt x="458757" y="276999"/>
                            </a:cubicBezTo>
                            <a:cubicBezTo>
                              <a:pt x="345089" y="318519"/>
                              <a:pt x="143375" y="229936"/>
                              <a:pt x="0" y="276999"/>
                            </a:cubicBezTo>
                            <a:cubicBezTo>
                              <a:pt x="-11858" y="214994"/>
                              <a:pt x="27486" y="89139"/>
                              <a:pt x="0" y="0"/>
                            </a:cubicBezTo>
                            <a:close/>
                          </a:path>
                          <a:path w="1298369" h="276999" stroke="0" extrusionOk="0">
                            <a:moveTo>
                              <a:pt x="0" y="0"/>
                            </a:moveTo>
                            <a:cubicBezTo>
                              <a:pt x="117287" y="-40182"/>
                              <a:pt x="316878" y="30704"/>
                              <a:pt x="419806" y="0"/>
                            </a:cubicBezTo>
                            <a:cubicBezTo>
                              <a:pt x="522734" y="-30704"/>
                              <a:pt x="723626" y="5836"/>
                              <a:pt x="813645" y="0"/>
                            </a:cubicBezTo>
                            <a:cubicBezTo>
                              <a:pt x="903664" y="-5836"/>
                              <a:pt x="1099434" y="50470"/>
                              <a:pt x="1298369" y="0"/>
                            </a:cubicBezTo>
                            <a:cubicBezTo>
                              <a:pt x="1311797" y="90708"/>
                              <a:pt x="1282642" y="144548"/>
                              <a:pt x="1298369" y="276999"/>
                            </a:cubicBezTo>
                            <a:cubicBezTo>
                              <a:pt x="1194224" y="317076"/>
                              <a:pt x="973501" y="244188"/>
                              <a:pt x="891547" y="276999"/>
                            </a:cubicBezTo>
                            <a:cubicBezTo>
                              <a:pt x="809593" y="309810"/>
                              <a:pt x="659010" y="262191"/>
                              <a:pt x="432790" y="276999"/>
                            </a:cubicBezTo>
                            <a:cubicBezTo>
                              <a:pt x="206570" y="291807"/>
                              <a:pt x="201670" y="275734"/>
                              <a:pt x="0" y="276999"/>
                            </a:cubicBezTo>
                            <a:cubicBezTo>
                              <a:pt x="-11636" y="182021"/>
                              <a:pt x="27200" y="1197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611463E-57C1-859C-C603-D9ABB2CDD0B1}"/>
              </a:ext>
            </a:extLst>
          </p:cNvPr>
          <p:cNvGrpSpPr/>
          <p:nvPr/>
        </p:nvGrpSpPr>
        <p:grpSpPr>
          <a:xfrm>
            <a:off x="2399560" y="1054492"/>
            <a:ext cx="2362044" cy="1426865"/>
            <a:chOff x="2399560" y="1054492"/>
            <a:chExt cx="2362044" cy="142686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10F225D-4D91-9467-0BBA-A4D3A5DDCE46}"/>
                </a:ext>
              </a:extLst>
            </p:cNvPr>
            <p:cNvGrpSpPr/>
            <p:nvPr/>
          </p:nvGrpSpPr>
          <p:grpSpPr>
            <a:xfrm>
              <a:off x="2421259" y="1054492"/>
              <a:ext cx="2340345" cy="1426865"/>
              <a:chOff x="2421259" y="1054492"/>
              <a:chExt cx="2340345" cy="1426865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28DF095B-BD6D-E7C2-A18A-7E0DB73DDB6F}"/>
                  </a:ext>
                </a:extLst>
              </p:cNvPr>
              <p:cNvGrpSpPr/>
              <p:nvPr/>
            </p:nvGrpSpPr>
            <p:grpSpPr>
              <a:xfrm>
                <a:off x="3157891" y="1276634"/>
                <a:ext cx="501197" cy="792947"/>
                <a:chOff x="3157891" y="1276634"/>
                <a:chExt cx="501197" cy="79294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F42CDD36-D9E4-86A5-4C54-0DFDBA33F8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57891" y="1276634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0.7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F42CDD36-D9E4-86A5-4C54-0DFDBA33F84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57891" y="1276634"/>
                      <a:ext cx="351058" cy="27699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15517" r="-17241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7DA0D19E-8731-B343-6089-235EE90106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8030" y="1792582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0.3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7DA0D19E-8731-B343-6089-235EE90106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8030" y="1792582"/>
                      <a:ext cx="351058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17544" r="-17544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9ADC8B41-6CC8-2AB7-72C4-B0A9C362B59C}"/>
                  </a:ext>
                </a:extLst>
              </p:cNvPr>
              <p:cNvGrpSpPr/>
              <p:nvPr/>
            </p:nvGrpSpPr>
            <p:grpSpPr>
              <a:xfrm>
                <a:off x="2421259" y="1054492"/>
                <a:ext cx="2340345" cy="1426865"/>
                <a:chOff x="2421259" y="1054492"/>
                <a:chExt cx="2340345" cy="142686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87B85E3E-DAFD-684F-4304-FC22AE6AFB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85512" y="2204358"/>
                      <a:ext cx="476092" cy="276999"/>
                    </a:xfrm>
                    <a:prstGeom prst="rect">
                      <a:avLst/>
                    </a:prstGeom>
                    <a:solidFill>
                      <a:schemeClr val="tx2">
                        <a:lumMod val="10000"/>
                        <a:lumOff val="90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−20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87B85E3E-DAFD-684F-4304-FC22AE6AFB9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85512" y="2204358"/>
                      <a:ext cx="476092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564" r="-12821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94CC8EAC-D015-F3DA-86B7-3E1C7C33E848}"/>
                    </a:ext>
                  </a:extLst>
                </p:cNvPr>
                <p:cNvGrpSpPr/>
                <p:nvPr/>
              </p:nvGrpSpPr>
              <p:grpSpPr>
                <a:xfrm>
                  <a:off x="2754172" y="1185116"/>
                  <a:ext cx="1531340" cy="1157742"/>
                  <a:chOff x="2754172" y="1185116"/>
                  <a:chExt cx="1531340" cy="1157742"/>
                </a:xfrm>
              </p:grpSpPr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77F5BA09-E24D-90A5-1FA9-0D36403CFF99}"/>
                      </a:ext>
                    </a:extLst>
                  </p:cNvPr>
                  <p:cNvCxnSpPr>
                    <a:cxnSpLocks/>
                    <a:stCxn id="22" idx="6"/>
                  </p:cNvCxnSpPr>
                  <p:nvPr/>
                </p:nvCxnSpPr>
                <p:spPr>
                  <a:xfrm flipV="1">
                    <a:off x="2754172" y="1185116"/>
                    <a:ext cx="1443342" cy="78743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Arrow Connector 28">
                    <a:extLst>
                      <a:ext uri="{FF2B5EF4-FFF2-40B4-BE49-F238E27FC236}">
                        <a16:creationId xmlns:a16="http://schemas.microsoft.com/office/drawing/2014/main" id="{A327DBF1-C4FB-03F8-292D-53CE98B81218}"/>
                      </a:ext>
                    </a:extLst>
                  </p:cNvPr>
                  <p:cNvCxnSpPr>
                    <a:cxnSpLocks/>
                    <a:stCxn id="22" idx="6"/>
                    <a:endCxn id="93" idx="1"/>
                  </p:cNvCxnSpPr>
                  <p:nvPr/>
                </p:nvCxnSpPr>
                <p:spPr>
                  <a:xfrm>
                    <a:off x="2754172" y="1972546"/>
                    <a:ext cx="1531340" cy="37031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D03D250-4D93-231D-78B8-006E990D6E04}"/>
                    </a:ext>
                  </a:extLst>
                </p:cNvPr>
                <p:cNvGrpSpPr/>
                <p:nvPr/>
              </p:nvGrpSpPr>
              <p:grpSpPr>
                <a:xfrm>
                  <a:off x="2421259" y="1553633"/>
                  <a:ext cx="332913" cy="510353"/>
                  <a:chOff x="8325119" y="2185788"/>
                  <a:chExt cx="332913" cy="510353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F36CF7A0-556F-9E74-9766-1555C81B8368}"/>
                      </a:ext>
                    </a:extLst>
                  </p:cNvPr>
                  <p:cNvSpPr/>
                  <p:nvPr/>
                </p:nvSpPr>
                <p:spPr>
                  <a:xfrm>
                    <a:off x="8475152" y="2513261"/>
                    <a:ext cx="182880" cy="182880"/>
                  </a:xfrm>
                  <a:custGeom>
                    <a:avLst/>
                    <a:gdLst>
                      <a:gd name="csX0" fmla="*/ 0 w 182880"/>
                      <a:gd name="csY0" fmla="*/ 91440 h 182880"/>
                      <a:gd name="csX1" fmla="*/ 91440 w 182880"/>
                      <a:gd name="csY1" fmla="*/ 0 h 182880"/>
                      <a:gd name="csX2" fmla="*/ 182880 w 182880"/>
                      <a:gd name="csY2" fmla="*/ 91440 h 182880"/>
                      <a:gd name="csX3" fmla="*/ 91440 w 182880"/>
                      <a:gd name="csY3" fmla="*/ 182880 h 182880"/>
                      <a:gd name="csX4" fmla="*/ 0 w 182880"/>
                      <a:gd name="csY4" fmla="*/ 91440 h 18288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82880" h="182880" extrusionOk="0">
                        <a:moveTo>
                          <a:pt x="0" y="91440"/>
                        </a:moveTo>
                        <a:cubicBezTo>
                          <a:pt x="-10858" y="41403"/>
                          <a:pt x="46584" y="5550"/>
                          <a:pt x="91440" y="0"/>
                        </a:cubicBezTo>
                        <a:cubicBezTo>
                          <a:pt x="148057" y="12552"/>
                          <a:pt x="183069" y="46717"/>
                          <a:pt x="182880" y="91440"/>
                        </a:cubicBezTo>
                        <a:cubicBezTo>
                          <a:pt x="178477" y="135299"/>
                          <a:pt x="150944" y="193765"/>
                          <a:pt x="91440" y="182880"/>
                        </a:cubicBezTo>
                        <a:cubicBezTo>
                          <a:pt x="42574" y="176797"/>
                          <a:pt x="3173" y="147857"/>
                          <a:pt x="0" y="91440"/>
                        </a:cubicBezTo>
                        <a:close/>
                      </a:path>
                    </a:pathLst>
                  </a:custGeom>
                  <a:noFill/>
                  <a:ln>
                    <a:solidFill>
                      <a:srgbClr val="7030A0"/>
                    </a:solidFill>
                    <a:extLst>
                      <a:ext uri="{C807C97D-BFC1-408E-A445-0C87EB9F89A2}">
                        <ask:lineSketchStyleProps xmlns:ask="http://schemas.microsoft.com/office/drawing/2018/sketchyshapes" sd="2650216993">
                          <a:prstGeom prst="ellipse">
                            <a:avLst/>
                          </a:pr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TextBox 23">
                        <a:extLst>
                          <a:ext uri="{FF2B5EF4-FFF2-40B4-BE49-F238E27FC236}">
                            <a16:creationId xmlns:a16="http://schemas.microsoft.com/office/drawing/2014/main" id="{D747A026-DC53-FF5E-B050-BF18519EEC7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325119" y="2185788"/>
                        <a:ext cx="220445" cy="27699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oMath>
                          </m:oMathPara>
                        </a14:m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4" name="TextBox 23">
                        <a:extLst>
                          <a:ext uri="{FF2B5EF4-FFF2-40B4-BE49-F238E27FC236}">
                            <a16:creationId xmlns:a16="http://schemas.microsoft.com/office/drawing/2014/main" id="{D747A026-DC53-FF5E-B050-BF18519EEC7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25119" y="2185788"/>
                        <a:ext cx="220445" cy="276999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l="-21053" r="-23684" b="-4255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EBD6F463-649A-724B-DA08-269AC34542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60624" y="1054492"/>
                      <a:ext cx="431208" cy="276999"/>
                    </a:xfrm>
                    <a:prstGeom prst="rect">
                      <a:avLst/>
                    </a:prstGeom>
                    <a:solidFill>
                      <a:schemeClr val="tx2">
                        <a:lumMod val="10000"/>
                        <a:lumOff val="90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135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EBD6F463-649A-724B-DA08-269AC34542E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60624" y="1054492"/>
                      <a:ext cx="431208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14085" r="-14085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931FB6B-F597-966D-4B13-94DF0C0E1B1B}"/>
                </a:ext>
              </a:extLst>
            </p:cNvPr>
            <p:cNvSpPr/>
            <p:nvPr/>
          </p:nvSpPr>
          <p:spPr>
            <a:xfrm>
              <a:off x="2399560" y="1715013"/>
              <a:ext cx="549573" cy="523167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Oval 77">
            <a:extLst>
              <a:ext uri="{FF2B5EF4-FFF2-40B4-BE49-F238E27FC236}">
                <a16:creationId xmlns:a16="http://schemas.microsoft.com/office/drawing/2014/main" id="{5A9D6C53-B250-AF5C-D144-55F475B5CF34}"/>
              </a:ext>
            </a:extLst>
          </p:cNvPr>
          <p:cNvSpPr/>
          <p:nvPr/>
        </p:nvSpPr>
        <p:spPr>
          <a:xfrm>
            <a:off x="2385550" y="4369551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4388C1-53D1-80D8-DF8B-567FA97AE4BD}"/>
                  </a:ext>
                </a:extLst>
              </p:cNvPr>
              <p:cNvSpPr txBox="1"/>
              <p:nvPr/>
            </p:nvSpPr>
            <p:spPr>
              <a:xfrm>
                <a:off x="2630393" y="1852538"/>
                <a:ext cx="47929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88.5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4388C1-53D1-80D8-DF8B-567FA97AE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393" y="1852538"/>
                <a:ext cx="479298" cy="276999"/>
              </a:xfrm>
              <a:prstGeom prst="rect">
                <a:avLst/>
              </a:prstGeom>
              <a:blipFill>
                <a:blip r:embed="rId20"/>
                <a:stretch>
                  <a:fillRect l="-11392" r="-1265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0BF5D13-1F13-C47A-057E-C1D065BA09F8}"/>
              </a:ext>
            </a:extLst>
          </p:cNvPr>
          <p:cNvSpPr txBox="1"/>
          <p:nvPr/>
        </p:nvSpPr>
        <p:spPr>
          <a:xfrm>
            <a:off x="8629917" y="406113"/>
            <a:ext cx="2613036" cy="369332"/>
          </a:xfrm>
          <a:custGeom>
            <a:avLst/>
            <a:gdLst>
              <a:gd name="csX0" fmla="*/ 0 w 2613036"/>
              <a:gd name="csY0" fmla="*/ 0 h 369332"/>
              <a:gd name="csX1" fmla="*/ 496477 w 2613036"/>
              <a:gd name="csY1" fmla="*/ 0 h 369332"/>
              <a:gd name="csX2" fmla="*/ 940693 w 2613036"/>
              <a:gd name="csY2" fmla="*/ 0 h 369332"/>
              <a:gd name="csX3" fmla="*/ 1515561 w 2613036"/>
              <a:gd name="csY3" fmla="*/ 0 h 369332"/>
              <a:gd name="csX4" fmla="*/ 2012038 w 2613036"/>
              <a:gd name="csY4" fmla="*/ 0 h 369332"/>
              <a:gd name="csX5" fmla="*/ 2613036 w 2613036"/>
              <a:gd name="csY5" fmla="*/ 0 h 369332"/>
              <a:gd name="csX6" fmla="*/ 2613036 w 2613036"/>
              <a:gd name="csY6" fmla="*/ 369332 h 369332"/>
              <a:gd name="csX7" fmla="*/ 2090429 w 2613036"/>
              <a:gd name="csY7" fmla="*/ 369332 h 369332"/>
              <a:gd name="csX8" fmla="*/ 1515561 w 2613036"/>
              <a:gd name="csY8" fmla="*/ 369332 h 369332"/>
              <a:gd name="csX9" fmla="*/ 1071345 w 2613036"/>
              <a:gd name="csY9" fmla="*/ 369332 h 369332"/>
              <a:gd name="csX10" fmla="*/ 548738 w 2613036"/>
              <a:gd name="csY10" fmla="*/ 369332 h 369332"/>
              <a:gd name="csX11" fmla="*/ 0 w 2613036"/>
              <a:gd name="csY11" fmla="*/ 369332 h 369332"/>
              <a:gd name="csX12" fmla="*/ 0 w 2613036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13036" h="369332" extrusionOk="0">
                <a:moveTo>
                  <a:pt x="0" y="0"/>
                </a:moveTo>
                <a:cubicBezTo>
                  <a:pt x="143215" y="-16642"/>
                  <a:pt x="316604" y="17513"/>
                  <a:pt x="496477" y="0"/>
                </a:cubicBezTo>
                <a:cubicBezTo>
                  <a:pt x="676350" y="-17513"/>
                  <a:pt x="804144" y="39514"/>
                  <a:pt x="940693" y="0"/>
                </a:cubicBezTo>
                <a:cubicBezTo>
                  <a:pt x="1077242" y="-39514"/>
                  <a:pt x="1348602" y="42955"/>
                  <a:pt x="1515561" y="0"/>
                </a:cubicBezTo>
                <a:cubicBezTo>
                  <a:pt x="1682520" y="-42955"/>
                  <a:pt x="1774621" y="25487"/>
                  <a:pt x="2012038" y="0"/>
                </a:cubicBezTo>
                <a:cubicBezTo>
                  <a:pt x="2249455" y="-25487"/>
                  <a:pt x="2468591" y="32172"/>
                  <a:pt x="2613036" y="0"/>
                </a:cubicBezTo>
                <a:cubicBezTo>
                  <a:pt x="2649196" y="81226"/>
                  <a:pt x="2591498" y="278722"/>
                  <a:pt x="2613036" y="369332"/>
                </a:cubicBezTo>
                <a:cubicBezTo>
                  <a:pt x="2479440" y="425992"/>
                  <a:pt x="2231096" y="307808"/>
                  <a:pt x="2090429" y="369332"/>
                </a:cubicBezTo>
                <a:cubicBezTo>
                  <a:pt x="1949762" y="430856"/>
                  <a:pt x="1643044" y="343822"/>
                  <a:pt x="1515561" y="369332"/>
                </a:cubicBezTo>
                <a:cubicBezTo>
                  <a:pt x="1388078" y="394842"/>
                  <a:pt x="1225962" y="338754"/>
                  <a:pt x="1071345" y="369332"/>
                </a:cubicBezTo>
                <a:cubicBezTo>
                  <a:pt x="916728" y="399910"/>
                  <a:pt x="757771" y="356849"/>
                  <a:pt x="548738" y="369332"/>
                </a:cubicBezTo>
                <a:cubicBezTo>
                  <a:pt x="339705" y="381815"/>
                  <a:pt x="260513" y="30787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5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Final decision nodes</a:t>
            </a:r>
          </a:p>
        </p:txBody>
      </p:sp>
    </p:spTree>
    <p:extLst>
      <p:ext uri="{BB962C8B-B14F-4D97-AF65-F5344CB8AC3E}">
        <p14:creationId xmlns:p14="http://schemas.microsoft.com/office/powerpoint/2010/main" val="25453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F46F-BE96-6F0B-2FBF-581FABF0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6704325-0960-902B-4192-1200E7217319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1F7C90-1682-3B32-176F-2BC381C73BC4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156D01C-067D-9CD8-87BD-F646EC3E2D6D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DBF89DF-3FAC-D7B6-EDCA-67EE04A50BDA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DBF89DF-3FAC-D7B6-EDCA-67EE04A50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F4C6A9-7197-748A-9225-F6D68974CC7C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5CE125-EE88-3DCA-F5A1-64CF9F26A1F9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5CE125-EE88-3DCA-F5A1-64CF9F26A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901B15-99F3-FB7D-6EBD-99DCC9790FAE}"/>
              </a:ext>
            </a:extLst>
          </p:cNvPr>
          <p:cNvGrpSpPr/>
          <p:nvPr/>
        </p:nvGrpSpPr>
        <p:grpSpPr>
          <a:xfrm>
            <a:off x="2346293" y="4559342"/>
            <a:ext cx="392800" cy="475255"/>
            <a:chOff x="8321739" y="3915306"/>
            <a:chExt cx="392800" cy="47525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4DC4F12-4261-C6A7-6CAE-043261B61471}"/>
                </a:ext>
              </a:extLst>
            </p:cNvPr>
            <p:cNvSpPr/>
            <p:nvPr/>
          </p:nvSpPr>
          <p:spPr>
            <a:xfrm>
              <a:off x="8531659" y="391530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A35EC82-1632-DDBD-60C5-D777E3B268C0}"/>
                    </a:ext>
                  </a:extLst>
                </p:cNvPr>
                <p:cNvSpPr txBox="1"/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A35EC82-1632-DDBD-60C5-D777E3B26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739" y="4113562"/>
                  <a:ext cx="22044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6B30382-F127-D916-1BC4-F54DED14DBD8}"/>
              </a:ext>
            </a:extLst>
          </p:cNvPr>
          <p:cNvGrpSpPr/>
          <p:nvPr/>
        </p:nvGrpSpPr>
        <p:grpSpPr>
          <a:xfrm>
            <a:off x="2712311" y="3740806"/>
            <a:ext cx="1625772" cy="2651454"/>
            <a:chOff x="2712311" y="3740806"/>
            <a:chExt cx="1625772" cy="265145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C9DA818-60D7-2948-BE55-C088148826E1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 flipV="1">
              <a:off x="2712311" y="3740806"/>
              <a:ext cx="1438576" cy="9746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7E465CF-403D-AA38-B5F2-3BD22895093B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536839" cy="16768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0CB74B46-C5E8-06A8-9C17-4D17482FFB5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2712311" y="4715440"/>
              <a:ext cx="1625772" cy="739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F2FB300-671E-A208-2708-8C09391E5588}"/>
              </a:ext>
            </a:extLst>
          </p:cNvPr>
          <p:cNvGrpSpPr/>
          <p:nvPr/>
        </p:nvGrpSpPr>
        <p:grpSpPr>
          <a:xfrm>
            <a:off x="3157891" y="3880016"/>
            <a:ext cx="351058" cy="1443140"/>
            <a:chOff x="3157891" y="3880016"/>
            <a:chExt cx="351058" cy="144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8E5CB7A-6FCB-2414-148D-FA97203551A5}"/>
                    </a:ext>
                  </a:extLst>
                </p:cNvPr>
                <p:cNvSpPr txBox="1"/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8E5CB7A-6FCB-2414-148D-FA972035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3880016"/>
                  <a:ext cx="35105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5517" r="-1724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1124946-B748-592D-3517-6612D77B9DAD}"/>
                    </a:ext>
                  </a:extLst>
                </p:cNvPr>
                <p:cNvSpPr txBox="1"/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1124946-B748-592D-3517-6612D77B9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4546829"/>
                  <a:ext cx="3510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906B00C-42BA-7955-7C5E-E7714B08CBDD}"/>
                    </a:ext>
                  </a:extLst>
                </p:cNvPr>
                <p:cNvSpPr txBox="1"/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906B00C-42BA-7955-7C5E-E7714B08CB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91" y="5046157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5517" r="-1724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802816C-5F62-D363-916A-104DD7A8A06C}"/>
                  </a:ext>
                </a:extLst>
              </p:cNvPr>
              <p:cNvSpPr txBox="1"/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802816C-5F62-D363-916A-104DD7A8A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6" y="6297392"/>
                <a:ext cx="476092" cy="276999"/>
              </a:xfrm>
              <a:prstGeom prst="rect">
                <a:avLst/>
              </a:prstGeom>
              <a:blipFill>
                <a:blip r:embed="rId8"/>
                <a:stretch>
                  <a:fillRect l="-2564" r="-12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00C18C8-A9A4-E8B3-5ED7-53EDEC1BDC4B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p:pic>
        <p:nvPicPr>
          <p:cNvPr id="37" name="Picture 36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FDD47CA7-4F47-361F-DF5B-6E188AC3C2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02E645-7A78-9A52-D0E8-AC074F39455D}"/>
                  </a:ext>
                </a:extLst>
              </p:cNvPr>
              <p:cNvSpPr txBox="1"/>
              <p:nvPr/>
            </p:nvSpPr>
            <p:spPr>
              <a:xfrm>
                <a:off x="4178585" y="3590516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280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02E645-7A78-9A52-D0E8-AC074F394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585" y="3590516"/>
                <a:ext cx="431208" cy="276999"/>
              </a:xfrm>
              <a:prstGeom prst="rect">
                <a:avLst/>
              </a:prstGeom>
              <a:blipFill>
                <a:blip r:embed="rId10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65BE44-07C1-1580-2D43-AB694CF17E05}"/>
                  </a:ext>
                </a:extLst>
              </p:cNvPr>
              <p:cNvSpPr txBox="1"/>
              <p:nvPr/>
            </p:nvSpPr>
            <p:spPr>
              <a:xfrm>
                <a:off x="4378590" y="5306646"/>
                <a:ext cx="43120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65BE44-07C1-1580-2D43-AB694CF17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590" y="5306646"/>
                <a:ext cx="431208" cy="276999"/>
              </a:xfrm>
              <a:prstGeom prst="rect">
                <a:avLst/>
              </a:prstGeom>
              <a:blipFill>
                <a:blip r:embed="rId11"/>
                <a:stretch>
                  <a:fillRect l="-12676" r="-140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405CED11-EDCF-322E-8390-FF7CDBF60CC3}"/>
              </a:ext>
            </a:extLst>
          </p:cNvPr>
          <p:cNvSpPr txBox="1"/>
          <p:nvPr/>
        </p:nvSpPr>
        <p:spPr>
          <a:xfrm>
            <a:off x="8633724" y="291180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…doesn’t choose the ‘best’ action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9C2800-06CB-11A5-00B8-BC20FA2E7E72}"/>
              </a:ext>
            </a:extLst>
          </p:cNvPr>
          <p:cNvSpPr txBox="1"/>
          <p:nvPr/>
        </p:nvSpPr>
        <p:spPr>
          <a:xfrm>
            <a:off x="8633724" y="3752245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…chooses the ‘average’ of all available actions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B0463A-E11E-849A-2C8C-EF098D82AC23}"/>
              </a:ext>
            </a:extLst>
          </p:cNvPr>
          <p:cNvSpPr txBox="1"/>
          <p:nvPr/>
        </p:nvSpPr>
        <p:spPr>
          <a:xfrm>
            <a:off x="8633724" y="211806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…not a rational decision-maker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D46395-F92E-65FB-53E2-89274B6E9A32}"/>
              </a:ext>
            </a:extLst>
          </p:cNvPr>
          <p:cNvSpPr txBox="1"/>
          <p:nvPr/>
        </p:nvSpPr>
        <p:spPr>
          <a:xfrm>
            <a:off x="8629917" y="1561749"/>
            <a:ext cx="261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Decision-maker = Nature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755C0D-0544-9F1F-5F47-9081CD2BB87B}"/>
                  </a:ext>
                </a:extLst>
              </p:cNvPr>
              <p:cNvSpPr txBox="1"/>
              <p:nvPr/>
            </p:nvSpPr>
            <p:spPr>
              <a:xfrm>
                <a:off x="6824102" y="4808280"/>
                <a:ext cx="4638001" cy="276999"/>
              </a:xfrm>
              <a:custGeom>
                <a:avLst/>
                <a:gdLst>
                  <a:gd name="csX0" fmla="*/ 0 w 4638001"/>
                  <a:gd name="csY0" fmla="*/ 0 h 276999"/>
                  <a:gd name="csX1" fmla="*/ 533370 w 4638001"/>
                  <a:gd name="csY1" fmla="*/ 0 h 276999"/>
                  <a:gd name="csX2" fmla="*/ 973980 w 4638001"/>
                  <a:gd name="csY2" fmla="*/ 0 h 276999"/>
                  <a:gd name="csX3" fmla="*/ 1646490 w 4638001"/>
                  <a:gd name="csY3" fmla="*/ 0 h 276999"/>
                  <a:gd name="csX4" fmla="*/ 2179860 w 4638001"/>
                  <a:gd name="csY4" fmla="*/ 0 h 276999"/>
                  <a:gd name="csX5" fmla="*/ 2713231 w 4638001"/>
                  <a:gd name="csY5" fmla="*/ 0 h 276999"/>
                  <a:gd name="csX6" fmla="*/ 3385741 w 4638001"/>
                  <a:gd name="csY6" fmla="*/ 0 h 276999"/>
                  <a:gd name="csX7" fmla="*/ 3872731 w 4638001"/>
                  <a:gd name="csY7" fmla="*/ 0 h 276999"/>
                  <a:gd name="csX8" fmla="*/ 4638001 w 4638001"/>
                  <a:gd name="csY8" fmla="*/ 0 h 276999"/>
                  <a:gd name="csX9" fmla="*/ 4638001 w 4638001"/>
                  <a:gd name="csY9" fmla="*/ 276999 h 276999"/>
                  <a:gd name="csX10" fmla="*/ 4151011 w 4638001"/>
                  <a:gd name="csY10" fmla="*/ 276999 h 276999"/>
                  <a:gd name="csX11" fmla="*/ 3571261 w 4638001"/>
                  <a:gd name="csY11" fmla="*/ 276999 h 276999"/>
                  <a:gd name="csX12" fmla="*/ 3037891 w 4638001"/>
                  <a:gd name="csY12" fmla="*/ 276999 h 276999"/>
                  <a:gd name="csX13" fmla="*/ 2365381 w 4638001"/>
                  <a:gd name="csY13" fmla="*/ 276999 h 276999"/>
                  <a:gd name="csX14" fmla="*/ 1692870 w 4638001"/>
                  <a:gd name="csY14" fmla="*/ 276999 h 276999"/>
                  <a:gd name="csX15" fmla="*/ 1205880 w 4638001"/>
                  <a:gd name="csY15" fmla="*/ 276999 h 276999"/>
                  <a:gd name="csX16" fmla="*/ 626130 w 4638001"/>
                  <a:gd name="csY16" fmla="*/ 276999 h 276999"/>
                  <a:gd name="csX17" fmla="*/ 0 w 4638001"/>
                  <a:gd name="csY17" fmla="*/ 276999 h 276999"/>
                  <a:gd name="csX18" fmla="*/ 0 w 4638001"/>
                  <a:gd name="csY1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638001" h="276999" extrusionOk="0">
                    <a:moveTo>
                      <a:pt x="0" y="0"/>
                    </a:moveTo>
                    <a:cubicBezTo>
                      <a:pt x="241755" y="-16479"/>
                      <a:pt x="411341" y="2172"/>
                      <a:pt x="533370" y="0"/>
                    </a:cubicBezTo>
                    <a:cubicBezTo>
                      <a:pt x="655399" y="-2172"/>
                      <a:pt x="781658" y="48231"/>
                      <a:pt x="973980" y="0"/>
                    </a:cubicBezTo>
                    <a:cubicBezTo>
                      <a:pt x="1166302" y="-48231"/>
                      <a:pt x="1318037" y="22339"/>
                      <a:pt x="1646490" y="0"/>
                    </a:cubicBezTo>
                    <a:cubicBezTo>
                      <a:pt x="1974943" y="-22339"/>
                      <a:pt x="1968512" y="1078"/>
                      <a:pt x="2179860" y="0"/>
                    </a:cubicBezTo>
                    <a:cubicBezTo>
                      <a:pt x="2391208" y="-1078"/>
                      <a:pt x="2465555" y="45838"/>
                      <a:pt x="2713231" y="0"/>
                    </a:cubicBezTo>
                    <a:cubicBezTo>
                      <a:pt x="2960907" y="-45838"/>
                      <a:pt x="3106434" y="38460"/>
                      <a:pt x="3385741" y="0"/>
                    </a:cubicBezTo>
                    <a:cubicBezTo>
                      <a:pt x="3665048" y="-38460"/>
                      <a:pt x="3763651" y="1053"/>
                      <a:pt x="3872731" y="0"/>
                    </a:cubicBezTo>
                    <a:cubicBezTo>
                      <a:pt x="3981811" y="-1053"/>
                      <a:pt x="4441145" y="86109"/>
                      <a:pt x="4638001" y="0"/>
                    </a:cubicBezTo>
                    <a:cubicBezTo>
                      <a:pt x="4638376" y="116864"/>
                      <a:pt x="4622292" y="163040"/>
                      <a:pt x="4638001" y="276999"/>
                    </a:cubicBezTo>
                    <a:cubicBezTo>
                      <a:pt x="4407358" y="294456"/>
                      <a:pt x="4334553" y="266238"/>
                      <a:pt x="4151011" y="276999"/>
                    </a:cubicBezTo>
                    <a:cubicBezTo>
                      <a:pt x="3967469" y="287760"/>
                      <a:pt x="3700422" y="210295"/>
                      <a:pt x="3571261" y="276999"/>
                    </a:cubicBezTo>
                    <a:cubicBezTo>
                      <a:pt x="3442100" y="343703"/>
                      <a:pt x="3267306" y="275465"/>
                      <a:pt x="3037891" y="276999"/>
                    </a:cubicBezTo>
                    <a:cubicBezTo>
                      <a:pt x="2808476" y="278533"/>
                      <a:pt x="2656663" y="255953"/>
                      <a:pt x="2365381" y="276999"/>
                    </a:cubicBezTo>
                    <a:cubicBezTo>
                      <a:pt x="2074099" y="298045"/>
                      <a:pt x="1906178" y="251161"/>
                      <a:pt x="1692870" y="276999"/>
                    </a:cubicBezTo>
                    <a:cubicBezTo>
                      <a:pt x="1479562" y="302837"/>
                      <a:pt x="1319680" y="233259"/>
                      <a:pt x="1205880" y="276999"/>
                    </a:cubicBezTo>
                    <a:cubicBezTo>
                      <a:pt x="1092080" y="320739"/>
                      <a:pt x="887497" y="237786"/>
                      <a:pt x="626130" y="276999"/>
                    </a:cubicBezTo>
                    <a:cubicBezTo>
                      <a:pt x="364763" y="316212"/>
                      <a:pt x="302885" y="250490"/>
                      <a:pt x="0" y="276999"/>
                    </a:cubicBezTo>
                    <a:cubicBezTo>
                      <a:pt x="-15049" y="190442"/>
                      <a:pt x="21382" y="131895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755C0D-0544-9F1F-5F47-9081CD2BB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102" y="4808280"/>
                <a:ext cx="4638001" cy="276999"/>
              </a:xfrm>
              <a:prstGeom prst="rect">
                <a:avLst/>
              </a:prstGeom>
              <a:blipFill>
                <a:blip r:embed="rId12"/>
                <a:stretch>
                  <a:fillRect l="-131" b="-10909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638001"/>
                          <a:gd name="csY0" fmla="*/ 0 h 276999"/>
                          <a:gd name="csX1" fmla="*/ 533370 w 4638001"/>
                          <a:gd name="csY1" fmla="*/ 0 h 276999"/>
                          <a:gd name="csX2" fmla="*/ 973980 w 4638001"/>
                          <a:gd name="csY2" fmla="*/ 0 h 276999"/>
                          <a:gd name="csX3" fmla="*/ 1646490 w 4638001"/>
                          <a:gd name="csY3" fmla="*/ 0 h 276999"/>
                          <a:gd name="csX4" fmla="*/ 2179860 w 4638001"/>
                          <a:gd name="csY4" fmla="*/ 0 h 276999"/>
                          <a:gd name="csX5" fmla="*/ 2713231 w 4638001"/>
                          <a:gd name="csY5" fmla="*/ 0 h 276999"/>
                          <a:gd name="csX6" fmla="*/ 3385741 w 4638001"/>
                          <a:gd name="csY6" fmla="*/ 0 h 276999"/>
                          <a:gd name="csX7" fmla="*/ 3872731 w 4638001"/>
                          <a:gd name="csY7" fmla="*/ 0 h 276999"/>
                          <a:gd name="csX8" fmla="*/ 4638001 w 4638001"/>
                          <a:gd name="csY8" fmla="*/ 0 h 276999"/>
                          <a:gd name="csX9" fmla="*/ 4638001 w 4638001"/>
                          <a:gd name="csY9" fmla="*/ 276999 h 276999"/>
                          <a:gd name="csX10" fmla="*/ 4151011 w 4638001"/>
                          <a:gd name="csY10" fmla="*/ 276999 h 276999"/>
                          <a:gd name="csX11" fmla="*/ 3571261 w 4638001"/>
                          <a:gd name="csY11" fmla="*/ 276999 h 276999"/>
                          <a:gd name="csX12" fmla="*/ 3037891 w 4638001"/>
                          <a:gd name="csY12" fmla="*/ 276999 h 276999"/>
                          <a:gd name="csX13" fmla="*/ 2365381 w 4638001"/>
                          <a:gd name="csY13" fmla="*/ 276999 h 276999"/>
                          <a:gd name="csX14" fmla="*/ 1692870 w 4638001"/>
                          <a:gd name="csY14" fmla="*/ 276999 h 276999"/>
                          <a:gd name="csX15" fmla="*/ 1205880 w 4638001"/>
                          <a:gd name="csY15" fmla="*/ 276999 h 276999"/>
                          <a:gd name="csX16" fmla="*/ 626130 w 4638001"/>
                          <a:gd name="csY16" fmla="*/ 276999 h 276999"/>
                          <a:gd name="csX17" fmla="*/ 0 w 4638001"/>
                          <a:gd name="csY17" fmla="*/ 276999 h 276999"/>
                          <a:gd name="csX18" fmla="*/ 0 w 4638001"/>
                          <a:gd name="csY1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</a:cxnLst>
                        <a:rect l="l" t="t" r="r" b="b"/>
                        <a:pathLst>
                          <a:path w="4638001" h="276999" extrusionOk="0">
                            <a:moveTo>
                              <a:pt x="0" y="0"/>
                            </a:moveTo>
                            <a:cubicBezTo>
                              <a:pt x="241755" y="-16479"/>
                              <a:pt x="411341" y="2172"/>
                              <a:pt x="533370" y="0"/>
                            </a:cubicBezTo>
                            <a:cubicBezTo>
                              <a:pt x="655399" y="-2172"/>
                              <a:pt x="781658" y="48231"/>
                              <a:pt x="973980" y="0"/>
                            </a:cubicBezTo>
                            <a:cubicBezTo>
                              <a:pt x="1166302" y="-48231"/>
                              <a:pt x="1318037" y="22339"/>
                              <a:pt x="1646490" y="0"/>
                            </a:cubicBezTo>
                            <a:cubicBezTo>
                              <a:pt x="1974943" y="-22339"/>
                              <a:pt x="1968512" y="1078"/>
                              <a:pt x="2179860" y="0"/>
                            </a:cubicBezTo>
                            <a:cubicBezTo>
                              <a:pt x="2391208" y="-1078"/>
                              <a:pt x="2465555" y="45838"/>
                              <a:pt x="2713231" y="0"/>
                            </a:cubicBezTo>
                            <a:cubicBezTo>
                              <a:pt x="2960907" y="-45838"/>
                              <a:pt x="3106434" y="38460"/>
                              <a:pt x="3385741" y="0"/>
                            </a:cubicBezTo>
                            <a:cubicBezTo>
                              <a:pt x="3665048" y="-38460"/>
                              <a:pt x="3763651" y="1053"/>
                              <a:pt x="3872731" y="0"/>
                            </a:cubicBezTo>
                            <a:cubicBezTo>
                              <a:pt x="3981811" y="-1053"/>
                              <a:pt x="4441145" y="86109"/>
                              <a:pt x="4638001" y="0"/>
                            </a:cubicBezTo>
                            <a:cubicBezTo>
                              <a:pt x="4638376" y="116864"/>
                              <a:pt x="4622292" y="163040"/>
                              <a:pt x="4638001" y="276999"/>
                            </a:cubicBezTo>
                            <a:cubicBezTo>
                              <a:pt x="4407358" y="294456"/>
                              <a:pt x="4334553" y="266238"/>
                              <a:pt x="4151011" y="276999"/>
                            </a:cubicBezTo>
                            <a:cubicBezTo>
                              <a:pt x="3967469" y="287760"/>
                              <a:pt x="3700422" y="210295"/>
                              <a:pt x="3571261" y="276999"/>
                            </a:cubicBezTo>
                            <a:cubicBezTo>
                              <a:pt x="3442100" y="343703"/>
                              <a:pt x="3267306" y="275465"/>
                              <a:pt x="3037891" y="276999"/>
                            </a:cubicBezTo>
                            <a:cubicBezTo>
                              <a:pt x="2808476" y="278533"/>
                              <a:pt x="2656663" y="255953"/>
                              <a:pt x="2365381" y="276999"/>
                            </a:cubicBezTo>
                            <a:cubicBezTo>
                              <a:pt x="2074099" y="298045"/>
                              <a:pt x="1906178" y="251161"/>
                              <a:pt x="1692870" y="276999"/>
                            </a:cubicBezTo>
                            <a:cubicBezTo>
                              <a:pt x="1479562" y="302837"/>
                              <a:pt x="1319680" y="233259"/>
                              <a:pt x="1205880" y="276999"/>
                            </a:cubicBezTo>
                            <a:cubicBezTo>
                              <a:pt x="1092080" y="320739"/>
                              <a:pt x="887497" y="237786"/>
                              <a:pt x="626130" y="276999"/>
                            </a:cubicBezTo>
                            <a:cubicBezTo>
                              <a:pt x="364763" y="316212"/>
                              <a:pt x="302885" y="250490"/>
                              <a:pt x="0" y="276999"/>
                            </a:cubicBezTo>
                            <a:cubicBezTo>
                              <a:pt x="-15049" y="190442"/>
                              <a:pt x="21382" y="13189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0F45A33-4061-D97E-0DF2-193B3F9832DC}"/>
                  </a:ext>
                </a:extLst>
              </p:cNvPr>
              <p:cNvSpPr txBox="1"/>
              <p:nvPr/>
            </p:nvSpPr>
            <p:spPr>
              <a:xfrm>
                <a:off x="6824102" y="5415350"/>
                <a:ext cx="4524444" cy="276999"/>
              </a:xfrm>
              <a:custGeom>
                <a:avLst/>
                <a:gdLst>
                  <a:gd name="csX0" fmla="*/ 0 w 4524444"/>
                  <a:gd name="csY0" fmla="*/ 0 h 276999"/>
                  <a:gd name="csX1" fmla="*/ 520311 w 4524444"/>
                  <a:gd name="csY1" fmla="*/ 0 h 276999"/>
                  <a:gd name="csX2" fmla="*/ 950133 w 4524444"/>
                  <a:gd name="csY2" fmla="*/ 0 h 276999"/>
                  <a:gd name="csX3" fmla="*/ 1606178 w 4524444"/>
                  <a:gd name="csY3" fmla="*/ 0 h 276999"/>
                  <a:gd name="csX4" fmla="*/ 2126489 w 4524444"/>
                  <a:gd name="csY4" fmla="*/ 0 h 276999"/>
                  <a:gd name="csX5" fmla="*/ 2646800 w 4524444"/>
                  <a:gd name="csY5" fmla="*/ 0 h 276999"/>
                  <a:gd name="csX6" fmla="*/ 3302844 w 4524444"/>
                  <a:gd name="csY6" fmla="*/ 0 h 276999"/>
                  <a:gd name="csX7" fmla="*/ 3777911 w 4524444"/>
                  <a:gd name="csY7" fmla="*/ 0 h 276999"/>
                  <a:gd name="csX8" fmla="*/ 4524444 w 4524444"/>
                  <a:gd name="csY8" fmla="*/ 0 h 276999"/>
                  <a:gd name="csX9" fmla="*/ 4524444 w 4524444"/>
                  <a:gd name="csY9" fmla="*/ 276999 h 276999"/>
                  <a:gd name="csX10" fmla="*/ 4049377 w 4524444"/>
                  <a:gd name="csY10" fmla="*/ 276999 h 276999"/>
                  <a:gd name="csX11" fmla="*/ 3483822 w 4524444"/>
                  <a:gd name="csY11" fmla="*/ 276999 h 276999"/>
                  <a:gd name="csX12" fmla="*/ 2963511 w 4524444"/>
                  <a:gd name="csY12" fmla="*/ 276999 h 276999"/>
                  <a:gd name="csX13" fmla="*/ 2307466 w 4524444"/>
                  <a:gd name="csY13" fmla="*/ 276999 h 276999"/>
                  <a:gd name="csX14" fmla="*/ 1651422 w 4524444"/>
                  <a:gd name="csY14" fmla="*/ 276999 h 276999"/>
                  <a:gd name="csX15" fmla="*/ 1176355 w 4524444"/>
                  <a:gd name="csY15" fmla="*/ 276999 h 276999"/>
                  <a:gd name="csX16" fmla="*/ 610800 w 4524444"/>
                  <a:gd name="csY16" fmla="*/ 276999 h 276999"/>
                  <a:gd name="csX17" fmla="*/ 0 w 4524444"/>
                  <a:gd name="csY17" fmla="*/ 276999 h 276999"/>
                  <a:gd name="csX18" fmla="*/ 0 w 4524444"/>
                  <a:gd name="csY1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524444" h="276999" extrusionOk="0">
                    <a:moveTo>
                      <a:pt x="0" y="0"/>
                    </a:moveTo>
                    <a:cubicBezTo>
                      <a:pt x="190967" y="-21175"/>
                      <a:pt x="376559" y="50695"/>
                      <a:pt x="520311" y="0"/>
                    </a:cubicBezTo>
                    <a:cubicBezTo>
                      <a:pt x="664063" y="-50695"/>
                      <a:pt x="861438" y="21314"/>
                      <a:pt x="950133" y="0"/>
                    </a:cubicBezTo>
                    <a:cubicBezTo>
                      <a:pt x="1038828" y="-21314"/>
                      <a:pt x="1367189" y="6271"/>
                      <a:pt x="1606178" y="0"/>
                    </a:cubicBezTo>
                    <a:cubicBezTo>
                      <a:pt x="1845167" y="-6271"/>
                      <a:pt x="1950057" y="13031"/>
                      <a:pt x="2126489" y="0"/>
                    </a:cubicBezTo>
                    <a:cubicBezTo>
                      <a:pt x="2302921" y="-13031"/>
                      <a:pt x="2439160" y="2508"/>
                      <a:pt x="2646800" y="0"/>
                    </a:cubicBezTo>
                    <a:cubicBezTo>
                      <a:pt x="2854440" y="-2508"/>
                      <a:pt x="3006438" y="76929"/>
                      <a:pt x="3302844" y="0"/>
                    </a:cubicBezTo>
                    <a:cubicBezTo>
                      <a:pt x="3599250" y="-76929"/>
                      <a:pt x="3672474" y="50072"/>
                      <a:pt x="3777911" y="0"/>
                    </a:cubicBezTo>
                    <a:cubicBezTo>
                      <a:pt x="3883348" y="-50072"/>
                      <a:pt x="4301557" y="11304"/>
                      <a:pt x="4524444" y="0"/>
                    </a:cubicBezTo>
                    <a:cubicBezTo>
                      <a:pt x="4524819" y="116864"/>
                      <a:pt x="4508735" y="163040"/>
                      <a:pt x="4524444" y="276999"/>
                    </a:cubicBezTo>
                    <a:cubicBezTo>
                      <a:pt x="4349060" y="292422"/>
                      <a:pt x="4279090" y="275493"/>
                      <a:pt x="4049377" y="276999"/>
                    </a:cubicBezTo>
                    <a:cubicBezTo>
                      <a:pt x="3819664" y="278505"/>
                      <a:pt x="3721081" y="242043"/>
                      <a:pt x="3483822" y="276999"/>
                    </a:cubicBezTo>
                    <a:cubicBezTo>
                      <a:pt x="3246564" y="311955"/>
                      <a:pt x="3186233" y="247681"/>
                      <a:pt x="2963511" y="276999"/>
                    </a:cubicBezTo>
                    <a:cubicBezTo>
                      <a:pt x="2740789" y="306317"/>
                      <a:pt x="2549147" y="262251"/>
                      <a:pt x="2307466" y="276999"/>
                    </a:cubicBezTo>
                    <a:cubicBezTo>
                      <a:pt x="2065786" y="291747"/>
                      <a:pt x="1861156" y="225840"/>
                      <a:pt x="1651422" y="276999"/>
                    </a:cubicBezTo>
                    <a:cubicBezTo>
                      <a:pt x="1441688" y="328158"/>
                      <a:pt x="1340234" y="250813"/>
                      <a:pt x="1176355" y="276999"/>
                    </a:cubicBezTo>
                    <a:cubicBezTo>
                      <a:pt x="1012476" y="303185"/>
                      <a:pt x="752948" y="222103"/>
                      <a:pt x="610800" y="276999"/>
                    </a:cubicBezTo>
                    <a:cubicBezTo>
                      <a:pt x="468653" y="331895"/>
                      <a:pt x="228327" y="207751"/>
                      <a:pt x="0" y="276999"/>
                    </a:cubicBezTo>
                    <a:cubicBezTo>
                      <a:pt x="-15049" y="190442"/>
                      <a:pt x="21382" y="131895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280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−40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0F45A33-4061-D97E-0DF2-193B3F983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102" y="5415350"/>
                <a:ext cx="4524444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524444"/>
                          <a:gd name="csY0" fmla="*/ 0 h 276999"/>
                          <a:gd name="csX1" fmla="*/ 520311 w 4524444"/>
                          <a:gd name="csY1" fmla="*/ 0 h 276999"/>
                          <a:gd name="csX2" fmla="*/ 950133 w 4524444"/>
                          <a:gd name="csY2" fmla="*/ 0 h 276999"/>
                          <a:gd name="csX3" fmla="*/ 1606178 w 4524444"/>
                          <a:gd name="csY3" fmla="*/ 0 h 276999"/>
                          <a:gd name="csX4" fmla="*/ 2126489 w 4524444"/>
                          <a:gd name="csY4" fmla="*/ 0 h 276999"/>
                          <a:gd name="csX5" fmla="*/ 2646800 w 4524444"/>
                          <a:gd name="csY5" fmla="*/ 0 h 276999"/>
                          <a:gd name="csX6" fmla="*/ 3302844 w 4524444"/>
                          <a:gd name="csY6" fmla="*/ 0 h 276999"/>
                          <a:gd name="csX7" fmla="*/ 3777911 w 4524444"/>
                          <a:gd name="csY7" fmla="*/ 0 h 276999"/>
                          <a:gd name="csX8" fmla="*/ 4524444 w 4524444"/>
                          <a:gd name="csY8" fmla="*/ 0 h 276999"/>
                          <a:gd name="csX9" fmla="*/ 4524444 w 4524444"/>
                          <a:gd name="csY9" fmla="*/ 276999 h 276999"/>
                          <a:gd name="csX10" fmla="*/ 4049377 w 4524444"/>
                          <a:gd name="csY10" fmla="*/ 276999 h 276999"/>
                          <a:gd name="csX11" fmla="*/ 3483822 w 4524444"/>
                          <a:gd name="csY11" fmla="*/ 276999 h 276999"/>
                          <a:gd name="csX12" fmla="*/ 2963511 w 4524444"/>
                          <a:gd name="csY12" fmla="*/ 276999 h 276999"/>
                          <a:gd name="csX13" fmla="*/ 2307466 w 4524444"/>
                          <a:gd name="csY13" fmla="*/ 276999 h 276999"/>
                          <a:gd name="csX14" fmla="*/ 1651422 w 4524444"/>
                          <a:gd name="csY14" fmla="*/ 276999 h 276999"/>
                          <a:gd name="csX15" fmla="*/ 1176355 w 4524444"/>
                          <a:gd name="csY15" fmla="*/ 276999 h 276999"/>
                          <a:gd name="csX16" fmla="*/ 610800 w 4524444"/>
                          <a:gd name="csY16" fmla="*/ 276999 h 276999"/>
                          <a:gd name="csX17" fmla="*/ 0 w 4524444"/>
                          <a:gd name="csY17" fmla="*/ 276999 h 276999"/>
                          <a:gd name="csX18" fmla="*/ 0 w 4524444"/>
                          <a:gd name="csY1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</a:cxnLst>
                        <a:rect l="l" t="t" r="r" b="b"/>
                        <a:pathLst>
                          <a:path w="4524444" h="276999" extrusionOk="0">
                            <a:moveTo>
                              <a:pt x="0" y="0"/>
                            </a:moveTo>
                            <a:cubicBezTo>
                              <a:pt x="190967" y="-21175"/>
                              <a:pt x="376559" y="50695"/>
                              <a:pt x="520311" y="0"/>
                            </a:cubicBezTo>
                            <a:cubicBezTo>
                              <a:pt x="664063" y="-50695"/>
                              <a:pt x="861438" y="21314"/>
                              <a:pt x="950133" y="0"/>
                            </a:cubicBezTo>
                            <a:cubicBezTo>
                              <a:pt x="1038828" y="-21314"/>
                              <a:pt x="1367189" y="6271"/>
                              <a:pt x="1606178" y="0"/>
                            </a:cubicBezTo>
                            <a:cubicBezTo>
                              <a:pt x="1845167" y="-6271"/>
                              <a:pt x="1950057" y="13031"/>
                              <a:pt x="2126489" y="0"/>
                            </a:cubicBezTo>
                            <a:cubicBezTo>
                              <a:pt x="2302921" y="-13031"/>
                              <a:pt x="2439160" y="2508"/>
                              <a:pt x="2646800" y="0"/>
                            </a:cubicBezTo>
                            <a:cubicBezTo>
                              <a:pt x="2854440" y="-2508"/>
                              <a:pt x="3006438" y="76929"/>
                              <a:pt x="3302844" y="0"/>
                            </a:cubicBezTo>
                            <a:cubicBezTo>
                              <a:pt x="3599250" y="-76929"/>
                              <a:pt x="3672474" y="50072"/>
                              <a:pt x="3777911" y="0"/>
                            </a:cubicBezTo>
                            <a:cubicBezTo>
                              <a:pt x="3883348" y="-50072"/>
                              <a:pt x="4301557" y="11304"/>
                              <a:pt x="4524444" y="0"/>
                            </a:cubicBezTo>
                            <a:cubicBezTo>
                              <a:pt x="4524819" y="116864"/>
                              <a:pt x="4508735" y="163040"/>
                              <a:pt x="4524444" y="276999"/>
                            </a:cubicBezTo>
                            <a:cubicBezTo>
                              <a:pt x="4349060" y="292422"/>
                              <a:pt x="4279090" y="275493"/>
                              <a:pt x="4049377" y="276999"/>
                            </a:cubicBezTo>
                            <a:cubicBezTo>
                              <a:pt x="3819664" y="278505"/>
                              <a:pt x="3721081" y="242043"/>
                              <a:pt x="3483822" y="276999"/>
                            </a:cubicBezTo>
                            <a:cubicBezTo>
                              <a:pt x="3246564" y="311955"/>
                              <a:pt x="3186233" y="247681"/>
                              <a:pt x="2963511" y="276999"/>
                            </a:cubicBezTo>
                            <a:cubicBezTo>
                              <a:pt x="2740789" y="306317"/>
                              <a:pt x="2549147" y="262251"/>
                              <a:pt x="2307466" y="276999"/>
                            </a:cubicBezTo>
                            <a:cubicBezTo>
                              <a:pt x="2065786" y="291747"/>
                              <a:pt x="1861156" y="225840"/>
                              <a:pt x="1651422" y="276999"/>
                            </a:cubicBezTo>
                            <a:cubicBezTo>
                              <a:pt x="1441688" y="328158"/>
                              <a:pt x="1340234" y="250813"/>
                              <a:pt x="1176355" y="276999"/>
                            </a:cubicBezTo>
                            <a:cubicBezTo>
                              <a:pt x="1012476" y="303185"/>
                              <a:pt x="752948" y="222103"/>
                              <a:pt x="610800" y="276999"/>
                            </a:cubicBezTo>
                            <a:cubicBezTo>
                              <a:pt x="468653" y="331895"/>
                              <a:pt x="228327" y="207751"/>
                              <a:pt x="0" y="276999"/>
                            </a:cubicBezTo>
                            <a:cubicBezTo>
                              <a:pt x="-15049" y="190442"/>
                              <a:pt x="21382" y="13189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53FD5C3-62B7-1E8C-252F-EAAA6A02AFA3}"/>
                  </a:ext>
                </a:extLst>
              </p:cNvPr>
              <p:cNvSpPr txBox="1"/>
              <p:nvPr/>
            </p:nvSpPr>
            <p:spPr>
              <a:xfrm>
                <a:off x="6824102" y="6030371"/>
                <a:ext cx="1199495" cy="276999"/>
              </a:xfrm>
              <a:custGeom>
                <a:avLst/>
                <a:gdLst>
                  <a:gd name="csX0" fmla="*/ 0 w 1199495"/>
                  <a:gd name="csY0" fmla="*/ 0 h 276999"/>
                  <a:gd name="csX1" fmla="*/ 623737 w 1199495"/>
                  <a:gd name="csY1" fmla="*/ 0 h 276999"/>
                  <a:gd name="csX2" fmla="*/ 1199495 w 1199495"/>
                  <a:gd name="csY2" fmla="*/ 0 h 276999"/>
                  <a:gd name="csX3" fmla="*/ 1199495 w 1199495"/>
                  <a:gd name="csY3" fmla="*/ 276999 h 276999"/>
                  <a:gd name="csX4" fmla="*/ 611742 w 1199495"/>
                  <a:gd name="csY4" fmla="*/ 276999 h 276999"/>
                  <a:gd name="csX5" fmla="*/ 0 w 1199495"/>
                  <a:gd name="csY5" fmla="*/ 276999 h 276999"/>
                  <a:gd name="csX6" fmla="*/ 0 w 1199495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199495" h="276999" fill="none" extrusionOk="0">
                    <a:moveTo>
                      <a:pt x="0" y="0"/>
                    </a:moveTo>
                    <a:cubicBezTo>
                      <a:pt x="201929" y="-14627"/>
                      <a:pt x="449408" y="68893"/>
                      <a:pt x="623737" y="0"/>
                    </a:cubicBezTo>
                    <a:cubicBezTo>
                      <a:pt x="798066" y="-68893"/>
                      <a:pt x="1061826" y="49547"/>
                      <a:pt x="1199495" y="0"/>
                    </a:cubicBezTo>
                    <a:cubicBezTo>
                      <a:pt x="1223185" y="123512"/>
                      <a:pt x="1185662" y="147405"/>
                      <a:pt x="1199495" y="276999"/>
                    </a:cubicBezTo>
                    <a:cubicBezTo>
                      <a:pt x="1024130" y="315941"/>
                      <a:pt x="748260" y="260225"/>
                      <a:pt x="611742" y="276999"/>
                    </a:cubicBezTo>
                    <a:cubicBezTo>
                      <a:pt x="475224" y="293773"/>
                      <a:pt x="169169" y="276738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1199495" h="276999" stroke="0" extrusionOk="0">
                    <a:moveTo>
                      <a:pt x="0" y="0"/>
                    </a:moveTo>
                    <a:cubicBezTo>
                      <a:pt x="177051" y="-11401"/>
                      <a:pt x="311600" y="50065"/>
                      <a:pt x="587753" y="0"/>
                    </a:cubicBezTo>
                    <a:cubicBezTo>
                      <a:pt x="863906" y="-50065"/>
                      <a:pt x="922059" y="21383"/>
                      <a:pt x="1199495" y="0"/>
                    </a:cubicBezTo>
                    <a:cubicBezTo>
                      <a:pt x="1227458" y="55906"/>
                      <a:pt x="1180151" y="166747"/>
                      <a:pt x="1199495" y="276999"/>
                    </a:cubicBezTo>
                    <a:cubicBezTo>
                      <a:pt x="946929" y="292610"/>
                      <a:pt x="799426" y="257937"/>
                      <a:pt x="599748" y="276999"/>
                    </a:cubicBezTo>
                    <a:cubicBezTo>
                      <a:pt x="400070" y="296061"/>
                      <a:pt x="130941" y="269295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=99.8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53FD5C3-62B7-1E8C-252F-EAAA6A02A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102" y="6030371"/>
                <a:ext cx="1199495" cy="276999"/>
              </a:xfrm>
              <a:prstGeom prst="rect">
                <a:avLst/>
              </a:prstGeom>
              <a:blipFill>
                <a:blip r:embed="rId14"/>
                <a:stretch>
                  <a:fillRect l="-1485" r="-3465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199495"/>
                          <a:gd name="csY0" fmla="*/ 0 h 276999"/>
                          <a:gd name="csX1" fmla="*/ 623737 w 1199495"/>
                          <a:gd name="csY1" fmla="*/ 0 h 276999"/>
                          <a:gd name="csX2" fmla="*/ 1199495 w 1199495"/>
                          <a:gd name="csY2" fmla="*/ 0 h 276999"/>
                          <a:gd name="csX3" fmla="*/ 1199495 w 1199495"/>
                          <a:gd name="csY3" fmla="*/ 276999 h 276999"/>
                          <a:gd name="csX4" fmla="*/ 611742 w 1199495"/>
                          <a:gd name="csY4" fmla="*/ 276999 h 276999"/>
                          <a:gd name="csX5" fmla="*/ 0 w 1199495"/>
                          <a:gd name="csY5" fmla="*/ 276999 h 276999"/>
                          <a:gd name="csX6" fmla="*/ 0 w 1199495"/>
                          <a:gd name="csY6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</a:cxnLst>
                        <a:rect l="l" t="t" r="r" b="b"/>
                        <a:pathLst>
                          <a:path w="1199495" h="276999" fill="none" extrusionOk="0">
                            <a:moveTo>
                              <a:pt x="0" y="0"/>
                            </a:moveTo>
                            <a:cubicBezTo>
                              <a:pt x="201929" y="-14627"/>
                              <a:pt x="449408" y="68893"/>
                              <a:pt x="623737" y="0"/>
                            </a:cubicBezTo>
                            <a:cubicBezTo>
                              <a:pt x="798066" y="-68893"/>
                              <a:pt x="1061826" y="49547"/>
                              <a:pt x="1199495" y="0"/>
                            </a:cubicBezTo>
                            <a:cubicBezTo>
                              <a:pt x="1223185" y="123512"/>
                              <a:pt x="1185662" y="147405"/>
                              <a:pt x="1199495" y="276999"/>
                            </a:cubicBezTo>
                            <a:cubicBezTo>
                              <a:pt x="1024130" y="315941"/>
                              <a:pt x="748260" y="260225"/>
                              <a:pt x="611742" y="276999"/>
                            </a:cubicBezTo>
                            <a:cubicBezTo>
                              <a:pt x="475224" y="293773"/>
                              <a:pt x="169169" y="276738"/>
                              <a:pt x="0" y="276999"/>
                            </a:cubicBezTo>
                            <a:cubicBezTo>
                              <a:pt x="-1680" y="168063"/>
                              <a:pt x="27670" y="112396"/>
                              <a:pt x="0" y="0"/>
                            </a:cubicBezTo>
                            <a:close/>
                          </a:path>
                          <a:path w="1199495" h="276999" stroke="0" extrusionOk="0">
                            <a:moveTo>
                              <a:pt x="0" y="0"/>
                            </a:moveTo>
                            <a:cubicBezTo>
                              <a:pt x="177051" y="-11401"/>
                              <a:pt x="311600" y="50065"/>
                              <a:pt x="587753" y="0"/>
                            </a:cubicBezTo>
                            <a:cubicBezTo>
                              <a:pt x="863906" y="-50065"/>
                              <a:pt x="922059" y="21383"/>
                              <a:pt x="1199495" y="0"/>
                            </a:cubicBezTo>
                            <a:cubicBezTo>
                              <a:pt x="1227458" y="55906"/>
                              <a:pt x="1180151" y="166747"/>
                              <a:pt x="1199495" y="276999"/>
                            </a:cubicBezTo>
                            <a:cubicBezTo>
                              <a:pt x="946929" y="292610"/>
                              <a:pt x="799426" y="257937"/>
                              <a:pt x="599748" y="276999"/>
                            </a:cubicBezTo>
                            <a:cubicBezTo>
                              <a:pt x="400070" y="296061"/>
                              <a:pt x="130941" y="269295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Oval 77">
            <a:extLst>
              <a:ext uri="{FF2B5EF4-FFF2-40B4-BE49-F238E27FC236}">
                <a16:creationId xmlns:a16="http://schemas.microsoft.com/office/drawing/2014/main" id="{D61D52C2-5BF9-EBAE-C759-D2C4A1A0D9C4}"/>
              </a:ext>
            </a:extLst>
          </p:cNvPr>
          <p:cNvSpPr/>
          <p:nvPr/>
        </p:nvSpPr>
        <p:spPr>
          <a:xfrm>
            <a:off x="2385550" y="4369551"/>
            <a:ext cx="549573" cy="523167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B78EA8-E29C-8269-BCA7-C750EE6FE9C6}"/>
                  </a:ext>
                </a:extLst>
              </p:cNvPr>
              <p:cNvSpPr txBox="1"/>
              <p:nvPr/>
            </p:nvSpPr>
            <p:spPr>
              <a:xfrm>
                <a:off x="2630393" y="1852538"/>
                <a:ext cx="47929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88.5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B78EA8-E29C-8269-BCA7-C750EE6FE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393" y="1852538"/>
                <a:ext cx="479298" cy="276999"/>
              </a:xfrm>
              <a:prstGeom prst="rect">
                <a:avLst/>
              </a:prstGeom>
              <a:blipFill>
                <a:blip r:embed="rId15"/>
                <a:stretch>
                  <a:fillRect l="-11392" r="-1265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666B8F7-2B80-038A-B2DD-EC65E1227E81}"/>
              </a:ext>
            </a:extLst>
          </p:cNvPr>
          <p:cNvSpPr txBox="1"/>
          <p:nvPr/>
        </p:nvSpPr>
        <p:spPr>
          <a:xfrm>
            <a:off x="8629917" y="406113"/>
            <a:ext cx="2613036" cy="369332"/>
          </a:xfrm>
          <a:custGeom>
            <a:avLst/>
            <a:gdLst>
              <a:gd name="csX0" fmla="*/ 0 w 2613036"/>
              <a:gd name="csY0" fmla="*/ 0 h 369332"/>
              <a:gd name="csX1" fmla="*/ 496477 w 2613036"/>
              <a:gd name="csY1" fmla="*/ 0 h 369332"/>
              <a:gd name="csX2" fmla="*/ 940693 w 2613036"/>
              <a:gd name="csY2" fmla="*/ 0 h 369332"/>
              <a:gd name="csX3" fmla="*/ 1515561 w 2613036"/>
              <a:gd name="csY3" fmla="*/ 0 h 369332"/>
              <a:gd name="csX4" fmla="*/ 2012038 w 2613036"/>
              <a:gd name="csY4" fmla="*/ 0 h 369332"/>
              <a:gd name="csX5" fmla="*/ 2613036 w 2613036"/>
              <a:gd name="csY5" fmla="*/ 0 h 369332"/>
              <a:gd name="csX6" fmla="*/ 2613036 w 2613036"/>
              <a:gd name="csY6" fmla="*/ 369332 h 369332"/>
              <a:gd name="csX7" fmla="*/ 2090429 w 2613036"/>
              <a:gd name="csY7" fmla="*/ 369332 h 369332"/>
              <a:gd name="csX8" fmla="*/ 1515561 w 2613036"/>
              <a:gd name="csY8" fmla="*/ 369332 h 369332"/>
              <a:gd name="csX9" fmla="*/ 1071345 w 2613036"/>
              <a:gd name="csY9" fmla="*/ 369332 h 369332"/>
              <a:gd name="csX10" fmla="*/ 548738 w 2613036"/>
              <a:gd name="csY10" fmla="*/ 369332 h 369332"/>
              <a:gd name="csX11" fmla="*/ 0 w 2613036"/>
              <a:gd name="csY11" fmla="*/ 369332 h 369332"/>
              <a:gd name="csX12" fmla="*/ 0 w 2613036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13036" h="369332" extrusionOk="0">
                <a:moveTo>
                  <a:pt x="0" y="0"/>
                </a:moveTo>
                <a:cubicBezTo>
                  <a:pt x="143215" y="-16642"/>
                  <a:pt x="316604" y="17513"/>
                  <a:pt x="496477" y="0"/>
                </a:cubicBezTo>
                <a:cubicBezTo>
                  <a:pt x="676350" y="-17513"/>
                  <a:pt x="804144" y="39514"/>
                  <a:pt x="940693" y="0"/>
                </a:cubicBezTo>
                <a:cubicBezTo>
                  <a:pt x="1077242" y="-39514"/>
                  <a:pt x="1348602" y="42955"/>
                  <a:pt x="1515561" y="0"/>
                </a:cubicBezTo>
                <a:cubicBezTo>
                  <a:pt x="1682520" y="-42955"/>
                  <a:pt x="1774621" y="25487"/>
                  <a:pt x="2012038" y="0"/>
                </a:cubicBezTo>
                <a:cubicBezTo>
                  <a:pt x="2249455" y="-25487"/>
                  <a:pt x="2468591" y="32172"/>
                  <a:pt x="2613036" y="0"/>
                </a:cubicBezTo>
                <a:cubicBezTo>
                  <a:pt x="2649196" y="81226"/>
                  <a:pt x="2591498" y="278722"/>
                  <a:pt x="2613036" y="369332"/>
                </a:cubicBezTo>
                <a:cubicBezTo>
                  <a:pt x="2479440" y="425992"/>
                  <a:pt x="2231096" y="307808"/>
                  <a:pt x="2090429" y="369332"/>
                </a:cubicBezTo>
                <a:cubicBezTo>
                  <a:pt x="1949762" y="430856"/>
                  <a:pt x="1643044" y="343822"/>
                  <a:pt x="1515561" y="369332"/>
                </a:cubicBezTo>
                <a:cubicBezTo>
                  <a:pt x="1388078" y="394842"/>
                  <a:pt x="1225962" y="338754"/>
                  <a:pt x="1071345" y="369332"/>
                </a:cubicBezTo>
                <a:cubicBezTo>
                  <a:pt x="916728" y="399910"/>
                  <a:pt x="757771" y="356849"/>
                  <a:pt x="548738" y="369332"/>
                </a:cubicBezTo>
                <a:cubicBezTo>
                  <a:pt x="339705" y="381815"/>
                  <a:pt x="260513" y="30787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5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Final decision nodes</a:t>
            </a:r>
          </a:p>
        </p:txBody>
      </p:sp>
    </p:spTree>
    <p:extLst>
      <p:ext uri="{BB962C8B-B14F-4D97-AF65-F5344CB8AC3E}">
        <p14:creationId xmlns:p14="http://schemas.microsoft.com/office/powerpoint/2010/main" val="216670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4" grpId="0" animBg="1"/>
      <p:bldP spid="75" grpId="0" animBg="1"/>
      <p:bldP spid="7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D79C-6DA1-7D61-8810-2DA140C5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C62413A-7D6F-01C6-1AA4-A48276259F41}"/>
              </a:ext>
            </a:extLst>
          </p:cNvPr>
          <p:cNvGrpSpPr/>
          <p:nvPr/>
        </p:nvGrpSpPr>
        <p:grpSpPr>
          <a:xfrm>
            <a:off x="706394" y="2037204"/>
            <a:ext cx="1891680" cy="2613578"/>
            <a:chOff x="706394" y="2037204"/>
            <a:chExt cx="1891680" cy="2613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5268F4-E5BC-F519-AA3F-DB97892ADB33}"/>
                </a:ext>
              </a:extLst>
            </p:cNvPr>
            <p:cNvSpPr txBox="1"/>
            <p:nvPr/>
          </p:nvSpPr>
          <p:spPr>
            <a:xfrm>
              <a:off x="706394" y="3279996"/>
              <a:ext cx="351059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3564552-A9E2-661F-B7AD-72515B277643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1057453" y="2037204"/>
              <a:ext cx="1540621" cy="1427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6AF97B-B47C-A179-7229-26BC77092081}"/>
                    </a:ext>
                  </a:extLst>
                </p:cNvPr>
                <p:cNvSpPr txBox="1"/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6AF97B-B47C-A179-7229-26BC77092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2162708"/>
                  <a:ext cx="19447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95BF6D4-7340-3BE8-7AD5-21A69D822E33}"/>
                </a:ext>
              </a:extLst>
            </p:cNvPr>
            <p:cNvCxnSpPr>
              <a:cxnSpLocks/>
              <a:stCxn id="11" idx="3"/>
              <a:endCxn id="23" idx="2"/>
            </p:cNvCxnSpPr>
            <p:nvPr/>
          </p:nvCxnSpPr>
          <p:spPr>
            <a:xfrm>
              <a:off x="1057453" y="3464662"/>
              <a:ext cx="1498760" cy="1186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652A35-6270-587F-9208-E219E130E5E3}"/>
                    </a:ext>
                  </a:extLst>
                </p:cNvPr>
                <p:cNvSpPr txBox="1"/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652A35-6270-587F-9208-E219E130E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84" y="3671234"/>
                  <a:ext cx="14196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3478" r="-3478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506B68B-976E-7333-26A1-2E889C689E1C}"/>
              </a:ext>
            </a:extLst>
          </p:cNvPr>
          <p:cNvSpPr txBox="1"/>
          <p:nvPr/>
        </p:nvSpPr>
        <p:spPr>
          <a:xfrm>
            <a:off x="167182" y="5881893"/>
            <a:ext cx="1467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Backward Induction</a:t>
            </a:r>
          </a:p>
        </p:txBody>
      </p:sp>
      <p:pic>
        <p:nvPicPr>
          <p:cNvPr id="37" name="Picture 36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C633EC57-43C9-B9AC-EB87-1867D3550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326434" y="1970512"/>
            <a:ext cx="875681" cy="11382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E3EB7981-CAA2-ADB8-F19E-B2845EC20F84}"/>
              </a:ext>
            </a:extLst>
          </p:cNvPr>
          <p:cNvSpPr txBox="1"/>
          <p:nvPr/>
        </p:nvSpPr>
        <p:spPr>
          <a:xfrm>
            <a:off x="8629917" y="406113"/>
            <a:ext cx="2613036" cy="369332"/>
          </a:xfrm>
          <a:custGeom>
            <a:avLst/>
            <a:gdLst>
              <a:gd name="csX0" fmla="*/ 0 w 2613036"/>
              <a:gd name="csY0" fmla="*/ 0 h 369332"/>
              <a:gd name="csX1" fmla="*/ 496477 w 2613036"/>
              <a:gd name="csY1" fmla="*/ 0 h 369332"/>
              <a:gd name="csX2" fmla="*/ 940693 w 2613036"/>
              <a:gd name="csY2" fmla="*/ 0 h 369332"/>
              <a:gd name="csX3" fmla="*/ 1515561 w 2613036"/>
              <a:gd name="csY3" fmla="*/ 0 h 369332"/>
              <a:gd name="csX4" fmla="*/ 2012038 w 2613036"/>
              <a:gd name="csY4" fmla="*/ 0 h 369332"/>
              <a:gd name="csX5" fmla="*/ 2613036 w 2613036"/>
              <a:gd name="csY5" fmla="*/ 0 h 369332"/>
              <a:gd name="csX6" fmla="*/ 2613036 w 2613036"/>
              <a:gd name="csY6" fmla="*/ 369332 h 369332"/>
              <a:gd name="csX7" fmla="*/ 2090429 w 2613036"/>
              <a:gd name="csY7" fmla="*/ 369332 h 369332"/>
              <a:gd name="csX8" fmla="*/ 1515561 w 2613036"/>
              <a:gd name="csY8" fmla="*/ 369332 h 369332"/>
              <a:gd name="csX9" fmla="*/ 1071345 w 2613036"/>
              <a:gd name="csY9" fmla="*/ 369332 h 369332"/>
              <a:gd name="csX10" fmla="*/ 548738 w 2613036"/>
              <a:gd name="csY10" fmla="*/ 369332 h 369332"/>
              <a:gd name="csX11" fmla="*/ 0 w 2613036"/>
              <a:gd name="csY11" fmla="*/ 369332 h 369332"/>
              <a:gd name="csX12" fmla="*/ 0 w 2613036"/>
              <a:gd name="csY12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13036" h="369332" extrusionOk="0">
                <a:moveTo>
                  <a:pt x="0" y="0"/>
                </a:moveTo>
                <a:cubicBezTo>
                  <a:pt x="143215" y="-16642"/>
                  <a:pt x="316604" y="17513"/>
                  <a:pt x="496477" y="0"/>
                </a:cubicBezTo>
                <a:cubicBezTo>
                  <a:pt x="676350" y="-17513"/>
                  <a:pt x="804144" y="39514"/>
                  <a:pt x="940693" y="0"/>
                </a:cubicBezTo>
                <a:cubicBezTo>
                  <a:pt x="1077242" y="-39514"/>
                  <a:pt x="1348602" y="42955"/>
                  <a:pt x="1515561" y="0"/>
                </a:cubicBezTo>
                <a:cubicBezTo>
                  <a:pt x="1682520" y="-42955"/>
                  <a:pt x="1774621" y="25487"/>
                  <a:pt x="2012038" y="0"/>
                </a:cubicBezTo>
                <a:cubicBezTo>
                  <a:pt x="2249455" y="-25487"/>
                  <a:pt x="2468591" y="32172"/>
                  <a:pt x="2613036" y="0"/>
                </a:cubicBezTo>
                <a:cubicBezTo>
                  <a:pt x="2649196" y="81226"/>
                  <a:pt x="2591498" y="278722"/>
                  <a:pt x="2613036" y="369332"/>
                </a:cubicBezTo>
                <a:cubicBezTo>
                  <a:pt x="2479440" y="425992"/>
                  <a:pt x="2231096" y="307808"/>
                  <a:pt x="2090429" y="369332"/>
                </a:cubicBezTo>
                <a:cubicBezTo>
                  <a:pt x="1949762" y="430856"/>
                  <a:pt x="1643044" y="343822"/>
                  <a:pt x="1515561" y="369332"/>
                </a:cubicBezTo>
                <a:cubicBezTo>
                  <a:pt x="1388078" y="394842"/>
                  <a:pt x="1225962" y="338754"/>
                  <a:pt x="1071345" y="369332"/>
                </a:cubicBezTo>
                <a:cubicBezTo>
                  <a:pt x="916728" y="399910"/>
                  <a:pt x="757771" y="356849"/>
                  <a:pt x="548738" y="369332"/>
                </a:cubicBezTo>
                <a:cubicBezTo>
                  <a:pt x="339705" y="381815"/>
                  <a:pt x="260513" y="30787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5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Final decision nodes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8C2736-B503-D27E-343A-6F2E9CD03402}"/>
              </a:ext>
            </a:extLst>
          </p:cNvPr>
          <p:cNvSpPr txBox="1"/>
          <p:nvPr/>
        </p:nvSpPr>
        <p:spPr>
          <a:xfrm>
            <a:off x="8633724" y="291180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…doesn’t choose the ‘best’ action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2E9D528-EB51-A3E4-CE0E-64B599EC466D}"/>
              </a:ext>
            </a:extLst>
          </p:cNvPr>
          <p:cNvSpPr txBox="1"/>
          <p:nvPr/>
        </p:nvSpPr>
        <p:spPr>
          <a:xfrm>
            <a:off x="8633724" y="3752245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…chooses the ‘average’ of all available actions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2C4F31-CC88-41FE-10A6-012F165496A7}"/>
              </a:ext>
            </a:extLst>
          </p:cNvPr>
          <p:cNvSpPr txBox="1"/>
          <p:nvPr/>
        </p:nvSpPr>
        <p:spPr>
          <a:xfrm>
            <a:off x="8633724" y="2118064"/>
            <a:ext cx="261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…not a rational decision-maker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23B430-7230-9162-A2CD-74BC9BA3160F}"/>
              </a:ext>
            </a:extLst>
          </p:cNvPr>
          <p:cNvSpPr txBox="1"/>
          <p:nvPr/>
        </p:nvSpPr>
        <p:spPr>
          <a:xfrm>
            <a:off x="8629917" y="1561749"/>
            <a:ext cx="261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Decision-maker = Nature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3347190-B059-229D-9627-0789EE0AABBC}"/>
                  </a:ext>
                </a:extLst>
              </p:cNvPr>
              <p:cNvSpPr txBox="1"/>
              <p:nvPr/>
            </p:nvSpPr>
            <p:spPr>
              <a:xfrm>
                <a:off x="6824102" y="4808280"/>
                <a:ext cx="4638001" cy="276999"/>
              </a:xfrm>
              <a:custGeom>
                <a:avLst/>
                <a:gdLst>
                  <a:gd name="csX0" fmla="*/ 0 w 4638001"/>
                  <a:gd name="csY0" fmla="*/ 0 h 276999"/>
                  <a:gd name="csX1" fmla="*/ 533370 w 4638001"/>
                  <a:gd name="csY1" fmla="*/ 0 h 276999"/>
                  <a:gd name="csX2" fmla="*/ 973980 w 4638001"/>
                  <a:gd name="csY2" fmla="*/ 0 h 276999"/>
                  <a:gd name="csX3" fmla="*/ 1646490 w 4638001"/>
                  <a:gd name="csY3" fmla="*/ 0 h 276999"/>
                  <a:gd name="csX4" fmla="*/ 2179860 w 4638001"/>
                  <a:gd name="csY4" fmla="*/ 0 h 276999"/>
                  <a:gd name="csX5" fmla="*/ 2713231 w 4638001"/>
                  <a:gd name="csY5" fmla="*/ 0 h 276999"/>
                  <a:gd name="csX6" fmla="*/ 3385741 w 4638001"/>
                  <a:gd name="csY6" fmla="*/ 0 h 276999"/>
                  <a:gd name="csX7" fmla="*/ 3872731 w 4638001"/>
                  <a:gd name="csY7" fmla="*/ 0 h 276999"/>
                  <a:gd name="csX8" fmla="*/ 4638001 w 4638001"/>
                  <a:gd name="csY8" fmla="*/ 0 h 276999"/>
                  <a:gd name="csX9" fmla="*/ 4638001 w 4638001"/>
                  <a:gd name="csY9" fmla="*/ 276999 h 276999"/>
                  <a:gd name="csX10" fmla="*/ 4151011 w 4638001"/>
                  <a:gd name="csY10" fmla="*/ 276999 h 276999"/>
                  <a:gd name="csX11" fmla="*/ 3571261 w 4638001"/>
                  <a:gd name="csY11" fmla="*/ 276999 h 276999"/>
                  <a:gd name="csX12" fmla="*/ 3037891 w 4638001"/>
                  <a:gd name="csY12" fmla="*/ 276999 h 276999"/>
                  <a:gd name="csX13" fmla="*/ 2365381 w 4638001"/>
                  <a:gd name="csY13" fmla="*/ 276999 h 276999"/>
                  <a:gd name="csX14" fmla="*/ 1692870 w 4638001"/>
                  <a:gd name="csY14" fmla="*/ 276999 h 276999"/>
                  <a:gd name="csX15" fmla="*/ 1205880 w 4638001"/>
                  <a:gd name="csY15" fmla="*/ 276999 h 276999"/>
                  <a:gd name="csX16" fmla="*/ 626130 w 4638001"/>
                  <a:gd name="csY16" fmla="*/ 276999 h 276999"/>
                  <a:gd name="csX17" fmla="*/ 0 w 4638001"/>
                  <a:gd name="csY17" fmla="*/ 276999 h 276999"/>
                  <a:gd name="csX18" fmla="*/ 0 w 4638001"/>
                  <a:gd name="csY1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638001" h="276999" extrusionOk="0">
                    <a:moveTo>
                      <a:pt x="0" y="0"/>
                    </a:moveTo>
                    <a:cubicBezTo>
                      <a:pt x="241755" y="-16479"/>
                      <a:pt x="411341" y="2172"/>
                      <a:pt x="533370" y="0"/>
                    </a:cubicBezTo>
                    <a:cubicBezTo>
                      <a:pt x="655399" y="-2172"/>
                      <a:pt x="781658" y="48231"/>
                      <a:pt x="973980" y="0"/>
                    </a:cubicBezTo>
                    <a:cubicBezTo>
                      <a:pt x="1166302" y="-48231"/>
                      <a:pt x="1318037" y="22339"/>
                      <a:pt x="1646490" y="0"/>
                    </a:cubicBezTo>
                    <a:cubicBezTo>
                      <a:pt x="1974943" y="-22339"/>
                      <a:pt x="1968512" y="1078"/>
                      <a:pt x="2179860" y="0"/>
                    </a:cubicBezTo>
                    <a:cubicBezTo>
                      <a:pt x="2391208" y="-1078"/>
                      <a:pt x="2465555" y="45838"/>
                      <a:pt x="2713231" y="0"/>
                    </a:cubicBezTo>
                    <a:cubicBezTo>
                      <a:pt x="2960907" y="-45838"/>
                      <a:pt x="3106434" y="38460"/>
                      <a:pt x="3385741" y="0"/>
                    </a:cubicBezTo>
                    <a:cubicBezTo>
                      <a:pt x="3665048" y="-38460"/>
                      <a:pt x="3763651" y="1053"/>
                      <a:pt x="3872731" y="0"/>
                    </a:cubicBezTo>
                    <a:cubicBezTo>
                      <a:pt x="3981811" y="-1053"/>
                      <a:pt x="4441145" y="86109"/>
                      <a:pt x="4638001" y="0"/>
                    </a:cubicBezTo>
                    <a:cubicBezTo>
                      <a:pt x="4638376" y="116864"/>
                      <a:pt x="4622292" y="163040"/>
                      <a:pt x="4638001" y="276999"/>
                    </a:cubicBezTo>
                    <a:cubicBezTo>
                      <a:pt x="4407358" y="294456"/>
                      <a:pt x="4334553" y="266238"/>
                      <a:pt x="4151011" y="276999"/>
                    </a:cubicBezTo>
                    <a:cubicBezTo>
                      <a:pt x="3967469" y="287760"/>
                      <a:pt x="3700422" y="210295"/>
                      <a:pt x="3571261" y="276999"/>
                    </a:cubicBezTo>
                    <a:cubicBezTo>
                      <a:pt x="3442100" y="343703"/>
                      <a:pt x="3267306" y="275465"/>
                      <a:pt x="3037891" y="276999"/>
                    </a:cubicBezTo>
                    <a:cubicBezTo>
                      <a:pt x="2808476" y="278533"/>
                      <a:pt x="2656663" y="255953"/>
                      <a:pt x="2365381" y="276999"/>
                    </a:cubicBezTo>
                    <a:cubicBezTo>
                      <a:pt x="2074099" y="298045"/>
                      <a:pt x="1906178" y="251161"/>
                      <a:pt x="1692870" y="276999"/>
                    </a:cubicBezTo>
                    <a:cubicBezTo>
                      <a:pt x="1479562" y="302837"/>
                      <a:pt x="1319680" y="233259"/>
                      <a:pt x="1205880" y="276999"/>
                    </a:cubicBezTo>
                    <a:cubicBezTo>
                      <a:pt x="1092080" y="320739"/>
                      <a:pt x="887497" y="237786"/>
                      <a:pt x="626130" y="276999"/>
                    </a:cubicBezTo>
                    <a:cubicBezTo>
                      <a:pt x="364763" y="316212"/>
                      <a:pt x="302885" y="250490"/>
                      <a:pt x="0" y="276999"/>
                    </a:cubicBezTo>
                    <a:cubicBezTo>
                      <a:pt x="-15049" y="190442"/>
                      <a:pt x="21382" y="131895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3347190-B059-229D-9627-0789EE0AA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102" y="4808280"/>
                <a:ext cx="4638001" cy="276999"/>
              </a:xfrm>
              <a:prstGeom prst="rect">
                <a:avLst/>
              </a:prstGeom>
              <a:blipFill>
                <a:blip r:embed="rId5"/>
                <a:stretch>
                  <a:fillRect l="-131" b="-10909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638001"/>
                          <a:gd name="csY0" fmla="*/ 0 h 276999"/>
                          <a:gd name="csX1" fmla="*/ 533370 w 4638001"/>
                          <a:gd name="csY1" fmla="*/ 0 h 276999"/>
                          <a:gd name="csX2" fmla="*/ 973980 w 4638001"/>
                          <a:gd name="csY2" fmla="*/ 0 h 276999"/>
                          <a:gd name="csX3" fmla="*/ 1646490 w 4638001"/>
                          <a:gd name="csY3" fmla="*/ 0 h 276999"/>
                          <a:gd name="csX4" fmla="*/ 2179860 w 4638001"/>
                          <a:gd name="csY4" fmla="*/ 0 h 276999"/>
                          <a:gd name="csX5" fmla="*/ 2713231 w 4638001"/>
                          <a:gd name="csY5" fmla="*/ 0 h 276999"/>
                          <a:gd name="csX6" fmla="*/ 3385741 w 4638001"/>
                          <a:gd name="csY6" fmla="*/ 0 h 276999"/>
                          <a:gd name="csX7" fmla="*/ 3872731 w 4638001"/>
                          <a:gd name="csY7" fmla="*/ 0 h 276999"/>
                          <a:gd name="csX8" fmla="*/ 4638001 w 4638001"/>
                          <a:gd name="csY8" fmla="*/ 0 h 276999"/>
                          <a:gd name="csX9" fmla="*/ 4638001 w 4638001"/>
                          <a:gd name="csY9" fmla="*/ 276999 h 276999"/>
                          <a:gd name="csX10" fmla="*/ 4151011 w 4638001"/>
                          <a:gd name="csY10" fmla="*/ 276999 h 276999"/>
                          <a:gd name="csX11" fmla="*/ 3571261 w 4638001"/>
                          <a:gd name="csY11" fmla="*/ 276999 h 276999"/>
                          <a:gd name="csX12" fmla="*/ 3037891 w 4638001"/>
                          <a:gd name="csY12" fmla="*/ 276999 h 276999"/>
                          <a:gd name="csX13" fmla="*/ 2365381 w 4638001"/>
                          <a:gd name="csY13" fmla="*/ 276999 h 276999"/>
                          <a:gd name="csX14" fmla="*/ 1692870 w 4638001"/>
                          <a:gd name="csY14" fmla="*/ 276999 h 276999"/>
                          <a:gd name="csX15" fmla="*/ 1205880 w 4638001"/>
                          <a:gd name="csY15" fmla="*/ 276999 h 276999"/>
                          <a:gd name="csX16" fmla="*/ 626130 w 4638001"/>
                          <a:gd name="csY16" fmla="*/ 276999 h 276999"/>
                          <a:gd name="csX17" fmla="*/ 0 w 4638001"/>
                          <a:gd name="csY17" fmla="*/ 276999 h 276999"/>
                          <a:gd name="csX18" fmla="*/ 0 w 4638001"/>
                          <a:gd name="csY1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</a:cxnLst>
                        <a:rect l="l" t="t" r="r" b="b"/>
                        <a:pathLst>
                          <a:path w="4638001" h="276999" extrusionOk="0">
                            <a:moveTo>
                              <a:pt x="0" y="0"/>
                            </a:moveTo>
                            <a:cubicBezTo>
                              <a:pt x="241755" y="-16479"/>
                              <a:pt x="411341" y="2172"/>
                              <a:pt x="533370" y="0"/>
                            </a:cubicBezTo>
                            <a:cubicBezTo>
                              <a:pt x="655399" y="-2172"/>
                              <a:pt x="781658" y="48231"/>
                              <a:pt x="973980" y="0"/>
                            </a:cubicBezTo>
                            <a:cubicBezTo>
                              <a:pt x="1166302" y="-48231"/>
                              <a:pt x="1318037" y="22339"/>
                              <a:pt x="1646490" y="0"/>
                            </a:cubicBezTo>
                            <a:cubicBezTo>
                              <a:pt x="1974943" y="-22339"/>
                              <a:pt x="1968512" y="1078"/>
                              <a:pt x="2179860" y="0"/>
                            </a:cubicBezTo>
                            <a:cubicBezTo>
                              <a:pt x="2391208" y="-1078"/>
                              <a:pt x="2465555" y="45838"/>
                              <a:pt x="2713231" y="0"/>
                            </a:cubicBezTo>
                            <a:cubicBezTo>
                              <a:pt x="2960907" y="-45838"/>
                              <a:pt x="3106434" y="38460"/>
                              <a:pt x="3385741" y="0"/>
                            </a:cubicBezTo>
                            <a:cubicBezTo>
                              <a:pt x="3665048" y="-38460"/>
                              <a:pt x="3763651" y="1053"/>
                              <a:pt x="3872731" y="0"/>
                            </a:cubicBezTo>
                            <a:cubicBezTo>
                              <a:pt x="3981811" y="-1053"/>
                              <a:pt x="4441145" y="86109"/>
                              <a:pt x="4638001" y="0"/>
                            </a:cubicBezTo>
                            <a:cubicBezTo>
                              <a:pt x="4638376" y="116864"/>
                              <a:pt x="4622292" y="163040"/>
                              <a:pt x="4638001" y="276999"/>
                            </a:cubicBezTo>
                            <a:cubicBezTo>
                              <a:pt x="4407358" y="294456"/>
                              <a:pt x="4334553" y="266238"/>
                              <a:pt x="4151011" y="276999"/>
                            </a:cubicBezTo>
                            <a:cubicBezTo>
                              <a:pt x="3967469" y="287760"/>
                              <a:pt x="3700422" y="210295"/>
                              <a:pt x="3571261" y="276999"/>
                            </a:cubicBezTo>
                            <a:cubicBezTo>
                              <a:pt x="3442100" y="343703"/>
                              <a:pt x="3267306" y="275465"/>
                              <a:pt x="3037891" y="276999"/>
                            </a:cubicBezTo>
                            <a:cubicBezTo>
                              <a:pt x="2808476" y="278533"/>
                              <a:pt x="2656663" y="255953"/>
                              <a:pt x="2365381" y="276999"/>
                            </a:cubicBezTo>
                            <a:cubicBezTo>
                              <a:pt x="2074099" y="298045"/>
                              <a:pt x="1906178" y="251161"/>
                              <a:pt x="1692870" y="276999"/>
                            </a:cubicBezTo>
                            <a:cubicBezTo>
                              <a:pt x="1479562" y="302837"/>
                              <a:pt x="1319680" y="233259"/>
                              <a:pt x="1205880" y="276999"/>
                            </a:cubicBezTo>
                            <a:cubicBezTo>
                              <a:pt x="1092080" y="320739"/>
                              <a:pt x="887497" y="237786"/>
                              <a:pt x="626130" y="276999"/>
                            </a:cubicBezTo>
                            <a:cubicBezTo>
                              <a:pt x="364763" y="316212"/>
                              <a:pt x="302885" y="250490"/>
                              <a:pt x="0" y="276999"/>
                            </a:cubicBezTo>
                            <a:cubicBezTo>
                              <a:pt x="-15049" y="190442"/>
                              <a:pt x="21382" y="13189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417DF1F-659A-948F-EC23-C6915D4B0C12}"/>
                  </a:ext>
                </a:extLst>
              </p:cNvPr>
              <p:cNvSpPr txBox="1"/>
              <p:nvPr/>
            </p:nvSpPr>
            <p:spPr>
              <a:xfrm>
                <a:off x="6824102" y="5415350"/>
                <a:ext cx="4524444" cy="276999"/>
              </a:xfrm>
              <a:custGeom>
                <a:avLst/>
                <a:gdLst>
                  <a:gd name="csX0" fmla="*/ 0 w 4524444"/>
                  <a:gd name="csY0" fmla="*/ 0 h 276999"/>
                  <a:gd name="csX1" fmla="*/ 520311 w 4524444"/>
                  <a:gd name="csY1" fmla="*/ 0 h 276999"/>
                  <a:gd name="csX2" fmla="*/ 950133 w 4524444"/>
                  <a:gd name="csY2" fmla="*/ 0 h 276999"/>
                  <a:gd name="csX3" fmla="*/ 1606178 w 4524444"/>
                  <a:gd name="csY3" fmla="*/ 0 h 276999"/>
                  <a:gd name="csX4" fmla="*/ 2126489 w 4524444"/>
                  <a:gd name="csY4" fmla="*/ 0 h 276999"/>
                  <a:gd name="csX5" fmla="*/ 2646800 w 4524444"/>
                  <a:gd name="csY5" fmla="*/ 0 h 276999"/>
                  <a:gd name="csX6" fmla="*/ 3302844 w 4524444"/>
                  <a:gd name="csY6" fmla="*/ 0 h 276999"/>
                  <a:gd name="csX7" fmla="*/ 3777911 w 4524444"/>
                  <a:gd name="csY7" fmla="*/ 0 h 276999"/>
                  <a:gd name="csX8" fmla="*/ 4524444 w 4524444"/>
                  <a:gd name="csY8" fmla="*/ 0 h 276999"/>
                  <a:gd name="csX9" fmla="*/ 4524444 w 4524444"/>
                  <a:gd name="csY9" fmla="*/ 276999 h 276999"/>
                  <a:gd name="csX10" fmla="*/ 4049377 w 4524444"/>
                  <a:gd name="csY10" fmla="*/ 276999 h 276999"/>
                  <a:gd name="csX11" fmla="*/ 3483822 w 4524444"/>
                  <a:gd name="csY11" fmla="*/ 276999 h 276999"/>
                  <a:gd name="csX12" fmla="*/ 2963511 w 4524444"/>
                  <a:gd name="csY12" fmla="*/ 276999 h 276999"/>
                  <a:gd name="csX13" fmla="*/ 2307466 w 4524444"/>
                  <a:gd name="csY13" fmla="*/ 276999 h 276999"/>
                  <a:gd name="csX14" fmla="*/ 1651422 w 4524444"/>
                  <a:gd name="csY14" fmla="*/ 276999 h 276999"/>
                  <a:gd name="csX15" fmla="*/ 1176355 w 4524444"/>
                  <a:gd name="csY15" fmla="*/ 276999 h 276999"/>
                  <a:gd name="csX16" fmla="*/ 610800 w 4524444"/>
                  <a:gd name="csY16" fmla="*/ 276999 h 276999"/>
                  <a:gd name="csX17" fmla="*/ 0 w 4524444"/>
                  <a:gd name="csY17" fmla="*/ 276999 h 276999"/>
                  <a:gd name="csX18" fmla="*/ 0 w 4524444"/>
                  <a:gd name="csY1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524444" h="276999" extrusionOk="0">
                    <a:moveTo>
                      <a:pt x="0" y="0"/>
                    </a:moveTo>
                    <a:cubicBezTo>
                      <a:pt x="190967" y="-21175"/>
                      <a:pt x="376559" y="50695"/>
                      <a:pt x="520311" y="0"/>
                    </a:cubicBezTo>
                    <a:cubicBezTo>
                      <a:pt x="664063" y="-50695"/>
                      <a:pt x="861438" y="21314"/>
                      <a:pt x="950133" y="0"/>
                    </a:cubicBezTo>
                    <a:cubicBezTo>
                      <a:pt x="1038828" y="-21314"/>
                      <a:pt x="1367189" y="6271"/>
                      <a:pt x="1606178" y="0"/>
                    </a:cubicBezTo>
                    <a:cubicBezTo>
                      <a:pt x="1845167" y="-6271"/>
                      <a:pt x="1950057" y="13031"/>
                      <a:pt x="2126489" y="0"/>
                    </a:cubicBezTo>
                    <a:cubicBezTo>
                      <a:pt x="2302921" y="-13031"/>
                      <a:pt x="2439160" y="2508"/>
                      <a:pt x="2646800" y="0"/>
                    </a:cubicBezTo>
                    <a:cubicBezTo>
                      <a:pt x="2854440" y="-2508"/>
                      <a:pt x="3006438" y="76929"/>
                      <a:pt x="3302844" y="0"/>
                    </a:cubicBezTo>
                    <a:cubicBezTo>
                      <a:pt x="3599250" y="-76929"/>
                      <a:pt x="3672474" y="50072"/>
                      <a:pt x="3777911" y="0"/>
                    </a:cubicBezTo>
                    <a:cubicBezTo>
                      <a:pt x="3883348" y="-50072"/>
                      <a:pt x="4301557" y="11304"/>
                      <a:pt x="4524444" y="0"/>
                    </a:cubicBezTo>
                    <a:cubicBezTo>
                      <a:pt x="4524819" y="116864"/>
                      <a:pt x="4508735" y="163040"/>
                      <a:pt x="4524444" y="276999"/>
                    </a:cubicBezTo>
                    <a:cubicBezTo>
                      <a:pt x="4349060" y="292422"/>
                      <a:pt x="4279090" y="275493"/>
                      <a:pt x="4049377" y="276999"/>
                    </a:cubicBezTo>
                    <a:cubicBezTo>
                      <a:pt x="3819664" y="278505"/>
                      <a:pt x="3721081" y="242043"/>
                      <a:pt x="3483822" y="276999"/>
                    </a:cubicBezTo>
                    <a:cubicBezTo>
                      <a:pt x="3246564" y="311955"/>
                      <a:pt x="3186233" y="247681"/>
                      <a:pt x="2963511" y="276999"/>
                    </a:cubicBezTo>
                    <a:cubicBezTo>
                      <a:pt x="2740789" y="306317"/>
                      <a:pt x="2549147" y="262251"/>
                      <a:pt x="2307466" y="276999"/>
                    </a:cubicBezTo>
                    <a:cubicBezTo>
                      <a:pt x="2065786" y="291747"/>
                      <a:pt x="1861156" y="225840"/>
                      <a:pt x="1651422" y="276999"/>
                    </a:cubicBezTo>
                    <a:cubicBezTo>
                      <a:pt x="1441688" y="328158"/>
                      <a:pt x="1340234" y="250813"/>
                      <a:pt x="1176355" y="276999"/>
                    </a:cubicBezTo>
                    <a:cubicBezTo>
                      <a:pt x="1012476" y="303185"/>
                      <a:pt x="752948" y="222103"/>
                      <a:pt x="610800" y="276999"/>
                    </a:cubicBezTo>
                    <a:cubicBezTo>
                      <a:pt x="468653" y="331895"/>
                      <a:pt x="228327" y="207751"/>
                      <a:pt x="0" y="276999"/>
                    </a:cubicBezTo>
                    <a:cubicBezTo>
                      <a:pt x="-15049" y="190442"/>
                      <a:pt x="21382" y="131895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280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−40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417DF1F-659A-948F-EC23-C6915D4B0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102" y="5415350"/>
                <a:ext cx="452444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524444"/>
                          <a:gd name="csY0" fmla="*/ 0 h 276999"/>
                          <a:gd name="csX1" fmla="*/ 520311 w 4524444"/>
                          <a:gd name="csY1" fmla="*/ 0 h 276999"/>
                          <a:gd name="csX2" fmla="*/ 950133 w 4524444"/>
                          <a:gd name="csY2" fmla="*/ 0 h 276999"/>
                          <a:gd name="csX3" fmla="*/ 1606178 w 4524444"/>
                          <a:gd name="csY3" fmla="*/ 0 h 276999"/>
                          <a:gd name="csX4" fmla="*/ 2126489 w 4524444"/>
                          <a:gd name="csY4" fmla="*/ 0 h 276999"/>
                          <a:gd name="csX5" fmla="*/ 2646800 w 4524444"/>
                          <a:gd name="csY5" fmla="*/ 0 h 276999"/>
                          <a:gd name="csX6" fmla="*/ 3302844 w 4524444"/>
                          <a:gd name="csY6" fmla="*/ 0 h 276999"/>
                          <a:gd name="csX7" fmla="*/ 3777911 w 4524444"/>
                          <a:gd name="csY7" fmla="*/ 0 h 276999"/>
                          <a:gd name="csX8" fmla="*/ 4524444 w 4524444"/>
                          <a:gd name="csY8" fmla="*/ 0 h 276999"/>
                          <a:gd name="csX9" fmla="*/ 4524444 w 4524444"/>
                          <a:gd name="csY9" fmla="*/ 276999 h 276999"/>
                          <a:gd name="csX10" fmla="*/ 4049377 w 4524444"/>
                          <a:gd name="csY10" fmla="*/ 276999 h 276999"/>
                          <a:gd name="csX11" fmla="*/ 3483822 w 4524444"/>
                          <a:gd name="csY11" fmla="*/ 276999 h 276999"/>
                          <a:gd name="csX12" fmla="*/ 2963511 w 4524444"/>
                          <a:gd name="csY12" fmla="*/ 276999 h 276999"/>
                          <a:gd name="csX13" fmla="*/ 2307466 w 4524444"/>
                          <a:gd name="csY13" fmla="*/ 276999 h 276999"/>
                          <a:gd name="csX14" fmla="*/ 1651422 w 4524444"/>
                          <a:gd name="csY14" fmla="*/ 276999 h 276999"/>
                          <a:gd name="csX15" fmla="*/ 1176355 w 4524444"/>
                          <a:gd name="csY15" fmla="*/ 276999 h 276999"/>
                          <a:gd name="csX16" fmla="*/ 610800 w 4524444"/>
                          <a:gd name="csY16" fmla="*/ 276999 h 276999"/>
                          <a:gd name="csX17" fmla="*/ 0 w 4524444"/>
                          <a:gd name="csY17" fmla="*/ 276999 h 276999"/>
                          <a:gd name="csX18" fmla="*/ 0 w 4524444"/>
                          <a:gd name="csY1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</a:cxnLst>
                        <a:rect l="l" t="t" r="r" b="b"/>
                        <a:pathLst>
                          <a:path w="4524444" h="276999" extrusionOk="0">
                            <a:moveTo>
                              <a:pt x="0" y="0"/>
                            </a:moveTo>
                            <a:cubicBezTo>
                              <a:pt x="190967" y="-21175"/>
                              <a:pt x="376559" y="50695"/>
                              <a:pt x="520311" y="0"/>
                            </a:cubicBezTo>
                            <a:cubicBezTo>
                              <a:pt x="664063" y="-50695"/>
                              <a:pt x="861438" y="21314"/>
                              <a:pt x="950133" y="0"/>
                            </a:cubicBezTo>
                            <a:cubicBezTo>
                              <a:pt x="1038828" y="-21314"/>
                              <a:pt x="1367189" y="6271"/>
                              <a:pt x="1606178" y="0"/>
                            </a:cubicBezTo>
                            <a:cubicBezTo>
                              <a:pt x="1845167" y="-6271"/>
                              <a:pt x="1950057" y="13031"/>
                              <a:pt x="2126489" y="0"/>
                            </a:cubicBezTo>
                            <a:cubicBezTo>
                              <a:pt x="2302921" y="-13031"/>
                              <a:pt x="2439160" y="2508"/>
                              <a:pt x="2646800" y="0"/>
                            </a:cubicBezTo>
                            <a:cubicBezTo>
                              <a:pt x="2854440" y="-2508"/>
                              <a:pt x="3006438" y="76929"/>
                              <a:pt x="3302844" y="0"/>
                            </a:cubicBezTo>
                            <a:cubicBezTo>
                              <a:pt x="3599250" y="-76929"/>
                              <a:pt x="3672474" y="50072"/>
                              <a:pt x="3777911" y="0"/>
                            </a:cubicBezTo>
                            <a:cubicBezTo>
                              <a:pt x="3883348" y="-50072"/>
                              <a:pt x="4301557" y="11304"/>
                              <a:pt x="4524444" y="0"/>
                            </a:cubicBezTo>
                            <a:cubicBezTo>
                              <a:pt x="4524819" y="116864"/>
                              <a:pt x="4508735" y="163040"/>
                              <a:pt x="4524444" y="276999"/>
                            </a:cubicBezTo>
                            <a:cubicBezTo>
                              <a:pt x="4349060" y="292422"/>
                              <a:pt x="4279090" y="275493"/>
                              <a:pt x="4049377" y="276999"/>
                            </a:cubicBezTo>
                            <a:cubicBezTo>
                              <a:pt x="3819664" y="278505"/>
                              <a:pt x="3721081" y="242043"/>
                              <a:pt x="3483822" y="276999"/>
                            </a:cubicBezTo>
                            <a:cubicBezTo>
                              <a:pt x="3246564" y="311955"/>
                              <a:pt x="3186233" y="247681"/>
                              <a:pt x="2963511" y="276999"/>
                            </a:cubicBezTo>
                            <a:cubicBezTo>
                              <a:pt x="2740789" y="306317"/>
                              <a:pt x="2549147" y="262251"/>
                              <a:pt x="2307466" y="276999"/>
                            </a:cubicBezTo>
                            <a:cubicBezTo>
                              <a:pt x="2065786" y="291747"/>
                              <a:pt x="1861156" y="225840"/>
                              <a:pt x="1651422" y="276999"/>
                            </a:cubicBezTo>
                            <a:cubicBezTo>
                              <a:pt x="1441688" y="328158"/>
                              <a:pt x="1340234" y="250813"/>
                              <a:pt x="1176355" y="276999"/>
                            </a:cubicBezTo>
                            <a:cubicBezTo>
                              <a:pt x="1012476" y="303185"/>
                              <a:pt x="752948" y="222103"/>
                              <a:pt x="610800" y="276999"/>
                            </a:cubicBezTo>
                            <a:cubicBezTo>
                              <a:pt x="468653" y="331895"/>
                              <a:pt x="228327" y="207751"/>
                              <a:pt x="0" y="276999"/>
                            </a:cubicBezTo>
                            <a:cubicBezTo>
                              <a:pt x="-15049" y="190442"/>
                              <a:pt x="21382" y="13189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194EDDA-4274-B763-8F68-8A33857B196A}"/>
                  </a:ext>
                </a:extLst>
              </p:cNvPr>
              <p:cNvSpPr txBox="1"/>
              <p:nvPr/>
            </p:nvSpPr>
            <p:spPr>
              <a:xfrm>
                <a:off x="6824102" y="6030371"/>
                <a:ext cx="1199495" cy="276999"/>
              </a:xfrm>
              <a:custGeom>
                <a:avLst/>
                <a:gdLst>
                  <a:gd name="csX0" fmla="*/ 0 w 1199495"/>
                  <a:gd name="csY0" fmla="*/ 0 h 276999"/>
                  <a:gd name="csX1" fmla="*/ 623737 w 1199495"/>
                  <a:gd name="csY1" fmla="*/ 0 h 276999"/>
                  <a:gd name="csX2" fmla="*/ 1199495 w 1199495"/>
                  <a:gd name="csY2" fmla="*/ 0 h 276999"/>
                  <a:gd name="csX3" fmla="*/ 1199495 w 1199495"/>
                  <a:gd name="csY3" fmla="*/ 276999 h 276999"/>
                  <a:gd name="csX4" fmla="*/ 611742 w 1199495"/>
                  <a:gd name="csY4" fmla="*/ 276999 h 276999"/>
                  <a:gd name="csX5" fmla="*/ 0 w 1199495"/>
                  <a:gd name="csY5" fmla="*/ 276999 h 276999"/>
                  <a:gd name="csX6" fmla="*/ 0 w 1199495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199495" h="276999" fill="none" extrusionOk="0">
                    <a:moveTo>
                      <a:pt x="0" y="0"/>
                    </a:moveTo>
                    <a:cubicBezTo>
                      <a:pt x="201929" y="-14627"/>
                      <a:pt x="449408" y="68893"/>
                      <a:pt x="623737" y="0"/>
                    </a:cubicBezTo>
                    <a:cubicBezTo>
                      <a:pt x="798066" y="-68893"/>
                      <a:pt x="1061826" y="49547"/>
                      <a:pt x="1199495" y="0"/>
                    </a:cubicBezTo>
                    <a:cubicBezTo>
                      <a:pt x="1223185" y="123512"/>
                      <a:pt x="1185662" y="147405"/>
                      <a:pt x="1199495" y="276999"/>
                    </a:cubicBezTo>
                    <a:cubicBezTo>
                      <a:pt x="1024130" y="315941"/>
                      <a:pt x="748260" y="260225"/>
                      <a:pt x="611742" y="276999"/>
                    </a:cubicBezTo>
                    <a:cubicBezTo>
                      <a:pt x="475224" y="293773"/>
                      <a:pt x="169169" y="276738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1199495" h="276999" stroke="0" extrusionOk="0">
                    <a:moveTo>
                      <a:pt x="0" y="0"/>
                    </a:moveTo>
                    <a:cubicBezTo>
                      <a:pt x="177051" y="-11401"/>
                      <a:pt x="311600" y="50065"/>
                      <a:pt x="587753" y="0"/>
                    </a:cubicBezTo>
                    <a:cubicBezTo>
                      <a:pt x="863906" y="-50065"/>
                      <a:pt x="922059" y="21383"/>
                      <a:pt x="1199495" y="0"/>
                    </a:cubicBezTo>
                    <a:cubicBezTo>
                      <a:pt x="1227458" y="55906"/>
                      <a:pt x="1180151" y="166747"/>
                      <a:pt x="1199495" y="276999"/>
                    </a:cubicBezTo>
                    <a:cubicBezTo>
                      <a:pt x="946929" y="292610"/>
                      <a:pt x="799426" y="257937"/>
                      <a:pt x="599748" y="276999"/>
                    </a:cubicBezTo>
                    <a:cubicBezTo>
                      <a:pt x="400070" y="296061"/>
                      <a:pt x="130941" y="269295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=99.8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194EDDA-4274-B763-8F68-8A33857B1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102" y="6030371"/>
                <a:ext cx="1199495" cy="276999"/>
              </a:xfrm>
              <a:prstGeom prst="rect">
                <a:avLst/>
              </a:prstGeom>
              <a:blipFill>
                <a:blip r:embed="rId7"/>
                <a:stretch>
                  <a:fillRect l="-1485" r="-3465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199495"/>
                          <a:gd name="csY0" fmla="*/ 0 h 276999"/>
                          <a:gd name="csX1" fmla="*/ 623737 w 1199495"/>
                          <a:gd name="csY1" fmla="*/ 0 h 276999"/>
                          <a:gd name="csX2" fmla="*/ 1199495 w 1199495"/>
                          <a:gd name="csY2" fmla="*/ 0 h 276999"/>
                          <a:gd name="csX3" fmla="*/ 1199495 w 1199495"/>
                          <a:gd name="csY3" fmla="*/ 276999 h 276999"/>
                          <a:gd name="csX4" fmla="*/ 611742 w 1199495"/>
                          <a:gd name="csY4" fmla="*/ 276999 h 276999"/>
                          <a:gd name="csX5" fmla="*/ 0 w 1199495"/>
                          <a:gd name="csY5" fmla="*/ 276999 h 276999"/>
                          <a:gd name="csX6" fmla="*/ 0 w 1199495"/>
                          <a:gd name="csY6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</a:cxnLst>
                        <a:rect l="l" t="t" r="r" b="b"/>
                        <a:pathLst>
                          <a:path w="1199495" h="276999" fill="none" extrusionOk="0">
                            <a:moveTo>
                              <a:pt x="0" y="0"/>
                            </a:moveTo>
                            <a:cubicBezTo>
                              <a:pt x="201929" y="-14627"/>
                              <a:pt x="449408" y="68893"/>
                              <a:pt x="623737" y="0"/>
                            </a:cubicBezTo>
                            <a:cubicBezTo>
                              <a:pt x="798066" y="-68893"/>
                              <a:pt x="1061826" y="49547"/>
                              <a:pt x="1199495" y="0"/>
                            </a:cubicBezTo>
                            <a:cubicBezTo>
                              <a:pt x="1223185" y="123512"/>
                              <a:pt x="1185662" y="147405"/>
                              <a:pt x="1199495" y="276999"/>
                            </a:cubicBezTo>
                            <a:cubicBezTo>
                              <a:pt x="1024130" y="315941"/>
                              <a:pt x="748260" y="260225"/>
                              <a:pt x="611742" y="276999"/>
                            </a:cubicBezTo>
                            <a:cubicBezTo>
                              <a:pt x="475224" y="293773"/>
                              <a:pt x="169169" y="276738"/>
                              <a:pt x="0" y="276999"/>
                            </a:cubicBezTo>
                            <a:cubicBezTo>
                              <a:pt x="-1680" y="168063"/>
                              <a:pt x="27670" y="112396"/>
                              <a:pt x="0" y="0"/>
                            </a:cubicBezTo>
                            <a:close/>
                          </a:path>
                          <a:path w="1199495" h="276999" stroke="0" extrusionOk="0">
                            <a:moveTo>
                              <a:pt x="0" y="0"/>
                            </a:moveTo>
                            <a:cubicBezTo>
                              <a:pt x="177051" y="-11401"/>
                              <a:pt x="311600" y="50065"/>
                              <a:pt x="587753" y="0"/>
                            </a:cubicBezTo>
                            <a:cubicBezTo>
                              <a:pt x="863906" y="-50065"/>
                              <a:pt x="922059" y="21383"/>
                              <a:pt x="1199495" y="0"/>
                            </a:cubicBezTo>
                            <a:cubicBezTo>
                              <a:pt x="1227458" y="55906"/>
                              <a:pt x="1180151" y="166747"/>
                              <a:pt x="1199495" y="276999"/>
                            </a:cubicBezTo>
                            <a:cubicBezTo>
                              <a:pt x="946929" y="292610"/>
                              <a:pt x="799426" y="257937"/>
                              <a:pt x="599748" y="276999"/>
                            </a:cubicBezTo>
                            <a:cubicBezTo>
                              <a:pt x="400070" y="296061"/>
                              <a:pt x="130941" y="269295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B435D6E-19F6-A5F1-7C82-2E7FE0FFD5F1}"/>
              </a:ext>
            </a:extLst>
          </p:cNvPr>
          <p:cNvGrpSpPr/>
          <p:nvPr/>
        </p:nvGrpSpPr>
        <p:grpSpPr>
          <a:xfrm>
            <a:off x="2346293" y="3590516"/>
            <a:ext cx="2463505" cy="2983875"/>
            <a:chOff x="2346293" y="3590516"/>
            <a:chExt cx="2463505" cy="29838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AC844CE-1017-EB79-6C92-57B3A6513194}"/>
                    </a:ext>
                  </a:extLst>
                </p:cNvPr>
                <p:cNvSpPr txBox="1"/>
                <p:nvPr/>
              </p:nvSpPr>
              <p:spPr>
                <a:xfrm>
                  <a:off x="4267966" y="6297392"/>
                  <a:ext cx="476092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AC844CE-1017-EB79-6C92-57B3A65131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966" y="6297392"/>
                  <a:ext cx="476092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64" r="-12821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7D0AD76-D7D3-4847-9398-D43B65E056D8}"/>
                    </a:ext>
                  </a:extLst>
                </p:cNvPr>
                <p:cNvSpPr txBox="1"/>
                <p:nvPr/>
              </p:nvSpPr>
              <p:spPr>
                <a:xfrm>
                  <a:off x="4178585" y="3590516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7D0AD76-D7D3-4847-9398-D43B65E05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585" y="3590516"/>
                  <a:ext cx="43120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DE96C76-D856-1D29-2756-501FD09789AE}"/>
                    </a:ext>
                  </a:extLst>
                </p:cNvPr>
                <p:cNvSpPr txBox="1"/>
                <p:nvPr/>
              </p:nvSpPr>
              <p:spPr>
                <a:xfrm>
                  <a:off x="4378590" y="5306646"/>
                  <a:ext cx="431208" cy="276999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06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DE96C76-D856-1D29-2756-501FD0978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8590" y="5306646"/>
                  <a:ext cx="43120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02FD2A-4B3E-33B2-ABB9-D017DE857427}"/>
                </a:ext>
              </a:extLst>
            </p:cNvPr>
            <p:cNvGrpSpPr/>
            <p:nvPr/>
          </p:nvGrpSpPr>
          <p:grpSpPr>
            <a:xfrm>
              <a:off x="2346293" y="3740806"/>
              <a:ext cx="1991790" cy="2651454"/>
              <a:chOff x="2346293" y="3740806"/>
              <a:chExt cx="1991790" cy="2651454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1EB3781-AEDB-D171-2EA1-3781BED0038C}"/>
                  </a:ext>
                </a:extLst>
              </p:cNvPr>
              <p:cNvGrpSpPr/>
              <p:nvPr/>
            </p:nvGrpSpPr>
            <p:grpSpPr>
              <a:xfrm>
                <a:off x="2346293" y="4559342"/>
                <a:ext cx="392800" cy="475255"/>
                <a:chOff x="8321739" y="3915306"/>
                <a:chExt cx="392800" cy="475255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E35E306-3BC0-EBAC-5DE0-01D2B1B950CD}"/>
                    </a:ext>
                  </a:extLst>
                </p:cNvPr>
                <p:cNvSpPr/>
                <p:nvPr/>
              </p:nvSpPr>
              <p:spPr>
                <a:xfrm>
                  <a:off x="8531659" y="3915306"/>
                  <a:ext cx="182880" cy="182880"/>
                </a:xfrm>
                <a:custGeom>
                  <a:avLst/>
                  <a:gdLst>
                    <a:gd name="csX0" fmla="*/ 0 w 182880"/>
                    <a:gd name="csY0" fmla="*/ 91440 h 182880"/>
                    <a:gd name="csX1" fmla="*/ 91440 w 182880"/>
                    <a:gd name="csY1" fmla="*/ 0 h 182880"/>
                    <a:gd name="csX2" fmla="*/ 182880 w 182880"/>
                    <a:gd name="csY2" fmla="*/ 91440 h 182880"/>
                    <a:gd name="csX3" fmla="*/ 91440 w 182880"/>
                    <a:gd name="csY3" fmla="*/ 182880 h 182880"/>
                    <a:gd name="csX4" fmla="*/ 0 w 182880"/>
                    <a:gd name="csY4" fmla="*/ 91440 h 1828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" h="182880" extrusionOk="0">
                      <a:moveTo>
                        <a:pt x="0" y="91440"/>
                      </a:moveTo>
                      <a:cubicBezTo>
                        <a:pt x="-12507" y="33225"/>
                        <a:pt x="33387" y="2834"/>
                        <a:pt x="91440" y="0"/>
                      </a:cubicBezTo>
                      <a:cubicBezTo>
                        <a:pt x="152333" y="2188"/>
                        <a:pt x="177826" y="41100"/>
                        <a:pt x="182880" y="91440"/>
                      </a:cubicBezTo>
                      <a:cubicBezTo>
                        <a:pt x="174260" y="150358"/>
                        <a:pt x="141511" y="185259"/>
                        <a:pt x="91440" y="182880"/>
                      </a:cubicBezTo>
                      <a:cubicBezTo>
                        <a:pt x="32251" y="178127"/>
                        <a:pt x="8975" y="146229"/>
                        <a:pt x="0" y="91440"/>
                      </a:cubicBezTo>
                      <a:close/>
                    </a:path>
                  </a:pathLst>
                </a:custGeom>
                <a:noFill/>
                <a:ln>
                  <a:solidFill>
                    <a:srgbClr val="7030A0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ellipse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F18721B2-6FF4-FEA0-5DD4-81AD15F522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21739" y="4113562"/>
                      <a:ext cx="220445" cy="27699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F18721B2-6FF4-FEA0-5DD4-81AD15F522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1739" y="4113562"/>
                      <a:ext cx="220445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3684" r="-21053" b="-4167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E93236BF-4752-6737-0D26-DED26AA22AD7}"/>
                  </a:ext>
                </a:extLst>
              </p:cNvPr>
              <p:cNvGrpSpPr/>
              <p:nvPr/>
            </p:nvGrpSpPr>
            <p:grpSpPr>
              <a:xfrm>
                <a:off x="2712311" y="3740806"/>
                <a:ext cx="1625772" cy="2651454"/>
                <a:chOff x="2712311" y="3740806"/>
                <a:chExt cx="1625772" cy="2651454"/>
              </a:xfrm>
            </p:grpSpPr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4E02120-4C7C-E233-3C97-726A1E9F9E36}"/>
                    </a:ext>
                  </a:extLst>
                </p:cNvPr>
                <p:cNvCxnSpPr>
                  <a:cxnSpLocks/>
                  <a:stCxn id="23" idx="5"/>
                </p:cNvCxnSpPr>
                <p:nvPr/>
              </p:nvCxnSpPr>
              <p:spPr>
                <a:xfrm flipV="1">
                  <a:off x="2712311" y="3740806"/>
                  <a:ext cx="1438576" cy="97463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27425FA9-4E35-56DB-5E94-7FECC5EDE5FE}"/>
                    </a:ext>
                  </a:extLst>
                </p:cNvPr>
                <p:cNvCxnSpPr>
                  <a:cxnSpLocks/>
                  <a:stCxn id="23" idx="5"/>
                </p:cNvCxnSpPr>
                <p:nvPr/>
              </p:nvCxnSpPr>
              <p:spPr>
                <a:xfrm>
                  <a:off x="2712311" y="4715440"/>
                  <a:ext cx="1536839" cy="167682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8E39A59C-218F-6EF1-F6B4-46825C44B236}"/>
                    </a:ext>
                  </a:extLst>
                </p:cNvPr>
                <p:cNvCxnSpPr>
                  <a:cxnSpLocks/>
                  <a:stCxn id="23" idx="5"/>
                </p:cNvCxnSpPr>
                <p:nvPr/>
              </p:nvCxnSpPr>
              <p:spPr>
                <a:xfrm>
                  <a:off x="2712311" y="4715440"/>
                  <a:ext cx="1625772" cy="7396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CF0D6B90-B66E-E1E1-EDCA-43A2B26DF554}"/>
                  </a:ext>
                </a:extLst>
              </p:cNvPr>
              <p:cNvGrpSpPr/>
              <p:nvPr/>
            </p:nvGrpSpPr>
            <p:grpSpPr>
              <a:xfrm>
                <a:off x="3157891" y="3880016"/>
                <a:ext cx="351058" cy="1443140"/>
                <a:chOff x="3157891" y="3880016"/>
                <a:chExt cx="351058" cy="144314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44B25B87-5028-23F2-34AD-9BDED1E753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57891" y="3880016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0.3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44B25B87-5028-23F2-34AD-9BDED1E753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57891" y="3880016"/>
                      <a:ext cx="351058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15517" r="-17241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112A77D7-8701-598A-F936-2EDD7701A3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57891" y="4546829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0.3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112A77D7-8701-598A-F936-2EDD7701A3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57891" y="4546829"/>
                      <a:ext cx="351058" cy="2769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15517" r="-17241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1D4753D5-C75B-7EB5-9071-0F7B3E084E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57891" y="5046157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0.4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1D4753D5-C75B-7EB5-9071-0F7B3E084E4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57891" y="5046157"/>
                      <a:ext cx="351058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15517" r="-17241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0C5BA157-DD18-A68C-E344-E86FA5EA97F1}"/>
                  </a:ext>
                </a:extLst>
              </p:cNvPr>
              <p:cNvSpPr/>
              <p:nvPr/>
            </p:nvSpPr>
            <p:spPr>
              <a:xfrm>
                <a:off x="2385550" y="4369551"/>
                <a:ext cx="549573" cy="523167"/>
              </a:xfrm>
              <a:prstGeom prst="ellipse">
                <a:avLst/>
              </a:prstGeom>
              <a:solidFill>
                <a:schemeClr val="accent5">
                  <a:alpha val="20000"/>
                </a:schemeClr>
              </a:solidFill>
              <a:ln>
                <a:solidFill>
                  <a:schemeClr val="accent5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BF16E-CF04-78C7-A328-E9F0D6167C0D}"/>
                  </a:ext>
                </a:extLst>
              </p:cNvPr>
              <p:cNvSpPr txBox="1"/>
              <p:nvPr/>
            </p:nvSpPr>
            <p:spPr>
              <a:xfrm>
                <a:off x="2630393" y="1852538"/>
                <a:ext cx="47929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88.5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BF16E-CF04-78C7-A328-E9F0D6167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393" y="1852538"/>
                <a:ext cx="479298" cy="276999"/>
              </a:xfrm>
              <a:prstGeom prst="rect">
                <a:avLst/>
              </a:prstGeom>
              <a:blipFill>
                <a:blip r:embed="rId15"/>
                <a:stretch>
                  <a:fillRect l="-11392" r="-1265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2DA82A-C1C0-B252-BF9D-AF204BCF4D37}"/>
                  </a:ext>
                </a:extLst>
              </p:cNvPr>
              <p:cNvSpPr txBox="1"/>
              <p:nvPr/>
            </p:nvSpPr>
            <p:spPr>
              <a:xfrm>
                <a:off x="2660336" y="4559342"/>
                <a:ext cx="479298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99.8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2DA82A-C1C0-B252-BF9D-AF204BCF4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336" y="4559342"/>
                <a:ext cx="479298" cy="276999"/>
              </a:xfrm>
              <a:prstGeom prst="rect">
                <a:avLst/>
              </a:prstGeom>
              <a:blipFill>
                <a:blip r:embed="rId16"/>
                <a:stretch>
                  <a:fillRect l="-11392" r="-1265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phic 9" descr="Thumbs up sign outline">
            <a:extLst>
              <a:ext uri="{FF2B5EF4-FFF2-40B4-BE49-F238E27FC236}">
                <a16:creationId xmlns:a16="http://schemas.microsoft.com/office/drawing/2014/main" id="{14B3D843-9DB2-C4DE-0BE4-B9AC3F0C294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29755" y="40192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/>
      <p:bldP spid="69" grpId="0"/>
      <p:bldP spid="70" grpId="0"/>
      <p:bldP spid="71" grpId="0"/>
      <p:bldP spid="72" grpId="0" animBg="1"/>
      <p:bldP spid="74" grpId="0" animBg="1"/>
      <p:bldP spid="75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1241B"/>
      </a:dk2>
      <a:lt2>
        <a:srgbClr val="F0F3F2"/>
      </a:lt2>
      <a:accent1>
        <a:srgbClr val="C34D6A"/>
      </a:accent1>
      <a:accent2>
        <a:srgbClr val="B13B8A"/>
      </a:accent2>
      <a:accent3>
        <a:srgbClr val="B94DC3"/>
      </a:accent3>
      <a:accent4>
        <a:srgbClr val="763BB1"/>
      </a:accent4>
      <a:accent5>
        <a:srgbClr val="564DC3"/>
      </a:accent5>
      <a:accent6>
        <a:srgbClr val="3B62B1"/>
      </a:accent6>
      <a:hlink>
        <a:srgbClr val="785DC9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5264</TotalTime>
  <Words>2202</Words>
  <Application>Microsoft Office PowerPoint</Application>
  <PresentationFormat>Widescreen</PresentationFormat>
  <Paragraphs>710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Aptos</vt:lpstr>
      <vt:lpstr>Aptos Display</vt:lpstr>
      <vt:lpstr>Arial</vt:lpstr>
      <vt:lpstr>Bradley Hand ITC</vt:lpstr>
      <vt:lpstr>Calibri</vt:lpstr>
      <vt:lpstr>Cambria Math</vt:lpstr>
      <vt:lpstr>docs-Roboto</vt:lpstr>
      <vt:lpstr>Segoe Script</vt:lpstr>
      <vt:lpstr>Univers</vt:lpstr>
      <vt:lpstr>Univers Condensed</vt:lpstr>
      <vt:lpstr>Office Theme</vt:lpstr>
      <vt:lpstr>1_Office Theme</vt:lpstr>
      <vt:lpstr>RetrospectVTI</vt:lpstr>
      <vt:lpstr>TOPIC 3  Decisions Over Time</vt:lpstr>
      <vt:lpstr>Eat or Be Eaten: A Game of Survival</vt:lpstr>
      <vt:lpstr>Ten Hungry Cannibals</vt:lpstr>
      <vt:lpstr>Game Tree</vt:lpstr>
      <vt:lpstr>Game Tree (n^th Layer)</vt:lpstr>
      <vt:lpstr>Cannibal 1</vt:lpstr>
      <vt:lpstr>Cannibal 2</vt:lpstr>
      <vt:lpstr>Cannibal 10</vt:lpstr>
      <vt:lpstr>Forward reasoning Decisions Made with Incomplete Information about future decisions</vt:lpstr>
      <vt:lpstr>Eat or Be Eaten: A Game of Survival</vt:lpstr>
      <vt:lpstr>Backward Induction</vt:lpstr>
      <vt:lpstr>Cannibal 10</vt:lpstr>
      <vt:lpstr>Cannibal 9</vt:lpstr>
      <vt:lpstr>Cannibal 8</vt:lpstr>
      <vt:lpstr>Cannibals 7, 6, 5…., 2, 1</vt:lpstr>
      <vt:lpstr>Eat or Be Eaten: A Game of Survival</vt:lpstr>
      <vt:lpstr>Backward Induction</vt:lpstr>
      <vt:lpstr>A Static Decision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Parag D. Pawar</dc:creator>
  <cp:lastModifiedBy>Dr Parag D. Pawar</cp:lastModifiedBy>
  <cp:revision>1</cp:revision>
  <dcterms:created xsi:type="dcterms:W3CDTF">2024-11-11T11:00:28Z</dcterms:created>
  <dcterms:modified xsi:type="dcterms:W3CDTF">2026-02-10T12:50:17Z</dcterms:modified>
</cp:coreProperties>
</file>