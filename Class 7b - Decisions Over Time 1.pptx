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6"/>
  </p:notesMasterIdLst>
  <p:sldIdLst>
    <p:sldId id="333" r:id="rId3"/>
    <p:sldId id="352" r:id="rId4"/>
    <p:sldId id="3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7A644-639C-452B-B035-0D656FC7402A}" v="55" dt="2026-02-06T04:46:32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45f730c0-1703-4ce0-909b-efb17736071d" providerId="ADAL" clId="{629D698C-9F10-422F-9730-D8DB01D503EC}"/>
    <pc:docChg chg="custSel addSld delSld modSld sldOrd delMainMaster">
      <pc:chgData name="Dr Parag D. Pawar" userId="45f730c0-1703-4ce0-909b-efb17736071d" providerId="ADAL" clId="{629D698C-9F10-422F-9730-D8DB01D503EC}" dt="2026-02-06T11:41:25.248" v="105" actId="47"/>
      <pc:docMkLst>
        <pc:docMk/>
      </pc:docMkLst>
      <pc:sldChg chg="modSp mod">
        <pc:chgData name="Dr Parag D. Pawar" userId="45f730c0-1703-4ce0-909b-efb17736071d" providerId="ADAL" clId="{629D698C-9F10-422F-9730-D8DB01D503EC}" dt="2026-02-05T10:32:42.158" v="0" actId="20577"/>
        <pc:sldMkLst>
          <pc:docMk/>
          <pc:sldMk cId="25901897" sldId="333"/>
        </pc:sldMkLst>
        <pc:spChg chg="mod">
          <ac:chgData name="Dr Parag D. Pawar" userId="45f730c0-1703-4ce0-909b-efb17736071d" providerId="ADAL" clId="{629D698C-9F10-422F-9730-D8DB01D503EC}" dt="2026-02-05T10:32:42.158" v="0" actId="20577"/>
          <ac:spMkLst>
            <pc:docMk/>
            <pc:sldMk cId="25901897" sldId="333"/>
            <ac:spMk id="3" creationId="{800686E8-70B4-A3D4-0F28-79D9BD2AF6CD}"/>
          </ac:spMkLst>
        </pc:spChg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3978306282" sldId="335"/>
        </pc:sldMkLst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599328655" sldId="337"/>
        </pc:sldMkLst>
      </pc:sldChg>
      <pc:sldChg chg="addSp delSp modSp del mod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897796930" sldId="338"/>
        </pc:sldMkLst>
        <pc:spChg chg="mod">
          <ac:chgData name="Dr Parag D. Pawar" userId="45f730c0-1703-4ce0-909b-efb17736071d" providerId="ADAL" clId="{629D698C-9F10-422F-9730-D8DB01D503EC}" dt="2026-02-05T13:25:53.612" v="32" actId="20577"/>
          <ac:spMkLst>
            <pc:docMk/>
            <pc:sldMk cId="897796930" sldId="338"/>
            <ac:spMk id="30" creationId="{6B79551E-0FB3-A497-D84E-8D2D9D2E01BD}"/>
          </ac:spMkLst>
        </pc:spChg>
        <pc:spChg chg="mod">
          <ac:chgData name="Dr Parag D. Pawar" userId="45f730c0-1703-4ce0-909b-efb17736071d" providerId="ADAL" clId="{629D698C-9F10-422F-9730-D8DB01D503EC}" dt="2026-02-05T13:25:59.724" v="33"/>
          <ac:spMkLst>
            <pc:docMk/>
            <pc:sldMk cId="897796930" sldId="338"/>
            <ac:spMk id="31" creationId="{FFC26699-7A7A-22C9-87AF-C4A308EE4DF5}"/>
          </ac:spMkLst>
        </pc:spChg>
        <pc:spChg chg="mod">
          <ac:chgData name="Dr Parag D. Pawar" userId="45f730c0-1703-4ce0-909b-efb17736071d" providerId="ADAL" clId="{629D698C-9F10-422F-9730-D8DB01D503EC}" dt="2026-02-05T13:26:05.713" v="34"/>
          <ac:spMkLst>
            <pc:docMk/>
            <pc:sldMk cId="897796930" sldId="338"/>
            <ac:spMk id="32" creationId="{9AC7FC6D-C685-0E0F-190A-358A863BB28C}"/>
          </ac:spMkLst>
        </pc:spChg>
        <pc:picChg chg="del">
          <ac:chgData name="Dr Parag D. Pawar" userId="45f730c0-1703-4ce0-909b-efb17736071d" providerId="ADAL" clId="{629D698C-9F10-422F-9730-D8DB01D503EC}" dt="2026-02-05T13:25:20.165" v="27" actId="478"/>
          <ac:picMkLst>
            <pc:docMk/>
            <pc:sldMk cId="897796930" sldId="338"/>
            <ac:picMk id="7" creationId="{2B90B24A-C967-0F65-028B-54DC35FE7622}"/>
          </ac:picMkLst>
        </pc:picChg>
        <pc:picChg chg="add mod">
          <ac:chgData name="Dr Parag D. Pawar" userId="45f730c0-1703-4ce0-909b-efb17736071d" providerId="ADAL" clId="{629D698C-9F10-422F-9730-D8DB01D503EC}" dt="2026-02-05T13:30:14.456" v="62"/>
          <ac:picMkLst>
            <pc:docMk/>
            <pc:sldMk cId="897796930" sldId="338"/>
            <ac:picMk id="34" creationId="{1B5F4602-B73C-4DE8-1874-95F5C295E635}"/>
          </ac:picMkLst>
        </pc:picChg>
      </pc:sldChg>
      <pc:sldChg chg="addSp delSp modSp del mod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3311990167" sldId="339"/>
        </pc:sldMkLst>
        <pc:spChg chg="mod">
          <ac:chgData name="Dr Parag D. Pawar" userId="45f730c0-1703-4ce0-909b-efb17736071d" providerId="ADAL" clId="{629D698C-9F10-422F-9730-D8DB01D503EC}" dt="2026-02-05T13:26:15.406" v="36"/>
          <ac:spMkLst>
            <pc:docMk/>
            <pc:sldMk cId="3311990167" sldId="339"/>
            <ac:spMk id="30" creationId="{ED22C7FC-55E3-BC0B-4244-D0450257115A}"/>
          </ac:spMkLst>
        </pc:spChg>
        <pc:spChg chg="mod">
          <ac:chgData name="Dr Parag D. Pawar" userId="45f730c0-1703-4ce0-909b-efb17736071d" providerId="ADAL" clId="{629D698C-9F10-422F-9730-D8DB01D503EC}" dt="2026-02-05T13:26:23.110" v="37"/>
          <ac:spMkLst>
            <pc:docMk/>
            <pc:sldMk cId="3311990167" sldId="339"/>
            <ac:spMk id="31" creationId="{9822E7F2-8B69-83B0-3D0F-96ADD420FDE2}"/>
          </ac:spMkLst>
        </pc:spChg>
        <pc:spChg chg="mod">
          <ac:chgData name="Dr Parag D. Pawar" userId="45f730c0-1703-4ce0-909b-efb17736071d" providerId="ADAL" clId="{629D698C-9F10-422F-9730-D8DB01D503EC}" dt="2026-02-05T13:26:26.436" v="38"/>
          <ac:spMkLst>
            <pc:docMk/>
            <pc:sldMk cId="3311990167" sldId="339"/>
            <ac:spMk id="32" creationId="{242A58C1-B84E-FB96-26E0-55AF2D141B91}"/>
          </ac:spMkLst>
        </pc:spChg>
        <pc:picChg chg="del">
          <ac:chgData name="Dr Parag D. Pawar" userId="45f730c0-1703-4ce0-909b-efb17736071d" providerId="ADAL" clId="{629D698C-9F10-422F-9730-D8DB01D503EC}" dt="2026-02-05T13:26:10.642" v="35" actId="478"/>
          <ac:picMkLst>
            <pc:docMk/>
            <pc:sldMk cId="3311990167" sldId="339"/>
            <ac:picMk id="6" creationId="{0D931285-8446-4B0A-DDBC-75A52867E08F}"/>
          </ac:picMkLst>
        </pc:picChg>
        <pc:picChg chg="add mod">
          <ac:chgData name="Dr Parag D. Pawar" userId="45f730c0-1703-4ce0-909b-efb17736071d" providerId="ADAL" clId="{629D698C-9F10-422F-9730-D8DB01D503EC}" dt="2026-02-05T13:30:13.726" v="61"/>
          <ac:picMkLst>
            <pc:docMk/>
            <pc:sldMk cId="3311990167" sldId="339"/>
            <ac:picMk id="8" creationId="{843BA879-4603-6A9F-73FA-DAF182CB33D9}"/>
          </ac:picMkLst>
        </pc:picChg>
      </pc:sldChg>
      <pc:sldChg chg="modSp del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1465212395" sldId="340"/>
        </pc:sldMkLst>
        <pc:spChg chg="mod">
          <ac:chgData name="Dr Parag D. Pawar" userId="45f730c0-1703-4ce0-909b-efb17736071d" providerId="ADAL" clId="{629D698C-9F10-422F-9730-D8DB01D503EC}" dt="2026-02-05T13:26:30.999" v="39"/>
          <ac:spMkLst>
            <pc:docMk/>
            <pc:sldMk cId="1465212395" sldId="340"/>
            <ac:spMk id="30" creationId="{27120129-4A63-67BE-C352-C130825C32ED}"/>
          </ac:spMkLst>
        </pc:spChg>
        <pc:spChg chg="mod">
          <ac:chgData name="Dr Parag D. Pawar" userId="45f730c0-1703-4ce0-909b-efb17736071d" providerId="ADAL" clId="{629D698C-9F10-422F-9730-D8DB01D503EC}" dt="2026-02-05T13:26:34.827" v="40"/>
          <ac:spMkLst>
            <pc:docMk/>
            <pc:sldMk cId="1465212395" sldId="340"/>
            <ac:spMk id="31" creationId="{6329658C-BAE1-08FA-4096-7EDD338EBDC3}"/>
          </ac:spMkLst>
        </pc:spChg>
        <pc:spChg chg="mod">
          <ac:chgData name="Dr Parag D. Pawar" userId="45f730c0-1703-4ce0-909b-efb17736071d" providerId="ADAL" clId="{629D698C-9F10-422F-9730-D8DB01D503EC}" dt="2026-02-05T13:26:43.639" v="41"/>
          <ac:spMkLst>
            <pc:docMk/>
            <pc:sldMk cId="1465212395" sldId="340"/>
            <ac:spMk id="32" creationId="{E8A07279-72CC-8FE3-2786-909249F6AF85}"/>
          </ac:spMkLst>
        </pc:spChg>
      </pc:sldChg>
      <pc:sldChg chg="delSp modSp del mod">
        <pc:chgData name="Dr Parag D. Pawar" userId="45f730c0-1703-4ce0-909b-efb17736071d" providerId="ADAL" clId="{629D698C-9F10-422F-9730-D8DB01D503EC}" dt="2026-02-06T11:41:25.248" v="105" actId="47"/>
        <pc:sldMkLst>
          <pc:docMk/>
          <pc:sldMk cId="1433482332" sldId="341"/>
        </pc:sldMkLst>
        <pc:spChg chg="del mod">
          <ac:chgData name="Dr Parag D. Pawar" userId="45f730c0-1703-4ce0-909b-efb17736071d" providerId="ADAL" clId="{629D698C-9F10-422F-9730-D8DB01D503EC}" dt="2026-02-06T04:44:01.131" v="96" actId="478"/>
          <ac:spMkLst>
            <pc:docMk/>
            <pc:sldMk cId="1433482332" sldId="341"/>
            <ac:spMk id="30" creationId="{EF1A9B73-8196-017F-F360-A8DF4B76D0A6}"/>
          </ac:spMkLst>
        </pc:spChg>
        <pc:spChg chg="del mod">
          <ac:chgData name="Dr Parag D. Pawar" userId="45f730c0-1703-4ce0-909b-efb17736071d" providerId="ADAL" clId="{629D698C-9F10-422F-9730-D8DB01D503EC}" dt="2026-02-06T04:44:00.262" v="95" actId="478"/>
          <ac:spMkLst>
            <pc:docMk/>
            <pc:sldMk cId="1433482332" sldId="341"/>
            <ac:spMk id="31" creationId="{FBDC68E9-5D69-5C5F-D267-BD77B4FAECB2}"/>
          </ac:spMkLst>
        </pc:spChg>
        <pc:spChg chg="del mod">
          <ac:chgData name="Dr Parag D. Pawar" userId="45f730c0-1703-4ce0-909b-efb17736071d" providerId="ADAL" clId="{629D698C-9F10-422F-9730-D8DB01D503EC}" dt="2026-02-06T04:43:58.572" v="94" actId="478"/>
          <ac:spMkLst>
            <pc:docMk/>
            <pc:sldMk cId="1433482332" sldId="341"/>
            <ac:spMk id="32" creationId="{E7F9BFF6-EEC8-752D-47AB-468D88AC602A}"/>
          </ac:spMkLst>
        </pc:spChg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2148035270" sldId="342"/>
        </pc:sldMkLst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3798211318" sldId="343"/>
        </pc:sldMkLst>
      </pc:sldChg>
      <pc:sldChg chg="modSp del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1570024303" sldId="344"/>
        </pc:sldMkLst>
        <pc:spChg chg="mod">
          <ac:chgData name="Dr Parag D. Pawar" userId="45f730c0-1703-4ce0-909b-efb17736071d" providerId="ADAL" clId="{629D698C-9F10-422F-9730-D8DB01D503EC}" dt="2026-02-05T13:28:13.349" v="48" actId="20577"/>
          <ac:spMkLst>
            <pc:docMk/>
            <pc:sldMk cId="1570024303" sldId="344"/>
            <ac:spMk id="72" creationId="{6FFCAE3F-76DF-EF6C-601E-F21DB9E783FB}"/>
          </ac:spMkLst>
        </pc:spChg>
        <pc:spChg chg="mod">
          <ac:chgData name="Dr Parag D. Pawar" userId="45f730c0-1703-4ce0-909b-efb17736071d" providerId="ADAL" clId="{629D698C-9F10-422F-9730-D8DB01D503EC}" dt="2026-02-05T13:28:18.781" v="49"/>
          <ac:spMkLst>
            <pc:docMk/>
            <pc:sldMk cId="1570024303" sldId="344"/>
            <ac:spMk id="74" creationId="{E8705AF6-BA16-BBCA-9816-28338EC225D5}"/>
          </ac:spMkLst>
        </pc:spChg>
        <pc:spChg chg="mod">
          <ac:chgData name="Dr Parag D. Pawar" userId="45f730c0-1703-4ce0-909b-efb17736071d" providerId="ADAL" clId="{629D698C-9F10-422F-9730-D8DB01D503EC}" dt="2026-02-05T13:28:22.618" v="50"/>
          <ac:spMkLst>
            <pc:docMk/>
            <pc:sldMk cId="1570024303" sldId="344"/>
            <ac:spMk id="75" creationId="{0CB3531A-6603-8F64-62FC-C4B4C8D41D4B}"/>
          </ac:spMkLst>
        </pc:spChg>
      </pc:sldChg>
      <pc:sldChg chg="modSp 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254538817" sldId="345"/>
        </pc:sldMkLst>
        <pc:spChg chg="mod">
          <ac:chgData name="Dr Parag D. Pawar" userId="45f730c0-1703-4ce0-909b-efb17736071d" providerId="ADAL" clId="{629D698C-9F10-422F-9730-D8DB01D503EC}" dt="2026-02-05T13:28:33.134" v="51"/>
          <ac:spMkLst>
            <pc:docMk/>
            <pc:sldMk cId="254538817" sldId="345"/>
            <ac:spMk id="72" creationId="{6557F01F-9F52-E373-23BB-973FD360CE6F}"/>
          </ac:spMkLst>
        </pc:spChg>
        <pc:spChg chg="mod">
          <ac:chgData name="Dr Parag D. Pawar" userId="45f730c0-1703-4ce0-909b-efb17736071d" providerId="ADAL" clId="{629D698C-9F10-422F-9730-D8DB01D503EC}" dt="2026-02-05T13:28:42.191" v="52"/>
          <ac:spMkLst>
            <pc:docMk/>
            <pc:sldMk cId="254538817" sldId="345"/>
            <ac:spMk id="74" creationId="{F5204BB4-415D-E4F3-EDF6-8ED4CE5EB13A}"/>
          </ac:spMkLst>
        </pc:spChg>
        <pc:spChg chg="mod">
          <ac:chgData name="Dr Parag D. Pawar" userId="45f730c0-1703-4ce0-909b-efb17736071d" providerId="ADAL" clId="{629D698C-9F10-422F-9730-D8DB01D503EC}" dt="2026-02-05T13:28:46.613" v="53"/>
          <ac:spMkLst>
            <pc:docMk/>
            <pc:sldMk cId="254538817" sldId="345"/>
            <ac:spMk id="75" creationId="{87B7545B-7DAA-22B8-1749-601DD8533574}"/>
          </ac:spMkLst>
        </pc:spChg>
      </pc:sldChg>
      <pc:sldChg chg="modSp del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2166709801" sldId="346"/>
        </pc:sldMkLst>
        <pc:spChg chg="mod">
          <ac:chgData name="Dr Parag D. Pawar" userId="45f730c0-1703-4ce0-909b-efb17736071d" providerId="ADAL" clId="{629D698C-9F10-422F-9730-D8DB01D503EC}" dt="2026-02-05T13:28:55.617" v="55" actId="20577"/>
          <ac:spMkLst>
            <pc:docMk/>
            <pc:sldMk cId="2166709801" sldId="346"/>
            <ac:spMk id="72" creationId="{C0755C0D-0544-9F1F-5F47-9081CD2BB87B}"/>
          </ac:spMkLst>
        </pc:spChg>
        <pc:spChg chg="mod">
          <ac:chgData name="Dr Parag D. Pawar" userId="45f730c0-1703-4ce0-909b-efb17736071d" providerId="ADAL" clId="{629D698C-9F10-422F-9730-D8DB01D503EC}" dt="2026-02-05T13:29:00.646" v="56"/>
          <ac:spMkLst>
            <pc:docMk/>
            <pc:sldMk cId="2166709801" sldId="346"/>
            <ac:spMk id="74" creationId="{F0F45A33-4061-D97E-0DF2-193B3F9832DC}"/>
          </ac:spMkLst>
        </pc:spChg>
        <pc:spChg chg="mod">
          <ac:chgData name="Dr Parag D. Pawar" userId="45f730c0-1703-4ce0-909b-efb17736071d" providerId="ADAL" clId="{629D698C-9F10-422F-9730-D8DB01D503EC}" dt="2026-02-05T13:29:04.956" v="57"/>
          <ac:spMkLst>
            <pc:docMk/>
            <pc:sldMk cId="2166709801" sldId="346"/>
            <ac:spMk id="75" creationId="{A53FD5C3-62B7-1E8C-252F-EAAA6A02AFA3}"/>
          </ac:spMkLst>
        </pc:spChg>
      </pc:sldChg>
      <pc:sldChg chg="modSp 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1073498284" sldId="347"/>
        </pc:sldMkLst>
        <pc:spChg chg="mod">
          <ac:chgData name="Dr Parag D. Pawar" userId="45f730c0-1703-4ce0-909b-efb17736071d" providerId="ADAL" clId="{629D698C-9F10-422F-9730-D8DB01D503EC}" dt="2026-02-05T13:29:10.461" v="58"/>
          <ac:spMkLst>
            <pc:docMk/>
            <pc:sldMk cId="1073498284" sldId="347"/>
            <ac:spMk id="72" creationId="{C3347190-B059-229D-9627-0789EE0AABBC}"/>
          </ac:spMkLst>
        </pc:spChg>
        <pc:spChg chg="mod">
          <ac:chgData name="Dr Parag D. Pawar" userId="45f730c0-1703-4ce0-909b-efb17736071d" providerId="ADAL" clId="{629D698C-9F10-422F-9730-D8DB01D503EC}" dt="2026-02-05T13:29:15.588" v="59"/>
          <ac:spMkLst>
            <pc:docMk/>
            <pc:sldMk cId="1073498284" sldId="347"/>
            <ac:spMk id="74" creationId="{D417DF1F-659A-948F-EC23-C6915D4B0C12}"/>
          </ac:spMkLst>
        </pc:spChg>
        <pc:spChg chg="mod">
          <ac:chgData name="Dr Parag D. Pawar" userId="45f730c0-1703-4ce0-909b-efb17736071d" providerId="ADAL" clId="{629D698C-9F10-422F-9730-D8DB01D503EC}" dt="2026-02-05T13:29:18.709" v="60"/>
          <ac:spMkLst>
            <pc:docMk/>
            <pc:sldMk cId="1073498284" sldId="347"/>
            <ac:spMk id="75" creationId="{C194EDDA-4274-B763-8F68-8A33857B196A}"/>
          </ac:spMkLst>
        </pc:spChg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2332843728" sldId="348"/>
        </pc:sldMkLst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559130926" sldId="350"/>
        </pc:sldMkLst>
      </pc:sldChg>
      <pc:sldChg chg="addSp modSp mod modAnim">
        <pc:chgData name="Dr Parag D. Pawar" userId="45f730c0-1703-4ce0-909b-efb17736071d" providerId="ADAL" clId="{629D698C-9F10-422F-9730-D8DB01D503EC}" dt="2026-02-05T12:48:42.233" v="26"/>
        <pc:sldMkLst>
          <pc:docMk/>
          <pc:sldMk cId="514428809" sldId="352"/>
        </pc:sldMkLst>
        <pc:spChg chg="add mod">
          <ac:chgData name="Dr Parag D. Pawar" userId="45f730c0-1703-4ce0-909b-efb17736071d" providerId="ADAL" clId="{629D698C-9F10-422F-9730-D8DB01D503EC}" dt="2026-02-05T12:48:31.992" v="23" actId="114"/>
          <ac:spMkLst>
            <pc:docMk/>
            <pc:sldMk cId="514428809" sldId="352"/>
            <ac:spMk id="8" creationId="{80B8F2EE-24D9-8CBB-BC90-B8FA357DAB4A}"/>
          </ac:spMkLst>
        </pc:spChg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1120788404" sldId="354"/>
        </pc:sldMkLst>
      </pc:sldChg>
      <pc:sldChg chg="del addAnim delAnim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258745068" sldId="355"/>
        </pc:sldMkLst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3598540103" sldId="356"/>
        </pc:sldMkLst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1333041491" sldId="357"/>
        </pc:sldMkLst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2801756945" sldId="359"/>
        </pc:sldMkLst>
      </pc:sldChg>
      <pc:sldChg chg="addSp modSp del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3175189450" sldId="360"/>
        </pc:sldMkLst>
        <pc:spChg chg="add mod">
          <ac:chgData name="Dr Parag D. Pawar" userId="45f730c0-1703-4ce0-909b-efb17736071d" providerId="ADAL" clId="{629D698C-9F10-422F-9730-D8DB01D503EC}" dt="2026-02-06T04:36:14.421" v="66"/>
          <ac:spMkLst>
            <pc:docMk/>
            <pc:sldMk cId="3175189450" sldId="360"/>
            <ac:spMk id="11" creationId="{CD3D9FC5-5817-CEC5-F5ED-47585FA79E67}"/>
          </ac:spMkLst>
        </pc:spChg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289407200" sldId="361"/>
        </pc:sldMkLst>
      </pc:sldChg>
      <pc:sldChg chg="addSp delSp modSp del mod delAnim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367809318" sldId="362"/>
        </pc:sldMkLst>
        <pc:spChg chg="add del mod">
          <ac:chgData name="Dr Parag D. Pawar" userId="45f730c0-1703-4ce0-909b-efb17736071d" providerId="ADAL" clId="{629D698C-9F10-422F-9730-D8DB01D503EC}" dt="2026-02-06T04:39:03.488" v="87" actId="478"/>
          <ac:spMkLst>
            <pc:docMk/>
            <pc:sldMk cId="367809318" sldId="362"/>
            <ac:spMk id="24" creationId="{AF868BEF-5CBC-6327-1864-EE45DAA09396}"/>
          </ac:spMkLst>
        </pc:spChg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1255451968" sldId="363"/>
        </pc:sldMkLst>
      </pc:sldChg>
      <pc:sldChg chg="addSp modSp del modAnim">
        <pc:chgData name="Dr Parag D. Pawar" userId="45f730c0-1703-4ce0-909b-efb17736071d" providerId="ADAL" clId="{629D698C-9F10-422F-9730-D8DB01D503EC}" dt="2026-02-06T11:41:25.248" v="105" actId="47"/>
        <pc:sldMkLst>
          <pc:docMk/>
          <pc:sldMk cId="1624182257" sldId="364"/>
        </pc:sldMkLst>
        <pc:spChg chg="add mod">
          <ac:chgData name="Dr Parag D. Pawar" userId="45f730c0-1703-4ce0-909b-efb17736071d" providerId="ADAL" clId="{629D698C-9F10-422F-9730-D8DB01D503EC}" dt="2026-02-06T04:40:28.538" v="91" actId="20577"/>
          <ac:spMkLst>
            <pc:docMk/>
            <pc:sldMk cId="1624182257" sldId="364"/>
            <ac:spMk id="20" creationId="{E9EDD149-4C3F-6205-7546-8CA8934A1BCA}"/>
          </ac:spMkLst>
        </pc:spChg>
      </pc:sldChg>
      <pc:sldChg chg="del">
        <pc:chgData name="Dr Parag D. Pawar" userId="45f730c0-1703-4ce0-909b-efb17736071d" providerId="ADAL" clId="{629D698C-9F10-422F-9730-D8DB01D503EC}" dt="2026-02-06T11:41:25.248" v="105" actId="47"/>
        <pc:sldMkLst>
          <pc:docMk/>
          <pc:sldMk cId="1302650841" sldId="365"/>
        </pc:sldMkLst>
      </pc:sldChg>
      <pc:sldChg chg="add del ord">
        <pc:chgData name="Dr Parag D. Pawar" userId="45f730c0-1703-4ce0-909b-efb17736071d" providerId="ADAL" clId="{629D698C-9F10-422F-9730-D8DB01D503EC}" dt="2026-02-06T04:45:30.311" v="99" actId="47"/>
        <pc:sldMkLst>
          <pc:docMk/>
          <pc:sldMk cId="1774183844" sldId="367"/>
        </pc:sldMkLst>
      </pc:sldChg>
      <pc:sldMasterChg chg="del delSldLayout">
        <pc:chgData name="Dr Parag D. Pawar" userId="45f730c0-1703-4ce0-909b-efb17736071d" providerId="ADAL" clId="{629D698C-9F10-422F-9730-D8DB01D503EC}" dt="2026-02-06T11:41:25.248" v="105" actId="47"/>
        <pc:sldMasterMkLst>
          <pc:docMk/>
          <pc:sldMasterMk cId="959881215" sldId="2147483660"/>
        </pc:sldMasterMkLst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3372317791" sldId="2147483661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2193527176" sldId="2147483662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2113956126" sldId="2147483663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2447542129" sldId="2147483664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525423575" sldId="2147483665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2954869665" sldId="2147483666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3866147680" sldId="2147483667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48048896" sldId="2147483668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2831033667" sldId="2147483669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2689606265" sldId="2147483670"/>
          </pc:sldLayoutMkLst>
        </pc:sldLayoutChg>
        <pc:sldLayoutChg chg="del">
          <pc:chgData name="Dr Parag D. Pawar" userId="45f730c0-1703-4ce0-909b-efb17736071d" providerId="ADAL" clId="{629D698C-9F10-422F-9730-D8DB01D503EC}" dt="2026-02-06T11:41:25.248" v="105" actId="47"/>
          <pc:sldLayoutMkLst>
            <pc:docMk/>
            <pc:sldMasterMk cId="959881215" sldId="2147483660"/>
            <pc:sldLayoutMk cId="3318617600" sldId="2147483671"/>
          </pc:sldLayoutMkLst>
        </pc:sldLayoutChg>
      </pc:sldMasterChg>
    </pc:docChg>
  </pc:docChgLst>
  <pc:docChgLst>
    <pc:chgData name="Dr Parag D. Pawar" userId="45f730c0-1703-4ce0-909b-efb17736071d" providerId="ADAL" clId="{CD4D9D87-25C2-47DB-AE56-A86177B2B98E}"/>
    <pc:docChg chg="undo custSel delSld modSld delMainMaster">
      <pc:chgData name="Dr Parag D. Pawar" userId="45f730c0-1703-4ce0-909b-efb17736071d" providerId="ADAL" clId="{CD4D9D87-25C2-47DB-AE56-A86177B2B98E}" dt="2026-02-05T02:01:31.288" v="69" actId="14100"/>
      <pc:docMkLst>
        <pc:docMk/>
      </pc:docMkLst>
      <pc:sldChg chg="modSp mod addAnim delAnim">
        <pc:chgData name="Dr Parag D. Pawar" userId="45f730c0-1703-4ce0-909b-efb17736071d" providerId="ADAL" clId="{CD4D9D87-25C2-47DB-AE56-A86177B2B98E}" dt="2026-02-05T00:58:40.352" v="17" actId="2711"/>
        <pc:sldMkLst>
          <pc:docMk/>
          <pc:sldMk cId="25901897" sldId="333"/>
        </pc:sldMkLst>
        <pc:spChg chg="mod">
          <ac:chgData name="Dr Parag D. Pawar" userId="45f730c0-1703-4ce0-909b-efb17736071d" providerId="ADAL" clId="{CD4D9D87-25C2-47DB-AE56-A86177B2B98E}" dt="2026-01-28T14:19:42.501" v="1" actId="20577"/>
          <ac:spMkLst>
            <pc:docMk/>
            <pc:sldMk cId="25901897" sldId="333"/>
            <ac:spMk id="3" creationId="{800686E8-70B4-A3D4-0F28-79D9BD2AF6CD}"/>
          </ac:spMkLst>
        </pc:spChg>
        <pc:spChg chg="mod">
          <ac:chgData name="Dr Parag D. Pawar" userId="45f730c0-1703-4ce0-909b-efb17736071d" providerId="ADAL" clId="{CD4D9D87-25C2-47DB-AE56-A86177B2B98E}" dt="2026-02-05T00:57:49.299" v="10" actId="255"/>
          <ac:spMkLst>
            <pc:docMk/>
            <pc:sldMk cId="25901897" sldId="333"/>
            <ac:spMk id="4" creationId="{38642DBE-4A78-5F9F-3F19-C5234A877DC4}"/>
          </ac:spMkLst>
        </pc:spChg>
        <pc:spChg chg="mod">
          <ac:chgData name="Dr Parag D. Pawar" userId="45f730c0-1703-4ce0-909b-efb17736071d" providerId="ADAL" clId="{CD4D9D87-25C2-47DB-AE56-A86177B2B98E}" dt="2026-02-05T00:50:25.262" v="3" actId="207"/>
          <ac:spMkLst>
            <pc:docMk/>
            <pc:sldMk cId="25901897" sldId="333"/>
            <ac:spMk id="7" creationId="{9ADACDD2-4327-718B-2C4F-E7D28E7D2397}"/>
          </ac:spMkLst>
        </pc:spChg>
        <pc:spChg chg="mod">
          <ac:chgData name="Dr Parag D. Pawar" userId="45f730c0-1703-4ce0-909b-efb17736071d" providerId="ADAL" clId="{CD4D9D87-25C2-47DB-AE56-A86177B2B98E}" dt="2026-02-05T00:58:33.856" v="16" actId="2711"/>
          <ac:spMkLst>
            <pc:docMk/>
            <pc:sldMk cId="25901897" sldId="333"/>
            <ac:spMk id="8" creationId="{F17B01E0-933B-9E0A-A709-F3975EBE3200}"/>
          </ac:spMkLst>
        </pc:spChg>
        <pc:spChg chg="mod">
          <ac:chgData name="Dr Parag D. Pawar" userId="45f730c0-1703-4ce0-909b-efb17736071d" providerId="ADAL" clId="{CD4D9D87-25C2-47DB-AE56-A86177B2B98E}" dt="2026-02-05T00:58:01.850" v="13" actId="207"/>
          <ac:spMkLst>
            <pc:docMk/>
            <pc:sldMk cId="25901897" sldId="333"/>
            <ac:spMk id="9" creationId="{BF01363A-8FD3-0199-31DA-F7949ABE7BFA}"/>
          </ac:spMkLst>
        </pc:spChg>
        <pc:spChg chg="mod">
          <ac:chgData name="Dr Parag D. Pawar" userId="45f730c0-1703-4ce0-909b-efb17736071d" providerId="ADAL" clId="{CD4D9D87-25C2-47DB-AE56-A86177B2B98E}" dt="2026-02-05T00:58:40.352" v="17" actId="2711"/>
          <ac:spMkLst>
            <pc:docMk/>
            <pc:sldMk cId="25901897" sldId="333"/>
            <ac:spMk id="10" creationId="{0A7DACA5-759B-1053-B144-A490AE19FDD8}"/>
          </ac:spMkLst>
        </pc:spChg>
      </pc:sldChg>
      <pc:sldChg chg="addSp modSp mod addAnim delAnim modAnim">
        <pc:chgData name="Dr Parag D. Pawar" userId="45f730c0-1703-4ce0-909b-efb17736071d" providerId="ADAL" clId="{CD4D9D87-25C2-47DB-AE56-A86177B2B98E}" dt="2026-02-05T01:54:29.188" v="65"/>
        <pc:sldMkLst>
          <pc:docMk/>
          <pc:sldMk cId="258745068" sldId="355"/>
        </pc:sldMkLst>
        <pc:spChg chg="add mod">
          <ac:chgData name="Dr Parag D. Pawar" userId="45f730c0-1703-4ce0-909b-efb17736071d" providerId="ADAL" clId="{CD4D9D87-25C2-47DB-AE56-A86177B2B98E}" dt="2026-02-05T01:52:44.112" v="30" actId="1076"/>
          <ac:spMkLst>
            <pc:docMk/>
            <pc:sldMk cId="258745068" sldId="355"/>
            <ac:spMk id="4" creationId="{6E069793-6213-7674-771E-1EA78807AC90}"/>
          </ac:spMkLst>
        </pc:spChg>
        <pc:spChg chg="add mod">
          <ac:chgData name="Dr Parag D. Pawar" userId="45f730c0-1703-4ce0-909b-efb17736071d" providerId="ADAL" clId="{CD4D9D87-25C2-47DB-AE56-A86177B2B98E}" dt="2026-02-05T01:53:50.289" v="57" actId="1076"/>
          <ac:spMkLst>
            <pc:docMk/>
            <pc:sldMk cId="258745068" sldId="355"/>
            <ac:spMk id="12" creationId="{23A747B2-4E7B-B0EE-8CAD-030FE89CC3E4}"/>
          </ac:spMkLst>
        </pc:spChg>
        <pc:cxnChg chg="add mod">
          <ac:chgData name="Dr Parag D. Pawar" userId="45f730c0-1703-4ce0-909b-efb17736071d" providerId="ADAL" clId="{CD4D9D87-25C2-47DB-AE56-A86177B2B98E}" dt="2026-02-05T01:53:52.024" v="58" actId="13822"/>
          <ac:cxnSpMkLst>
            <pc:docMk/>
            <pc:sldMk cId="258745068" sldId="355"/>
            <ac:cxnSpMk id="15" creationId="{48774BFC-C547-7001-BD57-9FCE99D353A0}"/>
          </ac:cxnSpMkLst>
        </pc:cxnChg>
      </pc:sldChg>
      <pc:sldChg chg="modSp mod">
        <pc:chgData name="Dr Parag D. Pawar" userId="45f730c0-1703-4ce0-909b-efb17736071d" providerId="ADAL" clId="{CD4D9D87-25C2-47DB-AE56-A86177B2B98E}" dt="2026-02-05T02:01:31.288" v="69" actId="14100"/>
        <pc:sldMkLst>
          <pc:docMk/>
          <pc:sldMk cId="2801756945" sldId="359"/>
        </pc:sldMkLst>
        <pc:spChg chg="mod">
          <ac:chgData name="Dr Parag D. Pawar" userId="45f730c0-1703-4ce0-909b-efb17736071d" providerId="ADAL" clId="{CD4D9D87-25C2-47DB-AE56-A86177B2B98E}" dt="2026-02-05T02:01:31.288" v="69" actId="14100"/>
          <ac:spMkLst>
            <pc:docMk/>
            <pc:sldMk cId="2801756945" sldId="359"/>
            <ac:spMk id="4" creationId="{5BADA780-7C0B-A395-5BE5-722D72B59C3E}"/>
          </ac:spMkLst>
        </pc:spChg>
      </pc:sldChg>
      <pc:sldChg chg="delSp mod delAnim">
        <pc:chgData name="Dr Parag D. Pawar" userId="45f730c0-1703-4ce0-909b-efb17736071d" providerId="ADAL" clId="{CD4D9D87-25C2-47DB-AE56-A86177B2B98E}" dt="2026-02-05T00:52:16.785" v="4" actId="478"/>
        <pc:sldMkLst>
          <pc:docMk/>
          <pc:sldMk cId="1302650841" sldId="365"/>
        </pc:sldMkLst>
        <pc:spChg chg="del">
          <ac:chgData name="Dr Parag D. Pawar" userId="45f730c0-1703-4ce0-909b-efb17736071d" providerId="ADAL" clId="{CD4D9D87-25C2-47DB-AE56-A86177B2B98E}" dt="2026-02-05T00:52:16.785" v="4" actId="478"/>
          <ac:spMkLst>
            <pc:docMk/>
            <pc:sldMk cId="1302650841" sldId="365"/>
            <ac:spMk id="11" creationId="{64C4DCBE-679F-FF48-FEB8-E029DAA240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EA176-8888-4D82-97B3-9B7F56B2BB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D89E3-13BA-49CB-9C46-66C91AFFA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9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545D-24DA-5D7E-F066-AE8979CA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89E62-6E0E-17B7-56BD-FA42976BA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4D2D5-6C95-485C-F452-2FC64D14C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564B8-7675-D6DC-D73A-3D83C6F14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98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D89E3-13BA-49CB-9C46-66C91AFFA2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6B6C-3CDA-5CDA-7EA5-79B7CA3C8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AD2F0-640E-855F-DFA5-F0AA63CD6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F16F-017A-C5A7-CAB0-BAC26DA9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EB0CB-F347-77CF-6EDB-B15CD988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7F036-AC57-4E86-FB6C-DA694AAC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7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2DF0-3256-EFBE-54CA-7BA515BC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0C64B-24E3-3F3B-5BD5-000DDE93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3A946-0425-FAE4-F845-BF409655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49A2-C45F-9A45-EEA8-62F42EA3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781C4-F5A9-5E35-9F27-2C2651C6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3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960E-EF93-D472-1A19-3C7941BC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2BEB7-CA11-C953-0AA1-7A6A6850C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49D5F-4A6B-B52A-9480-AABA9975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ABAB-05B6-1B94-DC08-EA9D816D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754BB-C7A7-706E-611F-0079D7F7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9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85DA-DCD7-C4A7-DCF8-0ADF36C8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4B04-2027-F558-17DF-0A5FB946A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3EF4A-0F14-AEC5-FCD4-AE928405B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F1062-F9A1-6128-873C-48175A96C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76602-55DB-4B69-E619-280E3B29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D5CAE-0CE2-3BD5-C952-BE50F7F0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1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4C60-1D8D-8026-2F9E-DA08E19A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DED1A-348E-2DD0-F96A-CA461C926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7C2CF-185A-F619-BF3C-1C1AA8FCA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3EB58-FC6F-F34F-45CE-C2615B30C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55563-A632-D715-3E5E-54A072F94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A31C9-FCF0-AA65-491D-5FD05772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D086A-F938-9187-805F-B0BB7650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0DB8B-3E56-514A-BFF7-2257B322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2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97A00-3E1D-9BF5-9758-A64C2A81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42B06-0B10-B7D0-7015-7479DD18C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D6902-94A2-C17E-47BD-3BBE91D1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63324-E2DE-7A2C-8FFE-7AAA39F3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7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7BF8D5-6B6B-A432-12DE-591FBEDD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2B312-2801-954C-FCC3-7D4B0C5A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663BB-4FE6-0EF0-B376-B350745E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1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B03C-B280-9242-F6FC-5256D8CDD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D9857-FCB8-05BF-3BBD-2914C111B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A9E95-16A1-F7D0-E91B-ECFBDB4CF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9D3B1-DCA2-E6D3-BF39-DF4C449A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A7B45-8FE6-3A23-0467-863DF58DD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84DE3-07A3-5689-235E-CF7229A13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5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6A367-3DE5-7BE5-B45F-0316F14A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B8DB9-D70B-7854-6825-AB55EA483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27DBB-FD63-47A7-EC84-07B1925F9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B4101-9049-0FA1-2092-8928C6BA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36C7D-3953-ABAC-36D4-C8F2333F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4F51D-6B6B-1877-D0D5-76B3B3F3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2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EE68-E334-DEFA-B123-B5849377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C6A2C-2415-F921-40F6-4475543FF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47AB8-268E-3D29-8F04-DCF10F8F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1707C-5754-55F6-986E-0C816D8B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7951-40BB-8645-0441-D106E7AC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8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FAFD0-3881-E3EB-FCAF-3089A7CC4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EF1A5-4E89-99C7-75FC-4FFE73A5C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F9A37-28CB-0F44-32AE-8B10FB39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7F4D-F4B7-870E-F224-ED9D4580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E4D60-392C-A888-DC59-F85A5B00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67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325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520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5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93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56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32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8251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7084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375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55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13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A385-4B65-26EB-EA72-14F740473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497A5-7480-53A1-876E-F947EFCF6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5C754-9014-847A-9634-A23BBECBB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4BC40-ADF9-4697-B674-BBA4A01165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49309-4D9D-2985-212D-121439854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1AA41-F814-3EF9-0CF3-187CAB5E7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1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19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73D0C-B3B0-E369-B317-FF0A94EA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0806D59-A7AA-A283-F72A-753972FA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6A709-8C6B-4440-44F1-C157AD0C3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rgbClr val="C00000"/>
                </a:solidFill>
              </a:rPr>
              <a:t>TOPIC 3</a:t>
            </a:r>
            <a:br>
              <a:rPr lang="en-IN" sz="1800" dirty="0">
                <a:solidFill>
                  <a:srgbClr val="C00000"/>
                </a:solidFill>
              </a:rPr>
            </a:br>
            <a:br>
              <a:rPr lang="en-IN" sz="5400" dirty="0">
                <a:solidFill>
                  <a:srgbClr val="0070C0"/>
                </a:solidFill>
              </a:rPr>
            </a:br>
            <a:r>
              <a:rPr lang="en-IN" sz="5400" dirty="0"/>
              <a:t>Decisions Over </a:t>
            </a:r>
            <a:r>
              <a:rPr lang="en-IN" sz="5400" dirty="0">
                <a:solidFill>
                  <a:srgbClr val="0070C0"/>
                </a:solidFill>
                <a:latin typeface="Segoe Script" panose="030B0504020000000003" pitchFamily="66" charset="0"/>
              </a:rPr>
              <a:t>Time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686E8-70B4-A3D4-0F28-79D9BD2AF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 dirty="0">
                <a:solidFill>
                  <a:srgbClr val="C00000"/>
                </a:solidFill>
              </a:rPr>
              <a:t>7b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DA95FF-E242-DC41-158F-88CC605EB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92822E1-2B63-78BA-9E41-7A5E94C01F4C}"/>
              </a:ext>
            </a:extLst>
          </p:cNvPr>
          <p:cNvGrpSpPr/>
          <p:nvPr/>
        </p:nvGrpSpPr>
        <p:grpSpPr>
          <a:xfrm>
            <a:off x="387815" y="3645642"/>
            <a:ext cx="4050312" cy="1606179"/>
            <a:chOff x="387815" y="3645642"/>
            <a:chExt cx="4050312" cy="160617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DACDD2-4327-718B-2C4F-E7D28E7D2397}"/>
                </a:ext>
              </a:extLst>
            </p:cNvPr>
            <p:cNvSpPr txBox="1"/>
            <p:nvPr/>
          </p:nvSpPr>
          <p:spPr>
            <a:xfrm>
              <a:off x="387815" y="3645642"/>
              <a:ext cx="4050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SECTION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 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The 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Single-Person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 Decision Problem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7B01E0-933B-9E0A-A709-F3975EBE3200}"/>
                </a:ext>
              </a:extLst>
            </p:cNvPr>
            <p:cNvSpPr txBox="1"/>
            <p:nvPr/>
          </p:nvSpPr>
          <p:spPr>
            <a:xfrm>
              <a:off x="387815" y="4605490"/>
              <a:ext cx="4050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TOPIC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The 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Rational Choice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Paradigm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F01363A-8FD3-0199-31DA-F7949ABE7BFA}"/>
              </a:ext>
            </a:extLst>
          </p:cNvPr>
          <p:cNvSpPr txBox="1"/>
          <p:nvPr/>
        </p:nvSpPr>
        <p:spPr>
          <a:xfrm>
            <a:off x="7576455" y="5665049"/>
            <a:ext cx="4476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Sequential Decision-making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(Multiple decisions, one after another)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7DACA5-759B-1053-B144-A490AE19FDD8}"/>
              </a:ext>
            </a:extLst>
          </p:cNvPr>
          <p:cNvSpPr txBox="1"/>
          <p:nvPr/>
        </p:nvSpPr>
        <p:spPr>
          <a:xfrm>
            <a:off x="387815" y="5341884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TOPIC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Expected Utility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Theory</a:t>
            </a:r>
          </a:p>
        </p:txBody>
      </p:sp>
      <p:pic>
        <p:nvPicPr>
          <p:cNvPr id="13" name="Picture 12" descr="A clock with a red hand&#10;&#10;Description automatically generated">
            <a:extLst>
              <a:ext uri="{FF2B5EF4-FFF2-40B4-BE49-F238E27FC236}">
                <a16:creationId xmlns:a16="http://schemas.microsoft.com/office/drawing/2014/main" id="{7070D54E-BCBD-8395-0143-7F7BDAD59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15" y="242207"/>
            <a:ext cx="3810000" cy="2533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42DBE-4A78-5F9F-3F19-C5234A877DC4}"/>
              </a:ext>
            </a:extLst>
          </p:cNvPr>
          <p:cNvSpPr txBox="1"/>
          <p:nvPr/>
        </p:nvSpPr>
        <p:spPr>
          <a:xfrm>
            <a:off x="4446582" y="5685217"/>
            <a:ext cx="19623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Static Structure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(One-time)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3CA9C8D-AA4B-CBDF-535F-56A5F06BD1E0}"/>
              </a:ext>
            </a:extLst>
          </p:cNvPr>
          <p:cNvSpPr/>
          <p:nvPr/>
        </p:nvSpPr>
        <p:spPr>
          <a:xfrm>
            <a:off x="6561731" y="5885987"/>
            <a:ext cx="876017" cy="2044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2E9B7-2F7B-F162-EDD9-58FEF8006B4B}"/>
              </a:ext>
            </a:extLst>
          </p:cNvPr>
          <p:cNvSpPr txBox="1"/>
          <p:nvPr/>
        </p:nvSpPr>
        <p:spPr>
          <a:xfrm>
            <a:off x="3241643" y="4291973"/>
            <a:ext cx="117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Games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AAE4AE1-4005-47A6-959C-E84E5BC5181A}"/>
              </a:ext>
            </a:extLst>
          </p:cNvPr>
          <p:cNvSpPr/>
          <p:nvPr/>
        </p:nvSpPr>
        <p:spPr>
          <a:xfrm>
            <a:off x="2732442" y="4398294"/>
            <a:ext cx="509201" cy="147609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5" grpId="0" animBg="1"/>
      <p:bldP spid="11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B6573-AFE7-2467-3495-EDF37A63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CE357E5B-1A31-ADF0-8A93-AB0BAF26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each with palm trees and a starfish&#10;&#10;Description automatically generated">
            <a:extLst>
              <a:ext uri="{FF2B5EF4-FFF2-40B4-BE49-F238E27FC236}">
                <a16:creationId xmlns:a16="http://schemas.microsoft.com/office/drawing/2014/main" id="{14CFA3FD-BF92-3FC9-A9AC-487564C3D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888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503241C-C635-B3ED-7EED-EBD8521D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C6502-D35E-A440-721E-1A1852EE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Eat or Be Eaten: A Game of </a:t>
            </a:r>
            <a:r>
              <a:rPr lang="en-US" sz="3000" dirty="0">
                <a:solidFill>
                  <a:srgbClr val="0070C0"/>
                </a:solidFill>
                <a:latin typeface="Segoe Script" panose="030B0504020000000003" pitchFamily="66" charset="0"/>
              </a:rPr>
              <a:t>Survival</a:t>
            </a:r>
            <a:endParaRPr lang="en-US" sz="3000" i="1" dirty="0">
              <a:solidFill>
                <a:srgbClr val="0070C0"/>
              </a:solidFill>
              <a:latin typeface="Segoe Script" panose="030B0504020000000003" pitchFamily="66" charset="0"/>
            </a:endParaRPr>
          </a:p>
        </p:txBody>
      </p:sp>
      <p:pic>
        <p:nvPicPr>
          <p:cNvPr id="34" name="Picture 33" descr="A stick figure with hands on hips&#10;&#10;Description automatically generated">
            <a:extLst>
              <a:ext uri="{FF2B5EF4-FFF2-40B4-BE49-F238E27FC236}">
                <a16:creationId xmlns:a16="http://schemas.microsoft.com/office/drawing/2014/main" id="{4BEADB93-B838-C22D-15DF-1CF197233EB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r="29454"/>
          <a:stretch/>
        </p:blipFill>
        <p:spPr>
          <a:xfrm>
            <a:off x="2652341" y="2956975"/>
            <a:ext cx="878139" cy="2011680"/>
          </a:xfrm>
          <a:prstGeom prst="rect">
            <a:avLst/>
          </a:prstGeom>
        </p:spPr>
      </p:pic>
      <p:pic>
        <p:nvPicPr>
          <p:cNvPr id="48" name="Picture 47" descr="A stick figure with one eye&#10;&#10;Description automatically generated">
            <a:extLst>
              <a:ext uri="{FF2B5EF4-FFF2-40B4-BE49-F238E27FC236}">
                <a16:creationId xmlns:a16="http://schemas.microsoft.com/office/drawing/2014/main" id="{60A899A8-57E7-6B12-D7B5-01E8ED35A0A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9" r="22592"/>
          <a:stretch/>
        </p:blipFill>
        <p:spPr>
          <a:xfrm>
            <a:off x="3469589" y="2956975"/>
            <a:ext cx="1096939" cy="2011680"/>
          </a:xfrm>
          <a:prstGeom prst="rect">
            <a:avLst/>
          </a:prstGeom>
        </p:spPr>
      </p:pic>
      <p:pic>
        <p:nvPicPr>
          <p:cNvPr id="55" name="Picture 54" descr="A cartoon of a person wearing sunglasses&#10;&#10;Description automatically generated">
            <a:extLst>
              <a:ext uri="{FF2B5EF4-FFF2-40B4-BE49-F238E27FC236}">
                <a16:creationId xmlns:a16="http://schemas.microsoft.com/office/drawing/2014/main" id="{884948BC-1B52-4ADF-AEA0-AA130E3EF68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2" r="22437"/>
          <a:stretch/>
        </p:blipFill>
        <p:spPr>
          <a:xfrm>
            <a:off x="673194" y="2956975"/>
            <a:ext cx="1145711" cy="2011680"/>
          </a:xfrm>
          <a:prstGeom prst="rect">
            <a:avLst/>
          </a:prstGeom>
        </p:spPr>
      </p:pic>
      <p:pic>
        <p:nvPicPr>
          <p:cNvPr id="57" name="Picture 56" descr="A black and white drawing of a child&#10;&#10;Description automatically generated">
            <a:extLst>
              <a:ext uri="{FF2B5EF4-FFF2-40B4-BE49-F238E27FC236}">
                <a16:creationId xmlns:a16="http://schemas.microsoft.com/office/drawing/2014/main" id="{2B330289-C218-96AD-6642-D6BC9714AE8A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183" y="2956975"/>
            <a:ext cx="1257942" cy="2011680"/>
          </a:xfrm>
          <a:prstGeom prst="rect">
            <a:avLst/>
          </a:prstGeom>
        </p:spPr>
      </p:pic>
      <p:pic>
        <p:nvPicPr>
          <p:cNvPr id="61" name="Picture 60" descr="A black stick figure with a white background&#10;&#10;Description automatically generated">
            <a:extLst>
              <a:ext uri="{FF2B5EF4-FFF2-40B4-BE49-F238E27FC236}">
                <a16:creationId xmlns:a16="http://schemas.microsoft.com/office/drawing/2014/main" id="{2B24267D-D491-0387-A8F3-BF69F04107E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9" r="20199"/>
          <a:stretch/>
        </p:blipFill>
        <p:spPr>
          <a:xfrm>
            <a:off x="10368736" y="2956975"/>
            <a:ext cx="1271220" cy="2011680"/>
          </a:xfrm>
          <a:prstGeom prst="rect">
            <a:avLst/>
          </a:prstGeom>
        </p:spPr>
      </p:pic>
      <p:pic>
        <p:nvPicPr>
          <p:cNvPr id="63" name="Picture 62" descr="A stick figure with a smile&#10;&#10;Description automatically generated">
            <a:extLst>
              <a:ext uri="{FF2B5EF4-FFF2-40B4-BE49-F238E27FC236}">
                <a16:creationId xmlns:a16="http://schemas.microsoft.com/office/drawing/2014/main" id="{6D75EDC4-1000-CFC6-6D97-3E2839FF31F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24244"/>
          <a:stretch/>
        </p:blipFill>
        <p:spPr>
          <a:xfrm>
            <a:off x="5829951" y="2956975"/>
            <a:ext cx="1129894" cy="2011680"/>
          </a:xfrm>
          <a:prstGeom prst="rect">
            <a:avLst/>
          </a:prstGeom>
        </p:spPr>
      </p:pic>
      <p:pic>
        <p:nvPicPr>
          <p:cNvPr id="65" name="Picture 64" descr="A stick figure with arms up&#10;&#10;Description automatically generated">
            <a:extLst>
              <a:ext uri="{FF2B5EF4-FFF2-40B4-BE49-F238E27FC236}">
                <a16:creationId xmlns:a16="http://schemas.microsoft.com/office/drawing/2014/main" id="{06E444BF-C8C2-0DDC-F289-B954F0071CE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6" r="12907"/>
          <a:stretch/>
        </p:blipFill>
        <p:spPr>
          <a:xfrm>
            <a:off x="4471804" y="2956975"/>
            <a:ext cx="1392018" cy="2011680"/>
          </a:xfrm>
          <a:prstGeom prst="rect">
            <a:avLst/>
          </a:prstGeom>
        </p:spPr>
      </p:pic>
      <p:pic>
        <p:nvPicPr>
          <p:cNvPr id="69" name="Picture 68" descr="A cartoon of a person&#10;&#10;Description automatically generated">
            <a:extLst>
              <a:ext uri="{FF2B5EF4-FFF2-40B4-BE49-F238E27FC236}">
                <a16:creationId xmlns:a16="http://schemas.microsoft.com/office/drawing/2014/main" id="{AA628742-9FCB-2AAF-E79D-3A1DC1C7D7D0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09" y="2956975"/>
            <a:ext cx="862149" cy="2011680"/>
          </a:xfrm>
          <a:prstGeom prst="rect">
            <a:avLst/>
          </a:prstGeom>
        </p:spPr>
      </p:pic>
      <p:pic>
        <p:nvPicPr>
          <p:cNvPr id="71" name="Picture 70" descr="A cartoon of a person with arms crossed&#10;&#10;Description automatically generated">
            <a:extLst>
              <a:ext uri="{FF2B5EF4-FFF2-40B4-BE49-F238E27FC236}">
                <a16:creationId xmlns:a16="http://schemas.microsoft.com/office/drawing/2014/main" id="{E5F14FD4-1D06-FEBC-A911-3D2614C3C587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7" r="28835" b="7455"/>
          <a:stretch/>
        </p:blipFill>
        <p:spPr>
          <a:xfrm>
            <a:off x="6919937" y="2956975"/>
            <a:ext cx="769609" cy="2011680"/>
          </a:xfrm>
          <a:prstGeom prst="rect">
            <a:avLst/>
          </a:prstGeom>
        </p:spPr>
      </p:pic>
      <p:pic>
        <p:nvPicPr>
          <p:cNvPr id="74" name="Picture 73" descr="A stick figure with arms out&#10;&#10;Description automatically generated">
            <a:extLst>
              <a:ext uri="{FF2B5EF4-FFF2-40B4-BE49-F238E27FC236}">
                <a16:creationId xmlns:a16="http://schemas.microsoft.com/office/drawing/2014/main" id="{014868B6-DD6C-9C92-9A58-3F3BA1D84F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9" r="13778"/>
          <a:stretch/>
        </p:blipFill>
        <p:spPr>
          <a:xfrm>
            <a:off x="8923125" y="2956975"/>
            <a:ext cx="1448456" cy="201168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3A614E47-C0E9-BC39-0850-C5FAD2D10A76}"/>
              </a:ext>
            </a:extLst>
          </p:cNvPr>
          <p:cNvSpPr txBox="1"/>
          <p:nvPr/>
        </p:nvSpPr>
        <p:spPr>
          <a:xfrm>
            <a:off x="9258508" y="5641678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The Ten Cannibals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FCDB60C-7741-A176-AA8D-F0441BCC1230}"/>
              </a:ext>
            </a:extLst>
          </p:cNvPr>
          <p:cNvSpPr txBox="1"/>
          <p:nvPr/>
        </p:nvSpPr>
        <p:spPr>
          <a:xfrm>
            <a:off x="9258508" y="599038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The Hierarchy</a:t>
            </a:r>
            <a:endParaRPr lang="en-US" b="1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7D0C8FD-83BA-45C2-9B08-3CB07C93A9F2}"/>
              </a:ext>
            </a:extLst>
          </p:cNvPr>
          <p:cNvSpPr>
            <a:spLocks noChangeAspect="1"/>
          </p:cNvSpPr>
          <p:nvPr/>
        </p:nvSpPr>
        <p:spPr>
          <a:xfrm>
            <a:off x="933197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E3AB465-6763-0809-E077-26469B1D2EBC}"/>
              </a:ext>
            </a:extLst>
          </p:cNvPr>
          <p:cNvSpPr>
            <a:spLocks noChangeAspect="1"/>
          </p:cNvSpPr>
          <p:nvPr/>
        </p:nvSpPr>
        <p:spPr>
          <a:xfrm>
            <a:off x="196247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223" y="65029"/>
                  <a:pt x="125600" y="-10968"/>
                  <a:pt x="227944" y="0"/>
                </a:cubicBezTo>
                <a:cubicBezTo>
                  <a:pt x="320825" y="-10737"/>
                  <a:pt x="437652" y="98146"/>
                  <a:pt x="455888" y="228600"/>
                </a:cubicBezTo>
                <a:cubicBezTo>
                  <a:pt x="441728" y="348619"/>
                  <a:pt x="334729" y="451440"/>
                  <a:pt x="227944" y="457200"/>
                </a:cubicBezTo>
                <a:cubicBezTo>
                  <a:pt x="73865" y="477954"/>
                  <a:pt x="-11384" y="37497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9380" y="108684"/>
                  <a:pt x="113356" y="6059"/>
                  <a:pt x="227944" y="0"/>
                </a:cubicBezTo>
                <a:cubicBezTo>
                  <a:pt x="355131" y="11049"/>
                  <a:pt x="435881" y="112672"/>
                  <a:pt x="455888" y="228600"/>
                </a:cubicBezTo>
                <a:cubicBezTo>
                  <a:pt x="481580" y="341564"/>
                  <a:pt x="352258" y="449593"/>
                  <a:pt x="227944" y="457200"/>
                </a:cubicBezTo>
                <a:cubicBezTo>
                  <a:pt x="78234" y="458646"/>
                  <a:pt x="-4490" y="34955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FF8394F-9ABB-8D8F-4174-3843F9BA2AB9}"/>
              </a:ext>
            </a:extLst>
          </p:cNvPr>
          <p:cNvSpPr>
            <a:spLocks noChangeAspect="1"/>
          </p:cNvSpPr>
          <p:nvPr/>
        </p:nvSpPr>
        <p:spPr>
          <a:xfrm>
            <a:off x="2774421" y="495320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5394" y="104308"/>
                  <a:pt x="98384" y="14490"/>
                  <a:pt x="227944" y="0"/>
                </a:cubicBezTo>
                <a:cubicBezTo>
                  <a:pt x="373951" y="-27209"/>
                  <a:pt x="484661" y="89235"/>
                  <a:pt x="455888" y="228600"/>
                </a:cubicBezTo>
                <a:cubicBezTo>
                  <a:pt x="454188" y="341983"/>
                  <a:pt x="339992" y="442471"/>
                  <a:pt x="227944" y="457200"/>
                </a:cubicBezTo>
                <a:cubicBezTo>
                  <a:pt x="104110" y="438331"/>
                  <a:pt x="27707" y="372206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7859" y="121001"/>
                  <a:pt x="82768" y="-14380"/>
                  <a:pt x="227944" y="0"/>
                </a:cubicBezTo>
                <a:cubicBezTo>
                  <a:pt x="322567" y="4049"/>
                  <a:pt x="476281" y="99393"/>
                  <a:pt x="455888" y="228600"/>
                </a:cubicBezTo>
                <a:cubicBezTo>
                  <a:pt x="479682" y="347633"/>
                  <a:pt x="378718" y="434889"/>
                  <a:pt x="227944" y="457200"/>
                </a:cubicBezTo>
                <a:cubicBezTo>
                  <a:pt x="91869" y="458044"/>
                  <a:pt x="-7786" y="38216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CDC68E1-01B3-0A4A-FCB6-CD6693D4E4A0}"/>
              </a:ext>
            </a:extLst>
          </p:cNvPr>
          <p:cNvSpPr>
            <a:spLocks noChangeAspect="1"/>
          </p:cNvSpPr>
          <p:nvPr/>
        </p:nvSpPr>
        <p:spPr>
          <a:xfrm>
            <a:off x="3677883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19348" y="99870"/>
                  <a:pt x="126072" y="13164"/>
                  <a:pt x="227944" y="0"/>
                </a:cubicBezTo>
                <a:cubicBezTo>
                  <a:pt x="347825" y="-1657"/>
                  <a:pt x="489048" y="109835"/>
                  <a:pt x="455888" y="228600"/>
                </a:cubicBezTo>
                <a:cubicBezTo>
                  <a:pt x="471350" y="353306"/>
                  <a:pt x="340397" y="471459"/>
                  <a:pt x="227944" y="457200"/>
                </a:cubicBezTo>
                <a:cubicBezTo>
                  <a:pt x="113112" y="491191"/>
                  <a:pt x="2768" y="38308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8129" y="95072"/>
                  <a:pt x="81027" y="18298"/>
                  <a:pt x="227944" y="0"/>
                </a:cubicBezTo>
                <a:cubicBezTo>
                  <a:pt x="350621" y="-15801"/>
                  <a:pt x="435601" y="127602"/>
                  <a:pt x="455888" y="228600"/>
                </a:cubicBezTo>
                <a:cubicBezTo>
                  <a:pt x="463370" y="372227"/>
                  <a:pt x="354970" y="421334"/>
                  <a:pt x="227944" y="457200"/>
                </a:cubicBezTo>
                <a:cubicBezTo>
                  <a:pt x="97650" y="492686"/>
                  <a:pt x="-14616" y="35098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910187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5AE77D3-811F-D792-0A93-8F55959DBB05}"/>
              </a:ext>
            </a:extLst>
          </p:cNvPr>
          <p:cNvSpPr>
            <a:spLocks noChangeAspect="1"/>
          </p:cNvSpPr>
          <p:nvPr/>
        </p:nvSpPr>
        <p:spPr>
          <a:xfrm>
            <a:off x="4873848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046" y="88074"/>
                  <a:pt x="124244" y="-1870"/>
                  <a:pt x="227944" y="0"/>
                </a:cubicBezTo>
                <a:cubicBezTo>
                  <a:pt x="325874" y="17714"/>
                  <a:pt x="466612" y="103946"/>
                  <a:pt x="455888" y="228600"/>
                </a:cubicBezTo>
                <a:cubicBezTo>
                  <a:pt x="478393" y="330306"/>
                  <a:pt x="345337" y="454433"/>
                  <a:pt x="227944" y="457200"/>
                </a:cubicBezTo>
                <a:cubicBezTo>
                  <a:pt x="90971" y="464254"/>
                  <a:pt x="2787" y="360221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16833" y="87028"/>
                  <a:pt x="104517" y="6250"/>
                  <a:pt x="227944" y="0"/>
                </a:cubicBezTo>
                <a:cubicBezTo>
                  <a:pt x="330630" y="-12834"/>
                  <a:pt x="441068" y="107309"/>
                  <a:pt x="455888" y="228600"/>
                </a:cubicBezTo>
                <a:cubicBezTo>
                  <a:pt x="488605" y="366946"/>
                  <a:pt x="350121" y="461904"/>
                  <a:pt x="227944" y="457200"/>
                </a:cubicBezTo>
                <a:cubicBezTo>
                  <a:pt x="130938" y="479945"/>
                  <a:pt x="-17621" y="365043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A5B76C5-E3F8-BC64-A633-2963E4737390}"/>
              </a:ext>
            </a:extLst>
          </p:cNvPr>
          <p:cNvSpPr>
            <a:spLocks noChangeAspect="1"/>
          </p:cNvSpPr>
          <p:nvPr/>
        </p:nvSpPr>
        <p:spPr>
          <a:xfrm>
            <a:off x="6214702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6833" y="77108"/>
                  <a:pt x="98255" y="-7532"/>
                  <a:pt x="227944" y="0"/>
                </a:cubicBezTo>
                <a:cubicBezTo>
                  <a:pt x="366677" y="15755"/>
                  <a:pt x="480024" y="119020"/>
                  <a:pt x="455888" y="228600"/>
                </a:cubicBezTo>
                <a:cubicBezTo>
                  <a:pt x="457910" y="339469"/>
                  <a:pt x="325958" y="434025"/>
                  <a:pt x="227944" y="457200"/>
                </a:cubicBezTo>
                <a:cubicBezTo>
                  <a:pt x="98270" y="459346"/>
                  <a:pt x="2709" y="36231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600" y="106476"/>
                  <a:pt x="106543" y="-3920"/>
                  <a:pt x="227944" y="0"/>
                </a:cubicBezTo>
                <a:cubicBezTo>
                  <a:pt x="373907" y="28586"/>
                  <a:pt x="481461" y="83432"/>
                  <a:pt x="455888" y="228600"/>
                </a:cubicBezTo>
                <a:cubicBezTo>
                  <a:pt x="460308" y="332726"/>
                  <a:pt x="359232" y="461834"/>
                  <a:pt x="227944" y="457200"/>
                </a:cubicBezTo>
                <a:cubicBezTo>
                  <a:pt x="98878" y="478148"/>
                  <a:pt x="-21065" y="33414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0F253C7-B13F-ABD1-2CD4-74425DF010E3}"/>
              </a:ext>
            </a:extLst>
          </p:cNvPr>
          <p:cNvSpPr>
            <a:spLocks noChangeAspect="1"/>
          </p:cNvSpPr>
          <p:nvPr/>
        </p:nvSpPr>
        <p:spPr>
          <a:xfrm>
            <a:off x="7071063" y="4952413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3292" y="100999"/>
                  <a:pt x="92364" y="17510"/>
                  <a:pt x="227944" y="0"/>
                </a:cubicBezTo>
                <a:cubicBezTo>
                  <a:pt x="358866" y="5778"/>
                  <a:pt x="474649" y="121527"/>
                  <a:pt x="455888" y="228600"/>
                </a:cubicBezTo>
                <a:cubicBezTo>
                  <a:pt x="452145" y="353705"/>
                  <a:pt x="362452" y="467153"/>
                  <a:pt x="227944" y="457200"/>
                </a:cubicBezTo>
                <a:cubicBezTo>
                  <a:pt x="97680" y="463114"/>
                  <a:pt x="-26467" y="330575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2845" y="98160"/>
                  <a:pt x="118606" y="25944"/>
                  <a:pt x="227944" y="0"/>
                </a:cubicBezTo>
                <a:cubicBezTo>
                  <a:pt x="341797" y="-33505"/>
                  <a:pt x="485789" y="120233"/>
                  <a:pt x="455888" y="228600"/>
                </a:cubicBezTo>
                <a:cubicBezTo>
                  <a:pt x="453936" y="333557"/>
                  <a:pt x="331015" y="467478"/>
                  <a:pt x="227944" y="457200"/>
                </a:cubicBezTo>
                <a:cubicBezTo>
                  <a:pt x="97728" y="436446"/>
                  <a:pt x="21388" y="38569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9FBCD15-2747-1833-1235-0CE6F325E9CA}"/>
              </a:ext>
            </a:extLst>
          </p:cNvPr>
          <p:cNvSpPr>
            <a:spLocks noChangeAspect="1"/>
          </p:cNvSpPr>
          <p:nvPr/>
        </p:nvSpPr>
        <p:spPr>
          <a:xfrm>
            <a:off x="799534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603" y="124580"/>
                  <a:pt x="91014" y="-13845"/>
                  <a:pt x="227944" y="0"/>
                </a:cubicBezTo>
                <a:cubicBezTo>
                  <a:pt x="331865" y="1379"/>
                  <a:pt x="455115" y="105472"/>
                  <a:pt x="455888" y="228600"/>
                </a:cubicBezTo>
                <a:cubicBezTo>
                  <a:pt x="455906" y="349467"/>
                  <a:pt x="331755" y="464756"/>
                  <a:pt x="227944" y="457200"/>
                </a:cubicBezTo>
                <a:cubicBezTo>
                  <a:pt x="84367" y="434315"/>
                  <a:pt x="15544" y="3461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894" y="97012"/>
                  <a:pt x="129537" y="-12256"/>
                  <a:pt x="227944" y="0"/>
                </a:cubicBezTo>
                <a:cubicBezTo>
                  <a:pt x="366201" y="26218"/>
                  <a:pt x="432234" y="113376"/>
                  <a:pt x="455888" y="228600"/>
                </a:cubicBezTo>
                <a:cubicBezTo>
                  <a:pt x="438192" y="339496"/>
                  <a:pt x="358662" y="455406"/>
                  <a:pt x="227944" y="457200"/>
                </a:cubicBezTo>
                <a:cubicBezTo>
                  <a:pt x="93121" y="447889"/>
                  <a:pt x="27919" y="37600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6F24C94-B74C-DBD8-63C8-3063C8675552}"/>
              </a:ext>
            </a:extLst>
          </p:cNvPr>
          <p:cNvSpPr>
            <a:spLocks noChangeAspect="1"/>
          </p:cNvSpPr>
          <p:nvPr/>
        </p:nvSpPr>
        <p:spPr>
          <a:xfrm>
            <a:off x="9381691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067" y="100383"/>
                  <a:pt x="138426" y="2400"/>
                  <a:pt x="227944" y="0"/>
                </a:cubicBezTo>
                <a:cubicBezTo>
                  <a:pt x="366793" y="22150"/>
                  <a:pt x="426145" y="101709"/>
                  <a:pt x="455888" y="228600"/>
                </a:cubicBezTo>
                <a:cubicBezTo>
                  <a:pt x="468826" y="356728"/>
                  <a:pt x="346497" y="453851"/>
                  <a:pt x="227944" y="457200"/>
                </a:cubicBezTo>
                <a:cubicBezTo>
                  <a:pt x="80691" y="463575"/>
                  <a:pt x="14324" y="3354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859" y="116136"/>
                  <a:pt x="82534" y="-8061"/>
                  <a:pt x="227944" y="0"/>
                </a:cubicBezTo>
                <a:cubicBezTo>
                  <a:pt x="379946" y="-3855"/>
                  <a:pt x="440583" y="130224"/>
                  <a:pt x="455888" y="228600"/>
                </a:cubicBezTo>
                <a:cubicBezTo>
                  <a:pt x="449453" y="357003"/>
                  <a:pt x="334318" y="480277"/>
                  <a:pt x="227944" y="457200"/>
                </a:cubicBezTo>
                <a:cubicBezTo>
                  <a:pt x="119017" y="446222"/>
                  <a:pt x="-19391" y="359300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B923E27-B8F8-5FAB-D922-138F7EC17E6D}"/>
              </a:ext>
            </a:extLst>
          </p:cNvPr>
          <p:cNvSpPr>
            <a:spLocks noChangeAspect="1"/>
          </p:cNvSpPr>
          <p:nvPr/>
        </p:nvSpPr>
        <p:spPr>
          <a:xfrm>
            <a:off x="10730812" y="4977606"/>
            <a:ext cx="632513" cy="457200"/>
          </a:xfrm>
          <a:custGeom>
            <a:avLst/>
            <a:gdLst>
              <a:gd name="csX0" fmla="*/ 0 w 632513"/>
              <a:gd name="csY0" fmla="*/ 228600 h 457200"/>
              <a:gd name="csX1" fmla="*/ 316257 w 632513"/>
              <a:gd name="csY1" fmla="*/ 0 h 457200"/>
              <a:gd name="csX2" fmla="*/ 632514 w 632513"/>
              <a:gd name="csY2" fmla="*/ 228600 h 457200"/>
              <a:gd name="csX3" fmla="*/ 316257 w 632513"/>
              <a:gd name="csY3" fmla="*/ 457200 h 457200"/>
              <a:gd name="csX4" fmla="*/ 0 w 632513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2513" h="457200" fill="none" extrusionOk="0">
                <a:moveTo>
                  <a:pt x="0" y="228600"/>
                </a:moveTo>
                <a:cubicBezTo>
                  <a:pt x="18063" y="104491"/>
                  <a:pt x="153730" y="-24979"/>
                  <a:pt x="316257" y="0"/>
                </a:cubicBezTo>
                <a:cubicBezTo>
                  <a:pt x="458373" y="-4984"/>
                  <a:pt x="629299" y="105375"/>
                  <a:pt x="632514" y="228600"/>
                </a:cubicBezTo>
                <a:cubicBezTo>
                  <a:pt x="630654" y="337114"/>
                  <a:pt x="463251" y="495654"/>
                  <a:pt x="316257" y="457200"/>
                </a:cubicBezTo>
                <a:cubicBezTo>
                  <a:pt x="173530" y="475080"/>
                  <a:pt x="7574" y="356673"/>
                  <a:pt x="0" y="228600"/>
                </a:cubicBezTo>
                <a:close/>
              </a:path>
              <a:path w="632513" h="457200" stroke="0" extrusionOk="0">
                <a:moveTo>
                  <a:pt x="0" y="228600"/>
                </a:moveTo>
                <a:cubicBezTo>
                  <a:pt x="-6959" y="98055"/>
                  <a:pt x="98584" y="16142"/>
                  <a:pt x="316257" y="0"/>
                </a:cubicBezTo>
                <a:cubicBezTo>
                  <a:pt x="499351" y="1775"/>
                  <a:pt x="613256" y="102960"/>
                  <a:pt x="632514" y="228600"/>
                </a:cubicBezTo>
                <a:cubicBezTo>
                  <a:pt x="595753" y="390751"/>
                  <a:pt x="484449" y="492971"/>
                  <a:pt x="316257" y="457200"/>
                </a:cubicBezTo>
                <a:cubicBezTo>
                  <a:pt x="132270" y="452099"/>
                  <a:pt x="23501" y="366081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pic>
        <p:nvPicPr>
          <p:cNvPr id="112" name="Picture 111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2CE0B434-C83D-3617-40CB-81134D830CCC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69" y="530730"/>
            <a:ext cx="1216212" cy="201168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0206B0DD-ABEA-D554-4BAA-94062125151F}"/>
              </a:ext>
            </a:extLst>
          </p:cNvPr>
          <p:cNvSpPr txBox="1"/>
          <p:nvPr/>
        </p:nvSpPr>
        <p:spPr>
          <a:xfrm>
            <a:off x="9258508" y="635382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Rational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FA0F98-8922-764B-092C-48650B9802D6}"/>
              </a:ext>
            </a:extLst>
          </p:cNvPr>
          <p:cNvSpPr>
            <a:spLocks noChangeAspect="1"/>
          </p:cNvSpPr>
          <p:nvPr/>
        </p:nvSpPr>
        <p:spPr>
          <a:xfrm>
            <a:off x="1099466" y="2180177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FABFA-7553-C75A-F1CE-A1E58EA76735}"/>
              </a:ext>
            </a:extLst>
          </p:cNvPr>
          <p:cNvSpPr txBox="1"/>
          <p:nvPr/>
        </p:nvSpPr>
        <p:spPr>
          <a:xfrm>
            <a:off x="1517681" y="536096"/>
            <a:ext cx="301286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Mr. Snack, the Lost Sailor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B2D9C3-E268-2543-172B-E97F4BE58078}"/>
              </a:ext>
            </a:extLst>
          </p:cNvPr>
          <p:cNvGrpSpPr/>
          <p:nvPr/>
        </p:nvGrpSpPr>
        <p:grpSpPr>
          <a:xfrm>
            <a:off x="1322156" y="1107602"/>
            <a:ext cx="3358175" cy="752977"/>
            <a:chOff x="1322156" y="1107602"/>
            <a:chExt cx="3358175" cy="7529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D82F56-0ED0-5757-DC21-3BDD6E33B00E}"/>
                </a:ext>
              </a:extLst>
            </p:cNvPr>
            <p:cNvSpPr txBox="1"/>
            <p:nvPr/>
          </p:nvSpPr>
          <p:spPr>
            <a:xfrm>
              <a:off x="1641804" y="1491247"/>
              <a:ext cx="3038527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Who will end up eating him?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D0A83B1-CB67-F217-1C1F-C15118A63B99}"/>
                </a:ext>
              </a:extLst>
            </p:cNvPr>
            <p:cNvSpPr/>
            <p:nvPr/>
          </p:nvSpPr>
          <p:spPr>
            <a:xfrm>
              <a:off x="1322156" y="1107602"/>
              <a:ext cx="1198880" cy="326360"/>
            </a:xfrm>
            <a:custGeom>
              <a:avLst/>
              <a:gdLst>
                <a:gd name="connsiteX0" fmla="*/ 1198880 w 1198880"/>
                <a:gd name="connsiteY0" fmla="*/ 326360 h 326360"/>
                <a:gd name="connsiteX1" fmla="*/ 833120 w 1198880"/>
                <a:gd name="connsiteY1" fmla="*/ 184120 h 326360"/>
                <a:gd name="connsiteX2" fmla="*/ 579120 w 1198880"/>
                <a:gd name="connsiteY2" fmla="*/ 133320 h 326360"/>
                <a:gd name="connsiteX3" fmla="*/ 426720 w 1198880"/>
                <a:gd name="connsiteY3" fmla="*/ 92680 h 326360"/>
                <a:gd name="connsiteX4" fmla="*/ 365760 w 1198880"/>
                <a:gd name="connsiteY4" fmla="*/ 72360 h 326360"/>
                <a:gd name="connsiteX5" fmla="*/ 111760 w 1198880"/>
                <a:gd name="connsiteY5" fmla="*/ 31720 h 326360"/>
                <a:gd name="connsiteX6" fmla="*/ 71120 w 1198880"/>
                <a:gd name="connsiteY6" fmla="*/ 21560 h 326360"/>
                <a:gd name="connsiteX7" fmla="*/ 30480 w 1198880"/>
                <a:gd name="connsiteY7" fmla="*/ 1240 h 326360"/>
                <a:gd name="connsiteX8" fmla="*/ 0 w 1198880"/>
                <a:gd name="connsiteY8" fmla="*/ 1240 h 32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8880" h="326360">
                  <a:moveTo>
                    <a:pt x="1198880" y="326360"/>
                  </a:moveTo>
                  <a:cubicBezTo>
                    <a:pt x="1044153" y="237945"/>
                    <a:pt x="1128486" y="280286"/>
                    <a:pt x="833120" y="184120"/>
                  </a:cubicBezTo>
                  <a:cubicBezTo>
                    <a:pt x="685187" y="135956"/>
                    <a:pt x="717022" y="145857"/>
                    <a:pt x="579120" y="133320"/>
                  </a:cubicBezTo>
                  <a:cubicBezTo>
                    <a:pt x="323635" y="48158"/>
                    <a:pt x="612023" y="139006"/>
                    <a:pt x="426720" y="92680"/>
                  </a:cubicBezTo>
                  <a:cubicBezTo>
                    <a:pt x="405940" y="87485"/>
                    <a:pt x="386597" y="77321"/>
                    <a:pt x="365760" y="72360"/>
                  </a:cubicBezTo>
                  <a:cubicBezTo>
                    <a:pt x="231234" y="40330"/>
                    <a:pt x="231240" y="43668"/>
                    <a:pt x="111760" y="31720"/>
                  </a:cubicBezTo>
                  <a:cubicBezTo>
                    <a:pt x="98213" y="28333"/>
                    <a:pt x="84195" y="26463"/>
                    <a:pt x="71120" y="21560"/>
                  </a:cubicBezTo>
                  <a:cubicBezTo>
                    <a:pt x="56939" y="16242"/>
                    <a:pt x="45043" y="5401"/>
                    <a:pt x="30480" y="1240"/>
                  </a:cubicBezTo>
                  <a:cubicBezTo>
                    <a:pt x="20711" y="-1551"/>
                    <a:pt x="10160" y="1240"/>
                    <a:pt x="0" y="1240"/>
                  </a:cubicBezTo>
                </a:path>
              </a:pathLst>
            </a:custGeom>
            <a:noFill/>
            <a:ln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0B8F2EE-24D9-8CBB-BC90-B8FA357DAB4A}"/>
              </a:ext>
            </a:extLst>
          </p:cNvPr>
          <p:cNvSpPr txBox="1"/>
          <p:nvPr/>
        </p:nvSpPr>
        <p:spPr>
          <a:xfrm>
            <a:off x="6839060" y="6353827"/>
            <a:ext cx="271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Common knowledge of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1442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3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CAE5A-7B89-9F86-698B-905904372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5400"/>
              <a:t>Ten Hungry Cannibals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late with a fork and knife on a wooden table&#10;&#10;Description automatically generated">
            <a:extLst>
              <a:ext uri="{FF2B5EF4-FFF2-40B4-BE49-F238E27FC236}">
                <a16:creationId xmlns:a16="http://schemas.microsoft.com/office/drawing/2014/main" id="{C9F92A47-44F1-B669-FE7F-E49038B4E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4" r="23430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1FF20B-223E-7BE1-81DF-7A7551AF153E}"/>
              </a:ext>
            </a:extLst>
          </p:cNvPr>
          <p:cNvSpPr txBox="1"/>
          <p:nvPr/>
        </p:nvSpPr>
        <p:spPr>
          <a:xfrm>
            <a:off x="572493" y="2027063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Mr. Snack, the Lost Sailor, is stranded on an island with 10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rational</a:t>
            </a:r>
            <a:r>
              <a:rPr lang="en-US" sz="1800" b="0" i="0" dirty="0">
                <a:effectLst/>
                <a:latin typeface="docs-Roboto"/>
              </a:rPr>
              <a:t> cannibals.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C87D45-F194-FFAA-5A95-024F2DFA7887}"/>
              </a:ext>
            </a:extLst>
          </p:cNvPr>
          <p:cNvSpPr txBox="1"/>
          <p:nvPr/>
        </p:nvSpPr>
        <p:spPr>
          <a:xfrm>
            <a:off x="572492" y="2771250"/>
            <a:ext cx="7103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The cannibals are ranked in a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hierarchy</a:t>
            </a:r>
            <a:r>
              <a:rPr lang="en-US" sz="1800" b="0" i="0" dirty="0">
                <a:effectLst/>
                <a:latin typeface="docs-Roboto"/>
              </a:rPr>
              <a:t> of dominance, with Cannibal 1 being the most dominant, followed by Cannibal 2, and so on, down to Cannibal 10.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97C10F-2156-D950-FAAB-2957C1573C6B}"/>
                  </a:ext>
                </a:extLst>
              </p:cNvPr>
              <p:cNvSpPr txBox="1"/>
              <p:nvPr/>
            </p:nvSpPr>
            <p:spPr>
              <a:xfrm>
                <a:off x="572488" y="4542227"/>
                <a:ext cx="710316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0" dirty="0">
                    <a:effectLst/>
                    <a:latin typeface="docs-Roboto"/>
                  </a:rPr>
                  <a:t>Each cannibal cares about their position in this hierarchy and will 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  <a:latin typeface="docs-Roboto"/>
                  </a:rPr>
                  <a:t>never eat anyone beneath them</a:t>
                </a:r>
                <a:r>
                  <a:rPr lang="en-US" sz="1800" b="0" i="0" dirty="0">
                    <a:effectLst/>
                    <a:latin typeface="docs-Roboto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800" b="0" i="0" dirty="0">
                    <a:effectLst/>
                    <a:latin typeface="docs-Roboto"/>
                  </a:rPr>
                  <a:t>Cannibal </a:t>
                </a:r>
                <a14:m>
                  <m:oMath xmlns:m="http://schemas.openxmlformats.org/officeDocument/2006/math">
                    <m:r>
                      <a:rPr lang="en-IN" sz="1800" b="0" i="1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may only eat Mr. Snack (if given the option) or Cannibal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(if Cannibal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is sleeping).  Cannibal </a:t>
                </a:r>
                <a14:m>
                  <m:oMath xmlns:m="http://schemas.openxmlformats.org/officeDocument/2006/math">
                    <m:r>
                      <a:rPr lang="en-IN" sz="1800" b="0" i="1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is not permitted to eat any other cannibal.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97C10F-2156-D950-FAAB-2957C1573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88" y="4542227"/>
                <a:ext cx="7103165" cy="1477328"/>
              </a:xfrm>
              <a:prstGeom prst="rect">
                <a:avLst/>
              </a:prstGeom>
              <a:blipFill>
                <a:blip r:embed="rId3"/>
                <a:stretch>
                  <a:fillRect l="-773" t="-2066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6B62685-0C60-1EFD-35F7-F8F95A581720}"/>
              </a:ext>
            </a:extLst>
          </p:cNvPr>
          <p:cNvSpPr txBox="1"/>
          <p:nvPr/>
        </p:nvSpPr>
        <p:spPr>
          <a:xfrm>
            <a:off x="572488" y="3759563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The cannibals take turns deciding whether to eat Mr. Snack,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starting with Cannibal 1</a:t>
            </a:r>
            <a:r>
              <a:rPr lang="en-US" sz="1800" b="0" i="0" dirty="0">
                <a:effectLst/>
                <a:latin typeface="docs-Roboto"/>
              </a:rPr>
              <a:t>, who gets first dibs.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107DF8-5AF8-135D-15E7-553E368CB121}"/>
              </a:ext>
            </a:extLst>
          </p:cNvPr>
          <p:cNvSpPr txBox="1"/>
          <p:nvPr/>
        </p:nvSpPr>
        <p:spPr>
          <a:xfrm>
            <a:off x="572490" y="6077477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If a cannibal eats, they will fall asleep, making them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vulnerable to the next cannibal</a:t>
            </a:r>
            <a:r>
              <a:rPr lang="en-US" sz="1800" b="0" i="0" dirty="0">
                <a:effectLst/>
                <a:latin typeface="docs-Roboto"/>
              </a:rPr>
              <a:t> in line.</a:t>
            </a:r>
            <a:endParaRPr lang="en-IN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3C583E-9397-42EE-9D71-981371929BF2}"/>
              </a:ext>
            </a:extLst>
          </p:cNvPr>
          <p:cNvSpPr txBox="1"/>
          <p:nvPr/>
        </p:nvSpPr>
        <p:spPr>
          <a:xfrm>
            <a:off x="8852780" y="6272482"/>
            <a:ext cx="2159047" cy="369332"/>
          </a:xfrm>
          <a:custGeom>
            <a:avLst/>
            <a:gdLst>
              <a:gd name="csX0" fmla="*/ 0 w 2159047"/>
              <a:gd name="csY0" fmla="*/ 0 h 369332"/>
              <a:gd name="csX1" fmla="*/ 518171 w 2159047"/>
              <a:gd name="csY1" fmla="*/ 0 h 369332"/>
              <a:gd name="csX2" fmla="*/ 1057933 w 2159047"/>
              <a:gd name="csY2" fmla="*/ 0 h 369332"/>
              <a:gd name="csX3" fmla="*/ 1597695 w 2159047"/>
              <a:gd name="csY3" fmla="*/ 0 h 369332"/>
              <a:gd name="csX4" fmla="*/ 2159047 w 2159047"/>
              <a:gd name="csY4" fmla="*/ 0 h 369332"/>
              <a:gd name="csX5" fmla="*/ 2159047 w 2159047"/>
              <a:gd name="csY5" fmla="*/ 369332 h 369332"/>
              <a:gd name="csX6" fmla="*/ 1619285 w 2159047"/>
              <a:gd name="csY6" fmla="*/ 369332 h 369332"/>
              <a:gd name="csX7" fmla="*/ 1122704 w 2159047"/>
              <a:gd name="csY7" fmla="*/ 369332 h 369332"/>
              <a:gd name="csX8" fmla="*/ 626124 w 2159047"/>
              <a:gd name="csY8" fmla="*/ 369332 h 369332"/>
              <a:gd name="csX9" fmla="*/ 0 w 2159047"/>
              <a:gd name="csY9" fmla="*/ 369332 h 369332"/>
              <a:gd name="csX10" fmla="*/ 0 w 2159047"/>
              <a:gd name="csY1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59047" h="369332" fill="none" extrusionOk="0">
                <a:moveTo>
                  <a:pt x="0" y="0"/>
                </a:moveTo>
                <a:cubicBezTo>
                  <a:pt x="234549" y="-14951"/>
                  <a:pt x="388405" y="35701"/>
                  <a:pt x="518171" y="0"/>
                </a:cubicBezTo>
                <a:cubicBezTo>
                  <a:pt x="647937" y="-35701"/>
                  <a:pt x="877506" y="35915"/>
                  <a:pt x="1057933" y="0"/>
                </a:cubicBezTo>
                <a:cubicBezTo>
                  <a:pt x="1238360" y="-35915"/>
                  <a:pt x="1403967" y="41682"/>
                  <a:pt x="1597695" y="0"/>
                </a:cubicBezTo>
                <a:cubicBezTo>
                  <a:pt x="1791423" y="-41682"/>
                  <a:pt x="1904674" y="1566"/>
                  <a:pt x="2159047" y="0"/>
                </a:cubicBezTo>
                <a:cubicBezTo>
                  <a:pt x="2193174" y="155178"/>
                  <a:pt x="2125563" y="252069"/>
                  <a:pt x="2159047" y="369332"/>
                </a:cubicBezTo>
                <a:cubicBezTo>
                  <a:pt x="1962370" y="376383"/>
                  <a:pt x="1848741" y="351506"/>
                  <a:pt x="1619285" y="369332"/>
                </a:cubicBezTo>
                <a:cubicBezTo>
                  <a:pt x="1389829" y="387158"/>
                  <a:pt x="1337799" y="362716"/>
                  <a:pt x="1122704" y="369332"/>
                </a:cubicBezTo>
                <a:cubicBezTo>
                  <a:pt x="907609" y="375948"/>
                  <a:pt x="862446" y="316608"/>
                  <a:pt x="626124" y="369332"/>
                </a:cubicBezTo>
                <a:cubicBezTo>
                  <a:pt x="389802" y="422056"/>
                  <a:pt x="221966" y="338309"/>
                  <a:pt x="0" y="369332"/>
                </a:cubicBezTo>
                <a:cubicBezTo>
                  <a:pt x="-14311" y="228637"/>
                  <a:pt x="33447" y="133990"/>
                  <a:pt x="0" y="0"/>
                </a:cubicBezTo>
                <a:close/>
              </a:path>
              <a:path w="2159047" h="369332" stroke="0" extrusionOk="0">
                <a:moveTo>
                  <a:pt x="0" y="0"/>
                </a:moveTo>
                <a:cubicBezTo>
                  <a:pt x="192119" y="-32301"/>
                  <a:pt x="346655" y="13185"/>
                  <a:pt x="518171" y="0"/>
                </a:cubicBezTo>
                <a:cubicBezTo>
                  <a:pt x="689687" y="-13185"/>
                  <a:pt x="822395" y="32112"/>
                  <a:pt x="993162" y="0"/>
                </a:cubicBezTo>
                <a:cubicBezTo>
                  <a:pt x="1163929" y="-32112"/>
                  <a:pt x="1418766" y="69437"/>
                  <a:pt x="1576104" y="0"/>
                </a:cubicBezTo>
                <a:cubicBezTo>
                  <a:pt x="1733442" y="-69437"/>
                  <a:pt x="1928641" y="56933"/>
                  <a:pt x="2159047" y="0"/>
                </a:cubicBezTo>
                <a:cubicBezTo>
                  <a:pt x="2179846" y="91456"/>
                  <a:pt x="2143967" y="211595"/>
                  <a:pt x="2159047" y="369332"/>
                </a:cubicBezTo>
                <a:cubicBezTo>
                  <a:pt x="2008927" y="384803"/>
                  <a:pt x="1806725" y="349484"/>
                  <a:pt x="1662466" y="369332"/>
                </a:cubicBezTo>
                <a:cubicBezTo>
                  <a:pt x="1518207" y="389180"/>
                  <a:pt x="1379769" y="354155"/>
                  <a:pt x="1165885" y="369332"/>
                </a:cubicBezTo>
                <a:cubicBezTo>
                  <a:pt x="952001" y="384509"/>
                  <a:pt x="733306" y="364578"/>
                  <a:pt x="582943" y="369332"/>
                </a:cubicBezTo>
                <a:cubicBezTo>
                  <a:pt x="432580" y="374086"/>
                  <a:pt x="198817" y="326272"/>
                  <a:pt x="0" y="369332"/>
                </a:cubicBezTo>
                <a:cubicBezTo>
                  <a:pt x="-29239" y="231265"/>
                  <a:pt x="21229" y="17578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  <a:latin typeface="Segoe Script" panose="030B0504020000000003" pitchFamily="66" charset="0"/>
              </a:rPr>
              <a:t>Who will dine?</a:t>
            </a:r>
          </a:p>
        </p:txBody>
      </p:sp>
    </p:spTree>
    <p:extLst>
      <p:ext uri="{BB962C8B-B14F-4D97-AF65-F5344CB8AC3E}">
        <p14:creationId xmlns:p14="http://schemas.microsoft.com/office/powerpoint/2010/main" val="163366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5" grpId="0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3759</TotalTime>
  <Words>239</Words>
  <Application>Microsoft Office PowerPoint</Application>
  <PresentationFormat>Widescreen</PresentationFormat>
  <Paragraphs>41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 Math</vt:lpstr>
      <vt:lpstr>docs-Roboto</vt:lpstr>
      <vt:lpstr>Segoe Script</vt:lpstr>
      <vt:lpstr>Univers</vt:lpstr>
      <vt:lpstr>Univers Condensed</vt:lpstr>
      <vt:lpstr>Office Theme</vt:lpstr>
      <vt:lpstr>RetrospectVTI</vt:lpstr>
      <vt:lpstr>TOPIC 3  Decisions Over Time</vt:lpstr>
      <vt:lpstr>Eat or Be Eaten: A Game of Survival</vt:lpstr>
      <vt:lpstr>Ten Hungry Cannibals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Parag D. Pawar</dc:creator>
  <cp:lastModifiedBy>Dr Parag D. Pawar</cp:lastModifiedBy>
  <cp:revision>1</cp:revision>
  <dcterms:created xsi:type="dcterms:W3CDTF">2024-11-11T11:00:28Z</dcterms:created>
  <dcterms:modified xsi:type="dcterms:W3CDTF">2026-02-06T11:41:25Z</dcterms:modified>
</cp:coreProperties>
</file>