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502" r:id="rId4"/>
    <p:sldId id="433" r:id="rId5"/>
    <p:sldId id="497" r:id="rId6"/>
    <p:sldId id="496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486" r:id="rId15"/>
    <p:sldId id="349" r:id="rId16"/>
    <p:sldId id="350" r:id="rId17"/>
    <p:sldId id="487" r:id="rId18"/>
    <p:sldId id="351" r:id="rId19"/>
    <p:sldId id="367" r:id="rId20"/>
    <p:sldId id="332" r:id="rId21"/>
    <p:sldId id="354" r:id="rId22"/>
    <p:sldId id="355" r:id="rId23"/>
    <p:sldId id="3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FA57C-BCCE-45B2-9DE8-60C82D8CE39F}" v="556" dt="2026-01-27T09:58:30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S::parag@che.iith.ac.in::45f730c0-1703-4ce0-909b-efb17736071d" providerId="AD" clId="Web-{5E3CF18E-00FA-1947-7945-B1C2F252F085}"/>
    <pc:docChg chg="modSld">
      <pc:chgData name="Dr Parag D. Pawar" userId="S::parag@che.iith.ac.in::45f730c0-1703-4ce0-909b-efb17736071d" providerId="AD" clId="Web-{5E3CF18E-00FA-1947-7945-B1C2F252F085}" dt="2026-01-10T21:26:25.851" v="6"/>
      <pc:docMkLst>
        <pc:docMk/>
      </pc:docMkLst>
    </pc:docChg>
  </pc:docChgLst>
  <pc:docChgLst>
    <pc:chgData name="Dr Parag D. Pawar" userId="45f730c0-1703-4ce0-909b-efb17736071d" providerId="ADAL" clId="{629D698C-9F10-422F-9730-D8DB01D503EC}"/>
    <pc:docChg chg="undo custSel addSld delSld modSld sldOrd">
      <pc:chgData name="Dr Parag D. Pawar" userId="45f730c0-1703-4ce0-909b-efb17736071d" providerId="ADAL" clId="{629D698C-9F10-422F-9730-D8DB01D503EC}" dt="2026-01-27T12:54:27.861" v="5588" actId="47"/>
      <pc:docMkLst>
        <pc:docMk/>
      </pc:docMkLst>
      <pc:sldChg chg="modSp add mod">
        <pc:chgData name="Dr Parag D. Pawar" userId="45f730c0-1703-4ce0-909b-efb17736071d" providerId="ADAL" clId="{629D698C-9F10-422F-9730-D8DB01D503EC}" dt="2026-01-27T04:26:55.995" v="5397" actId="14100"/>
        <pc:sldMkLst>
          <pc:docMk/>
          <pc:sldMk cId="1741220985" sldId="332"/>
        </pc:sldMkLst>
        <pc:spChg chg="mod">
          <ac:chgData name="Dr Parag D. Pawar" userId="45f730c0-1703-4ce0-909b-efb17736071d" providerId="ADAL" clId="{629D698C-9F10-422F-9730-D8DB01D503EC}" dt="2026-01-27T04:26:55.995" v="5397" actId="14100"/>
          <ac:spMkLst>
            <pc:docMk/>
            <pc:sldMk cId="1741220985" sldId="332"/>
            <ac:spMk id="4" creationId="{18700249-5063-B133-86F5-EB8A3E849D9F}"/>
          </ac:spMkLst>
        </pc:spChg>
        <pc:spChg chg="mod">
          <ac:chgData name="Dr Parag D. Pawar" userId="45f730c0-1703-4ce0-909b-efb17736071d" providerId="ADAL" clId="{629D698C-9F10-422F-9730-D8DB01D503EC}" dt="2026-01-26T21:18:19.136" v="4932" actId="14100"/>
          <ac:spMkLst>
            <pc:docMk/>
            <pc:sldMk cId="1741220985" sldId="332"/>
            <ac:spMk id="30" creationId="{11914A18-F072-6DF3-9AD3-439D6CCC6CE5}"/>
          </ac:spMkLst>
        </pc:spChg>
        <pc:spChg chg="mod">
          <ac:chgData name="Dr Parag D. Pawar" userId="45f730c0-1703-4ce0-909b-efb17736071d" providerId="ADAL" clId="{629D698C-9F10-422F-9730-D8DB01D503EC}" dt="2026-01-27T04:26:37.260" v="5396" actId="14100"/>
          <ac:spMkLst>
            <pc:docMk/>
            <pc:sldMk cId="1741220985" sldId="332"/>
            <ac:spMk id="71" creationId="{32D34351-46C0-A458-6598-D4E7B0682FA2}"/>
          </ac:spMkLst>
        </pc:spChg>
      </pc:sldChg>
      <pc:sldChg chg="addSp modSp add mod">
        <pc:chgData name="Dr Parag D. Pawar" userId="45f730c0-1703-4ce0-909b-efb17736071d" providerId="ADAL" clId="{629D698C-9F10-422F-9730-D8DB01D503EC}" dt="2026-01-26T20:35:23.785" v="4783" actId="1076"/>
        <pc:sldMkLst>
          <pc:docMk/>
          <pc:sldMk cId="600712541" sldId="342"/>
        </pc:sldMkLst>
        <pc:spChg chg="mod">
          <ac:chgData name="Dr Parag D. Pawar" userId="45f730c0-1703-4ce0-909b-efb17736071d" providerId="ADAL" clId="{629D698C-9F10-422F-9730-D8DB01D503EC}" dt="2026-01-26T20:33:56.373" v="4756" actId="207"/>
          <ac:spMkLst>
            <pc:docMk/>
            <pc:sldMk cId="600712541" sldId="342"/>
            <ac:spMk id="2" creationId="{DB962EAD-6F95-14E6-29DD-4B9F96216713}"/>
          </ac:spMkLst>
        </pc:spChg>
        <pc:spChg chg="add mod">
          <ac:chgData name="Dr Parag D. Pawar" userId="45f730c0-1703-4ce0-909b-efb17736071d" providerId="ADAL" clId="{629D698C-9F10-422F-9730-D8DB01D503EC}" dt="2026-01-26T20:35:23.785" v="4783" actId="1076"/>
          <ac:spMkLst>
            <pc:docMk/>
            <pc:sldMk cId="600712541" sldId="342"/>
            <ac:spMk id="4" creationId="{94931851-9FD3-EF09-39C2-453E410C2EDE}"/>
          </ac:spMkLst>
        </pc:spChg>
        <pc:spChg chg="add mod">
          <ac:chgData name="Dr Parag D. Pawar" userId="45f730c0-1703-4ce0-909b-efb17736071d" providerId="ADAL" clId="{629D698C-9F10-422F-9730-D8DB01D503EC}" dt="2026-01-26T20:35:23.785" v="4783" actId="1076"/>
          <ac:spMkLst>
            <pc:docMk/>
            <pc:sldMk cId="600712541" sldId="342"/>
            <ac:spMk id="5" creationId="{C703A248-74CC-7CA1-2CC2-02D148A72D9A}"/>
          </ac:spMkLst>
        </pc:spChg>
        <pc:spChg chg="add mod">
          <ac:chgData name="Dr Parag D. Pawar" userId="45f730c0-1703-4ce0-909b-efb17736071d" providerId="ADAL" clId="{629D698C-9F10-422F-9730-D8DB01D503EC}" dt="2026-01-26T20:35:23.785" v="4783" actId="1076"/>
          <ac:spMkLst>
            <pc:docMk/>
            <pc:sldMk cId="600712541" sldId="342"/>
            <ac:spMk id="6" creationId="{709B99F0-0F9B-C663-B47F-1F8CF8B773A4}"/>
          </ac:spMkLst>
        </pc:spChg>
        <pc:spChg chg="mod">
          <ac:chgData name="Dr Parag D. Pawar" userId="45f730c0-1703-4ce0-909b-efb17736071d" providerId="ADAL" clId="{629D698C-9F10-422F-9730-D8DB01D503EC}" dt="2026-01-26T20:34:00.476" v="4757" actId="207"/>
          <ac:spMkLst>
            <pc:docMk/>
            <pc:sldMk cId="600712541" sldId="342"/>
            <ac:spMk id="7" creationId="{5F4E710F-E422-B092-14C4-9F6B8B80972D}"/>
          </ac:spMkLst>
        </pc:spChg>
      </pc:sldChg>
      <pc:sldChg chg="add">
        <pc:chgData name="Dr Parag D. Pawar" userId="45f730c0-1703-4ce0-909b-efb17736071d" providerId="ADAL" clId="{629D698C-9F10-422F-9730-D8DB01D503EC}" dt="2026-01-20T01:50:45.166" v="2471"/>
        <pc:sldMkLst>
          <pc:docMk/>
          <pc:sldMk cId="1958623345" sldId="343"/>
        </pc:sldMkLst>
      </pc:sldChg>
      <pc:sldChg chg="addSp modSp add mod modAnim">
        <pc:chgData name="Dr Parag D. Pawar" userId="45f730c0-1703-4ce0-909b-efb17736071d" providerId="ADAL" clId="{629D698C-9F10-422F-9730-D8DB01D503EC}" dt="2026-01-27T03:29:53.661" v="5319"/>
        <pc:sldMkLst>
          <pc:docMk/>
          <pc:sldMk cId="3337909250" sldId="344"/>
        </pc:sldMkLst>
        <pc:spChg chg="mod">
          <ac:chgData name="Dr Parag D. Pawar" userId="45f730c0-1703-4ce0-909b-efb17736071d" providerId="ADAL" clId="{629D698C-9F10-422F-9730-D8DB01D503EC}" dt="2026-01-26T20:47:27.906" v="4828" actId="207"/>
          <ac:spMkLst>
            <pc:docMk/>
            <pc:sldMk cId="3337909250" sldId="344"/>
            <ac:spMk id="2" creationId="{BF7695E1-C704-7911-90A8-D384EC6D5C0F}"/>
          </ac:spMkLst>
        </pc:spChg>
        <pc:spChg chg="mod">
          <ac:chgData name="Dr Parag D. Pawar" userId="45f730c0-1703-4ce0-909b-efb17736071d" providerId="ADAL" clId="{629D698C-9F10-422F-9730-D8DB01D503EC}" dt="2026-01-22T21:40:46.834" v="4502" actId="113"/>
          <ac:spMkLst>
            <pc:docMk/>
            <pc:sldMk cId="3337909250" sldId="344"/>
            <ac:spMk id="28" creationId="{461C3C9E-F549-8C7D-3D52-FB72785048B7}"/>
          </ac:spMkLst>
        </pc:spChg>
        <pc:spChg chg="mod">
          <ac:chgData name="Dr Parag D. Pawar" userId="45f730c0-1703-4ce0-909b-efb17736071d" providerId="ADAL" clId="{629D698C-9F10-422F-9730-D8DB01D503EC}" dt="2026-01-22T21:40:49.736" v="4504" actId="207"/>
          <ac:spMkLst>
            <pc:docMk/>
            <pc:sldMk cId="3337909250" sldId="344"/>
            <ac:spMk id="30" creationId="{042DF6F0-2B50-6250-F91F-158B6A5D7EFC}"/>
          </ac:spMkLst>
        </pc:spChg>
        <pc:spChg chg="mod">
          <ac:chgData name="Dr Parag D. Pawar" userId="45f730c0-1703-4ce0-909b-efb17736071d" providerId="ADAL" clId="{629D698C-9F10-422F-9730-D8DB01D503EC}" dt="2026-01-26T20:44:09.628" v="4824" actId="207"/>
          <ac:spMkLst>
            <pc:docMk/>
            <pc:sldMk cId="3337909250" sldId="344"/>
            <ac:spMk id="32" creationId="{C89C8037-C9E7-AEF6-B797-2A56BBCBA923}"/>
          </ac:spMkLst>
        </pc:spChg>
        <pc:spChg chg="mod">
          <ac:chgData name="Dr Parag D. Pawar" userId="45f730c0-1703-4ce0-909b-efb17736071d" providerId="ADAL" clId="{629D698C-9F10-422F-9730-D8DB01D503EC}" dt="2026-01-27T03:28:34.662" v="5307" actId="1076"/>
          <ac:spMkLst>
            <pc:docMk/>
            <pc:sldMk cId="3337909250" sldId="344"/>
            <ac:spMk id="43" creationId="{606FF48E-37C5-1E1C-CDD5-B2E6E88C0FA3}"/>
          </ac:spMkLst>
        </pc:spChg>
        <pc:spChg chg="mod">
          <ac:chgData name="Dr Parag D. Pawar" userId="45f730c0-1703-4ce0-909b-efb17736071d" providerId="ADAL" clId="{629D698C-9F10-422F-9730-D8DB01D503EC}" dt="2026-01-27T03:28:13.375" v="5302" actId="1076"/>
          <ac:spMkLst>
            <pc:docMk/>
            <pc:sldMk cId="3337909250" sldId="344"/>
            <ac:spMk id="45" creationId="{CC415A05-C0DE-89DE-9C91-344FF110F813}"/>
          </ac:spMkLst>
        </pc:spChg>
        <pc:spChg chg="add mod">
          <ac:chgData name="Dr Parag D. Pawar" userId="45f730c0-1703-4ce0-909b-efb17736071d" providerId="ADAL" clId="{629D698C-9F10-422F-9730-D8DB01D503EC}" dt="2026-01-22T20:21:18.983" v="4174" actId="1076"/>
          <ac:spMkLst>
            <pc:docMk/>
            <pc:sldMk cId="3337909250" sldId="344"/>
            <ac:spMk id="47" creationId="{99FF67CB-085A-84D7-3FB3-B187D455723A}"/>
          </ac:spMkLst>
        </pc:spChg>
        <pc:spChg chg="add mod">
          <ac:chgData name="Dr Parag D. Pawar" userId="45f730c0-1703-4ce0-909b-efb17736071d" providerId="ADAL" clId="{629D698C-9F10-422F-9730-D8DB01D503EC}" dt="2026-01-22T20:21:07.509" v="4171" actId="1076"/>
          <ac:spMkLst>
            <pc:docMk/>
            <pc:sldMk cId="3337909250" sldId="344"/>
            <ac:spMk id="48" creationId="{0C1F734F-8264-AF8D-5802-B993EC45B0B9}"/>
          </ac:spMkLst>
        </pc:spChg>
        <pc:spChg chg="mod">
          <ac:chgData name="Dr Parag D. Pawar" userId="45f730c0-1703-4ce0-909b-efb17736071d" providerId="ADAL" clId="{629D698C-9F10-422F-9730-D8DB01D503EC}" dt="2026-01-27T03:28:21.219" v="5305" actId="14100"/>
          <ac:spMkLst>
            <pc:docMk/>
            <pc:sldMk cId="3337909250" sldId="344"/>
            <ac:spMk id="55" creationId="{3645F172-F59C-46C1-8283-8349F2C58EF5}"/>
          </ac:spMkLst>
        </pc:spChg>
        <pc:spChg chg="mod">
          <ac:chgData name="Dr Parag D. Pawar" userId="45f730c0-1703-4ce0-909b-efb17736071d" providerId="ADAL" clId="{629D698C-9F10-422F-9730-D8DB01D503EC}" dt="2026-01-27T03:28:24.897" v="5306" actId="14100"/>
          <ac:spMkLst>
            <pc:docMk/>
            <pc:sldMk cId="3337909250" sldId="344"/>
            <ac:spMk id="56" creationId="{E03E83E4-B672-809D-17A5-307ABA4E3742}"/>
          </ac:spMkLst>
        </pc:spChg>
        <pc:spChg chg="add mod">
          <ac:chgData name="Dr Parag D. Pawar" userId="45f730c0-1703-4ce0-909b-efb17736071d" providerId="ADAL" clId="{629D698C-9F10-422F-9730-D8DB01D503EC}" dt="2026-01-27T03:29:00.701" v="5317" actId="1076"/>
          <ac:spMkLst>
            <pc:docMk/>
            <pc:sldMk cId="3337909250" sldId="344"/>
            <ac:spMk id="64" creationId="{ED5A7B7C-77FB-E41D-F9F7-D0DC4505EAF8}"/>
          </ac:spMkLst>
        </pc:spChg>
        <pc:grpChg chg="mod">
          <ac:chgData name="Dr Parag D. Pawar" userId="45f730c0-1703-4ce0-909b-efb17736071d" providerId="ADAL" clId="{629D698C-9F10-422F-9730-D8DB01D503EC}" dt="2026-01-27T03:28:11.132" v="5301" actId="1076"/>
          <ac:grpSpMkLst>
            <pc:docMk/>
            <pc:sldMk cId="3337909250" sldId="344"/>
            <ac:grpSpMk id="57" creationId="{66277D69-391C-14D7-17D1-60380CA13FA2}"/>
          </ac:grpSpMkLst>
        </pc:grpChg>
        <pc:cxnChg chg="add mod">
          <ac:chgData name="Dr Parag D. Pawar" userId="45f730c0-1703-4ce0-909b-efb17736071d" providerId="ADAL" clId="{629D698C-9F10-422F-9730-D8DB01D503EC}" dt="2026-01-22T20:21:18.983" v="4174" actId="1076"/>
          <ac:cxnSpMkLst>
            <pc:docMk/>
            <pc:sldMk cId="3337909250" sldId="344"/>
            <ac:cxnSpMk id="54" creationId="{2D61A3B0-E54E-395A-E569-DE471D42FD8D}"/>
          </ac:cxnSpMkLst>
        </pc:cxnChg>
        <pc:cxnChg chg="add mod">
          <ac:chgData name="Dr Parag D. Pawar" userId="45f730c0-1703-4ce0-909b-efb17736071d" providerId="ADAL" clId="{629D698C-9F10-422F-9730-D8DB01D503EC}" dt="2026-01-22T20:21:10.447" v="4172" actId="14100"/>
          <ac:cxnSpMkLst>
            <pc:docMk/>
            <pc:sldMk cId="3337909250" sldId="344"/>
            <ac:cxnSpMk id="61" creationId="{21C189DB-0D7D-A39A-F1E7-C6D7E608C146}"/>
          </ac:cxnSpMkLst>
        </pc:cxnChg>
      </pc:sldChg>
      <pc:sldChg chg="modSp add mod">
        <pc:chgData name="Dr Parag D. Pawar" userId="45f730c0-1703-4ce0-909b-efb17736071d" providerId="ADAL" clId="{629D698C-9F10-422F-9730-D8DB01D503EC}" dt="2026-01-27T03:33:05.859" v="5343" actId="207"/>
        <pc:sldMkLst>
          <pc:docMk/>
          <pc:sldMk cId="3978306282" sldId="345"/>
        </pc:sldMkLst>
        <pc:spChg chg="mod">
          <ac:chgData name="Dr Parag D. Pawar" userId="45f730c0-1703-4ce0-909b-efb17736071d" providerId="ADAL" clId="{629D698C-9F10-422F-9730-D8DB01D503EC}" dt="2026-01-26T20:47:32.602" v="4830" actId="207"/>
          <ac:spMkLst>
            <pc:docMk/>
            <pc:sldMk cId="3978306282" sldId="345"/>
            <ac:spMk id="2" creationId="{891583D6-1C26-D49D-B6BC-47CA02D07D3F}"/>
          </ac:spMkLst>
        </pc:spChg>
        <pc:spChg chg="mod">
          <ac:chgData name="Dr Parag D. Pawar" userId="45f730c0-1703-4ce0-909b-efb17736071d" providerId="ADAL" clId="{629D698C-9F10-422F-9730-D8DB01D503EC}" dt="2026-01-22T21:40:54.219" v="4506" actId="207"/>
          <ac:spMkLst>
            <pc:docMk/>
            <pc:sldMk cId="3978306282" sldId="345"/>
            <ac:spMk id="28" creationId="{032BCB9B-CA1D-4F6A-D7A8-AF0FBE5F026C}"/>
          </ac:spMkLst>
        </pc:spChg>
        <pc:spChg chg="mod">
          <ac:chgData name="Dr Parag D. Pawar" userId="45f730c0-1703-4ce0-909b-efb17736071d" providerId="ADAL" clId="{629D698C-9F10-422F-9730-D8DB01D503EC}" dt="2026-01-22T21:40:56.813" v="4508" actId="207"/>
          <ac:spMkLst>
            <pc:docMk/>
            <pc:sldMk cId="3978306282" sldId="345"/>
            <ac:spMk id="30" creationId="{34F89CBE-615D-AC0F-88A8-9D8B653C13F3}"/>
          </ac:spMkLst>
        </pc:spChg>
        <pc:spChg chg="mod">
          <ac:chgData name="Dr Parag D. Pawar" userId="45f730c0-1703-4ce0-909b-efb17736071d" providerId="ADAL" clId="{629D698C-9F10-422F-9730-D8DB01D503EC}" dt="2026-01-27T03:33:05.859" v="5343" actId="207"/>
          <ac:spMkLst>
            <pc:docMk/>
            <pc:sldMk cId="3978306282" sldId="345"/>
            <ac:spMk id="60" creationId="{AF05115E-1B95-3E23-EB5A-A5FB806409E3}"/>
          </ac:spMkLst>
        </pc:spChg>
        <pc:spChg chg="mod">
          <ac:chgData name="Dr Parag D. Pawar" userId="45f730c0-1703-4ce0-909b-efb17736071d" providerId="ADAL" clId="{629D698C-9F10-422F-9730-D8DB01D503EC}" dt="2026-01-27T03:32:59.746" v="5342" actId="207"/>
          <ac:spMkLst>
            <pc:docMk/>
            <pc:sldMk cId="3978306282" sldId="345"/>
            <ac:spMk id="61" creationId="{1231C5FE-B3D8-1E8F-2222-77149A95C6A8}"/>
          </ac:spMkLst>
        </pc:spChg>
        <pc:spChg chg="mod">
          <ac:chgData name="Dr Parag D. Pawar" userId="45f730c0-1703-4ce0-909b-efb17736071d" providerId="ADAL" clId="{629D698C-9F10-422F-9730-D8DB01D503EC}" dt="2026-01-27T03:30:59.304" v="5323" actId="207"/>
          <ac:spMkLst>
            <pc:docMk/>
            <pc:sldMk cId="3978306282" sldId="345"/>
            <ac:spMk id="62" creationId="{15FB0D97-9798-D4CB-3844-A2353B35AE83}"/>
          </ac:spMkLst>
        </pc:spChg>
      </pc:sldChg>
      <pc:sldChg chg="modSp add mod">
        <pc:chgData name="Dr Parag D. Pawar" userId="45f730c0-1703-4ce0-909b-efb17736071d" providerId="ADAL" clId="{629D698C-9F10-422F-9730-D8DB01D503EC}" dt="2026-01-27T03:32:19.055" v="5337" actId="207"/>
        <pc:sldMkLst>
          <pc:docMk/>
          <pc:sldMk cId="1506868411" sldId="346"/>
        </pc:sldMkLst>
        <pc:spChg chg="mod">
          <ac:chgData name="Dr Parag D. Pawar" userId="45f730c0-1703-4ce0-909b-efb17736071d" providerId="ADAL" clId="{629D698C-9F10-422F-9730-D8DB01D503EC}" dt="2026-01-26T20:47:36.707" v="4832" actId="207"/>
          <ac:spMkLst>
            <pc:docMk/>
            <pc:sldMk cId="1506868411" sldId="346"/>
            <ac:spMk id="2" creationId="{D5CBC1CB-20A2-AEEC-2975-4624DAE3FC41}"/>
          </ac:spMkLst>
        </pc:spChg>
        <pc:spChg chg="mod">
          <ac:chgData name="Dr Parag D. Pawar" userId="45f730c0-1703-4ce0-909b-efb17736071d" providerId="ADAL" clId="{629D698C-9F10-422F-9730-D8DB01D503EC}" dt="2026-01-22T21:41:01.669" v="4510" actId="113"/>
          <ac:spMkLst>
            <pc:docMk/>
            <pc:sldMk cId="1506868411" sldId="346"/>
            <ac:spMk id="28" creationId="{81881F9C-016F-B5E8-2224-9BAF7653CF50}"/>
          </ac:spMkLst>
        </pc:spChg>
        <pc:spChg chg="mod">
          <ac:chgData name="Dr Parag D. Pawar" userId="45f730c0-1703-4ce0-909b-efb17736071d" providerId="ADAL" clId="{629D698C-9F10-422F-9730-D8DB01D503EC}" dt="2026-01-22T21:41:04.243" v="4512" actId="207"/>
          <ac:spMkLst>
            <pc:docMk/>
            <pc:sldMk cId="1506868411" sldId="346"/>
            <ac:spMk id="30" creationId="{C4E89EB7-3BFE-0B87-696F-55667BF34092}"/>
          </ac:spMkLst>
        </pc:spChg>
        <pc:spChg chg="mod">
          <ac:chgData name="Dr Parag D. Pawar" userId="45f730c0-1703-4ce0-909b-efb17736071d" providerId="ADAL" clId="{629D698C-9F10-422F-9730-D8DB01D503EC}" dt="2026-01-27T03:32:00.768" v="5334" actId="207"/>
          <ac:spMkLst>
            <pc:docMk/>
            <pc:sldMk cId="1506868411" sldId="346"/>
            <ac:spMk id="60" creationId="{1C7BEDA7-6B70-C401-0B8B-98D5B31D06AE}"/>
          </ac:spMkLst>
        </pc:spChg>
        <pc:spChg chg="mod">
          <ac:chgData name="Dr Parag D. Pawar" userId="45f730c0-1703-4ce0-909b-efb17736071d" providerId="ADAL" clId="{629D698C-9F10-422F-9730-D8DB01D503EC}" dt="2026-01-27T03:31:52.402" v="5332" actId="207"/>
          <ac:spMkLst>
            <pc:docMk/>
            <pc:sldMk cId="1506868411" sldId="346"/>
            <ac:spMk id="61" creationId="{02B9C98E-AF89-7C8B-DFE0-3422EE0561D1}"/>
          </ac:spMkLst>
        </pc:spChg>
        <pc:spChg chg="mod">
          <ac:chgData name="Dr Parag D. Pawar" userId="45f730c0-1703-4ce0-909b-efb17736071d" providerId="ADAL" clId="{629D698C-9F10-422F-9730-D8DB01D503EC}" dt="2026-01-27T03:32:19.055" v="5337" actId="207"/>
          <ac:spMkLst>
            <pc:docMk/>
            <pc:sldMk cId="1506868411" sldId="346"/>
            <ac:spMk id="62" creationId="{B1511444-8773-7FC6-FB2B-B686B5DA64BA}"/>
          </ac:spMkLst>
        </pc:spChg>
      </pc:sldChg>
      <pc:sldChg chg="addSp delSp modSp add mod addAnim delAnim modAnim">
        <pc:chgData name="Dr Parag D. Pawar" userId="45f730c0-1703-4ce0-909b-efb17736071d" providerId="ADAL" clId="{629D698C-9F10-422F-9730-D8DB01D503EC}" dt="2026-01-26T20:56:21.939" v="4869"/>
        <pc:sldMkLst>
          <pc:docMk/>
          <pc:sldMk cId="2821162837" sldId="347"/>
        </pc:sldMkLst>
        <pc:spChg chg="mod">
          <ac:chgData name="Dr Parag D. Pawar" userId="45f730c0-1703-4ce0-909b-efb17736071d" providerId="ADAL" clId="{629D698C-9F10-422F-9730-D8DB01D503EC}" dt="2026-01-26T20:47:41.353" v="4834" actId="207"/>
          <ac:spMkLst>
            <pc:docMk/>
            <pc:sldMk cId="2821162837" sldId="347"/>
            <ac:spMk id="2" creationId="{343F55B6-4D31-6CF4-0EF3-3C4257878E28}"/>
          </ac:spMkLst>
        </pc:spChg>
        <pc:spChg chg="mod">
          <ac:chgData name="Dr Parag D. Pawar" userId="45f730c0-1703-4ce0-909b-efb17736071d" providerId="ADAL" clId="{629D698C-9F10-422F-9730-D8DB01D503EC}" dt="2026-01-22T21:41:08.197" v="4514" actId="207"/>
          <ac:spMkLst>
            <pc:docMk/>
            <pc:sldMk cId="2821162837" sldId="347"/>
            <ac:spMk id="28" creationId="{C2675F2C-2B71-526F-3446-A03920C7E6FE}"/>
          </ac:spMkLst>
        </pc:spChg>
        <pc:spChg chg="mod">
          <ac:chgData name="Dr Parag D. Pawar" userId="45f730c0-1703-4ce0-909b-efb17736071d" providerId="ADAL" clId="{629D698C-9F10-422F-9730-D8DB01D503EC}" dt="2026-01-22T21:41:11.935" v="4516" actId="207"/>
          <ac:spMkLst>
            <pc:docMk/>
            <pc:sldMk cId="2821162837" sldId="347"/>
            <ac:spMk id="30" creationId="{E3012875-8A90-33B3-4BB0-A54D2F903E2A}"/>
          </ac:spMkLst>
        </pc:spChg>
        <pc:spChg chg="add mod">
          <ac:chgData name="Dr Parag D. Pawar" userId="45f730c0-1703-4ce0-909b-efb17736071d" providerId="ADAL" clId="{629D698C-9F10-422F-9730-D8DB01D503EC}" dt="2026-01-26T20:56:18.092" v="4868" actId="1076"/>
          <ac:spMkLst>
            <pc:docMk/>
            <pc:sldMk cId="2821162837" sldId="347"/>
            <ac:spMk id="45" creationId="{D59E78CB-37F6-DD99-CC44-58FF2D42240E}"/>
          </ac:spMkLst>
        </pc:spChg>
      </pc:sldChg>
      <pc:sldChg chg="addSp modSp add mod modAnim">
        <pc:chgData name="Dr Parag D. Pawar" userId="45f730c0-1703-4ce0-909b-efb17736071d" providerId="ADAL" clId="{629D698C-9F10-422F-9730-D8DB01D503EC}" dt="2026-01-26T21:01:26.307" v="4896" actId="255"/>
        <pc:sldMkLst>
          <pc:docMk/>
          <pc:sldMk cId="805496168" sldId="348"/>
        </pc:sldMkLst>
        <pc:spChg chg="mod">
          <ac:chgData name="Dr Parag D. Pawar" userId="45f730c0-1703-4ce0-909b-efb17736071d" providerId="ADAL" clId="{629D698C-9F10-422F-9730-D8DB01D503EC}" dt="2026-01-26T20:47:47.293" v="4835" actId="207"/>
          <ac:spMkLst>
            <pc:docMk/>
            <pc:sldMk cId="805496168" sldId="348"/>
            <ac:spMk id="2" creationId="{2C33274D-0953-25EB-9977-C9059E38A4D0}"/>
          </ac:spMkLst>
        </pc:spChg>
        <pc:spChg chg="add mod">
          <ac:chgData name="Dr Parag D. Pawar" userId="45f730c0-1703-4ce0-909b-efb17736071d" providerId="ADAL" clId="{629D698C-9F10-422F-9730-D8DB01D503EC}" dt="2026-01-26T20:59:18.617" v="4887" actId="1076"/>
          <ac:spMkLst>
            <pc:docMk/>
            <pc:sldMk cId="805496168" sldId="348"/>
            <ac:spMk id="5" creationId="{D4AF6B99-6AEF-8127-9A03-977898C65315}"/>
          </ac:spMkLst>
        </pc:spChg>
        <pc:spChg chg="add mod">
          <ac:chgData name="Dr Parag D. Pawar" userId="45f730c0-1703-4ce0-909b-efb17736071d" providerId="ADAL" clId="{629D698C-9F10-422F-9730-D8DB01D503EC}" dt="2026-01-26T21:01:26.307" v="4896" actId="255"/>
          <ac:spMkLst>
            <pc:docMk/>
            <pc:sldMk cId="805496168" sldId="348"/>
            <ac:spMk id="6" creationId="{764CD824-7FCE-0204-F7FF-E392C48D0BA3}"/>
          </ac:spMkLst>
        </pc:spChg>
      </pc:sldChg>
      <pc:sldChg chg="addSp delSp modSp add mod modAnim">
        <pc:chgData name="Dr Parag D. Pawar" userId="45f730c0-1703-4ce0-909b-efb17736071d" providerId="ADAL" clId="{629D698C-9F10-422F-9730-D8DB01D503EC}" dt="2026-01-27T03:35:55.248" v="5378" actId="1036"/>
        <pc:sldMkLst>
          <pc:docMk/>
          <pc:sldMk cId="4021150647" sldId="349"/>
        </pc:sldMkLst>
        <pc:spChg chg="mod">
          <ac:chgData name="Dr Parag D. Pawar" userId="45f730c0-1703-4ce0-909b-efb17736071d" providerId="ADAL" clId="{629D698C-9F10-422F-9730-D8DB01D503EC}" dt="2026-01-26T20:47:53.712" v="4837" actId="207"/>
          <ac:spMkLst>
            <pc:docMk/>
            <pc:sldMk cId="4021150647" sldId="349"/>
            <ac:spMk id="2" creationId="{B51B5FD4-A4EB-15A9-3FE1-6F5580D47A21}"/>
          </ac:spMkLst>
        </pc:spChg>
        <pc:spChg chg="mod">
          <ac:chgData name="Dr Parag D. Pawar" userId="45f730c0-1703-4ce0-909b-efb17736071d" providerId="ADAL" clId="{629D698C-9F10-422F-9730-D8DB01D503EC}" dt="2026-01-22T21:41:17.620" v="4518" actId="207"/>
          <ac:spMkLst>
            <pc:docMk/>
            <pc:sldMk cId="4021150647" sldId="349"/>
            <ac:spMk id="28" creationId="{271FE9CC-EEEC-942B-791A-93C614100D49}"/>
          </ac:spMkLst>
        </pc:spChg>
        <pc:spChg chg="mod">
          <ac:chgData name="Dr Parag D. Pawar" userId="45f730c0-1703-4ce0-909b-efb17736071d" providerId="ADAL" clId="{629D698C-9F10-422F-9730-D8DB01D503EC}" dt="2026-01-22T21:41:20.134" v="4520" actId="207"/>
          <ac:spMkLst>
            <pc:docMk/>
            <pc:sldMk cId="4021150647" sldId="349"/>
            <ac:spMk id="30" creationId="{2F5D8ECE-9542-D3A7-B7BA-0EAC4B582FED}"/>
          </ac:spMkLst>
        </pc:spChg>
        <pc:spChg chg="mod">
          <ac:chgData name="Dr Parag D. Pawar" userId="45f730c0-1703-4ce0-909b-efb17736071d" providerId="ADAL" clId="{629D698C-9F10-422F-9730-D8DB01D503EC}" dt="2026-01-27T03:35:16.347" v="5357" actId="207"/>
          <ac:spMkLst>
            <pc:docMk/>
            <pc:sldMk cId="4021150647" sldId="349"/>
            <ac:spMk id="41" creationId="{DB4E8061-3520-FFD2-DD2D-1BADF65B3CA2}"/>
          </ac:spMkLst>
        </pc:spChg>
        <pc:spChg chg="mod">
          <ac:chgData name="Dr Parag D. Pawar" userId="45f730c0-1703-4ce0-909b-efb17736071d" providerId="ADAL" clId="{629D698C-9F10-422F-9730-D8DB01D503EC}" dt="2026-01-27T03:35:55.248" v="5378" actId="1036"/>
          <ac:spMkLst>
            <pc:docMk/>
            <pc:sldMk cId="4021150647" sldId="349"/>
            <ac:spMk id="56" creationId="{7D203AEE-D1DA-5961-5165-E5CA0967A985}"/>
          </ac:spMkLst>
        </pc:spChg>
        <pc:spChg chg="mod">
          <ac:chgData name="Dr Parag D. Pawar" userId="45f730c0-1703-4ce0-909b-efb17736071d" providerId="ADAL" clId="{629D698C-9F10-422F-9730-D8DB01D503EC}" dt="2026-01-27T03:35:32.410" v="5360" actId="207"/>
          <ac:spMkLst>
            <pc:docMk/>
            <pc:sldMk cId="4021150647" sldId="349"/>
            <ac:spMk id="62" creationId="{814C3203-FE46-5F5F-1A64-B72858542921}"/>
          </ac:spMkLst>
        </pc:spChg>
        <pc:spChg chg="mod">
          <ac:chgData name="Dr Parag D. Pawar" userId="45f730c0-1703-4ce0-909b-efb17736071d" providerId="ADAL" clId="{629D698C-9F10-422F-9730-D8DB01D503EC}" dt="2026-01-22T20:17:37.448" v="4097" actId="1076"/>
          <ac:spMkLst>
            <pc:docMk/>
            <pc:sldMk cId="4021150647" sldId="349"/>
            <ac:spMk id="79" creationId="{B3ED7B54-6F5B-B73F-FCDE-B479D76DDEBA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1-27T04:22:36.518" v="5388" actId="207"/>
        <pc:sldMkLst>
          <pc:docMk/>
          <pc:sldMk cId="2823170720" sldId="350"/>
        </pc:sldMkLst>
        <pc:spChg chg="add mod">
          <ac:chgData name="Dr Parag D. Pawar" userId="45f730c0-1703-4ce0-909b-efb17736071d" providerId="ADAL" clId="{629D698C-9F10-422F-9730-D8DB01D503EC}" dt="2026-01-26T21:07:47.497" v="4927" actId="1076"/>
          <ac:spMkLst>
            <pc:docMk/>
            <pc:sldMk cId="2823170720" sldId="350"/>
            <ac:spMk id="5" creationId="{61C19644-651B-11D7-A3EC-7F88D048E0F5}"/>
          </ac:spMkLst>
        </pc:spChg>
        <pc:spChg chg="add mod">
          <ac:chgData name="Dr Parag D. Pawar" userId="45f730c0-1703-4ce0-909b-efb17736071d" providerId="ADAL" clId="{629D698C-9F10-422F-9730-D8DB01D503EC}" dt="2026-01-26T21:07:42.524" v="4926" actId="1076"/>
          <ac:spMkLst>
            <pc:docMk/>
            <pc:sldMk cId="2823170720" sldId="350"/>
            <ac:spMk id="9" creationId="{D78331B4-E2FD-BE89-D3BD-07210ECD86D9}"/>
          </ac:spMkLst>
        </pc:spChg>
        <pc:spChg chg="mod">
          <ac:chgData name="Dr Parag D. Pawar" userId="45f730c0-1703-4ce0-909b-efb17736071d" providerId="ADAL" clId="{629D698C-9F10-422F-9730-D8DB01D503EC}" dt="2026-01-27T04:22:18.634" v="5385" actId="207"/>
          <ac:spMkLst>
            <pc:docMk/>
            <pc:sldMk cId="2823170720" sldId="350"/>
            <ac:spMk id="61" creationId="{48E82397-07BB-348B-9FA7-9514DF9B2744}"/>
          </ac:spMkLst>
        </pc:spChg>
        <pc:spChg chg="mod">
          <ac:chgData name="Dr Parag D. Pawar" userId="45f730c0-1703-4ce0-909b-efb17736071d" providerId="ADAL" clId="{629D698C-9F10-422F-9730-D8DB01D503EC}" dt="2026-01-27T04:22:36.518" v="5388" actId="207"/>
          <ac:spMkLst>
            <pc:docMk/>
            <pc:sldMk cId="2823170720" sldId="350"/>
            <ac:spMk id="62" creationId="{14371770-AC91-B914-2727-589BE4CD7D21}"/>
          </ac:spMkLst>
        </pc:spChg>
      </pc:sldChg>
      <pc:sldChg chg="modSp add">
        <pc:chgData name="Dr Parag D. Pawar" userId="45f730c0-1703-4ce0-909b-efb17736071d" providerId="ADAL" clId="{629D698C-9F10-422F-9730-D8DB01D503EC}" dt="2026-01-27T08:08:30.350" v="5499" actId="20577"/>
        <pc:sldMkLst>
          <pc:docMk/>
          <pc:sldMk cId="1463032060" sldId="351"/>
        </pc:sldMkLst>
        <pc:spChg chg="mod">
          <ac:chgData name="Dr Parag D. Pawar" userId="45f730c0-1703-4ce0-909b-efb17736071d" providerId="ADAL" clId="{629D698C-9F10-422F-9730-D8DB01D503EC}" dt="2026-01-27T08:08:30.350" v="5499" actId="20577"/>
          <ac:spMkLst>
            <pc:docMk/>
            <pc:sldMk cId="1463032060" sldId="351"/>
            <ac:spMk id="5" creationId="{EDA09480-E324-FACB-9679-C7EB9505429F}"/>
          </ac:spMkLst>
        </pc:spChg>
      </pc:sldChg>
      <pc:sldChg chg="modSp add del mod">
        <pc:chgData name="Dr Parag D. Pawar" userId="45f730c0-1703-4ce0-909b-efb17736071d" providerId="ADAL" clId="{629D698C-9F10-422F-9730-D8DB01D503EC}" dt="2026-01-27T12:54:27.861" v="5588" actId="47"/>
        <pc:sldMkLst>
          <pc:docMk/>
          <pc:sldMk cId="1450895457" sldId="353"/>
        </pc:sldMkLst>
        <pc:spChg chg="mod">
          <ac:chgData name="Dr Parag D. Pawar" userId="45f730c0-1703-4ce0-909b-efb17736071d" providerId="ADAL" clId="{629D698C-9F10-422F-9730-D8DB01D503EC}" dt="2026-01-27T10:05:54.316" v="5584" actId="207"/>
          <ac:spMkLst>
            <pc:docMk/>
            <pc:sldMk cId="1450895457" sldId="353"/>
            <ac:spMk id="2" creationId="{38F9997F-6AA3-8190-184B-52F07B6502BC}"/>
          </ac:spMkLst>
        </pc:spChg>
      </pc:sldChg>
      <pc:sldChg chg="addSp modSp add mod modAnim">
        <pc:chgData name="Dr Parag D. Pawar" userId="45f730c0-1703-4ce0-909b-efb17736071d" providerId="ADAL" clId="{629D698C-9F10-422F-9730-D8DB01D503EC}" dt="2026-01-27T09:50:02.652" v="5567" actId="207"/>
        <pc:sldMkLst>
          <pc:docMk/>
          <pc:sldMk cId="1341103859" sldId="354"/>
        </pc:sldMkLst>
        <pc:spChg chg="add mod">
          <ac:chgData name="Dr Parag D. Pawar" userId="45f730c0-1703-4ce0-909b-efb17736071d" providerId="ADAL" clId="{629D698C-9F10-422F-9730-D8DB01D503EC}" dt="2026-01-27T09:26:08.312" v="5504" actId="692"/>
          <ac:spMkLst>
            <pc:docMk/>
            <pc:sldMk cId="1341103859" sldId="354"/>
            <ac:spMk id="3" creationId="{46EB94E4-3C1D-0E19-564D-F922883D21A1}"/>
          </ac:spMkLst>
        </pc:spChg>
        <pc:spChg chg="mod">
          <ac:chgData name="Dr Parag D. Pawar" userId="45f730c0-1703-4ce0-909b-efb17736071d" providerId="ADAL" clId="{629D698C-9F10-422F-9730-D8DB01D503EC}" dt="2026-01-27T09:50:02.652" v="5567" actId="207"/>
          <ac:spMkLst>
            <pc:docMk/>
            <pc:sldMk cId="1341103859" sldId="354"/>
            <ac:spMk id="9" creationId="{1552CDFC-03C8-B5F3-801B-F22B0218EEDE}"/>
          </ac:spMkLst>
        </pc:spChg>
      </pc:sldChg>
      <pc:sldChg chg="addSp delSp modSp add mod addAnim delAnim modAnim">
        <pc:chgData name="Dr Parag D. Pawar" userId="45f730c0-1703-4ce0-909b-efb17736071d" providerId="ADAL" clId="{629D698C-9F10-422F-9730-D8DB01D503EC}" dt="2026-01-27T09:49:54.457" v="5565" actId="207"/>
        <pc:sldMkLst>
          <pc:docMk/>
          <pc:sldMk cId="3831798435" sldId="355"/>
        </pc:sldMkLst>
        <pc:spChg chg="mod">
          <ac:chgData name="Dr Parag D. Pawar" userId="45f730c0-1703-4ce0-909b-efb17736071d" providerId="ADAL" clId="{629D698C-9F10-422F-9730-D8DB01D503EC}" dt="2026-01-27T09:49:54.457" v="5565" actId="207"/>
          <ac:spMkLst>
            <pc:docMk/>
            <pc:sldMk cId="3831798435" sldId="355"/>
            <ac:spMk id="9" creationId="{2450F614-C416-67E7-D78B-51B4C8959876}"/>
          </ac:spMkLst>
        </pc:spChg>
        <pc:spChg chg="add del mod">
          <ac:chgData name="Dr Parag D. Pawar" userId="45f730c0-1703-4ce0-909b-efb17736071d" providerId="ADAL" clId="{629D698C-9F10-422F-9730-D8DB01D503EC}" dt="2026-01-27T09:35:46.006" v="5537" actId="478"/>
          <ac:spMkLst>
            <pc:docMk/>
            <pc:sldMk cId="3831798435" sldId="355"/>
            <ac:spMk id="15" creationId="{0AC1D2A8-E1A1-4C0A-49EC-15FBADB3AE47}"/>
          </ac:spMkLst>
        </pc:spChg>
        <pc:spChg chg="add del mod">
          <ac:chgData name="Dr Parag D. Pawar" userId="45f730c0-1703-4ce0-909b-efb17736071d" providerId="ADAL" clId="{629D698C-9F10-422F-9730-D8DB01D503EC}" dt="2026-01-27T09:35:46.006" v="5537" actId="478"/>
          <ac:spMkLst>
            <pc:docMk/>
            <pc:sldMk cId="3831798435" sldId="355"/>
            <ac:spMk id="20" creationId="{22246992-D973-3F8B-90F1-CDFE9A887218}"/>
          </ac:spMkLst>
        </pc:spChg>
        <pc:spChg chg="add mod">
          <ac:chgData name="Dr Parag D. Pawar" userId="45f730c0-1703-4ce0-909b-efb17736071d" providerId="ADAL" clId="{629D698C-9F10-422F-9730-D8DB01D503EC}" dt="2026-01-27T04:49:26.390" v="5398" actId="20577"/>
          <ac:spMkLst>
            <pc:docMk/>
            <pc:sldMk cId="3831798435" sldId="355"/>
            <ac:spMk id="21" creationId="{DA2E9127-E322-EA83-932A-8BB8D6C51280}"/>
          </ac:spMkLst>
        </pc:spChg>
        <pc:spChg chg="add mod">
          <ac:chgData name="Dr Parag D. Pawar" userId="45f730c0-1703-4ce0-909b-efb17736071d" providerId="ADAL" clId="{629D698C-9F10-422F-9730-D8DB01D503EC}" dt="2026-01-27T09:36:04.786" v="5540" actId="1076"/>
          <ac:spMkLst>
            <pc:docMk/>
            <pc:sldMk cId="3831798435" sldId="355"/>
            <ac:spMk id="23" creationId="{E10F91B2-572A-33B4-1DF7-4F4BE8F08CCD}"/>
          </ac:spMkLst>
        </pc:spChg>
        <pc:spChg chg="add mod">
          <ac:chgData name="Dr Parag D. Pawar" userId="45f730c0-1703-4ce0-909b-efb17736071d" providerId="ADAL" clId="{629D698C-9F10-422F-9730-D8DB01D503EC}" dt="2026-01-27T09:39:58.330" v="5556" actId="20577"/>
          <ac:spMkLst>
            <pc:docMk/>
            <pc:sldMk cId="3831798435" sldId="355"/>
            <ac:spMk id="27" creationId="{B1F5B1EC-DF97-EBEC-E38D-F2855CF687F5}"/>
          </ac:spMkLst>
        </pc:spChg>
        <pc:spChg chg="add mod">
          <ac:chgData name="Dr Parag D. Pawar" userId="45f730c0-1703-4ce0-909b-efb17736071d" providerId="ADAL" clId="{629D698C-9F10-422F-9730-D8DB01D503EC}" dt="2026-01-27T09:38:16.647" v="5546" actId="1076"/>
          <ac:spMkLst>
            <pc:docMk/>
            <pc:sldMk cId="3831798435" sldId="355"/>
            <ac:spMk id="29" creationId="{BD769529-EDF9-0828-BD08-EAAE58A015C9}"/>
          </ac:spMkLst>
        </pc:spChg>
        <pc:spChg chg="add mod">
          <ac:chgData name="Dr Parag D. Pawar" userId="45f730c0-1703-4ce0-909b-efb17736071d" providerId="ADAL" clId="{629D698C-9F10-422F-9730-D8DB01D503EC}" dt="2026-01-27T09:38:11.447" v="5545" actId="1076"/>
          <ac:spMkLst>
            <pc:docMk/>
            <pc:sldMk cId="3831798435" sldId="355"/>
            <ac:spMk id="30" creationId="{90760DA2-86DE-D30B-BBD7-669850F24FD1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59" creationId="{7154E35B-0216-522F-AF08-90D2A44781B1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2" creationId="{F70E7334-C32D-A9FF-476B-49ADA5244D2B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3" creationId="{17B4D445-42ED-DE7E-4681-206C52ED28D2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4" creationId="{0B07E5E0-96C3-1B20-E48D-DE602C382125}"/>
          </ac:spMkLst>
        </pc:spChg>
        <pc:picChg chg="mod">
          <ac:chgData name="Dr Parag D. Pawar" userId="45f730c0-1703-4ce0-909b-efb17736071d" providerId="ADAL" clId="{629D698C-9F10-422F-9730-D8DB01D503EC}" dt="2026-01-26T14:16:58.553" v="4708" actId="1076"/>
          <ac:picMkLst>
            <pc:docMk/>
            <pc:sldMk cId="3831798435" sldId="355"/>
            <ac:picMk id="1026" creationId="{D5A883C9-68EF-B3AD-9317-8AFE25C5BDB0}"/>
          </ac:picMkLst>
        </pc:picChg>
      </pc:sldChg>
      <pc:sldChg chg="addSp modSp add del mod modAnim">
        <pc:chgData name="Dr Parag D. Pawar" userId="45f730c0-1703-4ce0-909b-efb17736071d" providerId="ADAL" clId="{629D698C-9F10-422F-9730-D8DB01D503EC}" dt="2026-01-27T12:54:27.861" v="5588" actId="47"/>
        <pc:sldMkLst>
          <pc:docMk/>
          <pc:sldMk cId="1130192957" sldId="358"/>
        </pc:sldMkLst>
        <pc:spChg chg="add mod">
          <ac:chgData name="Dr Parag D. Pawar" userId="45f730c0-1703-4ce0-909b-efb17736071d" providerId="ADAL" clId="{629D698C-9F10-422F-9730-D8DB01D503EC}" dt="2026-01-27T09:53:15.732" v="5575" actId="20577"/>
          <ac:spMkLst>
            <pc:docMk/>
            <pc:sldMk cId="1130192957" sldId="358"/>
            <ac:spMk id="13" creationId="{93C83F5C-5986-DB8F-0DD3-A24CEB3C5C4E}"/>
          </ac:spMkLst>
        </pc:spChg>
        <pc:spChg chg="add mod">
          <ac:chgData name="Dr Parag D. Pawar" userId="45f730c0-1703-4ce0-909b-efb17736071d" providerId="ADAL" clId="{629D698C-9F10-422F-9730-D8DB01D503EC}" dt="2026-01-27T04:57:55.988" v="5483"/>
          <ac:spMkLst>
            <pc:docMk/>
            <pc:sldMk cId="1130192957" sldId="358"/>
            <ac:spMk id="19" creationId="{2584CED2-5A67-4208-7C50-47FD9BDD441E}"/>
          </ac:spMkLst>
        </pc:spChg>
        <pc:spChg chg="add mod">
          <ac:chgData name="Dr Parag D. Pawar" userId="45f730c0-1703-4ce0-909b-efb17736071d" providerId="ADAL" clId="{629D698C-9F10-422F-9730-D8DB01D503EC}" dt="2026-01-27T04:57:55.988" v="5483"/>
          <ac:spMkLst>
            <pc:docMk/>
            <pc:sldMk cId="1130192957" sldId="358"/>
            <ac:spMk id="20" creationId="{EC4A3C58-309D-E342-69CD-0269398FD1EE}"/>
          </ac:spMkLst>
        </pc:spChg>
        <pc:graphicFrameChg chg="mod">
          <ac:chgData name="Dr Parag D. Pawar" userId="45f730c0-1703-4ce0-909b-efb17736071d" providerId="ADAL" clId="{629D698C-9F10-422F-9730-D8DB01D503EC}" dt="2026-01-26T21:53:13.644" v="5261"/>
          <ac:graphicFrameMkLst>
            <pc:docMk/>
            <pc:sldMk cId="1130192957" sldId="358"/>
            <ac:graphicFrameMk id="5" creationId="{5245E58B-244F-4C11-BAE5-EBB9B6EEDC79}"/>
          </ac:graphicFrameMkLst>
        </pc:graphicFrameChg>
      </pc:sldChg>
      <pc:sldChg chg="modSp add del mod">
        <pc:chgData name="Dr Parag D. Pawar" userId="45f730c0-1703-4ce0-909b-efb17736071d" providerId="ADAL" clId="{629D698C-9F10-422F-9730-D8DB01D503EC}" dt="2026-01-27T12:54:27.861" v="5588" actId="47"/>
        <pc:sldMkLst>
          <pc:docMk/>
          <pc:sldMk cId="3380550929" sldId="359"/>
        </pc:sldMkLst>
        <pc:spChg chg="mod">
          <ac:chgData name="Dr Parag D. Pawar" userId="45f730c0-1703-4ce0-909b-efb17736071d" providerId="ADAL" clId="{629D698C-9F10-422F-9730-D8DB01D503EC}" dt="2026-01-27T05:06:41.192" v="5491" actId="207"/>
          <ac:spMkLst>
            <pc:docMk/>
            <pc:sldMk cId="3380550929" sldId="359"/>
            <ac:spMk id="3" creationId="{69400F91-2DDD-B14B-D22D-DA7E16AE436C}"/>
          </ac:spMkLst>
        </pc:spChg>
        <pc:spChg chg="mod">
          <ac:chgData name="Dr Parag D. Pawar" userId="45f730c0-1703-4ce0-909b-efb17736071d" providerId="ADAL" clId="{629D698C-9F10-422F-9730-D8DB01D503EC}" dt="2026-01-27T05:06:43.104" v="5492" actId="207"/>
          <ac:spMkLst>
            <pc:docMk/>
            <pc:sldMk cId="3380550929" sldId="359"/>
            <ac:spMk id="7" creationId="{5FA75741-8ABF-79E1-E5CD-2D3038628C56}"/>
          </ac:spMkLst>
        </pc:spChg>
        <pc:spChg chg="mod">
          <ac:chgData name="Dr Parag D. Pawar" userId="45f730c0-1703-4ce0-909b-efb17736071d" providerId="ADAL" clId="{629D698C-9F10-422F-9730-D8DB01D503EC}" dt="2026-01-27T05:06:54.009" v="5494" actId="207"/>
          <ac:spMkLst>
            <pc:docMk/>
            <pc:sldMk cId="3380550929" sldId="359"/>
            <ac:spMk id="9" creationId="{6D6269BB-4E29-6B86-E60A-7FA7FE2A98F6}"/>
          </ac:spMkLst>
        </pc:spChg>
        <pc:spChg chg="mod">
          <ac:chgData name="Dr Parag D. Pawar" userId="45f730c0-1703-4ce0-909b-efb17736071d" providerId="ADAL" clId="{629D698C-9F10-422F-9730-D8DB01D503EC}" dt="2026-01-27T05:07:01.237" v="5495" actId="207"/>
          <ac:spMkLst>
            <pc:docMk/>
            <pc:sldMk cId="3380550929" sldId="359"/>
            <ac:spMk id="14" creationId="{625A9122-81A4-4174-B73C-E8481EE45B5E}"/>
          </ac:spMkLst>
        </pc:spChg>
        <pc:spChg chg="mod">
          <ac:chgData name="Dr Parag D. Pawar" userId="45f730c0-1703-4ce0-909b-efb17736071d" providerId="ADAL" clId="{629D698C-9F10-422F-9730-D8DB01D503EC}" dt="2026-01-27T05:07:03.292" v="5496" actId="207"/>
          <ac:spMkLst>
            <pc:docMk/>
            <pc:sldMk cId="3380550929" sldId="359"/>
            <ac:spMk id="15" creationId="{0EFFBC16-67C7-0F06-2F95-C546315A61CD}"/>
          </ac:spMkLst>
        </pc:spChg>
        <pc:spChg chg="mod">
          <ac:chgData name="Dr Parag D. Pawar" userId="45f730c0-1703-4ce0-909b-efb17736071d" providerId="ADAL" clId="{629D698C-9F10-422F-9730-D8DB01D503EC}" dt="2026-01-27T05:07:09.614" v="5497" actId="113"/>
          <ac:spMkLst>
            <pc:docMk/>
            <pc:sldMk cId="3380550929" sldId="359"/>
            <ac:spMk id="18" creationId="{E29FF069-2CC1-9F38-5AF1-60BBA206F154}"/>
          </ac:spMkLst>
        </pc:spChg>
        <pc:spChg chg="mod">
          <ac:chgData name="Dr Parag D. Pawar" userId="45f730c0-1703-4ce0-909b-efb17736071d" providerId="ADAL" clId="{629D698C-9F10-422F-9730-D8DB01D503EC}" dt="2026-01-27T05:07:11.700" v="5498" actId="113"/>
          <ac:spMkLst>
            <pc:docMk/>
            <pc:sldMk cId="3380550929" sldId="359"/>
            <ac:spMk id="19" creationId="{E132D113-9ECA-0265-4D0E-F9C2783B64E8}"/>
          </ac:spMkLst>
        </pc:spChg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2289845823" sldId="360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406941791" sldId="361"/>
        </pc:sldMkLst>
      </pc:sldChg>
      <pc:sldChg chg="add">
        <pc:chgData name="Dr Parag D. Pawar" userId="45f730c0-1703-4ce0-909b-efb17736071d" providerId="ADAL" clId="{629D698C-9F10-422F-9730-D8DB01D503EC}" dt="2026-01-20T01:50:45.166" v="2471"/>
        <pc:sldMkLst>
          <pc:docMk/>
          <pc:sldMk cId="1049634138" sldId="367"/>
        </pc:sldMkLst>
      </pc:sldChg>
      <pc:sldChg chg="modSp add mod">
        <pc:chgData name="Dr Parag D. Pawar" userId="45f730c0-1703-4ce0-909b-efb17736071d" providerId="ADAL" clId="{629D698C-9F10-422F-9730-D8DB01D503EC}" dt="2026-01-27T09:40:33.020" v="5561" actId="207"/>
        <pc:sldMkLst>
          <pc:docMk/>
          <pc:sldMk cId="2026226802" sldId="369"/>
        </pc:sldMkLst>
        <pc:spChg chg="mod">
          <ac:chgData name="Dr Parag D. Pawar" userId="45f730c0-1703-4ce0-909b-efb17736071d" providerId="ADAL" clId="{629D698C-9F10-422F-9730-D8DB01D503EC}" dt="2026-01-27T09:40:17.688" v="5558" actId="207"/>
          <ac:spMkLst>
            <pc:docMk/>
            <pc:sldMk cId="2026226802" sldId="369"/>
            <ac:spMk id="29" creationId="{C07B10A1-3470-ED0B-85E1-ED839473C244}"/>
          </ac:spMkLst>
        </pc:spChg>
        <pc:spChg chg="mod">
          <ac:chgData name="Dr Parag D. Pawar" userId="45f730c0-1703-4ce0-909b-efb17736071d" providerId="ADAL" clId="{629D698C-9F10-422F-9730-D8DB01D503EC}" dt="2026-01-27T09:40:33.020" v="5561" actId="207"/>
          <ac:spMkLst>
            <pc:docMk/>
            <pc:sldMk cId="2026226802" sldId="369"/>
            <ac:spMk id="30" creationId="{E802560E-E101-D95B-1B98-DE63AA98EFAF}"/>
          </ac:spMkLst>
        </pc:spChg>
        <pc:spChg chg="mod">
          <ac:chgData name="Dr Parag D. Pawar" userId="45f730c0-1703-4ce0-909b-efb17736071d" providerId="ADAL" clId="{629D698C-9F10-422F-9730-D8DB01D503EC}" dt="2026-01-26T21:41:07.355" v="5121" actId="20577"/>
          <ac:spMkLst>
            <pc:docMk/>
            <pc:sldMk cId="2026226802" sldId="369"/>
            <ac:spMk id="31" creationId="{CABB27E4-B326-B668-D4B3-A77A67820965}"/>
          </ac:spMkLst>
        </pc:spChg>
      </pc:sldChg>
      <pc:sldChg chg="modSp add del mod">
        <pc:chgData name="Dr Parag D. Pawar" userId="45f730c0-1703-4ce0-909b-efb17736071d" providerId="ADAL" clId="{629D698C-9F10-422F-9730-D8DB01D503EC}" dt="2026-01-27T12:54:27.861" v="5588" actId="47"/>
        <pc:sldMkLst>
          <pc:docMk/>
          <pc:sldMk cId="3934539632" sldId="370"/>
        </pc:sldMkLst>
        <pc:spChg chg="mod">
          <ac:chgData name="Dr Parag D. Pawar" userId="45f730c0-1703-4ce0-909b-efb17736071d" providerId="ADAL" clId="{629D698C-9F10-422F-9730-D8DB01D503EC}" dt="2026-01-27T10:05:59.332" v="5586" actId="207"/>
          <ac:spMkLst>
            <pc:docMk/>
            <pc:sldMk cId="3934539632" sldId="370"/>
            <ac:spMk id="2" creationId="{F05C394A-855D-847D-653A-7DD0031CA818}"/>
          </ac:spMkLst>
        </pc:spChg>
      </pc:sldChg>
      <pc:sldChg chg="add del ord">
        <pc:chgData name="Dr Parag D. Pawar" userId="45f730c0-1703-4ce0-909b-efb17736071d" providerId="ADAL" clId="{629D698C-9F10-422F-9730-D8DB01D503EC}" dt="2026-01-26T14:16:51.601" v="4707" actId="47"/>
        <pc:sldMkLst>
          <pc:docMk/>
          <pc:sldMk cId="1563337103" sldId="371"/>
        </pc:sldMkLst>
      </pc:sldChg>
      <pc:sldChg chg="addSp modSp add del mod addAnim delAnim modAnim">
        <pc:chgData name="Dr Parag D. Pawar" userId="45f730c0-1703-4ce0-909b-efb17736071d" providerId="ADAL" clId="{629D698C-9F10-422F-9730-D8DB01D503EC}" dt="2026-01-27T12:54:27.861" v="5588" actId="47"/>
        <pc:sldMkLst>
          <pc:docMk/>
          <pc:sldMk cId="2564479647" sldId="372"/>
        </pc:sldMkLst>
        <pc:spChg chg="mod">
          <ac:chgData name="Dr Parag D. Pawar" userId="45f730c0-1703-4ce0-909b-efb17736071d" providerId="ADAL" clId="{629D698C-9F10-422F-9730-D8DB01D503EC}" dt="2026-01-27T09:50:11.726" v="5568" actId="207"/>
          <ac:spMkLst>
            <pc:docMk/>
            <pc:sldMk cId="2564479647" sldId="372"/>
            <ac:spMk id="9" creationId="{EB5A5607-86AC-C714-22C5-6CD8E41E5674}"/>
          </ac:spMkLst>
        </pc:spChg>
        <pc:spChg chg="mod">
          <ac:chgData name="Dr Parag D. Pawar" userId="45f730c0-1703-4ce0-909b-efb17736071d" providerId="ADAL" clId="{629D698C-9F10-422F-9730-D8DB01D503EC}" dt="2026-01-27T09:49:33.301" v="5563" actId="207"/>
          <ac:spMkLst>
            <pc:docMk/>
            <pc:sldMk cId="2564479647" sldId="372"/>
            <ac:spMk id="11" creationId="{EBAAEEE6-BF89-5133-3F85-E4DBFBE9BECA}"/>
          </ac:spMkLst>
        </pc:spChg>
        <pc:spChg chg="add mod">
          <ac:chgData name="Dr Parag D. Pawar" userId="45f730c0-1703-4ce0-909b-efb17736071d" providerId="ADAL" clId="{629D698C-9F10-422F-9730-D8DB01D503EC}" dt="2026-01-27T04:56:30.134" v="5479" actId="14100"/>
          <ac:spMkLst>
            <pc:docMk/>
            <pc:sldMk cId="2564479647" sldId="372"/>
            <ac:spMk id="27" creationId="{D886A86D-DC7E-E101-6448-713955761A7F}"/>
          </ac:spMkLst>
        </pc:spChg>
        <pc:spChg chg="add mod">
          <ac:chgData name="Dr Parag D. Pawar" userId="45f730c0-1703-4ce0-909b-efb17736071d" providerId="ADAL" clId="{629D698C-9F10-422F-9730-D8DB01D503EC}" dt="2026-01-27T04:55:47.981" v="5470" actId="1076"/>
          <ac:spMkLst>
            <pc:docMk/>
            <pc:sldMk cId="2564479647" sldId="372"/>
            <ac:spMk id="28" creationId="{D8DFEDA9-EF10-7A67-A5B3-66B5567A96B6}"/>
          </ac:spMkLst>
        </pc:spChg>
      </pc:sldChg>
      <pc:sldChg chg="addSp modSp add del modAnim">
        <pc:chgData name="Dr Parag D. Pawar" userId="45f730c0-1703-4ce0-909b-efb17736071d" providerId="ADAL" clId="{629D698C-9F10-422F-9730-D8DB01D503EC}" dt="2026-01-27T12:54:27.861" v="5588" actId="47"/>
        <pc:sldMkLst>
          <pc:docMk/>
          <pc:sldMk cId="2169172515" sldId="373"/>
        </pc:sldMkLst>
        <pc:spChg chg="mod">
          <ac:chgData name="Dr Parag D. Pawar" userId="45f730c0-1703-4ce0-909b-efb17736071d" providerId="ADAL" clId="{629D698C-9F10-422F-9730-D8DB01D503EC}" dt="2026-01-27T09:50:19.765" v="5570" actId="207"/>
          <ac:spMkLst>
            <pc:docMk/>
            <pc:sldMk cId="2169172515" sldId="373"/>
            <ac:spMk id="9" creationId="{4EA35927-81E5-99F2-D493-3C07E2771A4D}"/>
          </ac:spMkLst>
        </pc:spChg>
        <pc:spChg chg="add mod">
          <ac:chgData name="Dr Parag D. Pawar" userId="45f730c0-1703-4ce0-909b-efb17736071d" providerId="ADAL" clId="{629D698C-9F10-422F-9730-D8DB01D503EC}" dt="2026-01-27T04:57:46.717" v="5480"/>
          <ac:spMkLst>
            <pc:docMk/>
            <pc:sldMk cId="2169172515" sldId="373"/>
            <ac:spMk id="11" creationId="{88BB4325-09B0-164C-D591-4A19BC211722}"/>
          </ac:spMkLst>
        </pc:spChg>
        <pc:spChg chg="add mod">
          <ac:chgData name="Dr Parag D. Pawar" userId="45f730c0-1703-4ce0-909b-efb17736071d" providerId="ADAL" clId="{629D698C-9F10-422F-9730-D8DB01D503EC}" dt="2026-01-27T04:57:46.717" v="5480"/>
          <ac:spMkLst>
            <pc:docMk/>
            <pc:sldMk cId="2169172515" sldId="373"/>
            <ac:spMk id="15" creationId="{51802244-7EDD-B790-3CB7-23A9F3B432E3}"/>
          </ac:spMkLst>
        </pc:spChg>
      </pc:sldChg>
      <pc:sldChg chg="addSp modSp add del mod addAnim delAnim modAnim">
        <pc:chgData name="Dr Parag D. Pawar" userId="45f730c0-1703-4ce0-909b-efb17736071d" providerId="ADAL" clId="{629D698C-9F10-422F-9730-D8DB01D503EC}" dt="2026-01-27T12:54:27.861" v="5588" actId="47"/>
        <pc:sldMkLst>
          <pc:docMk/>
          <pc:sldMk cId="3566167810" sldId="374"/>
        </pc:sldMkLst>
        <pc:spChg chg="mod">
          <ac:chgData name="Dr Parag D. Pawar" userId="45f730c0-1703-4ce0-909b-efb17736071d" providerId="ADAL" clId="{629D698C-9F10-422F-9730-D8DB01D503EC}" dt="2026-01-27T09:58:34.705" v="5579" actId="14100"/>
          <ac:spMkLst>
            <pc:docMk/>
            <pc:sldMk cId="3566167810" sldId="374"/>
            <ac:spMk id="6" creationId="{4322F114-5978-ADBD-FC09-E23691444F10}"/>
          </ac:spMkLst>
        </pc:spChg>
        <pc:spChg chg="add mod">
          <ac:chgData name="Dr Parag D. Pawar" userId="45f730c0-1703-4ce0-909b-efb17736071d" providerId="ADAL" clId="{629D698C-9F10-422F-9730-D8DB01D503EC}" dt="2026-01-26T22:06:35.770" v="5277" actId="1076"/>
          <ac:spMkLst>
            <pc:docMk/>
            <pc:sldMk cId="3566167810" sldId="374"/>
            <ac:spMk id="11" creationId="{DECE254F-AB62-2A6E-FC4B-B856CF41DA66}"/>
          </ac:spMkLst>
        </pc:spChg>
      </pc:sldChg>
      <pc:sldChg chg="addSp modSp add del mod modAnim">
        <pc:chgData name="Dr Parag D. Pawar" userId="45f730c0-1703-4ce0-909b-efb17736071d" providerId="ADAL" clId="{629D698C-9F10-422F-9730-D8DB01D503EC}" dt="2026-01-27T12:54:27.861" v="5588" actId="47"/>
        <pc:sldMkLst>
          <pc:docMk/>
          <pc:sldMk cId="839425313" sldId="375"/>
        </pc:sldMkLst>
        <pc:spChg chg="mod">
          <ac:chgData name="Dr Parag D. Pawar" userId="45f730c0-1703-4ce0-909b-efb17736071d" providerId="ADAL" clId="{629D698C-9F10-422F-9730-D8DB01D503EC}" dt="2026-01-26T22:09:43.144" v="5296" actId="20577"/>
          <ac:spMkLst>
            <pc:docMk/>
            <pc:sldMk cId="839425313" sldId="375"/>
            <ac:spMk id="20" creationId="{5247F998-F149-9302-B37F-92B2BC530DF4}"/>
          </ac:spMkLst>
        </pc:spChg>
        <pc:spChg chg="add mod">
          <ac:chgData name="Dr Parag D. Pawar" userId="45f730c0-1703-4ce0-909b-efb17736071d" providerId="ADAL" clId="{629D698C-9F10-422F-9730-D8DB01D503EC}" dt="2026-01-26T22:10:25.254" v="5298" actId="1076"/>
          <ac:spMkLst>
            <pc:docMk/>
            <pc:sldMk cId="839425313" sldId="375"/>
            <ac:spMk id="22" creationId="{D69D02B7-1094-68A2-52D1-EBE753D4FD5B}"/>
          </ac:spMkLst>
        </pc:spChg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781210740" sldId="376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3303020569" sldId="377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1633539968" sldId="378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1406718459" sldId="379"/>
        </pc:sldMkLst>
      </pc:sldChg>
      <pc:sldChg chg="delSp modSp add mod ord addAnim delAnim modAnim">
        <pc:chgData name="Dr Parag D. Pawar" userId="45f730c0-1703-4ce0-909b-efb17736071d" providerId="ADAL" clId="{629D698C-9F10-422F-9730-D8DB01D503EC}" dt="2026-01-26T20:42:37.907" v="4822"/>
        <pc:sldMkLst>
          <pc:docMk/>
          <pc:sldMk cId="3239103780" sldId="433"/>
        </pc:sldMkLst>
        <pc:spChg chg="mod">
          <ac:chgData name="Dr Parag D. Pawar" userId="45f730c0-1703-4ce0-909b-efb17736071d" providerId="ADAL" clId="{629D698C-9F10-422F-9730-D8DB01D503EC}" dt="2026-01-26T20:38:47.662" v="4814" actId="14861"/>
          <ac:spMkLst>
            <pc:docMk/>
            <pc:sldMk cId="3239103780" sldId="433"/>
            <ac:spMk id="19" creationId="{9DE8D47C-FDC1-1AFD-C839-B99D5CBE0BE3}"/>
          </ac:spMkLst>
        </pc:spChg>
        <pc:grpChg chg="del">
          <ac:chgData name="Dr Parag D. Pawar" userId="45f730c0-1703-4ce0-909b-efb17736071d" providerId="ADAL" clId="{629D698C-9F10-422F-9730-D8DB01D503EC}" dt="2026-01-26T20:38:16.216" v="4810" actId="478"/>
          <ac:grpSpMkLst>
            <pc:docMk/>
            <pc:sldMk cId="3239103780" sldId="433"/>
            <ac:grpSpMk id="6" creationId="{96B163C4-C6F2-5DA6-20E3-DF957D9A1A5F}"/>
          </ac:grpSpMkLst>
        </pc:grpChg>
        <pc:picChg chg="del">
          <ac:chgData name="Dr Parag D. Pawar" userId="45f730c0-1703-4ce0-909b-efb17736071d" providerId="ADAL" clId="{629D698C-9F10-422F-9730-D8DB01D503EC}" dt="2026-01-26T20:38:17.132" v="4812" actId="478"/>
          <ac:picMkLst>
            <pc:docMk/>
            <pc:sldMk cId="3239103780" sldId="433"/>
            <ac:picMk id="5" creationId="{203C388D-4309-4BF6-7377-ECE9177DC2D4}"/>
          </ac:picMkLst>
        </pc:picChg>
        <pc:picChg chg="del">
          <ac:chgData name="Dr Parag D. Pawar" userId="45f730c0-1703-4ce0-909b-efb17736071d" providerId="ADAL" clId="{629D698C-9F10-422F-9730-D8DB01D503EC}" dt="2026-01-26T20:38:16.707" v="4811" actId="478"/>
          <ac:picMkLst>
            <pc:docMk/>
            <pc:sldMk cId="3239103780" sldId="433"/>
            <ac:picMk id="15" creationId="{7CCBE3AB-9C12-3836-7FFA-72D36460BFA4}"/>
          </ac:picMkLst>
        </pc:picChg>
      </pc:sldChg>
      <pc:sldChg chg="modSp add mod">
        <pc:chgData name="Dr Parag D. Pawar" userId="45f730c0-1703-4ce0-909b-efb17736071d" providerId="ADAL" clId="{629D698C-9F10-422F-9730-D8DB01D503EC}" dt="2026-01-26T20:47:51.163" v="4836" actId="207"/>
        <pc:sldMkLst>
          <pc:docMk/>
          <pc:sldMk cId="696775344" sldId="486"/>
        </pc:sldMkLst>
        <pc:spChg chg="mod">
          <ac:chgData name="Dr Parag D. Pawar" userId="45f730c0-1703-4ce0-909b-efb17736071d" providerId="ADAL" clId="{629D698C-9F10-422F-9730-D8DB01D503EC}" dt="2026-01-26T20:47:51.163" v="4836" actId="207"/>
          <ac:spMkLst>
            <pc:docMk/>
            <pc:sldMk cId="696775344" sldId="486"/>
            <ac:spMk id="2" creationId="{435842C9-C045-A1F1-94D9-94E1F5E39438}"/>
          </ac:spMkLst>
        </pc:spChg>
        <pc:spChg chg="mod">
          <ac:chgData name="Dr Parag D. Pawar" userId="45f730c0-1703-4ce0-909b-efb17736071d" providerId="ADAL" clId="{629D698C-9F10-422F-9730-D8DB01D503EC}" dt="2026-01-26T14:05:42.533" v="4700"/>
          <ac:spMkLst>
            <pc:docMk/>
            <pc:sldMk cId="696775344" sldId="486"/>
            <ac:spMk id="32" creationId="{B728C317-1B77-9322-FDBF-467BAD2A70CF}"/>
          </ac:spMkLst>
        </pc:spChg>
        <pc:spChg chg="mod">
          <ac:chgData name="Dr Parag D. Pawar" userId="45f730c0-1703-4ce0-909b-efb17736071d" providerId="ADAL" clId="{629D698C-9F10-422F-9730-D8DB01D503EC}" dt="2026-01-22T21:48:00.770" v="4528"/>
          <ac:spMkLst>
            <pc:docMk/>
            <pc:sldMk cId="696775344" sldId="486"/>
            <ac:spMk id="36" creationId="{7F859414-770B-FCC3-DB97-72B7F4B58EE2}"/>
          </ac:spMkLst>
        </pc:spChg>
      </pc:sldChg>
      <pc:sldChg chg="add">
        <pc:chgData name="Dr Parag D. Pawar" userId="45f730c0-1703-4ce0-909b-efb17736071d" providerId="ADAL" clId="{629D698C-9F10-422F-9730-D8DB01D503EC}" dt="2026-01-20T01:50:45.166" v="2471"/>
        <pc:sldMkLst>
          <pc:docMk/>
          <pc:sldMk cId="4155893163" sldId="487"/>
        </pc:sldMkLst>
      </pc:sldChg>
      <pc:sldChg chg="modSp mod">
        <pc:chgData name="Dr Parag D. Pawar" userId="45f730c0-1703-4ce0-909b-efb17736071d" providerId="ADAL" clId="{629D698C-9F10-422F-9730-D8DB01D503EC}" dt="2026-01-26T20:31:54.810" v="4755" actId="207"/>
        <pc:sldMkLst>
          <pc:docMk/>
          <pc:sldMk cId="2578607159" sldId="496"/>
        </pc:sldMkLst>
        <pc:spChg chg="mod">
          <ac:chgData name="Dr Parag D. Pawar" userId="45f730c0-1703-4ce0-909b-efb17736071d" providerId="ADAL" clId="{629D698C-9F10-422F-9730-D8DB01D503EC}" dt="2026-01-26T13:40:40.504" v="4696" actId="207"/>
          <ac:spMkLst>
            <pc:docMk/>
            <pc:sldMk cId="2578607159" sldId="496"/>
            <ac:spMk id="21" creationId="{BEB437FE-2317-E3DA-5B0B-03BD2FF85D17}"/>
          </ac:spMkLst>
        </pc:spChg>
        <pc:spChg chg="mod">
          <ac:chgData name="Dr Parag D. Pawar" userId="45f730c0-1703-4ce0-909b-efb17736071d" providerId="ADAL" clId="{629D698C-9F10-422F-9730-D8DB01D503EC}" dt="2026-01-22T14:09:21.219" v="3964" actId="113"/>
          <ac:spMkLst>
            <pc:docMk/>
            <pc:sldMk cId="2578607159" sldId="496"/>
            <ac:spMk id="28" creationId="{EDA15584-4EB9-5C88-800D-C6017E8B4A93}"/>
          </ac:spMkLst>
        </pc:spChg>
        <pc:spChg chg="mod">
          <ac:chgData name="Dr Parag D. Pawar" userId="45f730c0-1703-4ce0-909b-efb17736071d" providerId="ADAL" clId="{629D698C-9F10-422F-9730-D8DB01D503EC}" dt="2026-01-22T14:09:23.081" v="3965" actId="113"/>
          <ac:spMkLst>
            <pc:docMk/>
            <pc:sldMk cId="2578607159" sldId="496"/>
            <ac:spMk id="30" creationId="{2D59ABD9-C5E6-FE0C-5E15-DFF981D0A92A}"/>
          </ac:spMkLst>
        </pc:spChg>
        <pc:spChg chg="mod">
          <ac:chgData name="Dr Parag D. Pawar" userId="45f730c0-1703-4ce0-909b-efb17736071d" providerId="ADAL" clId="{629D698C-9F10-422F-9730-D8DB01D503EC}" dt="2026-01-26T20:31:54.810" v="4755" actId="207"/>
          <ac:spMkLst>
            <pc:docMk/>
            <pc:sldMk cId="2578607159" sldId="496"/>
            <ac:spMk id="32" creationId="{815FA250-4C92-AE1E-A59D-4B0F2986209E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6T20:31:00.605" v="4753" actId="207"/>
        <pc:sldMkLst>
          <pc:docMk/>
          <pc:sldMk cId="538748486" sldId="497"/>
        </pc:sldMkLst>
        <pc:spChg chg="mod">
          <ac:chgData name="Dr Parag D. Pawar" userId="45f730c0-1703-4ce0-909b-efb17736071d" providerId="ADAL" clId="{629D698C-9F10-422F-9730-D8DB01D503EC}" dt="2026-01-26T20:30:30.531" v="4748" actId="1076"/>
          <ac:spMkLst>
            <pc:docMk/>
            <pc:sldMk cId="538748486" sldId="497"/>
            <ac:spMk id="6" creationId="{15E391B4-6472-8959-5571-AEB5757A2A84}"/>
          </ac:spMkLst>
        </pc:spChg>
        <pc:spChg chg="add mod">
          <ac:chgData name="Dr Parag D. Pawar" userId="45f730c0-1703-4ce0-909b-efb17736071d" providerId="ADAL" clId="{629D698C-9F10-422F-9730-D8DB01D503EC}" dt="2026-01-26T20:31:00.605" v="4753" actId="207"/>
          <ac:spMkLst>
            <pc:docMk/>
            <pc:sldMk cId="538748486" sldId="497"/>
            <ac:spMk id="7" creationId="{1C88BA8A-357C-E42A-25A3-6E78E13E88BE}"/>
          </ac:spMkLst>
        </pc:spChg>
        <pc:spChg chg="mod">
          <ac:chgData name="Dr Parag D. Pawar" userId="45f730c0-1703-4ce0-909b-efb17736071d" providerId="ADAL" clId="{629D698C-9F10-422F-9730-D8DB01D503EC}" dt="2026-01-26T20:29:36.869" v="4717" actId="207"/>
          <ac:spMkLst>
            <pc:docMk/>
            <pc:sldMk cId="538748486" sldId="497"/>
            <ac:spMk id="9" creationId="{0860803F-10C9-B1AC-787F-DAAE69F057D6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6T13:40:10.180" v="4694" actId="1036"/>
        <pc:sldMkLst>
          <pc:docMk/>
          <pc:sldMk cId="2182265387" sldId="502"/>
        </pc:sldMkLst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23" creationId="{446EB997-7863-DDE3-F408-B26CE911539A}"/>
          </ac:spMkLst>
        </pc:spChg>
        <pc:spChg chg="add mod">
          <ac:chgData name="Dr Parag D. Pawar" userId="45f730c0-1703-4ce0-909b-efb17736071d" providerId="ADAL" clId="{629D698C-9F10-422F-9730-D8DB01D503EC}" dt="2026-01-22T13:29:14.043" v="3637" actId="207"/>
          <ac:spMkLst>
            <pc:docMk/>
            <pc:sldMk cId="2182265387" sldId="502"/>
            <ac:spMk id="24" creationId="{9EA3A999-0C50-CDEE-9B45-2E5AE1698B38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26" creationId="{1598CBB3-A98D-B598-07A6-754D3C99CDE8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33" creationId="{630B5443-63BC-9FEE-F1E7-9CBDB56CAFDF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35" creationId="{3BC36124-5D06-0933-D9A6-D5310506C2C4}"/>
          </ac:spMkLst>
        </pc:spChg>
        <pc:picChg chg="add mod">
          <ac:chgData name="Dr Parag D. Pawar" userId="45f730c0-1703-4ce0-909b-efb17736071d" providerId="ADAL" clId="{629D698C-9F10-422F-9730-D8DB01D503EC}" dt="2026-01-23T04:01:14.954" v="4640" actId="1076"/>
          <ac:picMkLst>
            <pc:docMk/>
            <pc:sldMk cId="2182265387" sldId="502"/>
            <ac:picMk id="18" creationId="{F38F0AF2-9F60-4755-A9B4-7A178F56579B}"/>
          </ac:picMkLst>
        </pc:picChg>
        <pc:cxnChg chg="mod">
          <ac:chgData name="Dr Parag D. Pawar" userId="45f730c0-1703-4ce0-909b-efb17736071d" providerId="ADAL" clId="{629D698C-9F10-422F-9730-D8DB01D503EC}" dt="2026-01-26T13:39:56.500" v="4690" actId="1076"/>
          <ac:cxnSpMkLst>
            <pc:docMk/>
            <pc:sldMk cId="2182265387" sldId="502"/>
            <ac:cxnSpMk id="29" creationId="{D9129E78-6AC9-30B9-C403-8FBA86F6E7D8}"/>
          </ac:cxnSpMkLst>
        </pc:cxnChg>
        <pc:cxnChg chg="mod">
          <ac:chgData name="Dr Parag D. Pawar" userId="45f730c0-1703-4ce0-909b-efb17736071d" providerId="ADAL" clId="{629D698C-9F10-422F-9730-D8DB01D503EC}" dt="2026-01-26T13:40:10.180" v="4694" actId="1036"/>
          <ac:cxnSpMkLst>
            <pc:docMk/>
            <pc:sldMk cId="2182265387" sldId="502"/>
            <ac:cxnSpMk id="31" creationId="{7495211D-CACA-4966-5F30-C8887AE33971}"/>
          </ac:cxnSpMkLst>
        </pc:cxnChg>
      </pc:sldChg>
      <pc:sldChg chg="modSp add del mod">
        <pc:chgData name="Dr Parag D. Pawar" userId="45f730c0-1703-4ce0-909b-efb17736071d" providerId="ADAL" clId="{629D698C-9F10-422F-9730-D8DB01D503EC}" dt="2026-01-27T12:54:27.861" v="5588" actId="47"/>
        <pc:sldMkLst>
          <pc:docMk/>
          <pc:sldMk cId="3527469997" sldId="503"/>
        </pc:sldMkLst>
        <pc:spChg chg="mod">
          <ac:chgData name="Dr Parag D. Pawar" userId="45f730c0-1703-4ce0-909b-efb17736071d" providerId="ADAL" clId="{629D698C-9F10-422F-9730-D8DB01D503EC}" dt="2026-01-27T10:06:02.490" v="5587" actId="207"/>
          <ac:spMkLst>
            <pc:docMk/>
            <pc:sldMk cId="3527469997" sldId="503"/>
            <ac:spMk id="2" creationId="{2C33274D-0953-25EB-9977-C9059E38A4D0}"/>
          </ac:spMkLst>
        </pc:spChg>
      </pc:sldChg>
      <pc:sldChg chg="modSp add del mod">
        <pc:chgData name="Dr Parag D. Pawar" userId="45f730c0-1703-4ce0-909b-efb17736071d" providerId="ADAL" clId="{629D698C-9F10-422F-9730-D8DB01D503EC}" dt="2026-01-27T12:54:27.861" v="5588" actId="47"/>
        <pc:sldMkLst>
          <pc:docMk/>
          <pc:sldMk cId="1239103230" sldId="504"/>
        </pc:sldMkLst>
        <pc:spChg chg="mod">
          <ac:chgData name="Dr Parag D. Pawar" userId="45f730c0-1703-4ce0-909b-efb17736071d" providerId="ADAL" clId="{629D698C-9F10-422F-9730-D8DB01D503EC}" dt="2026-01-27T10:05:57.086" v="5585" actId="207"/>
          <ac:spMkLst>
            <pc:docMk/>
            <pc:sldMk cId="1239103230" sldId="504"/>
            <ac:spMk id="2" creationId="{C8DA4CBA-F3BF-7E4F-2393-1EFD90C56CB0}"/>
          </ac:spMkLst>
        </pc:spChg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2411340388" sldId="505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3480859703" sldId="506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2237457411" sldId="507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2167852346" sldId="508"/>
        </pc:sldMkLst>
      </pc:sldChg>
      <pc:sldChg chg="add del">
        <pc:chgData name="Dr Parag D. Pawar" userId="45f730c0-1703-4ce0-909b-efb17736071d" providerId="ADAL" clId="{629D698C-9F10-422F-9730-D8DB01D503EC}" dt="2026-01-27T12:54:27.861" v="5588" actId="47"/>
        <pc:sldMkLst>
          <pc:docMk/>
          <pc:sldMk cId="831997887" sldId="509"/>
        </pc:sldMkLst>
      </pc:sldChg>
      <pc:sldChg chg="add del">
        <pc:chgData name="Dr Parag D. Pawar" userId="45f730c0-1703-4ce0-909b-efb17736071d" providerId="ADAL" clId="{629D698C-9F10-422F-9730-D8DB01D503EC}" dt="2026-01-27T03:36:14.284" v="5379" actId="47"/>
        <pc:sldMkLst>
          <pc:docMk/>
          <pc:sldMk cId="2321051696" sldId="510"/>
        </pc:sldMkLst>
      </pc:sldChg>
    </pc:docChg>
  </pc:docChgLst>
  <pc:docChgLst>
    <pc:chgData name="Dr Parag D. Pawar" userId="45f730c0-1703-4ce0-909b-efb17736071d" providerId="ADAL" clId="{CD4D9D87-25C2-47DB-AE56-A86177B2B98E}"/>
    <pc:docChg chg="undo redo custSel addSld delSld modSld sldOrd delMainMaster">
      <pc:chgData name="Dr Parag D. Pawar" userId="45f730c0-1703-4ce0-909b-efb17736071d" providerId="ADAL" clId="{CD4D9D87-25C2-47DB-AE56-A86177B2B98E}" dt="2026-01-26T04:56:23.559" v="3239"/>
      <pc:docMkLst>
        <pc:docMk/>
      </pc:docMkLst>
      <pc:sldChg chg="modSp mod">
        <pc:chgData name="Dr Parag D. Pawar" userId="45f730c0-1703-4ce0-909b-efb17736071d" providerId="ADAL" clId="{CD4D9D87-25C2-47DB-AE56-A86177B2B98E}" dt="2026-01-21T05:17:18.753" v="2254" actId="13822"/>
        <pc:sldMkLst>
          <pc:docMk/>
          <pc:sldMk cId="1958623345" sldId="343"/>
        </pc:sldMkLst>
        <pc:spChg chg="mod">
          <ac:chgData name="Dr Parag D. Pawar" userId="45f730c0-1703-4ce0-909b-efb17736071d" providerId="ADAL" clId="{CD4D9D87-25C2-47DB-AE56-A86177B2B98E}" dt="2026-01-21T05:17:18.753" v="2254" actId="13822"/>
          <ac:spMkLst>
            <pc:docMk/>
            <pc:sldMk cId="1958623345" sldId="343"/>
            <ac:spMk id="13" creationId="{8B927DE9-8A0D-321A-E93F-EA4493C3B225}"/>
          </ac:spMkLst>
        </pc:spChg>
      </pc:sldChg>
      <pc:sldChg chg="addSp modSp addAnim delAnim modAnim">
        <pc:chgData name="Dr Parag D. Pawar" userId="45f730c0-1703-4ce0-909b-efb17736071d" providerId="ADAL" clId="{CD4D9D87-25C2-47DB-AE56-A86177B2B98E}" dt="2026-01-25T12:59:29.739" v="3154"/>
        <pc:sldMkLst>
          <pc:docMk/>
          <pc:sldMk cId="3978306282" sldId="345"/>
        </pc:sldMkLst>
        <pc:picChg chg="add mod">
          <ac:chgData name="Dr Parag D. Pawar" userId="45f730c0-1703-4ce0-909b-efb17736071d" providerId="ADAL" clId="{CD4D9D87-25C2-47DB-AE56-A86177B2B98E}" dt="2026-01-25T12:59:21.218" v="3153" actId="14100"/>
          <ac:picMkLst>
            <pc:docMk/>
            <pc:sldMk cId="3978306282" sldId="345"/>
            <ac:picMk id="47" creationId="{5B8E0305-6B72-6E0A-D5F8-3A4C0683F646}"/>
          </ac:picMkLst>
        </pc:picChg>
      </pc:sldChg>
      <pc:sldChg chg="addSp delSp mod addAnim delAnim">
        <pc:chgData name="Dr Parag D. Pawar" userId="45f730c0-1703-4ce0-909b-efb17736071d" providerId="ADAL" clId="{CD4D9D87-25C2-47DB-AE56-A86177B2B98E}" dt="2026-01-25T13:11:10.379" v="3156" actId="478"/>
        <pc:sldMkLst>
          <pc:docMk/>
          <pc:sldMk cId="4021150647" sldId="349"/>
        </pc:sldMkLst>
        <pc:spChg chg="add del">
          <ac:chgData name="Dr Parag D. Pawar" userId="45f730c0-1703-4ce0-909b-efb17736071d" providerId="ADAL" clId="{CD4D9D87-25C2-47DB-AE56-A86177B2B98E}" dt="2026-01-25T13:11:10.379" v="3156" actId="478"/>
          <ac:spMkLst>
            <pc:docMk/>
            <pc:sldMk cId="4021150647" sldId="349"/>
            <ac:spMk id="43" creationId="{C610499E-C74D-4F88-7D50-75F520065D32}"/>
          </ac:spMkLst>
        </pc:spChg>
      </pc:sldChg>
      <pc:sldChg chg="modSp mod ord modAnim">
        <pc:chgData name="Dr Parag D. Pawar" userId="45f730c0-1703-4ce0-909b-efb17736071d" providerId="ADAL" clId="{CD4D9D87-25C2-47DB-AE56-A86177B2B98E}" dt="2026-01-25T12:43:50.670" v="3071" actId="207"/>
        <pc:sldMkLst>
          <pc:docMk/>
          <pc:sldMk cId="1049634138" sldId="367"/>
        </pc:sldMkLst>
        <pc:spChg chg="mod">
          <ac:chgData name="Dr Parag D. Pawar" userId="45f730c0-1703-4ce0-909b-efb17736071d" providerId="ADAL" clId="{CD4D9D87-25C2-47DB-AE56-A86177B2B98E}" dt="2026-01-25T12:43:50.670" v="3071" actId="207"/>
          <ac:spMkLst>
            <pc:docMk/>
            <pc:sldMk cId="1049634138" sldId="367"/>
            <ac:spMk id="2" creationId="{17A7C143-D24B-2579-EAE4-77E256383DC5}"/>
          </ac:spMkLst>
        </pc:spChg>
      </pc:sldChg>
      <pc:sldChg chg="modSp mod">
        <pc:chgData name="Dr Parag D. Pawar" userId="45f730c0-1703-4ce0-909b-efb17736071d" providerId="ADAL" clId="{CD4D9D87-25C2-47DB-AE56-A86177B2B98E}" dt="2026-01-21T05:17:48.081" v="2255" actId="13822"/>
        <pc:sldMkLst>
          <pc:docMk/>
          <pc:sldMk cId="696775344" sldId="486"/>
        </pc:sldMkLst>
        <pc:spChg chg="mod">
          <ac:chgData name="Dr Parag D. Pawar" userId="45f730c0-1703-4ce0-909b-efb17736071d" providerId="ADAL" clId="{CD4D9D87-25C2-47DB-AE56-A86177B2B98E}" dt="2026-01-21T05:17:48.081" v="2255" actId="13822"/>
          <ac:spMkLst>
            <pc:docMk/>
            <pc:sldMk cId="696775344" sldId="486"/>
            <ac:spMk id="5" creationId="{D7B91130-DF3F-E812-0373-9495041146E9}"/>
          </ac:spMkLst>
        </pc:spChg>
      </pc:sldChg>
      <pc:sldChg chg="addSp modSp add mod addAnim delAnim modAnim">
        <pc:chgData name="Dr Parag D. Pawar" userId="45f730c0-1703-4ce0-909b-efb17736071d" providerId="ADAL" clId="{CD4D9D87-25C2-47DB-AE56-A86177B2B98E}" dt="2026-01-26T04:56:23.559" v="3239"/>
        <pc:sldMkLst>
          <pc:docMk/>
          <pc:sldMk cId="2578607159" sldId="496"/>
        </pc:sldMkLst>
        <pc:spChg chg="mod">
          <ac:chgData name="Dr Parag D. Pawar" userId="45f730c0-1703-4ce0-909b-efb17736071d" providerId="ADAL" clId="{CD4D9D87-25C2-47DB-AE56-A86177B2B98E}" dt="2026-01-25T12:51:08.616" v="3144" actId="20577"/>
          <ac:spMkLst>
            <pc:docMk/>
            <pc:sldMk cId="2578607159" sldId="496"/>
            <ac:spMk id="2" creationId="{9C486365-BB03-10E1-C6BF-9F3EAE32ACFD}"/>
          </ac:spMkLst>
        </pc:spChg>
        <pc:spChg chg="add mod">
          <ac:chgData name="Dr Parag D. Pawar" userId="45f730c0-1703-4ce0-909b-efb17736071d" providerId="ADAL" clId="{CD4D9D87-25C2-47DB-AE56-A86177B2B98E}" dt="2026-01-25T13:18:43.404" v="3159" actId="1076"/>
          <ac:spMkLst>
            <pc:docMk/>
            <pc:sldMk cId="2578607159" sldId="496"/>
            <ac:spMk id="11" creationId="{13CC2E88-F5A9-CB0A-91D1-F696CA439D8C}"/>
          </ac:spMkLst>
        </pc:spChg>
        <pc:spChg chg="add mod">
          <ac:chgData name="Dr Parag D. Pawar" userId="45f730c0-1703-4ce0-909b-efb17736071d" providerId="ADAL" clId="{CD4D9D87-25C2-47DB-AE56-A86177B2B98E}" dt="2026-01-25T13:18:35.218" v="3158"/>
          <ac:spMkLst>
            <pc:docMk/>
            <pc:sldMk cId="2578607159" sldId="496"/>
            <ac:spMk id="45" creationId="{20010FAD-C824-E80E-2241-F835713E6DED}"/>
          </ac:spMkLst>
        </pc:spChg>
        <pc:spChg chg="add mod">
          <ac:chgData name="Dr Parag D. Pawar" userId="45f730c0-1703-4ce0-909b-efb17736071d" providerId="ADAL" clId="{CD4D9D87-25C2-47DB-AE56-A86177B2B98E}" dt="2026-01-25T13:19:16.120" v="3179" actId="1076"/>
          <ac:spMkLst>
            <pc:docMk/>
            <pc:sldMk cId="2578607159" sldId="496"/>
            <ac:spMk id="54" creationId="{B8B90D1A-69E2-D50D-A61C-1DB13DFA3BA0}"/>
          </ac:spMkLst>
        </pc:spChg>
        <pc:spChg chg="add mod">
          <ac:chgData name="Dr Parag D. Pawar" userId="45f730c0-1703-4ce0-909b-efb17736071d" providerId="ADAL" clId="{CD4D9D87-25C2-47DB-AE56-A86177B2B98E}" dt="2026-01-26T04:53:57.029" v="3224" actId="1076"/>
          <ac:spMkLst>
            <pc:docMk/>
            <pc:sldMk cId="2578607159" sldId="496"/>
            <ac:spMk id="55" creationId="{5DD0CEB1-5094-2403-43EE-F0CFEBC3874C}"/>
          </ac:spMkLst>
        </pc:spChg>
        <pc:spChg chg="add mod">
          <ac:chgData name="Dr Parag D. Pawar" userId="45f730c0-1703-4ce0-909b-efb17736071d" providerId="ADAL" clId="{CD4D9D87-25C2-47DB-AE56-A86177B2B98E}" dt="2026-01-26T04:53:57.029" v="3224" actId="1076"/>
          <ac:spMkLst>
            <pc:docMk/>
            <pc:sldMk cId="2578607159" sldId="496"/>
            <ac:spMk id="56" creationId="{EB4F19FE-584E-193C-3446-1CA8809D42F6}"/>
          </ac:spMkLst>
        </pc:spChg>
        <pc:spChg chg="mod">
          <ac:chgData name="Dr Parag D. Pawar" userId="45f730c0-1703-4ce0-909b-efb17736071d" providerId="ADAL" clId="{CD4D9D87-25C2-47DB-AE56-A86177B2B98E}" dt="2026-01-26T04:51:28.949" v="3206"/>
          <ac:spMkLst>
            <pc:docMk/>
            <pc:sldMk cId="2578607159" sldId="496"/>
            <ac:spMk id="59" creationId="{FB6F679E-5C86-28FE-307C-B38505A5AA43}"/>
          </ac:spMkLst>
        </pc:spChg>
        <pc:grpChg chg="add mod">
          <ac:chgData name="Dr Parag D. Pawar" userId="45f730c0-1703-4ce0-909b-efb17736071d" providerId="ADAL" clId="{CD4D9D87-25C2-47DB-AE56-A86177B2B98E}" dt="2026-01-26T04:51:32.116" v="3207" actId="1076"/>
          <ac:grpSpMkLst>
            <pc:docMk/>
            <pc:sldMk cId="2578607159" sldId="496"/>
            <ac:grpSpMk id="57" creationId="{D40C4793-534C-DEF3-E87E-638183965716}"/>
          </ac:grpSpMkLst>
        </pc:grpChg>
        <pc:picChg chg="mod">
          <ac:chgData name="Dr Parag D. Pawar" userId="45f730c0-1703-4ce0-909b-efb17736071d" providerId="ADAL" clId="{CD4D9D87-25C2-47DB-AE56-A86177B2B98E}" dt="2026-01-26T04:51:28.949" v="3206"/>
          <ac:picMkLst>
            <pc:docMk/>
            <pc:sldMk cId="2578607159" sldId="496"/>
            <ac:picMk id="58" creationId="{E371FA79-2DD8-8E2C-B077-63A0BC321D2F}"/>
          </ac:picMkLst>
        </pc:picChg>
      </pc:sldChg>
      <pc:sldChg chg="addSp delSp modSp add mod ord delAnim modAnim">
        <pc:chgData name="Dr Parag D. Pawar" userId="45f730c0-1703-4ce0-909b-efb17736071d" providerId="ADAL" clId="{CD4D9D87-25C2-47DB-AE56-A86177B2B98E}" dt="2026-01-26T04:52:38.909" v="3220"/>
        <pc:sldMkLst>
          <pc:docMk/>
          <pc:sldMk cId="538748486" sldId="497"/>
        </pc:sldMkLst>
        <pc:spChg chg="add mod">
          <ac:chgData name="Dr Parag D. Pawar" userId="45f730c0-1703-4ce0-909b-efb17736071d" providerId="ADAL" clId="{CD4D9D87-25C2-47DB-AE56-A86177B2B98E}" dt="2026-01-25T12:35:39.723" v="2851" actId="1076"/>
          <ac:spMkLst>
            <pc:docMk/>
            <pc:sldMk cId="538748486" sldId="497"/>
            <ac:spMk id="5" creationId="{8D011BEF-3F39-984F-33D0-5ABFCBD56105}"/>
          </ac:spMkLst>
        </pc:spChg>
        <pc:spChg chg="add mod">
          <ac:chgData name="Dr Parag D. Pawar" userId="45f730c0-1703-4ce0-909b-efb17736071d" providerId="ADAL" clId="{CD4D9D87-25C2-47DB-AE56-A86177B2B98E}" dt="2026-01-26T04:52:30.223" v="3217" actId="1076"/>
          <ac:spMkLst>
            <pc:docMk/>
            <pc:sldMk cId="538748486" sldId="497"/>
            <ac:spMk id="6" creationId="{15E391B4-6472-8959-5571-AEB5757A2A84}"/>
          </ac:spMkLst>
        </pc:spChg>
        <pc:spChg chg="add del mod">
          <ac:chgData name="Dr Parag D. Pawar" userId="45f730c0-1703-4ce0-909b-efb17736071d" providerId="ADAL" clId="{CD4D9D87-25C2-47DB-AE56-A86177B2B98E}" dt="2026-01-26T04:50:51.028" v="3203" actId="21"/>
          <ac:spMkLst>
            <pc:docMk/>
            <pc:sldMk cId="538748486" sldId="497"/>
            <ac:spMk id="7" creationId="{5DD0CEB1-5094-2403-43EE-F0CFEBC3874C}"/>
          </ac:spMkLst>
        </pc:spChg>
        <pc:spChg chg="mod">
          <ac:chgData name="Dr Parag D. Pawar" userId="45f730c0-1703-4ce0-909b-efb17736071d" providerId="ADAL" clId="{CD4D9D87-25C2-47DB-AE56-A86177B2B98E}" dt="2026-01-26T04:50:48.597" v="3202" actId="1076"/>
          <ac:spMkLst>
            <pc:docMk/>
            <pc:sldMk cId="538748486" sldId="497"/>
            <ac:spMk id="9" creationId="{0860803F-10C9-B1AC-787F-DAAE69F057D6}"/>
          </ac:spMkLst>
        </pc:spChg>
        <pc:spChg chg="add del mod">
          <ac:chgData name="Dr Parag D. Pawar" userId="45f730c0-1703-4ce0-909b-efb17736071d" providerId="ADAL" clId="{CD4D9D87-25C2-47DB-AE56-A86177B2B98E}" dt="2026-01-26T04:50:51.028" v="3203" actId="21"/>
          <ac:spMkLst>
            <pc:docMk/>
            <pc:sldMk cId="538748486" sldId="497"/>
            <ac:spMk id="10" creationId="{EB4F19FE-584E-193C-3446-1CA8809D42F6}"/>
          </ac:spMkLst>
        </pc:spChg>
        <pc:spChg chg="add del mod">
          <ac:chgData name="Dr Parag D. Pawar" userId="45f730c0-1703-4ce0-909b-efb17736071d" providerId="ADAL" clId="{CD4D9D87-25C2-47DB-AE56-A86177B2B98E}" dt="2026-01-26T04:52:04.916" v="3211" actId="478"/>
          <ac:spMkLst>
            <pc:docMk/>
            <pc:sldMk cId="538748486" sldId="497"/>
            <ac:spMk id="11" creationId="{5A84DA90-85BE-8F19-7E09-E5465D22AC0F}"/>
          </ac:spMkLst>
        </pc:spChg>
      </pc:sldChg>
      <pc:sldChg chg="addSp delSp modSp add mod ord addAnim delAnim modAnim">
        <pc:chgData name="Dr Parag D. Pawar" userId="45f730c0-1703-4ce0-909b-efb17736071d" providerId="ADAL" clId="{CD4D9D87-25C2-47DB-AE56-A86177B2B98E}" dt="2026-01-26T04:43:07.505" v="3199" actId="114"/>
        <pc:sldMkLst>
          <pc:docMk/>
          <pc:sldMk cId="2182265387" sldId="502"/>
        </pc:sldMkLst>
        <pc:spChg chg="mod">
          <ac:chgData name="Dr Parag D. Pawar" userId="45f730c0-1703-4ce0-909b-efb17736071d" providerId="ADAL" clId="{CD4D9D87-25C2-47DB-AE56-A86177B2B98E}" dt="2026-01-25T12:32:53.279" v="2736" actId="20577"/>
          <ac:spMkLst>
            <pc:docMk/>
            <pc:sldMk cId="2182265387" sldId="502"/>
            <ac:spMk id="3" creationId="{55CC13D2-4D07-7055-96C7-6ED5D32E4DB5}"/>
          </ac:spMkLst>
        </pc:spChg>
        <pc:spChg chg="add mod">
          <ac:chgData name="Dr Parag D. Pawar" userId="45f730c0-1703-4ce0-909b-efb17736071d" providerId="ADAL" clId="{CD4D9D87-25C2-47DB-AE56-A86177B2B98E}" dt="2026-01-25T12:42:53.637" v="3037" actId="20577"/>
          <ac:spMkLst>
            <pc:docMk/>
            <pc:sldMk cId="2182265387" sldId="502"/>
            <ac:spMk id="21" creationId="{2D4C3117-1A5E-532E-1BD6-2BE065C98D9C}"/>
          </ac:spMkLst>
        </pc:spChg>
        <pc:spChg chg="add mod">
          <ac:chgData name="Dr Parag D. Pawar" userId="45f730c0-1703-4ce0-909b-efb17736071d" providerId="ADAL" clId="{CD4D9D87-25C2-47DB-AE56-A86177B2B98E}" dt="2026-01-26T04:43:07.505" v="3199" actId="114"/>
          <ac:spMkLst>
            <pc:docMk/>
            <pc:sldMk cId="2182265387" sldId="502"/>
            <ac:spMk id="22" creationId="{192D1E3A-EBE2-AE99-600B-C4F642F8C4BC}"/>
          </ac:spMkLst>
        </pc:spChg>
        <pc:spChg chg="add mod">
          <ac:chgData name="Dr Parag D. Pawar" userId="45f730c0-1703-4ce0-909b-efb17736071d" providerId="ADAL" clId="{CD4D9D87-25C2-47DB-AE56-A86177B2B98E}" dt="2026-01-25T12:48:49.223" v="3099" actId="1076"/>
          <ac:spMkLst>
            <pc:docMk/>
            <pc:sldMk cId="2182265387" sldId="502"/>
            <ac:spMk id="23" creationId="{446EB997-7863-DDE3-F408-B26CE911539A}"/>
          </ac:spMkLst>
        </pc:spChg>
        <pc:spChg chg="mod">
          <ac:chgData name="Dr Parag D. Pawar" userId="45f730c0-1703-4ce0-909b-efb17736071d" providerId="ADAL" clId="{CD4D9D87-25C2-47DB-AE56-A86177B2B98E}" dt="2026-01-25T12:48:49.223" v="3099" actId="1076"/>
          <ac:spMkLst>
            <pc:docMk/>
            <pc:sldMk cId="2182265387" sldId="502"/>
            <ac:spMk id="24" creationId="{9EA3A999-0C50-CDEE-9B45-2E5AE1698B38}"/>
          </ac:spMkLst>
        </pc:spChg>
        <pc:spChg chg="add mod">
          <ac:chgData name="Dr Parag D. Pawar" userId="45f730c0-1703-4ce0-909b-efb17736071d" providerId="ADAL" clId="{CD4D9D87-25C2-47DB-AE56-A86177B2B98E}" dt="2026-01-25T12:49:23.934" v="3105" actId="20577"/>
          <ac:spMkLst>
            <pc:docMk/>
            <pc:sldMk cId="2182265387" sldId="502"/>
            <ac:spMk id="26" creationId="{1598CBB3-A98D-B598-07A6-754D3C99CDE8}"/>
          </ac:spMkLst>
        </pc:spChg>
        <pc:spChg chg="add mod">
          <ac:chgData name="Dr Parag D. Pawar" userId="45f730c0-1703-4ce0-909b-efb17736071d" providerId="ADAL" clId="{CD4D9D87-25C2-47DB-AE56-A86177B2B98E}" dt="2026-01-25T12:49:29.016" v="3106" actId="1076"/>
          <ac:spMkLst>
            <pc:docMk/>
            <pc:sldMk cId="2182265387" sldId="502"/>
            <ac:spMk id="33" creationId="{630B5443-63BC-9FEE-F1E7-9CBDB56CAFDF}"/>
          </ac:spMkLst>
        </pc:spChg>
        <pc:spChg chg="add">
          <ac:chgData name="Dr Parag D. Pawar" userId="45f730c0-1703-4ce0-909b-efb17736071d" providerId="ADAL" clId="{CD4D9D87-25C2-47DB-AE56-A86177B2B98E}" dt="2026-01-25T12:49:18.065" v="3104" actId="11529"/>
          <ac:spMkLst>
            <pc:docMk/>
            <pc:sldMk cId="2182265387" sldId="502"/>
            <ac:spMk id="35" creationId="{3BC36124-5D06-0933-D9A6-D5310506C2C4}"/>
          </ac:spMkLst>
        </pc:spChg>
        <pc:picChg chg="mod">
          <ac:chgData name="Dr Parag D. Pawar" userId="45f730c0-1703-4ce0-909b-efb17736071d" providerId="ADAL" clId="{CD4D9D87-25C2-47DB-AE56-A86177B2B98E}" dt="2026-01-25T12:33:20.330" v="2746" actId="1076"/>
          <ac:picMkLst>
            <pc:docMk/>
            <pc:sldMk cId="2182265387" sldId="502"/>
            <ac:picMk id="18" creationId="{F38F0AF2-9F60-4755-A9B4-7A178F56579B}"/>
          </ac:picMkLst>
        </pc:picChg>
        <pc:cxnChg chg="add mod">
          <ac:chgData name="Dr Parag D. Pawar" userId="45f730c0-1703-4ce0-909b-efb17736071d" providerId="ADAL" clId="{CD4D9D87-25C2-47DB-AE56-A86177B2B98E}" dt="2026-01-25T12:48:49.223" v="3099" actId="1076"/>
          <ac:cxnSpMkLst>
            <pc:docMk/>
            <pc:sldMk cId="2182265387" sldId="502"/>
            <ac:cxnSpMk id="29" creationId="{D9129E78-6AC9-30B9-C403-8FBA86F6E7D8}"/>
          </ac:cxnSpMkLst>
        </pc:cxnChg>
        <pc:cxnChg chg="add mod">
          <ac:chgData name="Dr Parag D. Pawar" userId="45f730c0-1703-4ce0-909b-efb17736071d" providerId="ADAL" clId="{CD4D9D87-25C2-47DB-AE56-A86177B2B98E}" dt="2026-01-25T12:48:49.223" v="3099" actId="1076"/>
          <ac:cxnSpMkLst>
            <pc:docMk/>
            <pc:sldMk cId="2182265387" sldId="502"/>
            <ac:cxnSpMk id="31" creationId="{7495211D-CACA-4966-5F30-C8887AE3397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0C40-380F-467F-B2E8-E7180F29145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0A6D-EEA4-4712-949D-959F890BC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C134-119B-76F4-6F57-53DD6B0B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335E7-641C-E274-AFD8-9ACF63802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B9A61-96BF-EA0F-4766-7B88AC76E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EA978-CB8B-DA9C-CA7E-4B3A2EA5E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935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8F0A6D-EEA4-4712-949D-959F890BC7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727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0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101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1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2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3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40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530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52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7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65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63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EA7F-FCAF-412A-8BBC-893AA2B96CD8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377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E6DE-93F1-4C7C-8DD5-CA430625CA3B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65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AAEC-8FA7-4019-840F-D999959FDA3D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49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983E-D6B4-425B-AB76-683AB642AC33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489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B77A-D05E-4D1E-AD93-E84ACCD681A1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29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B9C7-A180-4425-AFCC-D38F3A6AA307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773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46F-B963-46EF-9146-5BF8C0FF40A5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775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7579-01B6-4B39-A858-86CAD06EA51B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66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C180-ECB7-4587-8ACC-2AB98C84E048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50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6E7B-7C2D-4614-BAE5-93A338E0EF40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10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B34-A18F-4622-9F4E-53B125BAC6A8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52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3500-A71A-434E-AEFF-ED4F19179B8D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3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8" Type="http://schemas.openxmlformats.org/officeDocument/2006/relationships/image" Target="../media/image6.png"/><Relationship Id="rId3" Type="http://schemas.openxmlformats.org/officeDocument/2006/relationships/image" Target="NULL"/><Relationship Id="rId7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7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9.jp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10.png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11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14.png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15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1.jpeg"/><Relationship Id="rId7" Type="http://schemas.openxmlformats.org/officeDocument/2006/relationships/image" Target="../media/image18.jpeg"/><Relationship Id="rId12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NULL"/><Relationship Id="rId5" Type="http://schemas.openxmlformats.org/officeDocument/2006/relationships/image" Target="../media/image17.png"/><Relationship Id="rId10" Type="http://schemas.openxmlformats.org/officeDocument/2006/relationships/image" Target="NULL"/><Relationship Id="rId4" Type="http://schemas.openxmlformats.org/officeDocument/2006/relationships/image" Target="../media/image13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20.png"/><Relationship Id="rId26" Type="http://schemas.openxmlformats.org/officeDocument/2006/relationships/image" Target="../media/image20.svg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NULL"/><Relationship Id="rId20" Type="http://schemas.openxmlformats.org/officeDocument/2006/relationships/image" Target="../media/image21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22.png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19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28.png"/><Relationship Id="rId17" Type="http://schemas.openxmlformats.org/officeDocument/2006/relationships/image" Target="../media/image26.jpg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7.png"/><Relationship Id="rId5" Type="http://schemas.openxmlformats.org/officeDocument/2006/relationships/image" Target="NULL"/><Relationship Id="rId15" Type="http://schemas.openxmlformats.org/officeDocument/2006/relationships/image" Target="../media/image25.jpg"/><Relationship Id="rId10" Type="http://schemas.openxmlformats.org/officeDocument/2006/relationships/image" Target="NULL"/><Relationship Id="rId19" Type="http://schemas.openxmlformats.org/officeDocument/2006/relationships/image" Target="../media/image20.sv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30.jpeg"/><Relationship Id="rId10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../media/image30.jpeg"/><Relationship Id="rId21" Type="http://schemas.openxmlformats.org/officeDocument/2006/relationships/image" Target="../media/image37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10.jpe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120DA-D292-61EF-AFCF-5BF67E64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B74850-D493-4418-4DD5-C1B3C6F4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A775-2018-A6C3-D2D4-0A80DE6CD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TOPIC 2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IN" sz="5400" dirty="0">
                <a:solidFill>
                  <a:srgbClr val="0070C0"/>
                </a:solidFill>
              </a:rPr>
            </a:br>
            <a:r>
              <a:rPr lang="en-IN" sz="5400" dirty="0"/>
              <a:t>The </a:t>
            </a:r>
            <a:r>
              <a:rPr lang="en-IN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Expected Utility</a:t>
            </a:r>
            <a:r>
              <a:rPr lang="en-IN" sz="5400" dirty="0"/>
              <a:t> Theory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C13D2-4D07-7055-96C7-6ED5D32E4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5D4DCF-5995-6CC2-D97B-195F4B052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17A48C6-6499-180D-B897-86C26AD1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58528" cy="3091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6BAD96-1BA6-0E27-EF59-C1EB43484E03}"/>
              </a:ext>
            </a:extLst>
          </p:cNvPr>
          <p:cNvSpPr txBox="1"/>
          <p:nvPr/>
        </p:nvSpPr>
        <p:spPr>
          <a:xfrm>
            <a:off x="387815" y="3645642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SECTION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Single-Person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Decision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9814A-BBF3-AA6C-E52B-8045FCE1F7F4}"/>
              </a:ext>
            </a:extLst>
          </p:cNvPr>
          <p:cNvSpPr txBox="1"/>
          <p:nvPr/>
        </p:nvSpPr>
        <p:spPr>
          <a:xfrm>
            <a:off x="387815" y="4381629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 Choice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Paradigm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558FA-B524-4677-0421-12E6AAE0D785}"/>
              </a:ext>
            </a:extLst>
          </p:cNvPr>
          <p:cNvSpPr txBox="1"/>
          <p:nvPr/>
        </p:nvSpPr>
        <p:spPr>
          <a:xfrm>
            <a:off x="7753875" y="4545962"/>
            <a:ext cx="429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Decision-making under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uncertainty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B2DA9-7105-87DF-B210-53B0AA5D36E7}"/>
              </a:ext>
            </a:extLst>
          </p:cNvPr>
          <p:cNvSpPr txBox="1"/>
          <p:nvPr/>
        </p:nvSpPr>
        <p:spPr>
          <a:xfrm>
            <a:off x="6057063" y="4158342"/>
            <a:ext cx="1348033" cy="37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= Payoff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655C4-2489-6C2B-4BB2-81A334D96923}"/>
              </a:ext>
            </a:extLst>
          </p:cNvPr>
          <p:cNvSpPr txBox="1"/>
          <p:nvPr/>
        </p:nvSpPr>
        <p:spPr>
          <a:xfrm>
            <a:off x="387815" y="5204316"/>
            <a:ext cx="456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Actions, Outcomes, &amp; Preferences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2</a:t>
            </a:r>
            <a:r>
              <a:rPr lang="en-IN" dirty="0">
                <a:latin typeface="Univers Condensed" panose="020F0302020204030204"/>
              </a:rPr>
              <a:t>: The Payoff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3</a:t>
            </a:r>
            <a:r>
              <a:rPr lang="en-IN" dirty="0">
                <a:latin typeface="Univers Condensed" panose="020F0302020204030204"/>
              </a:rPr>
              <a:t>: Continuous Action Spaces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4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Decision Trees</a:t>
            </a:r>
            <a:endParaRPr lang="en-IN" dirty="0">
              <a:latin typeface="Univers Condensed" panose="020F03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</a:t>
            </a: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le 5</a:t>
            </a:r>
            <a:r>
              <a:rPr lang="en-IN" dirty="0">
                <a:latin typeface="Univers Condensed" panose="020F0302020204030204"/>
              </a:rPr>
              <a:t>: The Rational Player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 Condensed" panose="020F03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3A999-0C50-CDEE-9B45-2E5AE1698B38}"/>
              </a:ext>
            </a:extLst>
          </p:cNvPr>
          <p:cNvSpPr txBox="1"/>
          <p:nvPr/>
        </p:nvSpPr>
        <p:spPr>
          <a:xfrm>
            <a:off x="5327982" y="106461"/>
            <a:ext cx="373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Payoff</a:t>
            </a:r>
            <a:r>
              <a:rPr lang="en-US" i="1" dirty="0"/>
              <a:t> associated with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i="1" dirty="0"/>
              <a:t> whose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i="1" dirty="0"/>
              <a:t> is uncertain</a:t>
            </a:r>
          </a:p>
        </p:txBody>
      </p:sp>
      <p:pic>
        <p:nvPicPr>
          <p:cNvPr id="18" name="Picture 17" descr="A head with gears in it&#10;&#10;Description automatically generated">
            <a:extLst>
              <a:ext uri="{FF2B5EF4-FFF2-40B4-BE49-F238E27FC236}">
                <a16:creationId xmlns:a16="http://schemas.microsoft.com/office/drawing/2014/main" id="{F38F0AF2-9F60-4755-A9B4-7A178F565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723" y="3788925"/>
            <a:ext cx="733519" cy="7335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4C3117-1A5E-532E-1BD6-2BE065C98D9C}"/>
              </a:ext>
            </a:extLst>
          </p:cNvPr>
          <p:cNvSpPr txBox="1"/>
          <p:nvPr/>
        </p:nvSpPr>
        <p:spPr>
          <a:xfrm>
            <a:off x="5289753" y="5204316"/>
            <a:ext cx="4212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Uncertain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Outcomes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&amp; Lotteries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latin typeface="Univers Condensed" panose="020F0302020204030204"/>
              </a:rPr>
              <a:t>One </a:t>
            </a:r>
            <a:r>
              <a:rPr lang="en-IN" dirty="0">
                <a:solidFill>
                  <a:srgbClr val="C00000"/>
                </a:solidFill>
                <a:latin typeface="Univers Condensed" panose="020F0302020204030204"/>
              </a:rPr>
              <a:t>Action</a:t>
            </a:r>
            <a:r>
              <a:rPr lang="en-IN" dirty="0">
                <a:latin typeface="Univers Condensed" panose="020F0302020204030204"/>
              </a:rPr>
              <a:t> </a:t>
            </a:r>
            <a:r>
              <a:rPr lang="en-IN" dirty="0">
                <a:latin typeface="Univers Condensed" panose="020F0302020204030204"/>
                <a:sym typeface="Wingdings" panose="05000000000000000000" pitchFamily="2" charset="2"/>
              </a:rPr>
              <a:t> Multiple </a:t>
            </a:r>
            <a:r>
              <a:rPr lang="en-IN" dirty="0">
                <a:solidFill>
                  <a:srgbClr val="00B050"/>
                </a:solidFill>
                <a:latin typeface="Univers Condensed" panose="020F0302020204030204"/>
                <a:sym typeface="Wingdings" panose="05000000000000000000" pitchFamily="2" charset="2"/>
              </a:rPr>
              <a:t>Outcomes</a:t>
            </a:r>
            <a:endParaRPr lang="en-IN" dirty="0">
              <a:latin typeface="Univers Condensed" panose="020F03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D1E3A-EBE2-AE99-600B-C4F642F8C4BC}"/>
              </a:ext>
            </a:extLst>
          </p:cNvPr>
          <p:cNvSpPr txBox="1"/>
          <p:nvPr/>
        </p:nvSpPr>
        <p:spPr>
          <a:xfrm>
            <a:off x="6350777" y="864708"/>
            <a:ext cx="457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Actions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Outcomes</a:t>
            </a:r>
            <a:r>
              <a:rPr lang="en-US" dirty="0"/>
              <a:t>, &amp; </a:t>
            </a:r>
            <a:r>
              <a:rPr lang="en-US" b="1" dirty="0">
                <a:solidFill>
                  <a:srgbClr val="0070C0"/>
                </a:solidFill>
              </a:rPr>
              <a:t>Payoffs </a:t>
            </a:r>
            <a:r>
              <a:rPr lang="en-US" dirty="0"/>
              <a:t>(</a:t>
            </a:r>
            <a:r>
              <a:rPr lang="en-US" i="1" dirty="0"/>
              <a:t>Ordinal</a:t>
            </a:r>
            <a:r>
              <a:rPr lang="en-US" dirty="0"/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EB997-7863-DDE3-F408-B26CE911539A}"/>
              </a:ext>
            </a:extLst>
          </p:cNvPr>
          <p:cNvSpPr txBox="1"/>
          <p:nvPr/>
        </p:nvSpPr>
        <p:spPr>
          <a:xfrm>
            <a:off x="6699570" y="1270224"/>
            <a:ext cx="367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Likelihood of each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98CBB3-A98D-B598-07A6-754D3C99CDE8}"/>
              </a:ext>
            </a:extLst>
          </p:cNvPr>
          <p:cNvSpPr txBox="1"/>
          <p:nvPr/>
        </p:nvSpPr>
        <p:spPr>
          <a:xfrm>
            <a:off x="6699570" y="1675740"/>
            <a:ext cx="367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Intensity of </a:t>
            </a:r>
            <a:r>
              <a:rPr lang="en-US" b="1" dirty="0">
                <a:solidFill>
                  <a:srgbClr val="0070C0"/>
                </a:solidFill>
              </a:rPr>
              <a:t>Preferences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129E78-6AC9-30B9-C403-8FBA86F6E7D8}"/>
              </a:ext>
            </a:extLst>
          </p:cNvPr>
          <p:cNvCxnSpPr>
            <a:cxnSpLocks/>
          </p:cNvCxnSpPr>
          <p:nvPr/>
        </p:nvCxnSpPr>
        <p:spPr>
          <a:xfrm>
            <a:off x="5752162" y="893386"/>
            <a:ext cx="0" cy="681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95211D-CACA-4966-5F30-C8887AE33971}"/>
              </a:ext>
            </a:extLst>
          </p:cNvPr>
          <p:cNvCxnSpPr>
            <a:cxnSpLocks/>
          </p:cNvCxnSpPr>
          <p:nvPr/>
        </p:nvCxnSpPr>
        <p:spPr>
          <a:xfrm>
            <a:off x="5738643" y="1570928"/>
            <a:ext cx="912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30B5443-63BC-9FEE-F1E7-9CBDB56CAFDF}"/>
              </a:ext>
            </a:extLst>
          </p:cNvPr>
          <p:cNvSpPr txBox="1"/>
          <p:nvPr/>
        </p:nvSpPr>
        <p:spPr>
          <a:xfrm>
            <a:off x="10380286" y="1293742"/>
            <a:ext cx="168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2</a:t>
            </a:r>
            <a:r>
              <a:rPr lang="en-IN" dirty="0">
                <a:latin typeface="Univers Condensed" panose="020F0302020204030204"/>
              </a:rPr>
              <a:t>: The Expected </a:t>
            </a:r>
            <a:r>
              <a:rPr lang="en-IN" b="1" dirty="0">
                <a:solidFill>
                  <a:srgbClr val="0070C0"/>
                </a:solidFill>
                <a:latin typeface="Univers Condensed" panose="020F0302020204030204"/>
              </a:rPr>
              <a:t>Payoff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3BC36124-5D06-0933-D9A6-D5310506C2C4}"/>
              </a:ext>
            </a:extLst>
          </p:cNvPr>
          <p:cNvSpPr/>
          <p:nvPr/>
        </p:nvSpPr>
        <p:spPr>
          <a:xfrm>
            <a:off x="10020694" y="1234040"/>
            <a:ext cx="276375" cy="811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6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21" grpId="0"/>
      <p:bldP spid="22" grpId="0"/>
      <p:bldP spid="23" grpId="0"/>
      <p:bldP spid="26" grpId="0"/>
      <p:bldP spid="33" grpId="0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890AA-5F10-4479-AE11-D9BDDD7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Logistics</a:t>
            </a:r>
            <a:br>
              <a:rPr lang="en-US" sz="4000" dirty="0"/>
            </a:br>
            <a:r>
              <a:rPr lang="en-US" sz="2700" dirty="0"/>
              <a:t>Exams and Grading Scheme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68A6BC-3F33-4164-80CE-801839CBA3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418" y="471031"/>
            <a:ext cx="842106" cy="73873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B72FFD-2D95-2AC2-319C-E1164A3A0790}"/>
              </a:ext>
            </a:extLst>
          </p:cNvPr>
          <p:cNvSpPr/>
          <p:nvPr/>
        </p:nvSpPr>
        <p:spPr>
          <a:xfrm>
            <a:off x="126892" y="3128405"/>
            <a:ext cx="11189617" cy="851821"/>
          </a:xfrm>
          <a:custGeom>
            <a:avLst/>
            <a:gdLst>
              <a:gd name="csX0" fmla="*/ 0 w 11189617"/>
              <a:gd name="csY0" fmla="*/ 851821 h 851821"/>
              <a:gd name="csX1" fmla="*/ 113122 w 11189617"/>
              <a:gd name="csY1" fmla="*/ 842395 h 851821"/>
              <a:gd name="csX2" fmla="*/ 329938 w 11189617"/>
              <a:gd name="csY2" fmla="*/ 832968 h 851821"/>
              <a:gd name="csX3" fmla="*/ 820132 w 11189617"/>
              <a:gd name="csY3" fmla="*/ 814114 h 851821"/>
              <a:gd name="csX4" fmla="*/ 1159497 w 11189617"/>
              <a:gd name="csY4" fmla="*/ 795261 h 851821"/>
              <a:gd name="csX5" fmla="*/ 2309567 w 11189617"/>
              <a:gd name="csY5" fmla="*/ 785834 h 851821"/>
              <a:gd name="csX6" fmla="*/ 2696066 w 11189617"/>
              <a:gd name="csY6" fmla="*/ 700992 h 851821"/>
              <a:gd name="csX7" fmla="*/ 2846895 w 11189617"/>
              <a:gd name="csY7" fmla="*/ 663285 h 851821"/>
              <a:gd name="csX8" fmla="*/ 3233394 w 11189617"/>
              <a:gd name="csY8" fmla="*/ 644432 h 851821"/>
              <a:gd name="csX9" fmla="*/ 3629320 w 11189617"/>
              <a:gd name="csY9" fmla="*/ 682139 h 851821"/>
              <a:gd name="csX10" fmla="*/ 3864990 w 11189617"/>
              <a:gd name="csY10" fmla="*/ 719846 h 851821"/>
              <a:gd name="csX11" fmla="*/ 4147794 w 11189617"/>
              <a:gd name="csY11" fmla="*/ 738700 h 851821"/>
              <a:gd name="csX12" fmla="*/ 4835951 w 11189617"/>
              <a:gd name="csY12" fmla="*/ 691566 h 851821"/>
              <a:gd name="csX13" fmla="*/ 5354425 w 11189617"/>
              <a:gd name="csY13" fmla="*/ 616151 h 851821"/>
              <a:gd name="csX14" fmla="*/ 5637229 w 11189617"/>
              <a:gd name="csY14" fmla="*/ 578444 h 851821"/>
              <a:gd name="csX15" fmla="*/ 6061435 w 11189617"/>
              <a:gd name="csY15" fmla="*/ 550164 h 851821"/>
              <a:gd name="csX16" fmla="*/ 6570483 w 11189617"/>
              <a:gd name="csY16" fmla="*/ 578444 h 851821"/>
              <a:gd name="csX17" fmla="*/ 7088957 w 11189617"/>
              <a:gd name="csY17" fmla="*/ 719846 h 851821"/>
              <a:gd name="csX18" fmla="*/ 7409468 w 11189617"/>
              <a:gd name="csY18" fmla="*/ 766980 h 851821"/>
              <a:gd name="csX19" fmla="*/ 8229600 w 11189617"/>
              <a:gd name="csY19" fmla="*/ 710419 h 851821"/>
              <a:gd name="csX20" fmla="*/ 8776355 w 11189617"/>
              <a:gd name="csY20" fmla="*/ 512456 h 851821"/>
              <a:gd name="csX21" fmla="*/ 9125147 w 11189617"/>
              <a:gd name="csY21" fmla="*/ 408762 h 851821"/>
              <a:gd name="csX22" fmla="*/ 9530499 w 11189617"/>
              <a:gd name="csY22" fmla="*/ 323920 h 851821"/>
              <a:gd name="csX23" fmla="*/ 9851011 w 11189617"/>
              <a:gd name="csY23" fmla="*/ 248506 h 851821"/>
              <a:gd name="csX24" fmla="*/ 10190375 w 11189617"/>
              <a:gd name="csY24" fmla="*/ 191945 h 851821"/>
              <a:gd name="csX25" fmla="*/ 10435472 w 11189617"/>
              <a:gd name="csY25" fmla="*/ 173091 h 851821"/>
              <a:gd name="csX26" fmla="*/ 10803118 w 11189617"/>
              <a:gd name="csY26" fmla="*/ 135384 h 851821"/>
              <a:gd name="csX27" fmla="*/ 10953947 w 11189617"/>
              <a:gd name="csY27" fmla="*/ 107104 h 851821"/>
              <a:gd name="csX28" fmla="*/ 11029361 w 11189617"/>
              <a:gd name="csY28" fmla="*/ 88250 h 851821"/>
              <a:gd name="csX29" fmla="*/ 11048215 w 11189617"/>
              <a:gd name="csY29" fmla="*/ 59970 h 851821"/>
              <a:gd name="csX30" fmla="*/ 11123629 w 11189617"/>
              <a:gd name="csY30" fmla="*/ 31689 h 851821"/>
              <a:gd name="csX31" fmla="*/ 11189617 w 11189617"/>
              <a:gd name="csY31" fmla="*/ 3409 h 851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189617" h="851821">
                <a:moveTo>
                  <a:pt x="0" y="851821"/>
                </a:moveTo>
                <a:cubicBezTo>
                  <a:pt x="37707" y="848679"/>
                  <a:pt x="75346" y="844554"/>
                  <a:pt x="113122" y="842395"/>
                </a:cubicBezTo>
                <a:cubicBezTo>
                  <a:pt x="185344" y="838268"/>
                  <a:pt x="257656" y="835859"/>
                  <a:pt x="329938" y="832968"/>
                </a:cubicBezTo>
                <a:lnTo>
                  <a:pt x="820132" y="814114"/>
                </a:lnTo>
                <a:cubicBezTo>
                  <a:pt x="933311" y="808970"/>
                  <a:pt x="1159497" y="795261"/>
                  <a:pt x="1159497" y="795261"/>
                </a:cubicBezTo>
                <a:cubicBezTo>
                  <a:pt x="2027442" y="840349"/>
                  <a:pt x="1644562" y="859723"/>
                  <a:pt x="2309567" y="785834"/>
                </a:cubicBezTo>
                <a:cubicBezTo>
                  <a:pt x="2947799" y="633874"/>
                  <a:pt x="2083943" y="837020"/>
                  <a:pt x="2696066" y="700992"/>
                </a:cubicBezTo>
                <a:cubicBezTo>
                  <a:pt x="2746656" y="689750"/>
                  <a:pt x="2795356" y="668710"/>
                  <a:pt x="2846895" y="663285"/>
                </a:cubicBezTo>
                <a:cubicBezTo>
                  <a:pt x="2975172" y="649782"/>
                  <a:pt x="3233394" y="644432"/>
                  <a:pt x="3233394" y="644432"/>
                </a:cubicBezTo>
                <a:cubicBezTo>
                  <a:pt x="3365369" y="657001"/>
                  <a:pt x="3497683" y="666421"/>
                  <a:pt x="3629320" y="682139"/>
                </a:cubicBezTo>
                <a:cubicBezTo>
                  <a:pt x="3708315" y="691571"/>
                  <a:pt x="3785903" y="711218"/>
                  <a:pt x="3864990" y="719846"/>
                </a:cubicBezTo>
                <a:cubicBezTo>
                  <a:pt x="3958910" y="730092"/>
                  <a:pt x="4053526" y="732415"/>
                  <a:pt x="4147794" y="738700"/>
                </a:cubicBezTo>
                <a:lnTo>
                  <a:pt x="4835951" y="691566"/>
                </a:lnTo>
                <a:cubicBezTo>
                  <a:pt x="5010092" y="676350"/>
                  <a:pt x="5181714" y="641272"/>
                  <a:pt x="5354425" y="616151"/>
                </a:cubicBezTo>
                <a:cubicBezTo>
                  <a:pt x="5448537" y="602462"/>
                  <a:pt x="5542708" y="588946"/>
                  <a:pt x="5637229" y="578444"/>
                </a:cubicBezTo>
                <a:cubicBezTo>
                  <a:pt x="5801538" y="560187"/>
                  <a:pt x="5899419" y="557878"/>
                  <a:pt x="6061435" y="550164"/>
                </a:cubicBezTo>
                <a:cubicBezTo>
                  <a:pt x="6231118" y="559591"/>
                  <a:pt x="6401788" y="557872"/>
                  <a:pt x="6570483" y="578444"/>
                </a:cubicBezTo>
                <a:cubicBezTo>
                  <a:pt x="6748281" y="600127"/>
                  <a:pt x="6915295" y="682836"/>
                  <a:pt x="7088957" y="719846"/>
                </a:cubicBezTo>
                <a:cubicBezTo>
                  <a:pt x="7194571" y="742354"/>
                  <a:pt x="7302631" y="751269"/>
                  <a:pt x="7409468" y="766980"/>
                </a:cubicBezTo>
                <a:cubicBezTo>
                  <a:pt x="7833999" y="760133"/>
                  <a:pt x="7901559" y="794174"/>
                  <a:pt x="8229600" y="710419"/>
                </a:cubicBezTo>
                <a:cubicBezTo>
                  <a:pt x="8599662" y="615936"/>
                  <a:pt x="8290724" y="656831"/>
                  <a:pt x="8776355" y="512456"/>
                </a:cubicBezTo>
                <a:cubicBezTo>
                  <a:pt x="8892619" y="477891"/>
                  <a:pt x="9006426" y="433611"/>
                  <a:pt x="9125147" y="408762"/>
                </a:cubicBezTo>
                <a:cubicBezTo>
                  <a:pt x="9260264" y="380481"/>
                  <a:pt x="9396575" y="357401"/>
                  <a:pt x="9530499" y="323920"/>
                </a:cubicBezTo>
                <a:cubicBezTo>
                  <a:pt x="9624961" y="300305"/>
                  <a:pt x="9756605" y="265989"/>
                  <a:pt x="9851011" y="248506"/>
                </a:cubicBezTo>
                <a:cubicBezTo>
                  <a:pt x="9963775" y="227624"/>
                  <a:pt x="10075917" y="199099"/>
                  <a:pt x="10190375" y="191945"/>
                </a:cubicBezTo>
                <a:cubicBezTo>
                  <a:pt x="10289515" y="185749"/>
                  <a:pt x="10343242" y="184270"/>
                  <a:pt x="10435472" y="173091"/>
                </a:cubicBezTo>
                <a:cubicBezTo>
                  <a:pt x="10744141" y="135677"/>
                  <a:pt x="10550587" y="151168"/>
                  <a:pt x="10803118" y="135384"/>
                </a:cubicBezTo>
                <a:cubicBezTo>
                  <a:pt x="10853394" y="125957"/>
                  <a:pt x="10903870" y="117537"/>
                  <a:pt x="10953947" y="107104"/>
                </a:cubicBezTo>
                <a:cubicBezTo>
                  <a:pt x="10979314" y="101819"/>
                  <a:pt x="11006185" y="99838"/>
                  <a:pt x="11029361" y="88250"/>
                </a:cubicBezTo>
                <a:cubicBezTo>
                  <a:pt x="11039494" y="83183"/>
                  <a:pt x="11038996" y="66555"/>
                  <a:pt x="11048215" y="59970"/>
                </a:cubicBezTo>
                <a:cubicBezTo>
                  <a:pt x="11058078" y="52925"/>
                  <a:pt x="11106599" y="37366"/>
                  <a:pt x="11123629" y="31689"/>
                </a:cubicBezTo>
                <a:cubicBezTo>
                  <a:pt x="11139018" y="-14477"/>
                  <a:pt x="11123119" y="3409"/>
                  <a:pt x="11189617" y="340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84AF7-A1B4-8600-D3AF-77F2D94C77BE}"/>
              </a:ext>
            </a:extLst>
          </p:cNvPr>
          <p:cNvSpPr txBox="1"/>
          <p:nvPr/>
        </p:nvSpPr>
        <p:spPr>
          <a:xfrm>
            <a:off x="3329860" y="1843697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031C1-085F-9863-B736-FE346A06AC82}"/>
              </a:ext>
            </a:extLst>
          </p:cNvPr>
          <p:cNvSpPr/>
          <p:nvPr/>
        </p:nvSpPr>
        <p:spPr>
          <a:xfrm>
            <a:off x="4405686" y="3684629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25E00-1998-19C5-F87C-D4357130C2F3}"/>
              </a:ext>
            </a:extLst>
          </p:cNvPr>
          <p:cNvSpPr txBox="1"/>
          <p:nvPr/>
        </p:nvSpPr>
        <p:spPr>
          <a:xfrm>
            <a:off x="8935790" y="1346156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April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F2F49-7698-D56B-9CA5-7D4F8CAE1B5A}"/>
              </a:ext>
            </a:extLst>
          </p:cNvPr>
          <p:cNvSpPr/>
          <p:nvPr/>
        </p:nvSpPr>
        <p:spPr>
          <a:xfrm>
            <a:off x="10019581" y="3172578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6B37A-F320-5F52-D4F5-E1A208B20441}"/>
              </a:ext>
            </a:extLst>
          </p:cNvPr>
          <p:cNvSpPr txBox="1"/>
          <p:nvPr/>
        </p:nvSpPr>
        <p:spPr>
          <a:xfrm>
            <a:off x="6663424" y="1616295"/>
            <a:ext cx="1224802" cy="9848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Problem-solving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CA640-513C-707C-5CED-77CCE10098C9}"/>
              </a:ext>
            </a:extLst>
          </p:cNvPr>
          <p:cNvSpPr/>
          <p:nvPr/>
        </p:nvSpPr>
        <p:spPr>
          <a:xfrm>
            <a:off x="1581857" y="3776182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FF7AD-8797-FB1D-C1A9-DCC9AC311B7B}"/>
              </a:ext>
            </a:extLst>
          </p:cNvPr>
          <p:cNvSpPr/>
          <p:nvPr/>
        </p:nvSpPr>
        <p:spPr>
          <a:xfrm>
            <a:off x="7102087" y="3682075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8D47C-FDC1-1AFD-C839-B99D5CBE0BE3}"/>
              </a:ext>
            </a:extLst>
          </p:cNvPr>
          <p:cNvSpPr txBox="1"/>
          <p:nvPr/>
        </p:nvSpPr>
        <p:spPr>
          <a:xfrm>
            <a:off x="506031" y="4219214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Tuesday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4 – 5:30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E705B-9D32-85F3-74F0-6D41970EDF6B}"/>
              </a:ext>
            </a:extLst>
          </p:cNvPr>
          <p:cNvSpPr txBox="1"/>
          <p:nvPr/>
        </p:nvSpPr>
        <p:spPr>
          <a:xfrm>
            <a:off x="3666378" y="4712188"/>
            <a:ext cx="1575572" cy="9848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Conceptual understanding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C76F7-6672-7BBC-3B06-4F7B0A91CC95}"/>
              </a:ext>
            </a:extLst>
          </p:cNvPr>
          <p:cNvSpPr txBox="1"/>
          <p:nvPr/>
        </p:nvSpPr>
        <p:spPr>
          <a:xfrm>
            <a:off x="6093436" y="4104136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March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AD4F8-BF0A-8209-E91B-919F65427CDE}"/>
              </a:ext>
            </a:extLst>
          </p:cNvPr>
          <p:cNvSpPr/>
          <p:nvPr/>
        </p:nvSpPr>
        <p:spPr>
          <a:xfrm>
            <a:off x="5076364" y="2686193"/>
            <a:ext cx="539496" cy="8503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579A3-EB29-3C3F-4B28-3B3456F2EC95}"/>
              </a:ext>
            </a:extLst>
          </p:cNvPr>
          <p:cNvSpPr/>
          <p:nvPr/>
        </p:nvSpPr>
        <p:spPr>
          <a:xfrm>
            <a:off x="10683476" y="1849559"/>
            <a:ext cx="539496" cy="11887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19C5C-6665-5CC8-B802-B1E537CF08A6}"/>
              </a:ext>
            </a:extLst>
          </p:cNvPr>
          <p:cNvSpPr/>
          <p:nvPr/>
        </p:nvSpPr>
        <p:spPr>
          <a:xfrm>
            <a:off x="7839940" y="5286632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4693D-BD7D-F185-224C-DB0FDA67B270}"/>
              </a:ext>
            </a:extLst>
          </p:cNvPr>
          <p:cNvSpPr/>
          <p:nvPr/>
        </p:nvSpPr>
        <p:spPr>
          <a:xfrm>
            <a:off x="2259858" y="5404401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37DDE-69DA-6784-99FC-00542B15AAAC}"/>
              </a:ext>
            </a:extLst>
          </p:cNvPr>
          <p:cNvSpPr txBox="1"/>
          <p:nvPr/>
        </p:nvSpPr>
        <p:spPr>
          <a:xfrm>
            <a:off x="9401865" y="4724975"/>
            <a:ext cx="2286000" cy="16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Attendance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300E25-904E-0D37-1611-FC28599EB0D6}"/>
              </a:ext>
            </a:extLst>
          </p:cNvPr>
          <p:cNvSpPr/>
          <p:nvPr/>
        </p:nvSpPr>
        <p:spPr>
          <a:xfrm>
            <a:off x="11154188" y="6078287"/>
            <a:ext cx="539496" cy="338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BDBD269-B4A8-0DC0-A920-2B979AEDED1B}"/>
              </a:ext>
            </a:extLst>
          </p:cNvPr>
          <p:cNvSpPr/>
          <p:nvPr/>
        </p:nvSpPr>
        <p:spPr>
          <a:xfrm>
            <a:off x="8058150" y="2057400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DA574B0-86EB-1343-47A4-2E89B93795EB}"/>
              </a:ext>
            </a:extLst>
          </p:cNvPr>
          <p:cNvSpPr/>
          <p:nvPr/>
        </p:nvSpPr>
        <p:spPr>
          <a:xfrm rot="10800000">
            <a:off x="6036300" y="2052349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2D517DA-EE87-DD83-C42B-36CB2AF89C30}"/>
              </a:ext>
            </a:extLst>
          </p:cNvPr>
          <p:cNvSpPr/>
          <p:nvPr/>
        </p:nvSpPr>
        <p:spPr>
          <a:xfrm>
            <a:off x="5372950" y="5121547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FEC7F70-09E2-0170-36D2-DD906EE16B31}"/>
              </a:ext>
            </a:extLst>
          </p:cNvPr>
          <p:cNvSpPr/>
          <p:nvPr/>
        </p:nvSpPr>
        <p:spPr>
          <a:xfrm rot="10800000">
            <a:off x="3047994" y="5122110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10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lottery over outcomes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as a probability distribution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…,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≥0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occurs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  <a:blipFill>
                <a:blip r:embed="rId2"/>
                <a:stretch>
                  <a:fillRect l="-885" t="-7330" r="-830" b="-743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B0751BF1-C077-ED78-6C2B-8559AD91A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A Simple Lottery</a:t>
            </a:r>
            <a:endParaRPr lang="en-US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1" y="4002279"/>
              <a:ext cx="6769085" cy="146304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2165029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4604056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 </a:t>
                          </a:r>
                          <a:r>
                            <a:rPr lang="en-US" i="1" dirty="0"/>
                            <a:t>of all available actions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Individual outcomes (Elements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Probability that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will occur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1557926"/>
                  </p:ext>
                </p:extLst>
              </p:nvPr>
            </p:nvGraphicFramePr>
            <p:xfrm>
              <a:off x="572491" y="4002279"/>
              <a:ext cx="6769085" cy="146304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2165029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4604056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4918" r="-21264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 </a:t>
                          </a:r>
                          <a:r>
                            <a:rPr lang="en-US" i="1" dirty="0"/>
                            <a:t>of all available actions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8333" r="-212640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090" t="-208333" r="-132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8333" r="-212640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090" t="-308333" r="-132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E2BFE02-EC03-751F-97F0-4A907FF39093}"/>
              </a:ext>
            </a:extLst>
          </p:cNvPr>
          <p:cNvSpPr txBox="1"/>
          <p:nvPr/>
        </p:nvSpPr>
        <p:spPr>
          <a:xfrm>
            <a:off x="5198023" y="1457740"/>
            <a:ext cx="2975369" cy="369332"/>
          </a:xfrm>
          <a:custGeom>
            <a:avLst/>
            <a:gdLst>
              <a:gd name="csX0" fmla="*/ 0 w 2975369"/>
              <a:gd name="csY0" fmla="*/ 0 h 369332"/>
              <a:gd name="csX1" fmla="*/ 565320 w 2975369"/>
              <a:gd name="csY1" fmla="*/ 0 h 369332"/>
              <a:gd name="csX2" fmla="*/ 1160394 w 2975369"/>
              <a:gd name="csY2" fmla="*/ 0 h 369332"/>
              <a:gd name="csX3" fmla="*/ 1785221 w 2975369"/>
              <a:gd name="csY3" fmla="*/ 0 h 369332"/>
              <a:gd name="csX4" fmla="*/ 2410049 w 2975369"/>
              <a:gd name="csY4" fmla="*/ 0 h 369332"/>
              <a:gd name="csX5" fmla="*/ 2975369 w 2975369"/>
              <a:gd name="csY5" fmla="*/ 0 h 369332"/>
              <a:gd name="csX6" fmla="*/ 2975369 w 2975369"/>
              <a:gd name="csY6" fmla="*/ 369332 h 369332"/>
              <a:gd name="csX7" fmla="*/ 2320788 w 2975369"/>
              <a:gd name="csY7" fmla="*/ 369332 h 369332"/>
              <a:gd name="csX8" fmla="*/ 1666207 w 2975369"/>
              <a:gd name="csY8" fmla="*/ 369332 h 369332"/>
              <a:gd name="csX9" fmla="*/ 1071133 w 2975369"/>
              <a:gd name="csY9" fmla="*/ 369332 h 369332"/>
              <a:gd name="csX10" fmla="*/ 0 w 2975369"/>
              <a:gd name="csY10" fmla="*/ 369332 h 369332"/>
              <a:gd name="csX11" fmla="*/ 0 w 2975369"/>
              <a:gd name="csY11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975369" h="369332" fill="none" extrusionOk="0">
                <a:moveTo>
                  <a:pt x="0" y="0"/>
                </a:moveTo>
                <a:cubicBezTo>
                  <a:pt x="212617" y="-32066"/>
                  <a:pt x="384235" y="11049"/>
                  <a:pt x="565320" y="0"/>
                </a:cubicBezTo>
                <a:cubicBezTo>
                  <a:pt x="746405" y="-11049"/>
                  <a:pt x="972983" y="52597"/>
                  <a:pt x="1160394" y="0"/>
                </a:cubicBezTo>
                <a:cubicBezTo>
                  <a:pt x="1347805" y="-52597"/>
                  <a:pt x="1522762" y="67608"/>
                  <a:pt x="1785221" y="0"/>
                </a:cubicBezTo>
                <a:cubicBezTo>
                  <a:pt x="2047680" y="-67608"/>
                  <a:pt x="2103721" y="19601"/>
                  <a:pt x="2410049" y="0"/>
                </a:cubicBezTo>
                <a:cubicBezTo>
                  <a:pt x="2716377" y="-19601"/>
                  <a:pt x="2712390" y="1673"/>
                  <a:pt x="2975369" y="0"/>
                </a:cubicBezTo>
                <a:cubicBezTo>
                  <a:pt x="2992203" y="102192"/>
                  <a:pt x="2938604" y="207137"/>
                  <a:pt x="2975369" y="369332"/>
                </a:cubicBezTo>
                <a:cubicBezTo>
                  <a:pt x="2838259" y="429113"/>
                  <a:pt x="2596370" y="361070"/>
                  <a:pt x="2320788" y="369332"/>
                </a:cubicBezTo>
                <a:cubicBezTo>
                  <a:pt x="2045206" y="377594"/>
                  <a:pt x="1839936" y="293785"/>
                  <a:pt x="1666207" y="369332"/>
                </a:cubicBezTo>
                <a:cubicBezTo>
                  <a:pt x="1492478" y="444879"/>
                  <a:pt x="1342179" y="358728"/>
                  <a:pt x="1071133" y="369332"/>
                </a:cubicBezTo>
                <a:cubicBezTo>
                  <a:pt x="800087" y="379936"/>
                  <a:pt x="278621" y="288832"/>
                  <a:pt x="0" y="369332"/>
                </a:cubicBezTo>
                <a:cubicBezTo>
                  <a:pt x="-1275" y="191808"/>
                  <a:pt x="34267" y="163671"/>
                  <a:pt x="0" y="0"/>
                </a:cubicBezTo>
                <a:close/>
              </a:path>
              <a:path w="2975369" h="369332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1529" y="81226"/>
                  <a:pt x="2953831" y="278722"/>
                  <a:pt x="2975369" y="369332"/>
                </a:cubicBezTo>
                <a:cubicBezTo>
                  <a:pt x="2700019" y="426437"/>
                  <a:pt x="2532427" y="301804"/>
                  <a:pt x="2380295" y="369332"/>
                </a:cubicBezTo>
                <a:cubicBezTo>
                  <a:pt x="2228163" y="436860"/>
                  <a:pt x="1940049" y="363660"/>
                  <a:pt x="1725714" y="369332"/>
                </a:cubicBezTo>
                <a:cubicBezTo>
                  <a:pt x="1511379" y="375004"/>
                  <a:pt x="1406839" y="325960"/>
                  <a:pt x="1219901" y="369332"/>
                </a:cubicBezTo>
                <a:cubicBezTo>
                  <a:pt x="1032963" y="412704"/>
                  <a:pt x="888173" y="364072"/>
                  <a:pt x="624827" y="369332"/>
                </a:cubicBezTo>
                <a:cubicBezTo>
                  <a:pt x="361481" y="374592"/>
                  <a:pt x="290903" y="321863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Modeling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0803F-10C9-B1AC-787F-DAAE69F057D6}"/>
              </a:ext>
            </a:extLst>
          </p:cNvPr>
          <p:cNvSpPr txBox="1"/>
          <p:nvPr/>
        </p:nvSpPr>
        <p:spPr>
          <a:xfrm>
            <a:off x="6685707" y="5755863"/>
            <a:ext cx="2975369" cy="646331"/>
          </a:xfrm>
          <a:custGeom>
            <a:avLst/>
            <a:gdLst>
              <a:gd name="csX0" fmla="*/ 0 w 2975369"/>
              <a:gd name="csY0" fmla="*/ 0 h 646331"/>
              <a:gd name="csX1" fmla="*/ 654581 w 2975369"/>
              <a:gd name="csY1" fmla="*/ 0 h 646331"/>
              <a:gd name="csX2" fmla="*/ 1279409 w 2975369"/>
              <a:gd name="csY2" fmla="*/ 0 h 646331"/>
              <a:gd name="csX3" fmla="*/ 1904236 w 2975369"/>
              <a:gd name="csY3" fmla="*/ 0 h 646331"/>
              <a:gd name="csX4" fmla="*/ 2410049 w 2975369"/>
              <a:gd name="csY4" fmla="*/ 0 h 646331"/>
              <a:gd name="csX5" fmla="*/ 2975369 w 2975369"/>
              <a:gd name="csY5" fmla="*/ 0 h 646331"/>
              <a:gd name="csX6" fmla="*/ 2975369 w 2975369"/>
              <a:gd name="csY6" fmla="*/ 329629 h 646331"/>
              <a:gd name="csX7" fmla="*/ 2975369 w 2975369"/>
              <a:gd name="csY7" fmla="*/ 646331 h 646331"/>
              <a:gd name="csX8" fmla="*/ 2380295 w 2975369"/>
              <a:gd name="csY8" fmla="*/ 646331 h 646331"/>
              <a:gd name="csX9" fmla="*/ 1874482 w 2975369"/>
              <a:gd name="csY9" fmla="*/ 646331 h 646331"/>
              <a:gd name="csX10" fmla="*/ 1368670 w 2975369"/>
              <a:gd name="csY10" fmla="*/ 646331 h 646331"/>
              <a:gd name="csX11" fmla="*/ 743842 w 2975369"/>
              <a:gd name="csY11" fmla="*/ 646331 h 646331"/>
              <a:gd name="csX12" fmla="*/ 0 w 2975369"/>
              <a:gd name="csY12" fmla="*/ 646331 h 646331"/>
              <a:gd name="csX13" fmla="*/ 0 w 2975369"/>
              <a:gd name="csY13" fmla="*/ 310239 h 646331"/>
              <a:gd name="csX14" fmla="*/ 0 w 2975369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5369" h="646331" fill="none" extrusionOk="0">
                <a:moveTo>
                  <a:pt x="0" y="0"/>
                </a:moveTo>
                <a:cubicBezTo>
                  <a:pt x="260372" y="-33033"/>
                  <a:pt x="474393" y="28003"/>
                  <a:pt x="654581" y="0"/>
                </a:cubicBezTo>
                <a:cubicBezTo>
                  <a:pt x="834769" y="-28003"/>
                  <a:pt x="973081" y="19601"/>
                  <a:pt x="1279409" y="0"/>
                </a:cubicBezTo>
                <a:cubicBezTo>
                  <a:pt x="1585737" y="-19601"/>
                  <a:pt x="1603834" y="67609"/>
                  <a:pt x="1904236" y="0"/>
                </a:cubicBezTo>
                <a:cubicBezTo>
                  <a:pt x="2204638" y="-67609"/>
                  <a:pt x="2278726" y="50334"/>
                  <a:pt x="2410049" y="0"/>
                </a:cubicBezTo>
                <a:cubicBezTo>
                  <a:pt x="2541372" y="-50334"/>
                  <a:pt x="2742283" y="37215"/>
                  <a:pt x="2975369" y="0"/>
                </a:cubicBezTo>
                <a:cubicBezTo>
                  <a:pt x="2977556" y="72899"/>
                  <a:pt x="2938532" y="188421"/>
                  <a:pt x="2975369" y="329629"/>
                </a:cubicBezTo>
                <a:cubicBezTo>
                  <a:pt x="3012206" y="470837"/>
                  <a:pt x="2945130" y="552317"/>
                  <a:pt x="2975369" y="646331"/>
                </a:cubicBezTo>
                <a:cubicBezTo>
                  <a:pt x="2850133" y="692804"/>
                  <a:pt x="2642386" y="623448"/>
                  <a:pt x="2380295" y="646331"/>
                </a:cubicBezTo>
                <a:cubicBezTo>
                  <a:pt x="2118204" y="669214"/>
                  <a:pt x="2080225" y="590818"/>
                  <a:pt x="1874482" y="646331"/>
                </a:cubicBezTo>
                <a:cubicBezTo>
                  <a:pt x="1668739" y="701844"/>
                  <a:pt x="1547823" y="588233"/>
                  <a:pt x="1368670" y="646331"/>
                </a:cubicBezTo>
                <a:cubicBezTo>
                  <a:pt x="1189517" y="704429"/>
                  <a:pt x="888569" y="627343"/>
                  <a:pt x="743842" y="646331"/>
                </a:cubicBezTo>
                <a:cubicBezTo>
                  <a:pt x="599115" y="665319"/>
                  <a:pt x="227234" y="572744"/>
                  <a:pt x="0" y="646331"/>
                </a:cubicBezTo>
                <a:cubicBezTo>
                  <a:pt x="-12781" y="483927"/>
                  <a:pt x="37091" y="433782"/>
                  <a:pt x="0" y="310239"/>
                </a:cubicBezTo>
                <a:cubicBezTo>
                  <a:pt x="-37091" y="186696"/>
                  <a:pt x="4604" y="64801"/>
                  <a:pt x="0" y="0"/>
                </a:cubicBezTo>
                <a:close/>
              </a:path>
              <a:path w="2975369" h="646331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0041" y="99397"/>
                  <a:pt x="2937308" y="207528"/>
                  <a:pt x="2975369" y="336092"/>
                </a:cubicBezTo>
                <a:cubicBezTo>
                  <a:pt x="3013430" y="464656"/>
                  <a:pt x="2968123" y="558683"/>
                  <a:pt x="2975369" y="646331"/>
                </a:cubicBezTo>
                <a:cubicBezTo>
                  <a:pt x="2758787" y="666582"/>
                  <a:pt x="2530094" y="598508"/>
                  <a:pt x="2380295" y="646331"/>
                </a:cubicBezTo>
                <a:cubicBezTo>
                  <a:pt x="2230496" y="694154"/>
                  <a:pt x="2061420" y="602959"/>
                  <a:pt x="1874482" y="646331"/>
                </a:cubicBezTo>
                <a:cubicBezTo>
                  <a:pt x="1687544" y="689703"/>
                  <a:pt x="1541281" y="636099"/>
                  <a:pt x="1279409" y="646331"/>
                </a:cubicBezTo>
                <a:cubicBezTo>
                  <a:pt x="1017537" y="656563"/>
                  <a:pt x="898660" y="629238"/>
                  <a:pt x="684335" y="646331"/>
                </a:cubicBezTo>
                <a:cubicBezTo>
                  <a:pt x="470010" y="663424"/>
                  <a:pt x="272634" y="629155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Each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" panose="020B0503020202020204" pitchFamily="34" charset="0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has its own lottery.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011BEF-3F39-984F-33D0-5ABFCBD56105}"/>
              </a:ext>
            </a:extLst>
          </p:cNvPr>
          <p:cNvSpPr/>
          <p:nvPr/>
        </p:nvSpPr>
        <p:spPr>
          <a:xfrm>
            <a:off x="600987" y="196842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391B4-6472-8959-5571-AEB5757A2A84}"/>
              </a:ext>
            </a:extLst>
          </p:cNvPr>
          <p:cNvSpPr txBox="1"/>
          <p:nvPr/>
        </p:nvSpPr>
        <p:spPr>
          <a:xfrm>
            <a:off x="10228082" y="4369876"/>
            <a:ext cx="1640264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kern="0" dirty="0">
                <a:solidFill>
                  <a:srgbClr val="000000"/>
                </a:solidFill>
                <a:latin typeface="Univers" panose="020F0502020204030204"/>
              </a:rPr>
              <a:t>Degenerate Lottery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8BA8A-357C-E42A-25A3-6E78E13E88BE}"/>
              </a:ext>
            </a:extLst>
          </p:cNvPr>
          <p:cNvSpPr txBox="1"/>
          <p:nvPr/>
        </p:nvSpPr>
        <p:spPr>
          <a:xfrm>
            <a:off x="10096107" y="3586785"/>
            <a:ext cx="1772239" cy="6463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kern="0" dirty="0">
                <a:solidFill>
                  <a:srgbClr val="000000"/>
                </a:solidFill>
                <a:latin typeface="Univers" panose="020F0502020204030204"/>
              </a:rPr>
              <a:t>One </a:t>
            </a:r>
            <a:r>
              <a:rPr lang="en-US" i="1" kern="0" dirty="0">
                <a:solidFill>
                  <a:srgbClr val="C00000"/>
                </a:solidFill>
                <a:latin typeface="Univers" panose="020F0502020204030204"/>
              </a:rPr>
              <a:t>Action</a:t>
            </a:r>
          </a:p>
          <a:p>
            <a:pPr algn="ctr"/>
            <a:r>
              <a:rPr lang="en-US" i="1" kern="0" dirty="0">
                <a:solidFill>
                  <a:srgbClr val="000000"/>
                </a:solidFill>
                <a:latin typeface="Univers" panose="020F0502020204030204"/>
              </a:rPr>
              <a:t>One </a:t>
            </a:r>
            <a:r>
              <a:rPr lang="en-US" i="1" kern="0" dirty="0">
                <a:solidFill>
                  <a:srgbClr val="00B050"/>
                </a:solidFill>
                <a:latin typeface="Univers" panose="020F0502020204030204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53874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22A7D-0F78-F125-29ED-8C8CAA2B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9581A7-B031-2402-0F6B-5D1B3BBE9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2D3EDC7-A34B-A901-7AE5-CCFA4DF7A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86365-BB03-10E1-C6BF-9F3EAE32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Lottery on a Decision Tree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B4EC70DC-4C9A-3C22-76A1-4AF3E20CE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8583B-241D-5BA9-1955-DB58E00B2BF1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8583B-241D-5BA9-1955-DB58E00B2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C9D28CC-8255-1A4F-21B8-E81D1DDFDA35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A151546-8BE3-7995-1DE6-CDE4B17F6311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7B5594E-53B7-3727-8C1C-0A6B51D62D5C}"/>
                  </a:ext>
                </a:extLst>
              </p:cNvPr>
              <p:cNvCxnSpPr>
                <a:cxnSpLocks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588FF0E-68BC-FFF1-2E04-A2B6342DCA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588FF0E-68BC-FFF1-2E04-A2B6342DCA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FB69EA-B883-7E35-A306-C16F4C46FE90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CFF906C-E35A-7794-B6F3-BDFCF8084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994933E-BDFA-FDD5-13E2-06ADF835CC38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994933E-BDFA-FDD5-13E2-06ADF835CC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04D092-D0E5-BF3E-0C86-3A4191296665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063093-42C8-A693-69FB-3CB443DC17AD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EFF9BA-348E-07D5-349F-3C69EB0B75D1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EFF9BA-348E-07D5-349F-3C69EB0B7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FE28BB-C32D-1E52-2366-136AA78E5649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E58994F-9EA7-FC46-C5E1-7EFF5EE4A67A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BB161A-BCD2-B908-3C87-70B19E2CE30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8FBD52-F131-60F8-0E42-829D82C66321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943A4AA-5ADB-A82D-05D2-E8DA38D23B0D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BFC47DB-1F57-07F7-2B62-7C6A6768E31F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FB6623E-BB4E-620F-419C-DB80A8B52B02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86D4AA-016B-D654-27B0-22E4F247B7BF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56814B3-06A3-A388-846A-D29F919807B3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56814B3-06A3-A388-846A-D29F91980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B1F3A1F-8FDE-657A-557E-BDE21A2086C6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B1F3A1F-8FDE-657A-557E-BDE21A208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80EF8D-B33D-CF3A-0A25-C7431416657C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E8F9DE6-623E-368A-27B0-10E460342053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E8F9DE6-623E-368A-27B0-10E4603420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19539E0-77FD-8366-729F-2A08ABAF0055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19539E0-77FD-8366-729F-2A08ABAF0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01AD106-5B60-40C2-9A49-A7375A23B780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01AD106-5B60-40C2-9A49-A7375A23B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C9D2AA-87D7-D61D-1BA2-61F97F99AE3D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5EBBD3D-020E-8BBF-3916-A95C7BEE0699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5EBBD3D-020E-8BBF-3916-A95C7BEE0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E6C46E7-3666-CA37-2712-4A00AE990F09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E6C46E7-3666-CA37-2712-4A00AE990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FA273F-F9BE-BF9C-8922-AA52E19D763B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86AA17-C4DD-E74F-9F79-68816E1298A0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86AA17-C4DD-E74F-9F79-68816E129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E11D3BE-E277-A231-5DFA-754BA595D43E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E11D3BE-E277-A231-5DFA-754BA595D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643F5F6-3D6F-8CAC-FC58-4C37A32151AD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643F5F6-3D6F-8CAC-FC58-4C37A3215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7E4AE93-0C75-E9E0-389B-B52FAA395FD1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DD25F3-B0F9-F5FB-169E-2B8D09C64E4E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54E34B-C11F-AB8A-6422-EC9903E4FCD3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EA71E0-C62A-3AC9-0DDA-B1EB8B2DD516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82A8B0D-7F2B-998B-F411-FE3ED19BF44B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BCE632F-17B0-8C4A-C407-59375966288E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BCE632F-17B0-8C4A-C407-593759662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9A4631-89C0-389A-F159-D37BC85AF7DD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50A3912-A914-3A9C-C513-84E91969EC9A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51013E-D04F-51A4-D5E1-CF668CE5DFAE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DA15584-4EB9-5C88-800D-C6017E8B4A93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59ABD9-C5E6-FE0C-5E15-DFF981D0A92A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54A60F-5368-E9C4-D5C6-2BE273FAD379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B437FE-2317-E3DA-5B0B-03BD2FF85D17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D9ACCC-1C5C-535D-F0E4-146D05E0CE15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B0096B-225A-065A-E7B4-41B50A00081D}"/>
              </a:ext>
            </a:extLst>
          </p:cNvPr>
          <p:cNvGrpSpPr/>
          <p:nvPr/>
        </p:nvGrpSpPr>
        <p:grpSpPr>
          <a:xfrm>
            <a:off x="4319405" y="5411931"/>
            <a:ext cx="1520823" cy="1310383"/>
            <a:chOff x="4319405" y="5411931"/>
            <a:chExt cx="1520823" cy="131038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5F4F13-8BD5-1859-E3F1-A4A3485094D9}"/>
                </a:ext>
              </a:extLst>
            </p:cNvPr>
            <p:cNvSpPr txBox="1"/>
            <p:nvPr/>
          </p:nvSpPr>
          <p:spPr>
            <a:xfrm>
              <a:off x="4319405" y="6137539"/>
              <a:ext cx="1520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Purchasing a lottery</a:t>
              </a: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FB4FEB4-B983-5B81-462B-91DA3B0FC155}"/>
                </a:ext>
              </a:extLst>
            </p:cNvPr>
            <p:cNvSpPr/>
            <p:nvPr/>
          </p:nvSpPr>
          <p:spPr>
            <a:xfrm flipV="1">
              <a:off x="5277389" y="5411931"/>
              <a:ext cx="45719" cy="691773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943E0F-052A-0DCF-9105-44823DC99003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AC9201F-D09A-0D67-C109-DDC19EFDB89D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B530DC-8660-4228-BA58-1C1F2E90238E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85ABD3-94E3-6448-CDD2-25D4076000BE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9413D51-C9CB-94B9-4123-F6C5401CB878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8F8D081-655E-CCB0-E886-F3F2E5E76219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15FA250-4C92-AE1E-A59D-4B0F2986209E}"/>
              </a:ext>
            </a:extLst>
          </p:cNvPr>
          <p:cNvSpPr txBox="1"/>
          <p:nvPr/>
        </p:nvSpPr>
        <p:spPr>
          <a:xfrm>
            <a:off x="8143663" y="1962110"/>
            <a:ext cx="342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Lottery: A probability distribution over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</a:p>
        </p:txBody>
      </p:sp>
      <p:pic>
        <p:nvPicPr>
          <p:cNvPr id="41" name="Picture 40" descr="A key with a hole in the middle&#10;&#10;Description automatically generated">
            <a:extLst>
              <a:ext uri="{FF2B5EF4-FFF2-40B4-BE49-F238E27FC236}">
                <a16:creationId xmlns:a16="http://schemas.microsoft.com/office/drawing/2014/main" id="{BDF13268-A7D2-7881-B397-0CEBC11EFD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9" t="22881" r="7303" b="22399"/>
          <a:stretch/>
        </p:blipFill>
        <p:spPr>
          <a:xfrm rot="723852">
            <a:off x="10118423" y="483948"/>
            <a:ext cx="1474067" cy="70947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343ED35-8418-7842-88E0-CAEEAFAD19A3}"/>
              </a:ext>
            </a:extLst>
          </p:cNvPr>
          <p:cNvSpPr txBox="1"/>
          <p:nvPr/>
        </p:nvSpPr>
        <p:spPr>
          <a:xfrm>
            <a:off x="2227199" y="4063655"/>
            <a:ext cx="1199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Decision-maker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CC2E88-F5A9-CB0A-91D1-F696CA439D8C}"/>
              </a:ext>
            </a:extLst>
          </p:cNvPr>
          <p:cNvSpPr/>
          <p:nvPr/>
        </p:nvSpPr>
        <p:spPr>
          <a:xfrm>
            <a:off x="10880598" y="1311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010FAD-C824-E80E-2241-F835713E6DED}"/>
              </a:ext>
            </a:extLst>
          </p:cNvPr>
          <p:cNvSpPr txBox="1"/>
          <p:nvPr/>
        </p:nvSpPr>
        <p:spPr>
          <a:xfrm>
            <a:off x="890596" y="233532"/>
            <a:ext cx="423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decision-maker chooses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B90D1A-69E2-D50D-A61C-1DB13DFA3BA0}"/>
              </a:ext>
            </a:extLst>
          </p:cNvPr>
          <p:cNvSpPr txBox="1"/>
          <p:nvPr/>
        </p:nvSpPr>
        <p:spPr>
          <a:xfrm>
            <a:off x="4871041" y="231396"/>
            <a:ext cx="4960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r>
              <a:rPr lang="en-US" b="1" u="sng" dirty="0">
                <a:solidFill>
                  <a:srgbClr val="7030A0"/>
                </a:solidFill>
              </a:rPr>
              <a:t>NATURE</a:t>
            </a:r>
            <a:r>
              <a:rPr lang="en-US" dirty="0"/>
              <a:t> selects the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dirty="0"/>
              <a:t> of that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dirty="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D0CEB1-5094-2403-43EE-F0CFEBC3874C}"/>
              </a:ext>
            </a:extLst>
          </p:cNvPr>
          <p:cNvSpPr txBox="1"/>
          <p:nvPr/>
        </p:nvSpPr>
        <p:spPr>
          <a:xfrm>
            <a:off x="9195840" y="5924546"/>
            <a:ext cx="1441797" cy="646331"/>
          </a:xfrm>
          <a:prstGeom prst="rect">
            <a:avLst/>
          </a:prstGeom>
          <a:gradFill rotWithShape="1">
            <a:gsLst>
              <a:gs pos="0">
                <a:srgbClr val="B13B8A">
                  <a:tint val="65000"/>
                  <a:shade val="92000"/>
                  <a:satMod val="130000"/>
                </a:srgbClr>
              </a:gs>
              <a:gs pos="45000">
                <a:srgbClr val="B13B8A">
                  <a:tint val="60000"/>
                  <a:shade val="99000"/>
                  <a:satMod val="120000"/>
                </a:srgbClr>
              </a:gs>
              <a:gs pos="100000">
                <a:srgbClr val="B13B8A">
                  <a:tint val="55000"/>
                  <a:satMod val="140000"/>
                </a:srgbClr>
              </a:gs>
            </a:gsLst>
            <a:path path="circle">
              <a:fillToRect l="100000" t="100000" r="100000" b="100000"/>
            </a:path>
          </a:gradFill>
          <a:ln w="12700" cap="flat" cmpd="sng" algn="ctr">
            <a:solidFill>
              <a:srgbClr val="B13B8A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" panose="020F0502020204030204"/>
                <a:ea typeface="+mn-ea"/>
                <a:cs typeface="+mn-cs"/>
              </a:rPr>
              <a:t>Compound Lottery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EB4F19FE-584E-193C-3446-1CA8809D42F6}"/>
              </a:ext>
            </a:extLst>
          </p:cNvPr>
          <p:cNvSpPr/>
          <p:nvPr/>
        </p:nvSpPr>
        <p:spPr>
          <a:xfrm>
            <a:off x="8494090" y="6147428"/>
            <a:ext cx="593888" cy="24500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40C4793-534C-DEF3-E87E-638183965716}"/>
              </a:ext>
            </a:extLst>
          </p:cNvPr>
          <p:cNvGrpSpPr/>
          <p:nvPr/>
        </p:nvGrpSpPr>
        <p:grpSpPr>
          <a:xfrm>
            <a:off x="9558516" y="2900859"/>
            <a:ext cx="2159000" cy="2185135"/>
            <a:chOff x="3742268" y="921614"/>
            <a:chExt cx="2159000" cy="2185135"/>
          </a:xfrm>
        </p:grpSpPr>
        <p:pic>
          <p:nvPicPr>
            <p:cNvPr id="58" name="Picture 57" descr="A cartoon of a earth wearing a hat&#10;&#10;Description automatically generated">
              <a:extLst>
                <a:ext uri="{FF2B5EF4-FFF2-40B4-BE49-F238E27FC236}">
                  <a16:creationId xmlns:a16="http://schemas.microsoft.com/office/drawing/2014/main" id="{E371FA79-2DD8-8E2C-B077-63A0BC321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7" t="10561" r="10522" b="16198"/>
            <a:stretch/>
          </p:blipFill>
          <p:spPr>
            <a:xfrm>
              <a:off x="3742268" y="921614"/>
              <a:ext cx="2159000" cy="2185135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6F679E-5C86-28FE-307C-B38505A5AA43}"/>
                </a:ext>
              </a:extLst>
            </p:cNvPr>
            <p:cNvSpPr txBox="1"/>
            <p:nvPr/>
          </p:nvSpPr>
          <p:spPr>
            <a:xfrm rot="477634">
              <a:off x="4284216" y="1094673"/>
              <a:ext cx="1210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F9ED5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6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3D6D5-7D05-465B-8E78-A73DE13F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Solo journey">
            <a:extLst>
              <a:ext uri="{FF2B5EF4-FFF2-40B4-BE49-F238E27FC236}">
                <a16:creationId xmlns:a16="http://schemas.microsoft.com/office/drawing/2014/main" id="{6D5BA423-56E8-8F21-A375-8701E68B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8" t="909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62EAD-6F95-14E6-29DD-4B9F96216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C00000"/>
                </a:solidFill>
              </a:rPr>
              <a:t>MODULE 2</a:t>
            </a:r>
            <a:br>
              <a:rPr lang="en-IN" sz="1800" dirty="0">
                <a:solidFill>
                  <a:srgbClr val="C00000"/>
                </a:solidFill>
              </a:rPr>
            </a:br>
            <a:r>
              <a:rPr lang="en-IN" sz="4800" dirty="0"/>
              <a:t>Expected </a:t>
            </a:r>
            <a:r>
              <a:rPr lang="en-IN" sz="4800" dirty="0">
                <a:solidFill>
                  <a:srgbClr val="0070C0"/>
                </a:solidFill>
              </a:rPr>
              <a:t>Payoff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4E710F-E422-B092-14C4-9F6B8B809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Decision-Making Under </a:t>
            </a:r>
            <a:r>
              <a:rPr lang="en-US" sz="2000" dirty="0">
                <a:solidFill>
                  <a:srgbClr val="7030A0"/>
                </a:solidFill>
              </a:rPr>
              <a:t>Uncertainty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1851-9FD3-EF09-39C2-453E410C2EDE}"/>
              </a:ext>
            </a:extLst>
          </p:cNvPr>
          <p:cNvSpPr txBox="1"/>
          <p:nvPr/>
        </p:nvSpPr>
        <p:spPr>
          <a:xfrm>
            <a:off x="7848599" y="5862985"/>
            <a:ext cx="128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Modeling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3A248-74CC-7CA1-2CC2-02D148A72D9A}"/>
              </a:ext>
            </a:extLst>
          </p:cNvPr>
          <p:cNvSpPr txBox="1"/>
          <p:nvPr/>
        </p:nvSpPr>
        <p:spPr>
          <a:xfrm>
            <a:off x="9678531" y="5862985"/>
            <a:ext cx="128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Solving</a:t>
            </a:r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09B99F0-0F9B-C663-B47F-1F8CF8B773A4}"/>
              </a:ext>
            </a:extLst>
          </p:cNvPr>
          <p:cNvSpPr/>
          <p:nvPr/>
        </p:nvSpPr>
        <p:spPr>
          <a:xfrm>
            <a:off x="9080414" y="5962810"/>
            <a:ext cx="428355" cy="1696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1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E1A75-3DF9-81E1-560D-DA9104C8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CDEFB69-C53C-63E8-1839-7B4495698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AB4EF1AC-D95C-904E-0E0D-8B7CE1165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EA33F-1916-E308-73A0-A876AE38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A Single-Person Decision Problem</a:t>
            </a:r>
            <a:endParaRPr lang="en-US" sz="4900" dirty="0">
              <a:solidFill>
                <a:srgbClr val="7030A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7BE07E-D788-7397-61AE-9CD4E5AE333A}"/>
              </a:ext>
            </a:extLst>
          </p:cNvPr>
          <p:cNvGrpSpPr/>
          <p:nvPr/>
        </p:nvGrpSpPr>
        <p:grpSpPr>
          <a:xfrm>
            <a:off x="2103120" y="1927598"/>
            <a:ext cx="3026664" cy="2818138"/>
            <a:chOff x="2103120" y="1927598"/>
            <a:chExt cx="3026664" cy="2818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85478A-29AC-1B36-C650-0DF2775DB57E}"/>
                </a:ext>
              </a:extLst>
            </p:cNvPr>
            <p:cNvGrpSpPr/>
            <p:nvPr/>
          </p:nvGrpSpPr>
          <p:grpSpPr>
            <a:xfrm>
              <a:off x="3209544" y="2112264"/>
              <a:ext cx="1920240" cy="2633472"/>
              <a:chOff x="3209544" y="2112264"/>
              <a:chExt cx="1920240" cy="263347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83E6F05-E23C-8DF7-F6DB-64B69E194C00}"/>
                  </a:ext>
                </a:extLst>
              </p:cNvPr>
              <p:cNvGrpSpPr/>
              <p:nvPr/>
            </p:nvGrpSpPr>
            <p:grpSpPr>
              <a:xfrm>
                <a:off x="3209544" y="2112264"/>
                <a:ext cx="1920240" cy="1316736"/>
                <a:chOff x="3209544" y="2112264"/>
                <a:chExt cx="1920240" cy="1316736"/>
              </a:xfrm>
            </p:grpSpPr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1B561F54-ACB9-2686-8D67-743B9100D5A0}"/>
                    </a:ext>
                  </a:extLst>
                </p:cNvPr>
                <p:cNvCxnSpPr>
                  <a:stCxn id="43" idx="3"/>
                </p:cNvCxnSpPr>
                <p:nvPr/>
              </p:nvCxnSpPr>
              <p:spPr>
                <a:xfrm flipV="1">
                  <a:off x="3209544" y="2112264"/>
                  <a:ext cx="1920240" cy="13167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9430AC56-AE14-8CE6-5B1C-C9024B4462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3262" y="2453932"/>
                      <a:ext cx="17280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D91CFB64-16A5-FA56-9C69-264ED41B00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3262" y="2453932"/>
                      <a:ext cx="172804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35714" r="-3214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AC8CA99-527C-A22A-86CF-99BFFEBE714E}"/>
                  </a:ext>
                </a:extLst>
              </p:cNvPr>
              <p:cNvGrpSpPr/>
              <p:nvPr/>
            </p:nvGrpSpPr>
            <p:grpSpPr>
              <a:xfrm>
                <a:off x="3209544" y="3105834"/>
                <a:ext cx="1920240" cy="323166"/>
                <a:chOff x="3209544" y="3105834"/>
                <a:chExt cx="1920240" cy="323166"/>
              </a:xfrm>
            </p:grpSpPr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7791FD90-E5C1-407C-A6DF-01F4061822B2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3209544" y="3429000"/>
                  <a:ext cx="192024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9F98432A-34B6-6CDD-F4BE-03ACA66C21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77363" y="3105834"/>
                      <a:ext cx="20249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AA2248E8-2CC8-1398-BAD4-786E9AC16E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77363" y="3105834"/>
                      <a:ext cx="202491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0303" r="-24242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61CF0A7-6D77-B14D-5740-48418EF4633F}"/>
                  </a:ext>
                </a:extLst>
              </p:cNvPr>
              <p:cNvGrpSpPr/>
              <p:nvPr/>
            </p:nvGrpSpPr>
            <p:grpSpPr>
              <a:xfrm>
                <a:off x="3209544" y="3429000"/>
                <a:ext cx="1920240" cy="1316736"/>
                <a:chOff x="3209544" y="3429000"/>
                <a:chExt cx="1920240" cy="1316736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D86DF95-9615-0CDB-ADC3-0BBDC80571BC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3209544" y="3429000"/>
                  <a:ext cx="1920240" cy="13167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58BDE41-98BF-5AED-C8A1-B739086DF7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3262" y="3764201"/>
                      <a:ext cx="1965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9AC6FC71-44EC-4EFE-D179-D06153D965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3262" y="3764201"/>
                      <a:ext cx="19659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1250" r="-2500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348F580-DC14-53C3-F693-121B87B3CA4A}"/>
                </a:ext>
              </a:extLst>
            </p:cNvPr>
            <p:cNvGrpSpPr/>
            <p:nvPr/>
          </p:nvGrpSpPr>
          <p:grpSpPr>
            <a:xfrm>
              <a:off x="2103120" y="1927598"/>
              <a:ext cx="2057400" cy="477274"/>
              <a:chOff x="2103120" y="1927598"/>
              <a:chExt cx="2057400" cy="47727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289D43-0D46-70DF-6C26-3D4C6E06A9EF}"/>
                  </a:ext>
                </a:extLst>
              </p:cNvPr>
              <p:cNvSpPr txBox="1"/>
              <p:nvPr/>
            </p:nvSpPr>
            <p:spPr>
              <a:xfrm>
                <a:off x="2103120" y="1927598"/>
                <a:ext cx="1024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Action</a:t>
                </a: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A50C142-6809-7F95-9EB8-E45D29376E77}"/>
                  </a:ext>
                </a:extLst>
              </p:cNvPr>
              <p:cNvSpPr/>
              <p:nvPr/>
            </p:nvSpPr>
            <p:spPr>
              <a:xfrm>
                <a:off x="3145536" y="2067503"/>
                <a:ext cx="1014984" cy="337369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C93789-F7F8-9543-5ABD-DA5320F0EA48}"/>
              </a:ext>
            </a:extLst>
          </p:cNvPr>
          <p:cNvGrpSpPr/>
          <p:nvPr/>
        </p:nvGrpSpPr>
        <p:grpSpPr>
          <a:xfrm>
            <a:off x="1760220" y="3536638"/>
            <a:ext cx="1920240" cy="1393444"/>
            <a:chOff x="1760220" y="3536638"/>
            <a:chExt cx="1920240" cy="1393444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B0F1ACC-B034-77FB-638E-78455626A042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D3186F-4570-E0E0-79D6-F5336EE2FC73}"/>
                </a:ext>
              </a:extLst>
            </p:cNvPr>
            <p:cNvSpPr txBox="1"/>
            <p:nvPr/>
          </p:nvSpPr>
          <p:spPr>
            <a:xfrm>
              <a:off x="1760220" y="4560750"/>
              <a:ext cx="192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Decision node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4142BD-46A1-490F-1E18-26C378AFE979}"/>
              </a:ext>
            </a:extLst>
          </p:cNvPr>
          <p:cNvGrpSpPr/>
          <p:nvPr/>
        </p:nvGrpSpPr>
        <p:grpSpPr>
          <a:xfrm>
            <a:off x="564833" y="2490235"/>
            <a:ext cx="2644711" cy="2319183"/>
            <a:chOff x="564833" y="2490235"/>
            <a:chExt cx="2644711" cy="231918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4165C96-F042-7B7B-CFF6-54545F74CDA2}"/>
                </a:ext>
              </a:extLst>
            </p:cNvPr>
            <p:cNvSpPr txBox="1"/>
            <p:nvPr/>
          </p:nvSpPr>
          <p:spPr>
            <a:xfrm>
              <a:off x="2231136" y="3244334"/>
              <a:ext cx="978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</a:t>
              </a:r>
            </a:p>
          </p:txBody>
        </p:sp>
        <p:pic>
          <p:nvPicPr>
            <p:cNvPr id="44" name="Picture 43" descr="A cartoon of a child&#10;&#10;Description automatically generated">
              <a:extLst>
                <a:ext uri="{FF2B5EF4-FFF2-40B4-BE49-F238E27FC236}">
                  <a16:creationId xmlns:a16="http://schemas.microsoft.com/office/drawing/2014/main" id="{F615EC95-2DB0-0E53-DE40-F870AB2BE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88" t="6134" r="25596" b="6000"/>
            <a:stretch/>
          </p:blipFill>
          <p:spPr>
            <a:xfrm>
              <a:off x="564833" y="2490235"/>
              <a:ext cx="1066038" cy="2319183"/>
            </a:xfrm>
            <a:custGeom>
              <a:avLst/>
              <a:gdLst/>
              <a:ahLst/>
              <a:cxnLst/>
              <a:rect l="l" t="t" r="r" b="b"/>
              <a:pathLst>
                <a:path w="4052199" h="6858000">
                  <a:moveTo>
                    <a:pt x="25603" y="0"/>
                  </a:moveTo>
                  <a:lnTo>
                    <a:pt x="4052199" y="0"/>
                  </a:lnTo>
                  <a:lnTo>
                    <a:pt x="4052199" y="6858000"/>
                  </a:lnTo>
                  <a:lnTo>
                    <a:pt x="28079" y="6858000"/>
                  </a:lnTo>
                  <a:lnTo>
                    <a:pt x="37459" y="6497135"/>
                  </a:lnTo>
                  <a:cubicBezTo>
                    <a:pt x="37586" y="6492050"/>
                    <a:pt x="38603" y="6487092"/>
                    <a:pt x="38603" y="6482007"/>
                  </a:cubicBezTo>
                  <a:cubicBezTo>
                    <a:pt x="47502" y="6367973"/>
                    <a:pt x="52587" y="6253939"/>
                    <a:pt x="18135" y="6142702"/>
                  </a:cubicBezTo>
                  <a:cubicBezTo>
                    <a:pt x="15084" y="6132214"/>
                    <a:pt x="13495" y="6121344"/>
                    <a:pt x="13432" y="6110411"/>
                  </a:cubicBezTo>
                  <a:cubicBezTo>
                    <a:pt x="11690" y="6013324"/>
                    <a:pt x="15936" y="5916236"/>
                    <a:pt x="26145" y="5819669"/>
                  </a:cubicBezTo>
                  <a:cubicBezTo>
                    <a:pt x="31229" y="5760555"/>
                    <a:pt x="26017" y="5700423"/>
                    <a:pt x="42926" y="5641690"/>
                  </a:cubicBezTo>
                  <a:cubicBezTo>
                    <a:pt x="50337" y="5612565"/>
                    <a:pt x="54595" y="5582728"/>
                    <a:pt x="55638" y="5552700"/>
                  </a:cubicBezTo>
                  <a:cubicBezTo>
                    <a:pt x="60087" y="5479983"/>
                    <a:pt x="38603" y="5411588"/>
                    <a:pt x="18263" y="5343066"/>
                  </a:cubicBezTo>
                  <a:cubicBezTo>
                    <a:pt x="7456" y="5306707"/>
                    <a:pt x="-5384" y="5269459"/>
                    <a:pt x="2372" y="5231320"/>
                  </a:cubicBezTo>
                  <a:cubicBezTo>
                    <a:pt x="16076" y="5173655"/>
                    <a:pt x="23920" y="5114744"/>
                    <a:pt x="25763" y="5055502"/>
                  </a:cubicBezTo>
                  <a:cubicBezTo>
                    <a:pt x="25635" y="5012660"/>
                    <a:pt x="15338" y="4970962"/>
                    <a:pt x="18898" y="4928374"/>
                  </a:cubicBezTo>
                  <a:cubicBezTo>
                    <a:pt x="27073" y="4845715"/>
                    <a:pt x="29157" y="4762561"/>
                    <a:pt x="25127" y="4679584"/>
                  </a:cubicBezTo>
                  <a:cubicBezTo>
                    <a:pt x="25077" y="4646429"/>
                    <a:pt x="28776" y="4613376"/>
                    <a:pt x="36187" y="4581060"/>
                  </a:cubicBezTo>
                  <a:cubicBezTo>
                    <a:pt x="45493" y="4524043"/>
                    <a:pt x="47464" y="4466060"/>
                    <a:pt x="42036" y="4408547"/>
                  </a:cubicBezTo>
                  <a:cubicBezTo>
                    <a:pt x="36060" y="4341932"/>
                    <a:pt x="18263" y="4276334"/>
                    <a:pt x="13685" y="4209719"/>
                  </a:cubicBezTo>
                  <a:cubicBezTo>
                    <a:pt x="6694" y="4099371"/>
                    <a:pt x="16610" y="3989024"/>
                    <a:pt x="26398" y="3879186"/>
                  </a:cubicBezTo>
                  <a:cubicBezTo>
                    <a:pt x="34026" y="3808731"/>
                    <a:pt x="36060" y="3737781"/>
                    <a:pt x="32501" y="3667009"/>
                  </a:cubicBezTo>
                  <a:cubicBezTo>
                    <a:pt x="28051" y="3610818"/>
                    <a:pt x="21059" y="3554755"/>
                    <a:pt x="19788" y="3498437"/>
                  </a:cubicBezTo>
                  <a:cubicBezTo>
                    <a:pt x="17627" y="3398006"/>
                    <a:pt x="18390" y="3297701"/>
                    <a:pt x="24237" y="3197143"/>
                  </a:cubicBezTo>
                  <a:cubicBezTo>
                    <a:pt x="27162" y="3146928"/>
                    <a:pt x="32119" y="3096966"/>
                    <a:pt x="34026" y="3046242"/>
                  </a:cubicBezTo>
                  <a:cubicBezTo>
                    <a:pt x="35933" y="2995518"/>
                    <a:pt x="40001" y="2944413"/>
                    <a:pt x="28433" y="2894578"/>
                  </a:cubicBezTo>
                  <a:cubicBezTo>
                    <a:pt x="8855" y="2810038"/>
                    <a:pt x="23220" y="2725879"/>
                    <a:pt x="27415" y="2641593"/>
                  </a:cubicBezTo>
                  <a:cubicBezTo>
                    <a:pt x="29958" y="2589217"/>
                    <a:pt x="45214" y="2535568"/>
                    <a:pt x="31738" y="2484717"/>
                  </a:cubicBezTo>
                  <a:cubicBezTo>
                    <a:pt x="10507" y="2405008"/>
                    <a:pt x="24492" y="2326951"/>
                    <a:pt x="31738" y="2248513"/>
                  </a:cubicBezTo>
                  <a:cubicBezTo>
                    <a:pt x="40218" y="2174283"/>
                    <a:pt x="38768" y="2099252"/>
                    <a:pt x="27415" y="2025403"/>
                  </a:cubicBezTo>
                  <a:cubicBezTo>
                    <a:pt x="12986" y="1952165"/>
                    <a:pt x="12986" y="1876803"/>
                    <a:pt x="27415" y="1803565"/>
                  </a:cubicBezTo>
                  <a:cubicBezTo>
                    <a:pt x="39276" y="1743102"/>
                    <a:pt x="40598" y="1681038"/>
                    <a:pt x="31356" y="1620119"/>
                  </a:cubicBezTo>
                  <a:cubicBezTo>
                    <a:pt x="25127" y="1576514"/>
                    <a:pt x="13940" y="1533163"/>
                    <a:pt x="12414" y="1489558"/>
                  </a:cubicBezTo>
                  <a:cubicBezTo>
                    <a:pt x="9262" y="1398420"/>
                    <a:pt x="11118" y="1307167"/>
                    <a:pt x="18008" y="1216233"/>
                  </a:cubicBezTo>
                  <a:cubicBezTo>
                    <a:pt x="26017" y="1112496"/>
                    <a:pt x="41400" y="1009268"/>
                    <a:pt x="30721" y="904896"/>
                  </a:cubicBezTo>
                  <a:cubicBezTo>
                    <a:pt x="27162" y="869046"/>
                    <a:pt x="19661" y="833323"/>
                    <a:pt x="18771" y="797346"/>
                  </a:cubicBezTo>
                  <a:cubicBezTo>
                    <a:pt x="17118" y="730095"/>
                    <a:pt x="16737" y="663607"/>
                    <a:pt x="20169" y="593941"/>
                  </a:cubicBezTo>
                  <a:cubicBezTo>
                    <a:pt x="23602" y="524274"/>
                    <a:pt x="38348" y="451938"/>
                    <a:pt x="28433" y="383798"/>
                  </a:cubicBezTo>
                  <a:cubicBezTo>
                    <a:pt x="18516" y="315657"/>
                    <a:pt x="24873" y="248406"/>
                    <a:pt x="31229" y="181410"/>
                  </a:cubicBezTo>
                  <a:cubicBezTo>
                    <a:pt x="34344" y="149565"/>
                    <a:pt x="36410" y="118069"/>
                    <a:pt x="35854" y="86700"/>
                  </a:cubicBezTo>
                  <a:close/>
                </a:path>
              </a:pathLst>
            </a:cu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9DA4EA-6B83-5066-42B5-AE0B783AA25D}"/>
              </a:ext>
            </a:extLst>
          </p:cNvPr>
          <p:cNvGrpSpPr/>
          <p:nvPr/>
        </p:nvGrpSpPr>
        <p:grpSpPr>
          <a:xfrm>
            <a:off x="9126189" y="1690688"/>
            <a:ext cx="1965768" cy="824898"/>
            <a:chOff x="1348692" y="5886294"/>
            <a:chExt cx="1965768" cy="8248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D555833-C791-35AB-83C4-EE36325DB76B}"/>
                    </a:ext>
                  </a:extLst>
                </p:cNvPr>
                <p:cNvSpPr txBox="1"/>
                <p:nvPr/>
              </p:nvSpPr>
              <p:spPr>
                <a:xfrm>
                  <a:off x="1348692" y="5886294"/>
                  <a:ext cx="1703928" cy="369332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5EE97F0-9EC3-B02E-3D01-4EB0ECB42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8692" y="5886294"/>
                  <a:ext cx="170392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534" b="-1563"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3AA0FB-96BA-670D-F6BA-AB522D826EF3}"/>
                </a:ext>
              </a:extLst>
            </p:cNvPr>
            <p:cNvSpPr txBox="1"/>
            <p:nvPr/>
          </p:nvSpPr>
          <p:spPr>
            <a:xfrm>
              <a:off x="1348692" y="6341860"/>
              <a:ext cx="1965768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Set of Actions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37B2019-B9DB-0983-42D4-6FBD9F200D5E}"/>
              </a:ext>
            </a:extLst>
          </p:cNvPr>
          <p:cNvGrpSpPr/>
          <p:nvPr/>
        </p:nvGrpSpPr>
        <p:grpSpPr>
          <a:xfrm>
            <a:off x="5286373" y="1973764"/>
            <a:ext cx="6592160" cy="3475090"/>
            <a:chOff x="5286373" y="1973764"/>
            <a:chExt cx="6592160" cy="347509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E5582AB-CE3F-3384-BDF6-7B0D6F55895A}"/>
                </a:ext>
              </a:extLst>
            </p:cNvPr>
            <p:cNvGrpSpPr/>
            <p:nvPr/>
          </p:nvGrpSpPr>
          <p:grpSpPr>
            <a:xfrm>
              <a:off x="5286373" y="1973764"/>
              <a:ext cx="2535940" cy="2893244"/>
              <a:chOff x="5286373" y="1973764"/>
              <a:chExt cx="2535940" cy="28932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DB37B25-F5B1-62D0-5D64-43A273AD419C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5" y="4590009"/>
                    <a:ext cx="17472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057D8B5C-1AF9-9131-C63F-5D5148041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5" y="4590009"/>
                    <a:ext cx="174727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034" r="-344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1C5850B6-3252-8381-15FC-02869812C24B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4" y="3280495"/>
                    <a:ext cx="17472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032ECEC-7D82-5F13-EA42-8B468B0072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4" y="3280495"/>
                    <a:ext cx="174727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1034" r="-34483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139FFD4-164B-D02B-BB20-74647716D268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3" y="1973764"/>
                    <a:ext cx="30296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E485D0-688A-A547-7C7D-2A982F4936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3" y="1973764"/>
                    <a:ext cx="30296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000" r="-20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F3C16DC-2EA4-E8C4-DEB1-75AA01E0A47C}"/>
                  </a:ext>
                </a:extLst>
              </p:cNvPr>
              <p:cNvGrpSpPr/>
              <p:nvPr/>
            </p:nvGrpSpPr>
            <p:grpSpPr>
              <a:xfrm>
                <a:off x="5540415" y="3280495"/>
                <a:ext cx="2281898" cy="369332"/>
                <a:chOff x="5540415" y="3280495"/>
                <a:chExt cx="2281898" cy="369332"/>
              </a:xfrm>
            </p:grpSpPr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A69075DC-073C-E473-DA3B-2A2046587F60}"/>
                    </a:ext>
                  </a:extLst>
                </p:cNvPr>
                <p:cNvSpPr/>
                <p:nvPr/>
              </p:nvSpPr>
              <p:spPr>
                <a:xfrm flipH="1" flipV="1">
                  <a:off x="5540415" y="3428998"/>
                  <a:ext cx="955635" cy="45719"/>
                </a:xfrm>
                <a:custGeom>
                  <a:avLst/>
                  <a:gdLst>
                    <a:gd name="connsiteX0" fmla="*/ 0 w 1014984"/>
                    <a:gd name="connsiteY0" fmla="*/ 17329 h 337369"/>
                    <a:gd name="connsiteX1" fmla="*/ 420624 w 1014984"/>
                    <a:gd name="connsiteY1" fmla="*/ 17329 h 337369"/>
                    <a:gd name="connsiteX2" fmla="*/ 576072 w 1014984"/>
                    <a:gd name="connsiteY2" fmla="*/ 35617 h 337369"/>
                    <a:gd name="connsiteX3" fmla="*/ 804672 w 1014984"/>
                    <a:gd name="connsiteY3" fmla="*/ 90481 h 337369"/>
                    <a:gd name="connsiteX4" fmla="*/ 877824 w 1014984"/>
                    <a:gd name="connsiteY4" fmla="*/ 117913 h 337369"/>
                    <a:gd name="connsiteX5" fmla="*/ 941832 w 1014984"/>
                    <a:gd name="connsiteY5" fmla="*/ 172777 h 337369"/>
                    <a:gd name="connsiteX6" fmla="*/ 978408 w 1014984"/>
                    <a:gd name="connsiteY6" fmla="*/ 200209 h 337369"/>
                    <a:gd name="connsiteX7" fmla="*/ 996696 w 1014984"/>
                    <a:gd name="connsiteY7" fmla="*/ 291649 h 337369"/>
                    <a:gd name="connsiteX8" fmla="*/ 1014984 w 1014984"/>
                    <a:gd name="connsiteY8" fmla="*/ 337369 h 337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14984" h="337369">
                      <a:moveTo>
                        <a:pt x="0" y="17329"/>
                      </a:moveTo>
                      <a:cubicBezTo>
                        <a:pt x="167802" y="-10638"/>
                        <a:pt x="84751" y="-349"/>
                        <a:pt x="420624" y="17329"/>
                      </a:cubicBezTo>
                      <a:cubicBezTo>
                        <a:pt x="472725" y="20071"/>
                        <a:pt x="524487" y="27801"/>
                        <a:pt x="576072" y="35617"/>
                      </a:cubicBezTo>
                      <a:cubicBezTo>
                        <a:pt x="697973" y="54087"/>
                        <a:pt x="706089" y="55687"/>
                        <a:pt x="804672" y="90481"/>
                      </a:cubicBezTo>
                      <a:cubicBezTo>
                        <a:pt x="829229" y="99148"/>
                        <a:pt x="854116" y="107137"/>
                        <a:pt x="877824" y="117913"/>
                      </a:cubicBezTo>
                      <a:cubicBezTo>
                        <a:pt x="906928" y="131142"/>
                        <a:pt x="917370" y="151373"/>
                        <a:pt x="941832" y="172777"/>
                      </a:cubicBezTo>
                      <a:cubicBezTo>
                        <a:pt x="953301" y="182813"/>
                        <a:pt x="966216" y="191065"/>
                        <a:pt x="978408" y="200209"/>
                      </a:cubicBezTo>
                      <a:cubicBezTo>
                        <a:pt x="984504" y="230689"/>
                        <a:pt x="985152" y="262789"/>
                        <a:pt x="996696" y="291649"/>
                      </a:cubicBezTo>
                      <a:lnTo>
                        <a:pt x="1014984" y="337369"/>
                      </a:lnTo>
                    </a:path>
                  </a:pathLst>
                </a:custGeom>
                <a:noFill/>
                <a:ln>
                  <a:solidFill>
                    <a:srgbClr val="7030A0"/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9E532EA-053C-B117-CFE8-142E839DB84A}"/>
                    </a:ext>
                  </a:extLst>
                </p:cNvPr>
                <p:cNvSpPr txBox="1"/>
                <p:nvPr/>
              </p:nvSpPr>
              <p:spPr>
                <a:xfrm>
                  <a:off x="6302123" y="3280495"/>
                  <a:ext cx="1520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Payoff</a:t>
                  </a: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6A89796-18B0-E701-23C7-789635C3A49C}"/>
                </a:ext>
              </a:extLst>
            </p:cNvPr>
            <p:cNvGrpSpPr/>
            <p:nvPr/>
          </p:nvGrpSpPr>
          <p:grpSpPr>
            <a:xfrm>
              <a:off x="9126189" y="4505554"/>
              <a:ext cx="2752344" cy="943300"/>
              <a:chOff x="9281007" y="5886294"/>
              <a:chExt cx="2752344" cy="9433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EFA6199-115B-8E10-759A-9B3004C3E53C}"/>
                      </a:ext>
                    </a:extLst>
                  </p:cNvPr>
                  <p:cNvSpPr txBox="1"/>
                  <p:nvPr/>
                </p:nvSpPr>
                <p:spPr>
                  <a:xfrm>
                    <a:off x="9281007" y="5886294"/>
                    <a:ext cx="1377172" cy="369332"/>
                  </a:xfrm>
                  <a:prstGeom prst="rect">
                    <a:avLst/>
                  </a:prstGeom>
                  <a:noFill/>
                  <a:ln w="19050">
                    <a:solidFill>
                      <a:schemeClr val="accent5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≿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≿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C19F0032-6CFF-99D8-A5CD-ED7C520F27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81007" y="5886294"/>
                    <a:ext cx="137717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83" r="-3930" b="-28571"/>
                    </a:stretch>
                  </a:blipFill>
                  <a:ln w="19050">
                    <a:solidFill>
                      <a:schemeClr val="accent5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E3E2A5-785A-1C01-CEA3-5012756BC017}"/>
                  </a:ext>
                </a:extLst>
              </p:cNvPr>
              <p:cNvSpPr txBox="1"/>
              <p:nvPr/>
            </p:nvSpPr>
            <p:spPr>
              <a:xfrm>
                <a:off x="9281007" y="6460262"/>
                <a:ext cx="2752344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Preference Relations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3E2F4A-EFD1-DD90-1927-519C61BF935E}"/>
              </a:ext>
            </a:extLst>
          </p:cNvPr>
          <p:cNvGrpSpPr/>
          <p:nvPr/>
        </p:nvGrpSpPr>
        <p:grpSpPr>
          <a:xfrm>
            <a:off x="3680460" y="3105834"/>
            <a:ext cx="7673340" cy="3438839"/>
            <a:chOff x="3680460" y="3105834"/>
            <a:chExt cx="7673340" cy="343883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41A7036-2CBF-E8A8-551B-94C3F6E32622}"/>
                </a:ext>
              </a:extLst>
            </p:cNvPr>
            <p:cNvGrpSpPr/>
            <p:nvPr/>
          </p:nvGrpSpPr>
          <p:grpSpPr>
            <a:xfrm>
              <a:off x="3680460" y="4874230"/>
              <a:ext cx="2066741" cy="1670443"/>
              <a:chOff x="3680460" y="4874230"/>
              <a:chExt cx="2066741" cy="1670443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755ECF6-A354-5F4E-D4CC-3A46B75A4A93}"/>
                  </a:ext>
                </a:extLst>
              </p:cNvPr>
              <p:cNvSpPr/>
              <p:nvPr/>
            </p:nvSpPr>
            <p:spPr>
              <a:xfrm flipV="1">
                <a:off x="4920616" y="4874230"/>
                <a:ext cx="203270" cy="916475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33260F5-6AB3-D254-6836-E6E21FC551A7}"/>
                  </a:ext>
                </a:extLst>
              </p:cNvPr>
              <p:cNvSpPr txBox="1"/>
              <p:nvPr/>
            </p:nvSpPr>
            <p:spPr>
              <a:xfrm>
                <a:off x="3680460" y="5898342"/>
                <a:ext cx="2066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Terminal node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(Outcome)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FFB86B2-62FD-B48A-E022-908520C94377}"/>
                </a:ext>
              </a:extLst>
            </p:cNvPr>
            <p:cNvGrpSpPr/>
            <p:nvPr/>
          </p:nvGrpSpPr>
          <p:grpSpPr>
            <a:xfrm>
              <a:off x="9126189" y="3105834"/>
              <a:ext cx="2227611" cy="873347"/>
              <a:chOff x="5098783" y="5886294"/>
              <a:chExt cx="2227611" cy="8733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8AA1547-699B-AE22-1526-A68A37DC4A9B}"/>
                      </a:ext>
                    </a:extLst>
                  </p:cNvPr>
                  <p:cNvSpPr txBox="1"/>
                  <p:nvPr/>
                </p:nvSpPr>
                <p:spPr>
                  <a:xfrm>
                    <a:off x="5104299" y="5886294"/>
                    <a:ext cx="1703928" cy="369332"/>
                  </a:xfrm>
                  <a:prstGeom prst="rect">
                    <a:avLst/>
                  </a:prstGeom>
                  <a:noFill/>
                  <a:ln w="19050">
                    <a:solidFill>
                      <a:schemeClr val="accent5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</m:d>
                        </m:oMath>
                      </m:oMathPara>
                    </a14:m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305C341-CCA9-F26D-5CBE-46AABAF5A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4299" y="5886294"/>
                    <a:ext cx="170392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120" b="-28571"/>
                    </a:stretch>
                  </a:blipFill>
                  <a:ln w="19050">
                    <a:solidFill>
                      <a:schemeClr val="accent5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9FFB8AF-F1FF-C921-2CE8-CA1220EB983D}"/>
                  </a:ext>
                </a:extLst>
              </p:cNvPr>
              <p:cNvSpPr txBox="1"/>
              <p:nvPr/>
            </p:nvSpPr>
            <p:spPr>
              <a:xfrm>
                <a:off x="5098783" y="6390309"/>
                <a:ext cx="2227611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Set of Outcomes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262E7A-2E29-83E2-DCE5-1F3207BED03A}"/>
              </a:ext>
            </a:extLst>
          </p:cNvPr>
          <p:cNvGrpSpPr/>
          <p:nvPr/>
        </p:nvGrpSpPr>
        <p:grpSpPr>
          <a:xfrm>
            <a:off x="475488" y="5559552"/>
            <a:ext cx="1984248" cy="708122"/>
            <a:chOff x="475488" y="5559552"/>
            <a:chExt cx="1984248" cy="708122"/>
          </a:xfrm>
        </p:grpSpPr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CBCDABC0-65F8-AD7B-517A-99A3F24999E2}"/>
                </a:ext>
              </a:extLst>
            </p:cNvPr>
            <p:cNvSpPr/>
            <p:nvPr/>
          </p:nvSpPr>
          <p:spPr>
            <a:xfrm>
              <a:off x="475488" y="5559552"/>
              <a:ext cx="1984248" cy="299326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12E24D-8203-FB99-02D3-0B28BE253FEA}"/>
                </a:ext>
              </a:extLst>
            </p:cNvPr>
            <p:cNvSpPr txBox="1"/>
            <p:nvPr/>
          </p:nvSpPr>
          <p:spPr>
            <a:xfrm>
              <a:off x="475488" y="5898342"/>
              <a:ext cx="1984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Left to right</a:t>
              </a: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927DE9-8A0D-321A-E93F-EA4493C3B225}"/>
              </a:ext>
            </a:extLst>
          </p:cNvPr>
          <p:cNvSpPr/>
          <p:nvPr/>
        </p:nvSpPr>
        <p:spPr>
          <a:xfrm>
            <a:off x="10933176" y="1287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82C173-2452-99FA-A983-6BC5EB5CC2A7}"/>
              </a:ext>
            </a:extLst>
          </p:cNvPr>
          <p:cNvGrpSpPr/>
          <p:nvPr/>
        </p:nvGrpSpPr>
        <p:grpSpPr>
          <a:xfrm>
            <a:off x="4255477" y="1835074"/>
            <a:ext cx="3107348" cy="1196508"/>
            <a:chOff x="4255477" y="1835074"/>
            <a:chExt cx="3107348" cy="1196508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F116ABF-4C11-92EE-31B8-F071EB964905}"/>
                </a:ext>
              </a:extLst>
            </p:cNvPr>
            <p:cNvSpPr>
              <a:spLocks/>
            </p:cNvSpPr>
            <p:nvPr/>
          </p:nvSpPr>
          <p:spPr>
            <a:xfrm>
              <a:off x="5163537" y="1835074"/>
              <a:ext cx="548640" cy="54864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5CF5E1-DEA1-6BBF-0932-06080304C74E}"/>
                </a:ext>
              </a:extLst>
            </p:cNvPr>
            <p:cNvGrpSpPr/>
            <p:nvPr/>
          </p:nvGrpSpPr>
          <p:grpSpPr>
            <a:xfrm>
              <a:off x="4255477" y="2662250"/>
              <a:ext cx="3107348" cy="369332"/>
              <a:chOff x="4255477" y="2662250"/>
              <a:chExt cx="3107348" cy="36933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DA6D2D-032C-2562-CFAD-9F62D278F3DA}"/>
                  </a:ext>
                </a:extLst>
              </p:cNvPr>
              <p:cNvSpPr txBox="1"/>
              <p:nvPr/>
            </p:nvSpPr>
            <p:spPr>
              <a:xfrm>
                <a:off x="4920616" y="2662250"/>
                <a:ext cx="2442209" cy="369332"/>
              </a:xfrm>
              <a:custGeom>
                <a:avLst/>
                <a:gdLst>
                  <a:gd name="csX0" fmla="*/ 0 w 2442209"/>
                  <a:gd name="csY0" fmla="*/ 0 h 369332"/>
                  <a:gd name="csX1" fmla="*/ 464020 w 2442209"/>
                  <a:gd name="csY1" fmla="*/ 0 h 369332"/>
                  <a:gd name="csX2" fmla="*/ 952462 w 2442209"/>
                  <a:gd name="csY2" fmla="*/ 0 h 369332"/>
                  <a:gd name="csX3" fmla="*/ 1465325 w 2442209"/>
                  <a:gd name="csY3" fmla="*/ 0 h 369332"/>
                  <a:gd name="csX4" fmla="*/ 1978189 w 2442209"/>
                  <a:gd name="csY4" fmla="*/ 0 h 369332"/>
                  <a:gd name="csX5" fmla="*/ 2442209 w 2442209"/>
                  <a:gd name="csY5" fmla="*/ 0 h 369332"/>
                  <a:gd name="csX6" fmla="*/ 2442209 w 2442209"/>
                  <a:gd name="csY6" fmla="*/ 369332 h 369332"/>
                  <a:gd name="csX7" fmla="*/ 1904923 w 2442209"/>
                  <a:gd name="csY7" fmla="*/ 369332 h 369332"/>
                  <a:gd name="csX8" fmla="*/ 1367637 w 2442209"/>
                  <a:gd name="csY8" fmla="*/ 369332 h 369332"/>
                  <a:gd name="csX9" fmla="*/ 879195 w 2442209"/>
                  <a:gd name="csY9" fmla="*/ 369332 h 369332"/>
                  <a:gd name="csX10" fmla="*/ 0 w 2442209"/>
                  <a:gd name="csY10" fmla="*/ 369332 h 369332"/>
                  <a:gd name="csX11" fmla="*/ 0 w 2442209"/>
                  <a:gd name="csY11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442209" h="369332" fill="none" extrusionOk="0">
                    <a:moveTo>
                      <a:pt x="0" y="0"/>
                    </a:moveTo>
                    <a:cubicBezTo>
                      <a:pt x="135605" y="-15827"/>
                      <a:pt x="358183" y="33633"/>
                      <a:pt x="464020" y="0"/>
                    </a:cubicBezTo>
                    <a:cubicBezTo>
                      <a:pt x="569857" y="-33633"/>
                      <a:pt x="788151" y="56036"/>
                      <a:pt x="952462" y="0"/>
                    </a:cubicBezTo>
                    <a:cubicBezTo>
                      <a:pt x="1116773" y="-56036"/>
                      <a:pt x="1300328" y="1418"/>
                      <a:pt x="1465325" y="0"/>
                    </a:cubicBezTo>
                    <a:cubicBezTo>
                      <a:pt x="1630322" y="-1418"/>
                      <a:pt x="1792864" y="34761"/>
                      <a:pt x="1978189" y="0"/>
                    </a:cubicBezTo>
                    <a:cubicBezTo>
                      <a:pt x="2163514" y="-34761"/>
                      <a:pt x="2264475" y="26064"/>
                      <a:pt x="2442209" y="0"/>
                    </a:cubicBezTo>
                    <a:cubicBezTo>
                      <a:pt x="2459043" y="102192"/>
                      <a:pt x="2405444" y="207137"/>
                      <a:pt x="2442209" y="369332"/>
                    </a:cubicBezTo>
                    <a:cubicBezTo>
                      <a:pt x="2316325" y="426362"/>
                      <a:pt x="2135489" y="315151"/>
                      <a:pt x="1904923" y="369332"/>
                    </a:cubicBezTo>
                    <a:cubicBezTo>
                      <a:pt x="1674357" y="423513"/>
                      <a:pt x="1523799" y="306715"/>
                      <a:pt x="1367637" y="369332"/>
                    </a:cubicBezTo>
                    <a:cubicBezTo>
                      <a:pt x="1211475" y="431949"/>
                      <a:pt x="1032473" y="324080"/>
                      <a:pt x="879195" y="369332"/>
                    </a:cubicBezTo>
                    <a:cubicBezTo>
                      <a:pt x="725917" y="414584"/>
                      <a:pt x="438130" y="311487"/>
                      <a:pt x="0" y="369332"/>
                    </a:cubicBezTo>
                    <a:cubicBezTo>
                      <a:pt x="-1275" y="191808"/>
                      <a:pt x="34267" y="163671"/>
                      <a:pt x="0" y="0"/>
                    </a:cubicBezTo>
                    <a:close/>
                  </a:path>
                  <a:path w="2442209" h="369332" stroke="0" extrusionOk="0">
                    <a:moveTo>
                      <a:pt x="0" y="0"/>
                    </a:moveTo>
                    <a:cubicBezTo>
                      <a:pt x="129108" y="-55357"/>
                      <a:pt x="296647" y="20641"/>
                      <a:pt x="464020" y="0"/>
                    </a:cubicBezTo>
                    <a:cubicBezTo>
                      <a:pt x="631393" y="-20641"/>
                      <a:pt x="759308" y="6119"/>
                      <a:pt x="879195" y="0"/>
                    </a:cubicBezTo>
                    <a:cubicBezTo>
                      <a:pt x="999083" y="-6119"/>
                      <a:pt x="1233385" y="627"/>
                      <a:pt x="1416481" y="0"/>
                    </a:cubicBezTo>
                    <a:cubicBezTo>
                      <a:pt x="1599577" y="-627"/>
                      <a:pt x="1689701" y="54475"/>
                      <a:pt x="1880501" y="0"/>
                    </a:cubicBezTo>
                    <a:cubicBezTo>
                      <a:pt x="2071301" y="-54475"/>
                      <a:pt x="2179158" y="56181"/>
                      <a:pt x="2442209" y="0"/>
                    </a:cubicBezTo>
                    <a:cubicBezTo>
                      <a:pt x="2478369" y="81226"/>
                      <a:pt x="2420671" y="278722"/>
                      <a:pt x="2442209" y="369332"/>
                    </a:cubicBezTo>
                    <a:cubicBezTo>
                      <a:pt x="2199617" y="403151"/>
                      <a:pt x="2139291" y="364455"/>
                      <a:pt x="1953767" y="369332"/>
                    </a:cubicBezTo>
                    <a:cubicBezTo>
                      <a:pt x="1768243" y="374209"/>
                      <a:pt x="1547899" y="347021"/>
                      <a:pt x="1416481" y="369332"/>
                    </a:cubicBezTo>
                    <a:cubicBezTo>
                      <a:pt x="1285063" y="391643"/>
                      <a:pt x="1097623" y="326430"/>
                      <a:pt x="1001306" y="369332"/>
                    </a:cubicBezTo>
                    <a:cubicBezTo>
                      <a:pt x="904989" y="412234"/>
                      <a:pt x="673998" y="330818"/>
                      <a:pt x="512864" y="369332"/>
                    </a:cubicBezTo>
                    <a:cubicBezTo>
                      <a:pt x="351730" y="407846"/>
                      <a:pt x="165391" y="360696"/>
                      <a:pt x="0" y="369332"/>
                    </a:cubicBezTo>
                    <a:cubicBezTo>
                      <a:pt x="-36656" y="211973"/>
                      <a:pt x="14639" y="175527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 rational choice</a:t>
                </a: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48DED65-483D-B9A7-B859-2C957804DA64}"/>
                  </a:ext>
                </a:extLst>
              </p:cNvPr>
              <p:cNvSpPr/>
              <p:nvPr/>
            </p:nvSpPr>
            <p:spPr>
              <a:xfrm>
                <a:off x="4255477" y="2716823"/>
                <a:ext cx="641838" cy="123092"/>
              </a:xfrm>
              <a:custGeom>
                <a:avLst/>
                <a:gdLst>
                  <a:gd name="connsiteX0" fmla="*/ 641838 w 641838"/>
                  <a:gd name="connsiteY0" fmla="*/ 123092 h 123092"/>
                  <a:gd name="connsiteX1" fmla="*/ 211015 w 641838"/>
                  <a:gd name="connsiteY1" fmla="*/ 96715 h 123092"/>
                  <a:gd name="connsiteX2" fmla="*/ 131885 w 641838"/>
                  <a:gd name="connsiteY2" fmla="*/ 79131 h 123092"/>
                  <a:gd name="connsiteX3" fmla="*/ 96715 w 641838"/>
                  <a:gd name="connsiteY3" fmla="*/ 61546 h 123092"/>
                  <a:gd name="connsiteX4" fmla="*/ 52754 w 641838"/>
                  <a:gd name="connsiteY4" fmla="*/ 43962 h 123092"/>
                  <a:gd name="connsiteX5" fmla="*/ 26377 w 641838"/>
                  <a:gd name="connsiteY5" fmla="*/ 17585 h 123092"/>
                  <a:gd name="connsiteX6" fmla="*/ 0 w 641838"/>
                  <a:gd name="connsiteY6" fmla="*/ 0 h 123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1838" h="123092">
                    <a:moveTo>
                      <a:pt x="641838" y="123092"/>
                    </a:moveTo>
                    <a:cubicBezTo>
                      <a:pt x="470067" y="114913"/>
                      <a:pt x="357859" y="121190"/>
                      <a:pt x="211015" y="96715"/>
                    </a:cubicBezTo>
                    <a:cubicBezTo>
                      <a:pt x="177526" y="91133"/>
                      <a:pt x="163503" y="87035"/>
                      <a:pt x="131885" y="79131"/>
                    </a:cubicBezTo>
                    <a:cubicBezTo>
                      <a:pt x="120162" y="73269"/>
                      <a:pt x="108692" y="66869"/>
                      <a:pt x="96715" y="61546"/>
                    </a:cubicBezTo>
                    <a:cubicBezTo>
                      <a:pt x="82293" y="55136"/>
                      <a:pt x="66137" y="52327"/>
                      <a:pt x="52754" y="43962"/>
                    </a:cubicBezTo>
                    <a:cubicBezTo>
                      <a:pt x="42210" y="37372"/>
                      <a:pt x="35929" y="25545"/>
                      <a:pt x="26377" y="17585"/>
                    </a:cubicBezTo>
                    <a:cubicBezTo>
                      <a:pt x="18259" y="10820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AF825D-107C-831B-C622-7711207C902D}"/>
              </a:ext>
            </a:extLst>
          </p:cNvPr>
          <p:cNvGrpSpPr/>
          <p:nvPr/>
        </p:nvGrpSpPr>
        <p:grpSpPr>
          <a:xfrm>
            <a:off x="6333525" y="3932581"/>
            <a:ext cx="1920241" cy="2335092"/>
            <a:chOff x="6333525" y="3932581"/>
            <a:chExt cx="1920241" cy="233509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C5121F-67DF-1927-26EA-3E453BC82710}"/>
                </a:ext>
              </a:extLst>
            </p:cNvPr>
            <p:cNvSpPr txBox="1"/>
            <p:nvPr/>
          </p:nvSpPr>
          <p:spPr>
            <a:xfrm>
              <a:off x="6333525" y="3932581"/>
              <a:ext cx="1920241" cy="369332"/>
            </a:xfrm>
            <a:custGeom>
              <a:avLst/>
              <a:gdLst>
                <a:gd name="csX0" fmla="*/ 0 w 1920241"/>
                <a:gd name="csY0" fmla="*/ 0 h 369332"/>
                <a:gd name="csX1" fmla="*/ 460858 w 1920241"/>
                <a:gd name="csY1" fmla="*/ 0 h 369332"/>
                <a:gd name="csX2" fmla="*/ 883311 w 1920241"/>
                <a:gd name="csY2" fmla="*/ 0 h 369332"/>
                <a:gd name="csX3" fmla="*/ 1401776 w 1920241"/>
                <a:gd name="csY3" fmla="*/ 0 h 369332"/>
                <a:gd name="csX4" fmla="*/ 1920241 w 1920241"/>
                <a:gd name="csY4" fmla="*/ 0 h 369332"/>
                <a:gd name="csX5" fmla="*/ 1920241 w 1920241"/>
                <a:gd name="csY5" fmla="*/ 369332 h 369332"/>
                <a:gd name="csX6" fmla="*/ 1478586 w 1920241"/>
                <a:gd name="csY6" fmla="*/ 369332 h 369332"/>
                <a:gd name="csX7" fmla="*/ 1036930 w 1920241"/>
                <a:gd name="csY7" fmla="*/ 369332 h 369332"/>
                <a:gd name="csX8" fmla="*/ 518465 w 1920241"/>
                <a:gd name="csY8" fmla="*/ 369332 h 369332"/>
                <a:gd name="csX9" fmla="*/ 0 w 1920241"/>
                <a:gd name="csY9" fmla="*/ 369332 h 369332"/>
                <a:gd name="csX10" fmla="*/ 0 w 1920241"/>
                <a:gd name="csY10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920241" h="369332" extrusionOk="0">
                  <a:moveTo>
                    <a:pt x="0" y="0"/>
                  </a:moveTo>
                  <a:cubicBezTo>
                    <a:pt x="197015" y="-42569"/>
                    <a:pt x="261869" y="54170"/>
                    <a:pt x="460858" y="0"/>
                  </a:cubicBezTo>
                  <a:cubicBezTo>
                    <a:pt x="659847" y="-54170"/>
                    <a:pt x="795218" y="10862"/>
                    <a:pt x="883311" y="0"/>
                  </a:cubicBezTo>
                  <a:cubicBezTo>
                    <a:pt x="971404" y="-10862"/>
                    <a:pt x="1183883" y="30862"/>
                    <a:pt x="1401776" y="0"/>
                  </a:cubicBezTo>
                  <a:cubicBezTo>
                    <a:pt x="1619669" y="-30862"/>
                    <a:pt x="1705195" y="50911"/>
                    <a:pt x="1920241" y="0"/>
                  </a:cubicBezTo>
                  <a:cubicBezTo>
                    <a:pt x="1941040" y="91456"/>
                    <a:pt x="1905161" y="211595"/>
                    <a:pt x="1920241" y="369332"/>
                  </a:cubicBezTo>
                  <a:cubicBezTo>
                    <a:pt x="1710262" y="395989"/>
                    <a:pt x="1606644" y="317627"/>
                    <a:pt x="1478586" y="369332"/>
                  </a:cubicBezTo>
                  <a:cubicBezTo>
                    <a:pt x="1350528" y="421037"/>
                    <a:pt x="1211409" y="365409"/>
                    <a:pt x="1036930" y="369332"/>
                  </a:cubicBezTo>
                  <a:cubicBezTo>
                    <a:pt x="862451" y="373255"/>
                    <a:pt x="735351" y="333874"/>
                    <a:pt x="518465" y="369332"/>
                  </a:cubicBezTo>
                  <a:cubicBezTo>
                    <a:pt x="301579" y="404790"/>
                    <a:pt x="206088" y="368949"/>
                    <a:pt x="0" y="369332"/>
                  </a:cubicBezTo>
                  <a:cubicBezTo>
                    <a:pt x="-29239" y="231265"/>
                    <a:pt x="21229" y="17578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One action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85EB44-6239-6D6F-AD11-C3EE224B625E}"/>
                </a:ext>
              </a:extLst>
            </p:cNvPr>
            <p:cNvSpPr txBox="1"/>
            <p:nvPr/>
          </p:nvSpPr>
          <p:spPr>
            <a:xfrm>
              <a:off x="6333525" y="4915461"/>
              <a:ext cx="1920241" cy="369332"/>
            </a:xfrm>
            <a:custGeom>
              <a:avLst/>
              <a:gdLst>
                <a:gd name="csX0" fmla="*/ 0 w 1920241"/>
                <a:gd name="csY0" fmla="*/ 0 h 369332"/>
                <a:gd name="csX1" fmla="*/ 460858 w 1920241"/>
                <a:gd name="csY1" fmla="*/ 0 h 369332"/>
                <a:gd name="csX2" fmla="*/ 883311 w 1920241"/>
                <a:gd name="csY2" fmla="*/ 0 h 369332"/>
                <a:gd name="csX3" fmla="*/ 1401776 w 1920241"/>
                <a:gd name="csY3" fmla="*/ 0 h 369332"/>
                <a:gd name="csX4" fmla="*/ 1920241 w 1920241"/>
                <a:gd name="csY4" fmla="*/ 0 h 369332"/>
                <a:gd name="csX5" fmla="*/ 1920241 w 1920241"/>
                <a:gd name="csY5" fmla="*/ 369332 h 369332"/>
                <a:gd name="csX6" fmla="*/ 1478586 w 1920241"/>
                <a:gd name="csY6" fmla="*/ 369332 h 369332"/>
                <a:gd name="csX7" fmla="*/ 1036930 w 1920241"/>
                <a:gd name="csY7" fmla="*/ 369332 h 369332"/>
                <a:gd name="csX8" fmla="*/ 518465 w 1920241"/>
                <a:gd name="csY8" fmla="*/ 369332 h 369332"/>
                <a:gd name="csX9" fmla="*/ 0 w 1920241"/>
                <a:gd name="csY9" fmla="*/ 369332 h 369332"/>
                <a:gd name="csX10" fmla="*/ 0 w 1920241"/>
                <a:gd name="csY10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920241" h="369332" extrusionOk="0">
                  <a:moveTo>
                    <a:pt x="0" y="0"/>
                  </a:moveTo>
                  <a:cubicBezTo>
                    <a:pt x="197015" y="-42569"/>
                    <a:pt x="261869" y="54170"/>
                    <a:pt x="460858" y="0"/>
                  </a:cubicBezTo>
                  <a:cubicBezTo>
                    <a:pt x="659847" y="-54170"/>
                    <a:pt x="795218" y="10862"/>
                    <a:pt x="883311" y="0"/>
                  </a:cubicBezTo>
                  <a:cubicBezTo>
                    <a:pt x="971404" y="-10862"/>
                    <a:pt x="1183883" y="30862"/>
                    <a:pt x="1401776" y="0"/>
                  </a:cubicBezTo>
                  <a:cubicBezTo>
                    <a:pt x="1619669" y="-30862"/>
                    <a:pt x="1705195" y="50911"/>
                    <a:pt x="1920241" y="0"/>
                  </a:cubicBezTo>
                  <a:cubicBezTo>
                    <a:pt x="1941040" y="91456"/>
                    <a:pt x="1905161" y="211595"/>
                    <a:pt x="1920241" y="369332"/>
                  </a:cubicBezTo>
                  <a:cubicBezTo>
                    <a:pt x="1710262" y="395989"/>
                    <a:pt x="1606644" y="317627"/>
                    <a:pt x="1478586" y="369332"/>
                  </a:cubicBezTo>
                  <a:cubicBezTo>
                    <a:pt x="1350528" y="421037"/>
                    <a:pt x="1211409" y="365409"/>
                    <a:pt x="1036930" y="369332"/>
                  </a:cubicBezTo>
                  <a:cubicBezTo>
                    <a:pt x="862451" y="373255"/>
                    <a:pt x="735351" y="333874"/>
                    <a:pt x="518465" y="369332"/>
                  </a:cubicBezTo>
                  <a:cubicBezTo>
                    <a:pt x="301579" y="404790"/>
                    <a:pt x="206088" y="368949"/>
                    <a:pt x="0" y="369332"/>
                  </a:cubicBezTo>
                  <a:cubicBezTo>
                    <a:pt x="-29239" y="231265"/>
                    <a:pt x="21229" y="17578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  <a:sym typeface="Wingdings" panose="05000000000000000000" pitchFamily="2" charset="2"/>
                </a:rPr>
                <a:t>One outcome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6D2073-4C8F-9859-5EAE-FC7F3D4787A8}"/>
                </a:ext>
              </a:extLst>
            </p:cNvPr>
            <p:cNvSpPr txBox="1"/>
            <p:nvPr/>
          </p:nvSpPr>
          <p:spPr>
            <a:xfrm>
              <a:off x="6333525" y="5898341"/>
              <a:ext cx="1920241" cy="369332"/>
            </a:xfrm>
            <a:custGeom>
              <a:avLst/>
              <a:gdLst>
                <a:gd name="csX0" fmla="*/ 0 w 1920241"/>
                <a:gd name="csY0" fmla="*/ 0 h 369332"/>
                <a:gd name="csX1" fmla="*/ 460858 w 1920241"/>
                <a:gd name="csY1" fmla="*/ 0 h 369332"/>
                <a:gd name="csX2" fmla="*/ 883311 w 1920241"/>
                <a:gd name="csY2" fmla="*/ 0 h 369332"/>
                <a:gd name="csX3" fmla="*/ 1401776 w 1920241"/>
                <a:gd name="csY3" fmla="*/ 0 h 369332"/>
                <a:gd name="csX4" fmla="*/ 1920241 w 1920241"/>
                <a:gd name="csY4" fmla="*/ 0 h 369332"/>
                <a:gd name="csX5" fmla="*/ 1920241 w 1920241"/>
                <a:gd name="csY5" fmla="*/ 369332 h 369332"/>
                <a:gd name="csX6" fmla="*/ 1478586 w 1920241"/>
                <a:gd name="csY6" fmla="*/ 369332 h 369332"/>
                <a:gd name="csX7" fmla="*/ 1036930 w 1920241"/>
                <a:gd name="csY7" fmla="*/ 369332 h 369332"/>
                <a:gd name="csX8" fmla="*/ 518465 w 1920241"/>
                <a:gd name="csY8" fmla="*/ 369332 h 369332"/>
                <a:gd name="csX9" fmla="*/ 0 w 1920241"/>
                <a:gd name="csY9" fmla="*/ 369332 h 369332"/>
                <a:gd name="csX10" fmla="*/ 0 w 1920241"/>
                <a:gd name="csY10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920241" h="369332" extrusionOk="0">
                  <a:moveTo>
                    <a:pt x="0" y="0"/>
                  </a:moveTo>
                  <a:cubicBezTo>
                    <a:pt x="197015" y="-42569"/>
                    <a:pt x="261869" y="54170"/>
                    <a:pt x="460858" y="0"/>
                  </a:cubicBezTo>
                  <a:cubicBezTo>
                    <a:pt x="659847" y="-54170"/>
                    <a:pt x="795218" y="10862"/>
                    <a:pt x="883311" y="0"/>
                  </a:cubicBezTo>
                  <a:cubicBezTo>
                    <a:pt x="971404" y="-10862"/>
                    <a:pt x="1183883" y="30862"/>
                    <a:pt x="1401776" y="0"/>
                  </a:cubicBezTo>
                  <a:cubicBezTo>
                    <a:pt x="1619669" y="-30862"/>
                    <a:pt x="1705195" y="50911"/>
                    <a:pt x="1920241" y="0"/>
                  </a:cubicBezTo>
                  <a:cubicBezTo>
                    <a:pt x="1941040" y="91456"/>
                    <a:pt x="1905161" y="211595"/>
                    <a:pt x="1920241" y="369332"/>
                  </a:cubicBezTo>
                  <a:cubicBezTo>
                    <a:pt x="1710262" y="395989"/>
                    <a:pt x="1606644" y="317627"/>
                    <a:pt x="1478586" y="369332"/>
                  </a:cubicBezTo>
                  <a:cubicBezTo>
                    <a:pt x="1350528" y="421037"/>
                    <a:pt x="1211409" y="365409"/>
                    <a:pt x="1036930" y="369332"/>
                  </a:cubicBezTo>
                  <a:cubicBezTo>
                    <a:pt x="862451" y="373255"/>
                    <a:pt x="735351" y="333874"/>
                    <a:pt x="518465" y="369332"/>
                  </a:cubicBezTo>
                  <a:cubicBezTo>
                    <a:pt x="301579" y="404790"/>
                    <a:pt x="206088" y="368949"/>
                    <a:pt x="0" y="369332"/>
                  </a:cubicBezTo>
                  <a:cubicBezTo>
                    <a:pt x="-29239" y="231265"/>
                    <a:pt x="21229" y="17578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  <a:sym typeface="Wingdings" panose="05000000000000000000" pitchFamily="2" charset="2"/>
                </a:rPr>
                <a:t>One payoff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06A3A33-1276-71BC-FE47-029F8972B3A4}"/>
                </a:ext>
              </a:extLst>
            </p:cNvPr>
            <p:cNvSpPr/>
            <p:nvPr/>
          </p:nvSpPr>
          <p:spPr>
            <a:xfrm>
              <a:off x="7167418" y="4300689"/>
              <a:ext cx="273180" cy="629393"/>
            </a:xfrm>
            <a:custGeom>
              <a:avLst/>
              <a:gdLst>
                <a:gd name="csX0" fmla="*/ 0 w 273180"/>
                <a:gd name="csY0" fmla="*/ 492803 h 629393"/>
                <a:gd name="csX1" fmla="*/ 68295 w 273180"/>
                <a:gd name="csY1" fmla="*/ 492803 h 629393"/>
                <a:gd name="csX2" fmla="*/ 68295 w 273180"/>
                <a:gd name="csY2" fmla="*/ 0 h 629393"/>
                <a:gd name="csX3" fmla="*/ 204885 w 273180"/>
                <a:gd name="csY3" fmla="*/ 0 h 629393"/>
                <a:gd name="csX4" fmla="*/ 204885 w 273180"/>
                <a:gd name="csY4" fmla="*/ 492803 h 629393"/>
                <a:gd name="csX5" fmla="*/ 273180 w 273180"/>
                <a:gd name="csY5" fmla="*/ 492803 h 629393"/>
                <a:gd name="csX6" fmla="*/ 136590 w 273180"/>
                <a:gd name="csY6" fmla="*/ 629393 h 629393"/>
                <a:gd name="csX7" fmla="*/ 0 w 273180"/>
                <a:gd name="csY7" fmla="*/ 492803 h 629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3180" h="629393" extrusionOk="0">
                  <a:moveTo>
                    <a:pt x="0" y="492803"/>
                  </a:moveTo>
                  <a:cubicBezTo>
                    <a:pt x="27881" y="489352"/>
                    <a:pt x="45813" y="494295"/>
                    <a:pt x="68295" y="492803"/>
                  </a:cubicBezTo>
                  <a:cubicBezTo>
                    <a:pt x="54197" y="381180"/>
                    <a:pt x="102177" y="215925"/>
                    <a:pt x="68295" y="0"/>
                  </a:cubicBezTo>
                  <a:cubicBezTo>
                    <a:pt x="117576" y="-6633"/>
                    <a:pt x="155011" y="7475"/>
                    <a:pt x="204885" y="0"/>
                  </a:cubicBezTo>
                  <a:cubicBezTo>
                    <a:pt x="247625" y="172336"/>
                    <a:pt x="149393" y="286978"/>
                    <a:pt x="204885" y="492803"/>
                  </a:cubicBezTo>
                  <a:cubicBezTo>
                    <a:pt x="228534" y="490774"/>
                    <a:pt x="253158" y="493058"/>
                    <a:pt x="273180" y="492803"/>
                  </a:cubicBezTo>
                  <a:cubicBezTo>
                    <a:pt x="215673" y="565925"/>
                    <a:pt x="163223" y="595458"/>
                    <a:pt x="136590" y="629393"/>
                  </a:cubicBezTo>
                  <a:cubicBezTo>
                    <a:pt x="73701" y="597349"/>
                    <a:pt x="59374" y="552163"/>
                    <a:pt x="0" y="492803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2959117838">
                    <a:prstGeom prst="downArrow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133DEC81-1093-CC80-AA2B-D130016AFD39}"/>
                </a:ext>
              </a:extLst>
            </p:cNvPr>
            <p:cNvSpPr/>
            <p:nvPr/>
          </p:nvSpPr>
          <p:spPr>
            <a:xfrm>
              <a:off x="7167418" y="5264188"/>
              <a:ext cx="273180" cy="629393"/>
            </a:xfrm>
            <a:custGeom>
              <a:avLst/>
              <a:gdLst>
                <a:gd name="csX0" fmla="*/ 0 w 273180"/>
                <a:gd name="csY0" fmla="*/ 492803 h 629393"/>
                <a:gd name="csX1" fmla="*/ 68295 w 273180"/>
                <a:gd name="csY1" fmla="*/ 492803 h 629393"/>
                <a:gd name="csX2" fmla="*/ 68295 w 273180"/>
                <a:gd name="csY2" fmla="*/ 0 h 629393"/>
                <a:gd name="csX3" fmla="*/ 204885 w 273180"/>
                <a:gd name="csY3" fmla="*/ 0 h 629393"/>
                <a:gd name="csX4" fmla="*/ 204885 w 273180"/>
                <a:gd name="csY4" fmla="*/ 492803 h 629393"/>
                <a:gd name="csX5" fmla="*/ 273180 w 273180"/>
                <a:gd name="csY5" fmla="*/ 492803 h 629393"/>
                <a:gd name="csX6" fmla="*/ 136590 w 273180"/>
                <a:gd name="csY6" fmla="*/ 629393 h 629393"/>
                <a:gd name="csX7" fmla="*/ 0 w 273180"/>
                <a:gd name="csY7" fmla="*/ 492803 h 629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3180" h="629393" extrusionOk="0">
                  <a:moveTo>
                    <a:pt x="0" y="492803"/>
                  </a:moveTo>
                  <a:cubicBezTo>
                    <a:pt x="33712" y="485669"/>
                    <a:pt x="37492" y="493001"/>
                    <a:pt x="68295" y="492803"/>
                  </a:cubicBezTo>
                  <a:cubicBezTo>
                    <a:pt x="54341" y="307834"/>
                    <a:pt x="98153" y="118293"/>
                    <a:pt x="68295" y="0"/>
                  </a:cubicBezTo>
                  <a:cubicBezTo>
                    <a:pt x="129879" y="-3562"/>
                    <a:pt x="172123" y="7734"/>
                    <a:pt x="204885" y="0"/>
                  </a:cubicBezTo>
                  <a:cubicBezTo>
                    <a:pt x="209078" y="101654"/>
                    <a:pt x="195196" y="314981"/>
                    <a:pt x="204885" y="492803"/>
                  </a:cubicBezTo>
                  <a:cubicBezTo>
                    <a:pt x="233817" y="486102"/>
                    <a:pt x="254413" y="497477"/>
                    <a:pt x="273180" y="492803"/>
                  </a:cubicBezTo>
                  <a:cubicBezTo>
                    <a:pt x="252003" y="538555"/>
                    <a:pt x="190528" y="553955"/>
                    <a:pt x="136590" y="629393"/>
                  </a:cubicBezTo>
                  <a:cubicBezTo>
                    <a:pt x="74580" y="572892"/>
                    <a:pt x="58977" y="531838"/>
                    <a:pt x="0" y="492803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downArrow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5CD205F-9D38-9C78-F166-C6FB6E969010}"/>
              </a:ext>
            </a:extLst>
          </p:cNvPr>
          <p:cNvSpPr/>
          <p:nvPr/>
        </p:nvSpPr>
        <p:spPr>
          <a:xfrm>
            <a:off x="7992208" y="4202723"/>
            <a:ext cx="791307" cy="1918646"/>
          </a:xfrm>
          <a:custGeom>
            <a:avLst/>
            <a:gdLst>
              <a:gd name="connsiteX0" fmla="*/ 0 w 791307"/>
              <a:gd name="connsiteY0" fmla="*/ 0 h 2066192"/>
              <a:gd name="connsiteX1" fmla="*/ 219807 w 791307"/>
              <a:gd name="connsiteY1" fmla="*/ 26377 h 2066192"/>
              <a:gd name="connsiteX2" fmla="*/ 316523 w 791307"/>
              <a:gd name="connsiteY2" fmla="*/ 79131 h 2066192"/>
              <a:gd name="connsiteX3" fmla="*/ 369277 w 791307"/>
              <a:gd name="connsiteY3" fmla="*/ 123092 h 2066192"/>
              <a:gd name="connsiteX4" fmla="*/ 439615 w 791307"/>
              <a:gd name="connsiteY4" fmla="*/ 202223 h 2066192"/>
              <a:gd name="connsiteX5" fmla="*/ 501161 w 791307"/>
              <a:gd name="connsiteY5" fmla="*/ 290146 h 2066192"/>
              <a:gd name="connsiteX6" fmla="*/ 527538 w 791307"/>
              <a:gd name="connsiteY6" fmla="*/ 307731 h 2066192"/>
              <a:gd name="connsiteX7" fmla="*/ 571500 w 791307"/>
              <a:gd name="connsiteY7" fmla="*/ 386862 h 2066192"/>
              <a:gd name="connsiteX8" fmla="*/ 615461 w 791307"/>
              <a:gd name="connsiteY8" fmla="*/ 474785 h 2066192"/>
              <a:gd name="connsiteX9" fmla="*/ 633046 w 791307"/>
              <a:gd name="connsiteY9" fmla="*/ 518746 h 2066192"/>
              <a:gd name="connsiteX10" fmla="*/ 659423 w 791307"/>
              <a:gd name="connsiteY10" fmla="*/ 562708 h 2066192"/>
              <a:gd name="connsiteX11" fmla="*/ 677007 w 791307"/>
              <a:gd name="connsiteY11" fmla="*/ 597877 h 2066192"/>
              <a:gd name="connsiteX12" fmla="*/ 712177 w 791307"/>
              <a:gd name="connsiteY12" fmla="*/ 685800 h 2066192"/>
              <a:gd name="connsiteX13" fmla="*/ 729761 w 791307"/>
              <a:gd name="connsiteY13" fmla="*/ 756139 h 2066192"/>
              <a:gd name="connsiteX14" fmla="*/ 756138 w 791307"/>
              <a:gd name="connsiteY14" fmla="*/ 835269 h 2066192"/>
              <a:gd name="connsiteX15" fmla="*/ 773723 w 791307"/>
              <a:gd name="connsiteY15" fmla="*/ 1011115 h 2066192"/>
              <a:gd name="connsiteX16" fmla="*/ 791307 w 791307"/>
              <a:gd name="connsiteY16" fmla="*/ 1099039 h 2066192"/>
              <a:gd name="connsiteX17" fmla="*/ 773723 w 791307"/>
              <a:gd name="connsiteY17" fmla="*/ 1310054 h 2066192"/>
              <a:gd name="connsiteX18" fmla="*/ 703384 w 791307"/>
              <a:gd name="connsiteY18" fmla="*/ 1503485 h 2066192"/>
              <a:gd name="connsiteX19" fmla="*/ 659423 w 791307"/>
              <a:gd name="connsiteY19" fmla="*/ 1573823 h 2066192"/>
              <a:gd name="connsiteX20" fmla="*/ 633046 w 791307"/>
              <a:gd name="connsiteY20" fmla="*/ 1635369 h 2066192"/>
              <a:gd name="connsiteX21" fmla="*/ 509954 w 791307"/>
              <a:gd name="connsiteY21" fmla="*/ 1828800 h 2066192"/>
              <a:gd name="connsiteX22" fmla="*/ 395654 w 791307"/>
              <a:gd name="connsiteY22" fmla="*/ 1934308 h 2066192"/>
              <a:gd name="connsiteX23" fmla="*/ 334107 w 791307"/>
              <a:gd name="connsiteY23" fmla="*/ 1978269 h 2066192"/>
              <a:gd name="connsiteX24" fmla="*/ 290146 w 791307"/>
              <a:gd name="connsiteY24" fmla="*/ 2013439 h 2066192"/>
              <a:gd name="connsiteX25" fmla="*/ 254977 w 791307"/>
              <a:gd name="connsiteY25" fmla="*/ 2022231 h 2066192"/>
              <a:gd name="connsiteX26" fmla="*/ 193430 w 791307"/>
              <a:gd name="connsiteY26" fmla="*/ 2057400 h 2066192"/>
              <a:gd name="connsiteX27" fmla="*/ 131884 w 791307"/>
              <a:gd name="connsiteY27" fmla="*/ 2066192 h 206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91307" h="2066192">
                <a:moveTo>
                  <a:pt x="0" y="0"/>
                </a:moveTo>
                <a:cubicBezTo>
                  <a:pt x="73269" y="8792"/>
                  <a:pt x="147016" y="14245"/>
                  <a:pt x="219807" y="26377"/>
                </a:cubicBezTo>
                <a:cubicBezTo>
                  <a:pt x="250928" y="31564"/>
                  <a:pt x="294107" y="62319"/>
                  <a:pt x="316523" y="79131"/>
                </a:cubicBezTo>
                <a:cubicBezTo>
                  <a:pt x="334835" y="92865"/>
                  <a:pt x="352340" y="107695"/>
                  <a:pt x="369277" y="123092"/>
                </a:cubicBezTo>
                <a:cubicBezTo>
                  <a:pt x="399758" y="150802"/>
                  <a:pt x="417662" y="169294"/>
                  <a:pt x="439615" y="202223"/>
                </a:cubicBezTo>
                <a:cubicBezTo>
                  <a:pt x="466785" y="242977"/>
                  <a:pt x="465048" y="254033"/>
                  <a:pt x="501161" y="290146"/>
                </a:cubicBezTo>
                <a:cubicBezTo>
                  <a:pt x="508633" y="297618"/>
                  <a:pt x="518746" y="301869"/>
                  <a:pt x="527538" y="307731"/>
                </a:cubicBezTo>
                <a:cubicBezTo>
                  <a:pt x="572017" y="418924"/>
                  <a:pt x="515736" y="289274"/>
                  <a:pt x="571500" y="386862"/>
                </a:cubicBezTo>
                <a:cubicBezTo>
                  <a:pt x="587757" y="415312"/>
                  <a:pt x="603291" y="444362"/>
                  <a:pt x="615461" y="474785"/>
                </a:cubicBezTo>
                <a:cubicBezTo>
                  <a:pt x="621323" y="489439"/>
                  <a:pt x="625988" y="504630"/>
                  <a:pt x="633046" y="518746"/>
                </a:cubicBezTo>
                <a:cubicBezTo>
                  <a:pt x="640689" y="534031"/>
                  <a:pt x="651124" y="547769"/>
                  <a:pt x="659423" y="562708"/>
                </a:cubicBezTo>
                <a:cubicBezTo>
                  <a:pt x="665788" y="574165"/>
                  <a:pt x="671146" y="586154"/>
                  <a:pt x="677007" y="597877"/>
                </a:cubicBezTo>
                <a:cubicBezTo>
                  <a:pt x="700739" y="716530"/>
                  <a:pt x="664860" y="562776"/>
                  <a:pt x="712177" y="685800"/>
                </a:cubicBezTo>
                <a:cubicBezTo>
                  <a:pt x="720853" y="708357"/>
                  <a:pt x="722942" y="732953"/>
                  <a:pt x="729761" y="756139"/>
                </a:cubicBezTo>
                <a:cubicBezTo>
                  <a:pt x="737606" y="782813"/>
                  <a:pt x="747346" y="808892"/>
                  <a:pt x="756138" y="835269"/>
                </a:cubicBezTo>
                <a:cubicBezTo>
                  <a:pt x="758715" y="863620"/>
                  <a:pt x="768420" y="977527"/>
                  <a:pt x="773723" y="1011115"/>
                </a:cubicBezTo>
                <a:cubicBezTo>
                  <a:pt x="778384" y="1040638"/>
                  <a:pt x="785446" y="1069731"/>
                  <a:pt x="791307" y="1099039"/>
                </a:cubicBezTo>
                <a:cubicBezTo>
                  <a:pt x="785446" y="1169377"/>
                  <a:pt x="785326" y="1240432"/>
                  <a:pt x="773723" y="1310054"/>
                </a:cubicBezTo>
                <a:cubicBezTo>
                  <a:pt x="769619" y="1334680"/>
                  <a:pt x="717373" y="1475508"/>
                  <a:pt x="703384" y="1503485"/>
                </a:cubicBezTo>
                <a:cubicBezTo>
                  <a:pt x="691019" y="1528215"/>
                  <a:pt x="672434" y="1549427"/>
                  <a:pt x="659423" y="1573823"/>
                </a:cubicBezTo>
                <a:cubicBezTo>
                  <a:pt x="648919" y="1593517"/>
                  <a:pt x="643734" y="1615774"/>
                  <a:pt x="633046" y="1635369"/>
                </a:cubicBezTo>
                <a:cubicBezTo>
                  <a:pt x="614737" y="1668935"/>
                  <a:pt x="547425" y="1784516"/>
                  <a:pt x="509954" y="1828800"/>
                </a:cubicBezTo>
                <a:cubicBezTo>
                  <a:pt x="484429" y="1858966"/>
                  <a:pt x="425737" y="1910672"/>
                  <a:pt x="395654" y="1934308"/>
                </a:cubicBezTo>
                <a:cubicBezTo>
                  <a:pt x="375830" y="1949884"/>
                  <a:pt x="354276" y="1963142"/>
                  <a:pt x="334107" y="1978269"/>
                </a:cubicBezTo>
                <a:cubicBezTo>
                  <a:pt x="319094" y="1989529"/>
                  <a:pt x="306550" y="2004325"/>
                  <a:pt x="290146" y="2013439"/>
                </a:cubicBezTo>
                <a:cubicBezTo>
                  <a:pt x="279583" y="2019307"/>
                  <a:pt x="266700" y="2019300"/>
                  <a:pt x="254977" y="2022231"/>
                </a:cubicBezTo>
                <a:cubicBezTo>
                  <a:pt x="227832" y="2042590"/>
                  <a:pt x="223945" y="2051297"/>
                  <a:pt x="193430" y="2057400"/>
                </a:cubicBezTo>
                <a:cubicBezTo>
                  <a:pt x="173109" y="2061464"/>
                  <a:pt x="131884" y="2066192"/>
                  <a:pt x="131884" y="2066192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62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06B81-9160-0AA1-FA1B-2E67A497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5B386B0-0BCF-8C23-87B2-06920F99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B35FFC49-F332-D4B5-3D4B-A27FF636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695E1-C704-7911-90A8-D384EC6D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From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to </a:t>
            </a:r>
            <a:r>
              <a:rPr lang="en-US" sz="5400" i="1" dirty="0"/>
              <a:t>Expected </a:t>
            </a:r>
            <a:r>
              <a:rPr lang="en-US" sz="5400" i="1" dirty="0">
                <a:solidFill>
                  <a:srgbClr val="0070C0"/>
                </a:solidFill>
              </a:rPr>
              <a:t>Payoff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3D211802-6521-4135-442E-5E1D3E71B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B68C2E-0270-3AB7-E3ED-6AD31884C00C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B68C2E-0270-3AB7-E3ED-6AD31884C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E4F4778-60F9-D8E9-C39E-2F994A2DA864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CB7682-A2E4-53BD-292D-43EE790000AB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EB9E83D-B811-FB99-F69C-5DBDF974B1E0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4815496-3615-D926-48DD-B1181F46C1F5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5E74C1D-81B0-8A1E-12B9-042C91C42DE2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5E74C1D-81B0-8A1E-12B9-042C91C42D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AB3433-2C40-F1EA-4A3E-7BF8DECFFB4E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7828A73-1CFE-26B0-CB72-CB966084E4CA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64CF6DD-2B96-E37E-757E-322677422973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64CF6DD-2B96-E37E-757E-3226774229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AFCF2B-DA31-09BD-B9BE-EF342A24F54A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FEAAB57-9A93-CE53-4BE6-4F1F9C15AD3A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A8408C-827F-ECDD-B355-6DECACC5D4FA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A8408C-827F-ECDD-B355-6DECACC5D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79E4C7-0ABB-EB24-D704-FBBD3EB6372F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FEE71B4-C7A2-ED1A-7A03-B2282FB000D9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5F32C89-D7D6-29E4-1C14-CA467EEB4C62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D5CA7B-584E-4A2B-C3FB-ED97E25BB807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8A8C3B-89A8-C3FF-A563-0438034D5141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5AD5B3F-7B3B-BDEA-80B0-6226ADEC157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F188A1B-AA02-6639-78A5-69EB05850632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BC159E-6529-B496-35A9-3C71A8BBEA5A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BD3C05D-2CFF-E673-0FEB-DD909D0C38D5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BD3C05D-2CFF-E673-0FEB-DD909D0C3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4C671A8B-0B1B-E546-F28D-6C6F20973016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4C671A8B-0B1B-E546-F28D-6C6F20973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385B42E-108A-7314-4569-E64B326D20E7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4BCD342-5BD0-4165-3426-004DB6A16016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4BCD342-5BD0-4165-3426-004DB6A16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B5C4E3F-5A22-F2F8-05F6-02C28C2A2DA8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B5C4E3F-5A22-F2F8-05F6-02C28C2A2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BFD6538-50D0-244B-D5A2-966843B69F02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BFD6538-50D0-244B-D5A2-966843B69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E0E847-D259-1430-AA67-DECE76E1E515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CDDEF55-5128-A7A7-EE7A-F5EB2806EC36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0CDDEF55-5128-A7A7-EE7A-F5EB2806E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BCADF99D-9BCA-952D-CAD6-ED44727CD39C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BCADF99D-9BCA-952D-CAD6-ED44727CD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069BB5-CB6E-8E1E-97D6-03594240DC8E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6450695-DD78-B223-0802-FEF9F014998A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6450695-DD78-B223-0802-FEF9F0149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32C153A1-E04C-FC09-2158-2B1240A21607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32C153A1-E04C-FC09-2158-2B1240A21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43CAFEA-5039-8408-5CA1-A6752C84EFA5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43CAFEA-5039-8408-5CA1-A6752C84E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E626CC5-537A-A892-EE2F-48E9550074D5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E3D4C52-B5F9-CD87-4E14-38A1CB37B447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0B2019-7CDB-EA8A-F71E-D1D55077F851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9CF143-10A9-BD68-E6F4-898AECD726C7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F6AE9C-96A3-255C-E612-FEB844FAF2AD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A6E8FFF-7D49-2421-A612-A4691C09FC78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A6E8FFF-7D49-2421-A612-A4691C09F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3B84AE-F893-37A4-0486-E11FA48B5D87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87E0359-8626-98BC-65F8-E01228D7418A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CBF7B8-C3AD-D713-79D2-46ACB4E16459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61C3C9E-F549-8C7D-3D52-FB72785048B7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2DF6F0-2B50-6250-F91F-158B6A5D7EFC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65499D-54F9-9726-E0D0-7274ACA85DE2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0C0BC0-713F-E32D-AF5E-E949BCB63F27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DF2EA62-4AFA-C168-3E15-E71DEF9E8DD7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ED4E980-9724-0C06-6EBB-0DFE65424142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A109D28-1816-C58A-6E6B-FBFE7E7CC64C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DF2BF53-A7FD-E4E2-AC68-DC74FDBDD05E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15D6072-0DE9-5406-B075-CAAA3E8DD572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B230D20-351E-9A90-E1EA-707E2402B4C4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16C482-9D2E-E75A-39D4-CE1008BF8FE1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89C8037-C9E7-AEF6-B797-2A56BBCBA923}"/>
              </a:ext>
            </a:extLst>
          </p:cNvPr>
          <p:cNvSpPr txBox="1"/>
          <p:nvPr/>
        </p:nvSpPr>
        <p:spPr>
          <a:xfrm>
            <a:off x="8143663" y="1962110"/>
            <a:ext cx="342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Lottery: A probability distribution over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49AEF4-FF53-EE69-D7DD-711D1A56B2F5}"/>
              </a:ext>
            </a:extLst>
          </p:cNvPr>
          <p:cNvSpPr txBox="1"/>
          <p:nvPr/>
        </p:nvSpPr>
        <p:spPr>
          <a:xfrm>
            <a:off x="8128523" y="5136787"/>
            <a:ext cx="3725492" cy="923330"/>
          </a:xfrm>
          <a:custGeom>
            <a:avLst/>
            <a:gdLst>
              <a:gd name="csX0" fmla="*/ 0 w 3725492"/>
              <a:gd name="csY0" fmla="*/ 0 h 923330"/>
              <a:gd name="csX1" fmla="*/ 457703 w 3725492"/>
              <a:gd name="csY1" fmla="*/ 0 h 923330"/>
              <a:gd name="csX2" fmla="*/ 1027171 w 3725492"/>
              <a:gd name="csY2" fmla="*/ 0 h 923330"/>
              <a:gd name="csX3" fmla="*/ 1522130 w 3725492"/>
              <a:gd name="csY3" fmla="*/ 0 h 923330"/>
              <a:gd name="csX4" fmla="*/ 1979833 w 3725492"/>
              <a:gd name="csY4" fmla="*/ 0 h 923330"/>
              <a:gd name="csX5" fmla="*/ 2549301 w 3725492"/>
              <a:gd name="csY5" fmla="*/ 0 h 923330"/>
              <a:gd name="csX6" fmla="*/ 3081514 w 3725492"/>
              <a:gd name="csY6" fmla="*/ 0 h 923330"/>
              <a:gd name="csX7" fmla="*/ 3725492 w 3725492"/>
              <a:gd name="csY7" fmla="*/ 0 h 923330"/>
              <a:gd name="csX8" fmla="*/ 3725492 w 3725492"/>
              <a:gd name="csY8" fmla="*/ 480132 h 923330"/>
              <a:gd name="csX9" fmla="*/ 3725492 w 3725492"/>
              <a:gd name="csY9" fmla="*/ 923330 h 923330"/>
              <a:gd name="csX10" fmla="*/ 3267789 w 3725492"/>
              <a:gd name="csY10" fmla="*/ 923330 h 923330"/>
              <a:gd name="csX11" fmla="*/ 2847340 w 3725492"/>
              <a:gd name="csY11" fmla="*/ 923330 h 923330"/>
              <a:gd name="csX12" fmla="*/ 2277872 w 3725492"/>
              <a:gd name="csY12" fmla="*/ 923330 h 923330"/>
              <a:gd name="csX13" fmla="*/ 1820169 w 3725492"/>
              <a:gd name="csY13" fmla="*/ 923330 h 923330"/>
              <a:gd name="csX14" fmla="*/ 1250701 w 3725492"/>
              <a:gd name="csY14" fmla="*/ 923330 h 923330"/>
              <a:gd name="csX15" fmla="*/ 643978 w 3725492"/>
              <a:gd name="csY15" fmla="*/ 923330 h 923330"/>
              <a:gd name="csX16" fmla="*/ 0 w 3725492"/>
              <a:gd name="csY16" fmla="*/ 923330 h 923330"/>
              <a:gd name="csX17" fmla="*/ 0 w 3725492"/>
              <a:gd name="csY17" fmla="*/ 443198 h 923330"/>
              <a:gd name="csX18" fmla="*/ 0 w 3725492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25492" h="923330" fill="none" extrusionOk="0">
                <a:moveTo>
                  <a:pt x="0" y="0"/>
                </a:moveTo>
                <a:cubicBezTo>
                  <a:pt x="125002" y="-10773"/>
                  <a:pt x="323673" y="2501"/>
                  <a:pt x="457703" y="0"/>
                </a:cubicBezTo>
                <a:cubicBezTo>
                  <a:pt x="591733" y="-2501"/>
                  <a:pt x="810914" y="13409"/>
                  <a:pt x="1027171" y="0"/>
                </a:cubicBezTo>
                <a:cubicBezTo>
                  <a:pt x="1243428" y="-13409"/>
                  <a:pt x="1420956" y="25527"/>
                  <a:pt x="1522130" y="0"/>
                </a:cubicBezTo>
                <a:cubicBezTo>
                  <a:pt x="1623304" y="-25527"/>
                  <a:pt x="1811116" y="12525"/>
                  <a:pt x="1979833" y="0"/>
                </a:cubicBezTo>
                <a:cubicBezTo>
                  <a:pt x="2148550" y="-12525"/>
                  <a:pt x="2373745" y="59857"/>
                  <a:pt x="2549301" y="0"/>
                </a:cubicBezTo>
                <a:cubicBezTo>
                  <a:pt x="2724857" y="-59857"/>
                  <a:pt x="2919663" y="3399"/>
                  <a:pt x="3081514" y="0"/>
                </a:cubicBezTo>
                <a:cubicBezTo>
                  <a:pt x="3243365" y="-3399"/>
                  <a:pt x="3483118" y="32214"/>
                  <a:pt x="3725492" y="0"/>
                </a:cubicBezTo>
                <a:cubicBezTo>
                  <a:pt x="3767724" y="110959"/>
                  <a:pt x="3713595" y="375462"/>
                  <a:pt x="3725492" y="480132"/>
                </a:cubicBezTo>
                <a:cubicBezTo>
                  <a:pt x="3737389" y="584802"/>
                  <a:pt x="3672758" y="786854"/>
                  <a:pt x="3725492" y="923330"/>
                </a:cubicBezTo>
                <a:cubicBezTo>
                  <a:pt x="3619139" y="972974"/>
                  <a:pt x="3452121" y="882607"/>
                  <a:pt x="3267789" y="923330"/>
                </a:cubicBezTo>
                <a:cubicBezTo>
                  <a:pt x="3083457" y="964053"/>
                  <a:pt x="3007010" y="921527"/>
                  <a:pt x="2847340" y="923330"/>
                </a:cubicBezTo>
                <a:cubicBezTo>
                  <a:pt x="2687670" y="925133"/>
                  <a:pt x="2422572" y="855543"/>
                  <a:pt x="2277872" y="923330"/>
                </a:cubicBezTo>
                <a:cubicBezTo>
                  <a:pt x="2133172" y="991117"/>
                  <a:pt x="2015438" y="921552"/>
                  <a:pt x="1820169" y="923330"/>
                </a:cubicBezTo>
                <a:cubicBezTo>
                  <a:pt x="1624900" y="925108"/>
                  <a:pt x="1434979" y="864180"/>
                  <a:pt x="1250701" y="923330"/>
                </a:cubicBezTo>
                <a:cubicBezTo>
                  <a:pt x="1066423" y="982480"/>
                  <a:pt x="827272" y="867622"/>
                  <a:pt x="643978" y="923330"/>
                </a:cubicBezTo>
                <a:cubicBezTo>
                  <a:pt x="460684" y="979038"/>
                  <a:pt x="280824" y="914980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3725492" h="923330" stroke="0" extrusionOk="0">
                <a:moveTo>
                  <a:pt x="0" y="0"/>
                </a:moveTo>
                <a:cubicBezTo>
                  <a:pt x="99611" y="-5922"/>
                  <a:pt x="366908" y="39803"/>
                  <a:pt x="494958" y="0"/>
                </a:cubicBezTo>
                <a:cubicBezTo>
                  <a:pt x="623008" y="-39803"/>
                  <a:pt x="749202" y="22469"/>
                  <a:pt x="915407" y="0"/>
                </a:cubicBezTo>
                <a:cubicBezTo>
                  <a:pt x="1081612" y="-22469"/>
                  <a:pt x="1345647" y="54009"/>
                  <a:pt x="1522130" y="0"/>
                </a:cubicBezTo>
                <a:cubicBezTo>
                  <a:pt x="1698613" y="-54009"/>
                  <a:pt x="1866759" y="58115"/>
                  <a:pt x="2017088" y="0"/>
                </a:cubicBezTo>
                <a:cubicBezTo>
                  <a:pt x="2167417" y="-58115"/>
                  <a:pt x="2338872" y="13878"/>
                  <a:pt x="2512046" y="0"/>
                </a:cubicBezTo>
                <a:cubicBezTo>
                  <a:pt x="2685220" y="-13878"/>
                  <a:pt x="2931912" y="68178"/>
                  <a:pt x="3118769" y="0"/>
                </a:cubicBezTo>
                <a:cubicBezTo>
                  <a:pt x="3305626" y="-68178"/>
                  <a:pt x="3466207" y="5982"/>
                  <a:pt x="3725492" y="0"/>
                </a:cubicBezTo>
                <a:cubicBezTo>
                  <a:pt x="3782325" y="184709"/>
                  <a:pt x="3722422" y="362508"/>
                  <a:pt x="3725492" y="480132"/>
                </a:cubicBezTo>
                <a:cubicBezTo>
                  <a:pt x="3728562" y="597756"/>
                  <a:pt x="3714168" y="715809"/>
                  <a:pt x="3725492" y="923330"/>
                </a:cubicBezTo>
                <a:cubicBezTo>
                  <a:pt x="3511017" y="928449"/>
                  <a:pt x="3430285" y="910311"/>
                  <a:pt x="3267789" y="923330"/>
                </a:cubicBezTo>
                <a:cubicBezTo>
                  <a:pt x="3105293" y="936349"/>
                  <a:pt x="2937825" y="882869"/>
                  <a:pt x="2735576" y="923330"/>
                </a:cubicBezTo>
                <a:cubicBezTo>
                  <a:pt x="2533327" y="963791"/>
                  <a:pt x="2434945" y="878805"/>
                  <a:pt x="2240617" y="923330"/>
                </a:cubicBezTo>
                <a:cubicBezTo>
                  <a:pt x="2046289" y="967855"/>
                  <a:pt x="1764614" y="896695"/>
                  <a:pt x="1633894" y="923330"/>
                </a:cubicBezTo>
                <a:cubicBezTo>
                  <a:pt x="1503174" y="949965"/>
                  <a:pt x="1190979" y="899439"/>
                  <a:pt x="1027171" y="923330"/>
                </a:cubicBezTo>
                <a:cubicBezTo>
                  <a:pt x="863363" y="947221"/>
                  <a:pt x="703168" y="894175"/>
                  <a:pt x="569468" y="923330"/>
                </a:cubicBezTo>
                <a:cubicBezTo>
                  <a:pt x="435768" y="952485"/>
                  <a:pt x="151174" y="892975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average of payoffs weighted by the probability of each outcome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ABEDD9-FB8A-9C89-715B-88671D61FA1F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277D69-391C-14D7-17D1-60380CA13FA2}"/>
              </a:ext>
            </a:extLst>
          </p:cNvPr>
          <p:cNvGrpSpPr/>
          <p:nvPr/>
        </p:nvGrpSpPr>
        <p:grpSpPr>
          <a:xfrm>
            <a:off x="7543537" y="2234087"/>
            <a:ext cx="4304827" cy="1175428"/>
            <a:chOff x="7543537" y="2234087"/>
            <a:chExt cx="4304827" cy="117542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C415A05-C0DE-89DE-9C91-344FF110F813}"/>
                </a:ext>
              </a:extLst>
            </p:cNvPr>
            <p:cNvSpPr txBox="1"/>
            <p:nvPr/>
          </p:nvSpPr>
          <p:spPr>
            <a:xfrm>
              <a:off x="8122873" y="3040183"/>
              <a:ext cx="3725491" cy="369332"/>
            </a:xfrm>
            <a:custGeom>
              <a:avLst/>
              <a:gdLst>
                <a:gd name="csX0" fmla="*/ 0 w 3725491"/>
                <a:gd name="csY0" fmla="*/ 0 h 369332"/>
                <a:gd name="csX1" fmla="*/ 494958 w 3725491"/>
                <a:gd name="csY1" fmla="*/ 0 h 369332"/>
                <a:gd name="csX2" fmla="*/ 915406 w 3725491"/>
                <a:gd name="csY2" fmla="*/ 0 h 369332"/>
                <a:gd name="csX3" fmla="*/ 1522129 w 3725491"/>
                <a:gd name="csY3" fmla="*/ 0 h 369332"/>
                <a:gd name="csX4" fmla="*/ 2017087 w 3725491"/>
                <a:gd name="csY4" fmla="*/ 0 h 369332"/>
                <a:gd name="csX5" fmla="*/ 2512045 w 3725491"/>
                <a:gd name="csY5" fmla="*/ 0 h 369332"/>
                <a:gd name="csX6" fmla="*/ 3118768 w 3725491"/>
                <a:gd name="csY6" fmla="*/ 0 h 369332"/>
                <a:gd name="csX7" fmla="*/ 3725491 w 3725491"/>
                <a:gd name="csY7" fmla="*/ 0 h 369332"/>
                <a:gd name="csX8" fmla="*/ 3725491 w 3725491"/>
                <a:gd name="csY8" fmla="*/ 369332 h 369332"/>
                <a:gd name="csX9" fmla="*/ 3267788 w 3725491"/>
                <a:gd name="csY9" fmla="*/ 369332 h 369332"/>
                <a:gd name="csX10" fmla="*/ 2735575 w 3725491"/>
                <a:gd name="csY10" fmla="*/ 369332 h 369332"/>
                <a:gd name="csX11" fmla="*/ 2203362 w 3725491"/>
                <a:gd name="csY11" fmla="*/ 369332 h 369332"/>
                <a:gd name="csX12" fmla="*/ 1708404 w 3725491"/>
                <a:gd name="csY12" fmla="*/ 369332 h 369332"/>
                <a:gd name="csX13" fmla="*/ 1101681 w 3725491"/>
                <a:gd name="csY13" fmla="*/ 369332 h 369332"/>
                <a:gd name="csX14" fmla="*/ 494958 w 3725491"/>
                <a:gd name="csY14" fmla="*/ 369332 h 369332"/>
                <a:gd name="csX15" fmla="*/ 0 w 3725491"/>
                <a:gd name="csY15" fmla="*/ 369332 h 369332"/>
                <a:gd name="csX16" fmla="*/ 0 w 3725491"/>
                <a:gd name="csY16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725491" h="369332" extrusionOk="0">
                  <a:moveTo>
                    <a:pt x="0" y="0"/>
                  </a:moveTo>
                  <a:cubicBezTo>
                    <a:pt x="99611" y="-5922"/>
                    <a:pt x="366908" y="39803"/>
                    <a:pt x="494958" y="0"/>
                  </a:cubicBezTo>
                  <a:cubicBezTo>
                    <a:pt x="623008" y="-39803"/>
                    <a:pt x="756815" y="29381"/>
                    <a:pt x="915406" y="0"/>
                  </a:cubicBezTo>
                  <a:cubicBezTo>
                    <a:pt x="1073997" y="-29381"/>
                    <a:pt x="1345646" y="54009"/>
                    <a:pt x="1522129" y="0"/>
                  </a:cubicBezTo>
                  <a:cubicBezTo>
                    <a:pt x="1698612" y="-54009"/>
                    <a:pt x="1866758" y="58115"/>
                    <a:pt x="2017087" y="0"/>
                  </a:cubicBezTo>
                  <a:cubicBezTo>
                    <a:pt x="2167416" y="-58115"/>
                    <a:pt x="2338871" y="13878"/>
                    <a:pt x="2512045" y="0"/>
                  </a:cubicBezTo>
                  <a:cubicBezTo>
                    <a:pt x="2685219" y="-13878"/>
                    <a:pt x="2931911" y="68178"/>
                    <a:pt x="3118768" y="0"/>
                  </a:cubicBezTo>
                  <a:cubicBezTo>
                    <a:pt x="3305625" y="-68178"/>
                    <a:pt x="3466206" y="5982"/>
                    <a:pt x="3725491" y="0"/>
                  </a:cubicBezTo>
                  <a:cubicBezTo>
                    <a:pt x="3764565" y="170087"/>
                    <a:pt x="3681437" y="228284"/>
                    <a:pt x="3725491" y="369332"/>
                  </a:cubicBezTo>
                  <a:cubicBezTo>
                    <a:pt x="3622375" y="393898"/>
                    <a:pt x="3406585" y="321636"/>
                    <a:pt x="3267788" y="369332"/>
                  </a:cubicBezTo>
                  <a:cubicBezTo>
                    <a:pt x="3128991" y="417028"/>
                    <a:pt x="2941163" y="334485"/>
                    <a:pt x="2735575" y="369332"/>
                  </a:cubicBezTo>
                  <a:cubicBezTo>
                    <a:pt x="2529987" y="404179"/>
                    <a:pt x="2405611" y="328871"/>
                    <a:pt x="2203362" y="369332"/>
                  </a:cubicBezTo>
                  <a:cubicBezTo>
                    <a:pt x="2001113" y="409793"/>
                    <a:pt x="1899357" y="319297"/>
                    <a:pt x="1708404" y="369332"/>
                  </a:cubicBezTo>
                  <a:cubicBezTo>
                    <a:pt x="1517451" y="419367"/>
                    <a:pt x="1232401" y="342697"/>
                    <a:pt x="1101681" y="369332"/>
                  </a:cubicBezTo>
                  <a:cubicBezTo>
                    <a:pt x="970961" y="395967"/>
                    <a:pt x="658766" y="345441"/>
                    <a:pt x="494958" y="369332"/>
                  </a:cubicBezTo>
                  <a:cubicBezTo>
                    <a:pt x="331150" y="393223"/>
                    <a:pt x="225151" y="333237"/>
                    <a:pt x="0" y="369332"/>
                  </a:cubicBezTo>
                  <a:cubicBezTo>
                    <a:pt x="-38655" y="245768"/>
                    <a:pt x="11552" y="91692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accent3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Each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outcome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has its own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payoff</a:t>
              </a: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45F172-F59C-46C1-8283-8349F2C58EF5}"/>
                </a:ext>
              </a:extLst>
            </p:cNvPr>
            <p:cNvSpPr/>
            <p:nvPr/>
          </p:nvSpPr>
          <p:spPr>
            <a:xfrm flipV="1">
              <a:off x="7543537" y="3242794"/>
              <a:ext cx="579334" cy="45719"/>
            </a:xfrm>
            <a:custGeom>
              <a:avLst/>
              <a:gdLst>
                <a:gd name="connsiteX0" fmla="*/ 0 w 791308"/>
                <a:gd name="connsiteY0" fmla="*/ 0 h 175846"/>
                <a:gd name="connsiteX1" fmla="*/ 246185 w 791308"/>
                <a:gd name="connsiteY1" fmla="*/ 8792 h 175846"/>
                <a:gd name="connsiteX2" fmla="*/ 351692 w 791308"/>
                <a:gd name="connsiteY2" fmla="*/ 17585 h 175846"/>
                <a:gd name="connsiteX3" fmla="*/ 422031 w 791308"/>
                <a:gd name="connsiteY3" fmla="*/ 43961 h 175846"/>
                <a:gd name="connsiteX4" fmla="*/ 527539 w 791308"/>
                <a:gd name="connsiteY4" fmla="*/ 61546 h 175846"/>
                <a:gd name="connsiteX5" fmla="*/ 624254 w 791308"/>
                <a:gd name="connsiteY5" fmla="*/ 87923 h 175846"/>
                <a:gd name="connsiteX6" fmla="*/ 782516 w 791308"/>
                <a:gd name="connsiteY6" fmla="*/ 149469 h 175846"/>
                <a:gd name="connsiteX7" fmla="*/ 791308 w 791308"/>
                <a:gd name="connsiteY7" fmla="*/ 175846 h 175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1308" h="175846">
                  <a:moveTo>
                    <a:pt x="0" y="0"/>
                  </a:moveTo>
                  <a:lnTo>
                    <a:pt x="246185" y="8792"/>
                  </a:lnTo>
                  <a:cubicBezTo>
                    <a:pt x="281432" y="10554"/>
                    <a:pt x="317086" y="10664"/>
                    <a:pt x="351692" y="17585"/>
                  </a:cubicBezTo>
                  <a:cubicBezTo>
                    <a:pt x="376246" y="22496"/>
                    <a:pt x="397738" y="37888"/>
                    <a:pt x="422031" y="43961"/>
                  </a:cubicBezTo>
                  <a:cubicBezTo>
                    <a:pt x="456621" y="52608"/>
                    <a:pt x="492698" y="53972"/>
                    <a:pt x="527539" y="61546"/>
                  </a:cubicBezTo>
                  <a:cubicBezTo>
                    <a:pt x="560192" y="68645"/>
                    <a:pt x="592428" y="77739"/>
                    <a:pt x="624254" y="87923"/>
                  </a:cubicBezTo>
                  <a:cubicBezTo>
                    <a:pt x="731737" y="122318"/>
                    <a:pt x="716785" y="116606"/>
                    <a:pt x="782516" y="149469"/>
                  </a:cubicBezTo>
                  <a:lnTo>
                    <a:pt x="791308" y="17584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03E83E4-B672-809D-17A5-307ABA4E3742}"/>
                </a:ext>
              </a:extLst>
            </p:cNvPr>
            <p:cNvSpPr/>
            <p:nvPr/>
          </p:nvSpPr>
          <p:spPr>
            <a:xfrm>
              <a:off x="7587763" y="2234087"/>
              <a:ext cx="619080" cy="804379"/>
            </a:xfrm>
            <a:custGeom>
              <a:avLst/>
              <a:gdLst>
                <a:gd name="connsiteX0" fmla="*/ 0 w 1055167"/>
                <a:gd name="connsiteY0" fmla="*/ 0 h 1468316"/>
                <a:gd name="connsiteX1" fmla="*/ 184638 w 1055167"/>
                <a:gd name="connsiteY1" fmla="*/ 149470 h 1468316"/>
                <a:gd name="connsiteX2" fmla="*/ 422030 w 1055167"/>
                <a:gd name="connsiteY2" fmla="*/ 307731 h 1468316"/>
                <a:gd name="connsiteX3" fmla="*/ 553915 w 1055167"/>
                <a:gd name="connsiteY3" fmla="*/ 457200 h 1468316"/>
                <a:gd name="connsiteX4" fmla="*/ 624253 w 1055167"/>
                <a:gd name="connsiteY4" fmla="*/ 527539 h 1468316"/>
                <a:gd name="connsiteX5" fmla="*/ 685800 w 1055167"/>
                <a:gd name="connsiteY5" fmla="*/ 641839 h 1468316"/>
                <a:gd name="connsiteX6" fmla="*/ 931984 w 1055167"/>
                <a:gd name="connsiteY6" fmla="*/ 1028700 h 1468316"/>
                <a:gd name="connsiteX7" fmla="*/ 975946 w 1055167"/>
                <a:gd name="connsiteY7" fmla="*/ 1125416 h 1468316"/>
                <a:gd name="connsiteX8" fmla="*/ 1011115 w 1055167"/>
                <a:gd name="connsiteY8" fmla="*/ 1266093 h 1468316"/>
                <a:gd name="connsiteX9" fmla="*/ 1037492 w 1055167"/>
                <a:gd name="connsiteY9" fmla="*/ 1380393 h 1468316"/>
                <a:gd name="connsiteX10" fmla="*/ 1055076 w 1055167"/>
                <a:gd name="connsiteY10" fmla="*/ 1468316 h 146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5167" h="1468316">
                  <a:moveTo>
                    <a:pt x="0" y="0"/>
                  </a:moveTo>
                  <a:cubicBezTo>
                    <a:pt x="132484" y="79492"/>
                    <a:pt x="-96857" y="-61652"/>
                    <a:pt x="184638" y="149470"/>
                  </a:cubicBezTo>
                  <a:cubicBezTo>
                    <a:pt x="244940" y="194697"/>
                    <a:pt x="362902" y="250877"/>
                    <a:pt x="422030" y="307731"/>
                  </a:cubicBezTo>
                  <a:cubicBezTo>
                    <a:pt x="469926" y="353785"/>
                    <a:pt x="506932" y="410216"/>
                    <a:pt x="553915" y="457200"/>
                  </a:cubicBezTo>
                  <a:cubicBezTo>
                    <a:pt x="577361" y="480646"/>
                    <a:pt x="604980" y="500557"/>
                    <a:pt x="624253" y="527539"/>
                  </a:cubicBezTo>
                  <a:cubicBezTo>
                    <a:pt x="649405" y="562751"/>
                    <a:pt x="662017" y="605688"/>
                    <a:pt x="685800" y="641839"/>
                  </a:cubicBezTo>
                  <a:cubicBezTo>
                    <a:pt x="895247" y="960199"/>
                    <a:pt x="791962" y="748657"/>
                    <a:pt x="931984" y="1028700"/>
                  </a:cubicBezTo>
                  <a:cubicBezTo>
                    <a:pt x="947821" y="1060374"/>
                    <a:pt x="975946" y="1125416"/>
                    <a:pt x="975946" y="1125416"/>
                  </a:cubicBezTo>
                  <a:cubicBezTo>
                    <a:pt x="1011693" y="1304159"/>
                    <a:pt x="975068" y="1139933"/>
                    <a:pt x="1011115" y="1266093"/>
                  </a:cubicBezTo>
                  <a:cubicBezTo>
                    <a:pt x="1054875" y="1419249"/>
                    <a:pt x="1010017" y="1270487"/>
                    <a:pt x="1037492" y="1380393"/>
                  </a:cubicBezTo>
                  <a:cubicBezTo>
                    <a:pt x="1057491" y="1460394"/>
                    <a:pt x="1055076" y="1416482"/>
                    <a:pt x="1055076" y="14683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09ABA92-A54A-C5E7-FA85-AA7209CBC778}"/>
              </a:ext>
            </a:extLst>
          </p:cNvPr>
          <p:cNvSpPr txBox="1"/>
          <p:nvPr/>
        </p:nvSpPr>
        <p:spPr>
          <a:xfrm>
            <a:off x="5400830" y="1429590"/>
            <a:ext cx="4803799" cy="369332"/>
          </a:xfrm>
          <a:custGeom>
            <a:avLst/>
            <a:gdLst>
              <a:gd name="csX0" fmla="*/ 0 w 4803799"/>
              <a:gd name="csY0" fmla="*/ 0 h 369332"/>
              <a:gd name="csX1" fmla="*/ 437679 w 4803799"/>
              <a:gd name="csY1" fmla="*/ 0 h 369332"/>
              <a:gd name="csX2" fmla="*/ 923397 w 4803799"/>
              <a:gd name="csY2" fmla="*/ 0 h 369332"/>
              <a:gd name="csX3" fmla="*/ 1361076 w 4803799"/>
              <a:gd name="csY3" fmla="*/ 0 h 369332"/>
              <a:gd name="csX4" fmla="*/ 1942870 w 4803799"/>
              <a:gd name="csY4" fmla="*/ 0 h 369332"/>
              <a:gd name="csX5" fmla="*/ 2476625 w 4803799"/>
              <a:gd name="csY5" fmla="*/ 0 h 369332"/>
              <a:gd name="csX6" fmla="*/ 3010381 w 4803799"/>
              <a:gd name="csY6" fmla="*/ 0 h 369332"/>
              <a:gd name="csX7" fmla="*/ 3640212 w 4803799"/>
              <a:gd name="csY7" fmla="*/ 0 h 369332"/>
              <a:gd name="csX8" fmla="*/ 4222006 w 4803799"/>
              <a:gd name="csY8" fmla="*/ 0 h 369332"/>
              <a:gd name="csX9" fmla="*/ 4803799 w 4803799"/>
              <a:gd name="csY9" fmla="*/ 0 h 369332"/>
              <a:gd name="csX10" fmla="*/ 4803799 w 4803799"/>
              <a:gd name="csY10" fmla="*/ 369332 h 369332"/>
              <a:gd name="csX11" fmla="*/ 4414158 w 4803799"/>
              <a:gd name="csY11" fmla="*/ 369332 h 369332"/>
              <a:gd name="csX12" fmla="*/ 3976478 w 4803799"/>
              <a:gd name="csY12" fmla="*/ 369332 h 369332"/>
              <a:gd name="csX13" fmla="*/ 3394685 w 4803799"/>
              <a:gd name="csY13" fmla="*/ 369332 h 369332"/>
              <a:gd name="csX14" fmla="*/ 2764853 w 4803799"/>
              <a:gd name="csY14" fmla="*/ 369332 h 369332"/>
              <a:gd name="csX15" fmla="*/ 2279136 w 4803799"/>
              <a:gd name="csY15" fmla="*/ 369332 h 369332"/>
              <a:gd name="csX16" fmla="*/ 1649304 w 4803799"/>
              <a:gd name="csY16" fmla="*/ 369332 h 369332"/>
              <a:gd name="csX17" fmla="*/ 1211625 w 4803799"/>
              <a:gd name="csY17" fmla="*/ 369332 h 369332"/>
              <a:gd name="csX18" fmla="*/ 821983 w 4803799"/>
              <a:gd name="csY18" fmla="*/ 369332 h 369332"/>
              <a:gd name="csX19" fmla="*/ 0 w 4803799"/>
              <a:gd name="csY19" fmla="*/ 369332 h 369332"/>
              <a:gd name="csX20" fmla="*/ 0 w 4803799"/>
              <a:gd name="csY2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803799" h="369332" fill="none" extrusionOk="0">
                <a:moveTo>
                  <a:pt x="0" y="0"/>
                </a:moveTo>
                <a:cubicBezTo>
                  <a:pt x="180544" y="-25195"/>
                  <a:pt x="296870" y="4735"/>
                  <a:pt x="437679" y="0"/>
                </a:cubicBezTo>
                <a:cubicBezTo>
                  <a:pt x="578488" y="-4735"/>
                  <a:pt x="695647" y="21693"/>
                  <a:pt x="923397" y="0"/>
                </a:cubicBezTo>
                <a:cubicBezTo>
                  <a:pt x="1151147" y="-21693"/>
                  <a:pt x="1201765" y="10947"/>
                  <a:pt x="1361076" y="0"/>
                </a:cubicBezTo>
                <a:cubicBezTo>
                  <a:pt x="1520387" y="-10947"/>
                  <a:pt x="1726053" y="25637"/>
                  <a:pt x="1942870" y="0"/>
                </a:cubicBezTo>
                <a:cubicBezTo>
                  <a:pt x="2159687" y="-25637"/>
                  <a:pt x="2241027" y="37717"/>
                  <a:pt x="2476625" y="0"/>
                </a:cubicBezTo>
                <a:cubicBezTo>
                  <a:pt x="2712224" y="-37717"/>
                  <a:pt x="2765098" y="57820"/>
                  <a:pt x="3010381" y="0"/>
                </a:cubicBezTo>
                <a:cubicBezTo>
                  <a:pt x="3255664" y="-57820"/>
                  <a:pt x="3479759" y="44280"/>
                  <a:pt x="3640212" y="0"/>
                </a:cubicBezTo>
                <a:cubicBezTo>
                  <a:pt x="3800665" y="-44280"/>
                  <a:pt x="3977378" y="51743"/>
                  <a:pt x="4222006" y="0"/>
                </a:cubicBezTo>
                <a:cubicBezTo>
                  <a:pt x="4466634" y="-51743"/>
                  <a:pt x="4545562" y="3843"/>
                  <a:pt x="4803799" y="0"/>
                </a:cubicBezTo>
                <a:cubicBezTo>
                  <a:pt x="4837828" y="106438"/>
                  <a:pt x="4766049" y="213441"/>
                  <a:pt x="4803799" y="369332"/>
                </a:cubicBezTo>
                <a:cubicBezTo>
                  <a:pt x="4688742" y="409108"/>
                  <a:pt x="4513316" y="346877"/>
                  <a:pt x="4414158" y="369332"/>
                </a:cubicBezTo>
                <a:cubicBezTo>
                  <a:pt x="4315000" y="391787"/>
                  <a:pt x="4083337" y="367001"/>
                  <a:pt x="3976478" y="369332"/>
                </a:cubicBezTo>
                <a:cubicBezTo>
                  <a:pt x="3869619" y="371663"/>
                  <a:pt x="3533822" y="359881"/>
                  <a:pt x="3394685" y="369332"/>
                </a:cubicBezTo>
                <a:cubicBezTo>
                  <a:pt x="3255548" y="378783"/>
                  <a:pt x="2903190" y="351837"/>
                  <a:pt x="2764853" y="369332"/>
                </a:cubicBezTo>
                <a:cubicBezTo>
                  <a:pt x="2626516" y="386827"/>
                  <a:pt x="2519038" y="341181"/>
                  <a:pt x="2279136" y="369332"/>
                </a:cubicBezTo>
                <a:cubicBezTo>
                  <a:pt x="2039234" y="397483"/>
                  <a:pt x="1832447" y="355850"/>
                  <a:pt x="1649304" y="369332"/>
                </a:cubicBezTo>
                <a:cubicBezTo>
                  <a:pt x="1466161" y="382814"/>
                  <a:pt x="1365115" y="344096"/>
                  <a:pt x="1211625" y="369332"/>
                </a:cubicBezTo>
                <a:cubicBezTo>
                  <a:pt x="1058135" y="394568"/>
                  <a:pt x="967607" y="327462"/>
                  <a:pt x="821983" y="369332"/>
                </a:cubicBezTo>
                <a:cubicBezTo>
                  <a:pt x="676359" y="411202"/>
                  <a:pt x="196500" y="275497"/>
                  <a:pt x="0" y="369332"/>
                </a:cubicBezTo>
                <a:cubicBezTo>
                  <a:pt x="-7895" y="236070"/>
                  <a:pt x="6912" y="155374"/>
                  <a:pt x="0" y="0"/>
                </a:cubicBezTo>
                <a:close/>
              </a:path>
              <a:path w="4803799" h="369332" stroke="0" extrusionOk="0">
                <a:moveTo>
                  <a:pt x="0" y="0"/>
                </a:moveTo>
                <a:cubicBezTo>
                  <a:pt x="224540" y="-22506"/>
                  <a:pt x="265864" y="54033"/>
                  <a:pt x="485717" y="0"/>
                </a:cubicBezTo>
                <a:cubicBezTo>
                  <a:pt x="705570" y="-54033"/>
                  <a:pt x="763526" y="21499"/>
                  <a:pt x="875359" y="0"/>
                </a:cubicBezTo>
                <a:cubicBezTo>
                  <a:pt x="987192" y="-21499"/>
                  <a:pt x="1219294" y="70558"/>
                  <a:pt x="1505190" y="0"/>
                </a:cubicBezTo>
                <a:cubicBezTo>
                  <a:pt x="1791086" y="-70558"/>
                  <a:pt x="1833077" y="23446"/>
                  <a:pt x="1990908" y="0"/>
                </a:cubicBezTo>
                <a:cubicBezTo>
                  <a:pt x="2148739" y="-23446"/>
                  <a:pt x="2287142" y="9040"/>
                  <a:pt x="2476625" y="0"/>
                </a:cubicBezTo>
                <a:cubicBezTo>
                  <a:pt x="2666108" y="-9040"/>
                  <a:pt x="2839216" y="45668"/>
                  <a:pt x="3106457" y="0"/>
                </a:cubicBezTo>
                <a:cubicBezTo>
                  <a:pt x="3373698" y="-45668"/>
                  <a:pt x="3386873" y="16348"/>
                  <a:pt x="3544136" y="0"/>
                </a:cubicBezTo>
                <a:cubicBezTo>
                  <a:pt x="3701399" y="-16348"/>
                  <a:pt x="3975621" y="17370"/>
                  <a:pt x="4173968" y="0"/>
                </a:cubicBezTo>
                <a:cubicBezTo>
                  <a:pt x="4372315" y="-17370"/>
                  <a:pt x="4562440" y="28323"/>
                  <a:pt x="4803799" y="0"/>
                </a:cubicBezTo>
                <a:cubicBezTo>
                  <a:pt x="4820919" y="100193"/>
                  <a:pt x="4770724" y="257057"/>
                  <a:pt x="4803799" y="369332"/>
                </a:cubicBezTo>
                <a:cubicBezTo>
                  <a:pt x="4575283" y="422094"/>
                  <a:pt x="4504768" y="339500"/>
                  <a:pt x="4270044" y="369332"/>
                </a:cubicBezTo>
                <a:cubicBezTo>
                  <a:pt x="4035321" y="399164"/>
                  <a:pt x="3971740" y="349740"/>
                  <a:pt x="3784326" y="369332"/>
                </a:cubicBezTo>
                <a:cubicBezTo>
                  <a:pt x="3596912" y="388924"/>
                  <a:pt x="3468770" y="342234"/>
                  <a:pt x="3154495" y="369332"/>
                </a:cubicBezTo>
                <a:cubicBezTo>
                  <a:pt x="2840220" y="396430"/>
                  <a:pt x="2780870" y="358164"/>
                  <a:pt x="2524663" y="369332"/>
                </a:cubicBezTo>
                <a:cubicBezTo>
                  <a:pt x="2268456" y="380500"/>
                  <a:pt x="2207419" y="339267"/>
                  <a:pt x="2086984" y="369332"/>
                </a:cubicBezTo>
                <a:cubicBezTo>
                  <a:pt x="1966549" y="399397"/>
                  <a:pt x="1696855" y="366914"/>
                  <a:pt x="1553228" y="369332"/>
                </a:cubicBezTo>
                <a:cubicBezTo>
                  <a:pt x="1409601" y="371750"/>
                  <a:pt x="1198552" y="317459"/>
                  <a:pt x="923397" y="369332"/>
                </a:cubicBezTo>
                <a:cubicBezTo>
                  <a:pt x="648242" y="421205"/>
                  <a:pt x="405477" y="330631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Decision-making under uncertainty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9E52473-6586-07C0-DF00-DD407B052E67}"/>
              </a:ext>
            </a:extLst>
          </p:cNvPr>
          <p:cNvGrpSpPr/>
          <p:nvPr/>
        </p:nvGrpSpPr>
        <p:grpSpPr>
          <a:xfrm>
            <a:off x="4104322" y="3352928"/>
            <a:ext cx="7744042" cy="1493349"/>
            <a:chOff x="4104322" y="3352928"/>
            <a:chExt cx="7744042" cy="1493349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81ED076-224C-B28F-0D74-FEA04733EB63}"/>
                </a:ext>
              </a:extLst>
            </p:cNvPr>
            <p:cNvGrpSpPr/>
            <p:nvPr/>
          </p:nvGrpSpPr>
          <p:grpSpPr>
            <a:xfrm>
              <a:off x="4104322" y="3352928"/>
              <a:ext cx="7744042" cy="1065399"/>
              <a:chOff x="4104322" y="3352928"/>
              <a:chExt cx="7744042" cy="1065399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06FF48E-37C5-1E1C-CDD5-B2E6E88C0FA3}"/>
                  </a:ext>
                </a:extLst>
              </p:cNvPr>
              <p:cNvSpPr txBox="1"/>
              <p:nvPr/>
            </p:nvSpPr>
            <p:spPr>
              <a:xfrm>
                <a:off x="8122871" y="3771996"/>
                <a:ext cx="3725493" cy="646331"/>
              </a:xfrm>
              <a:custGeom>
                <a:avLst/>
                <a:gdLst>
                  <a:gd name="csX0" fmla="*/ 0 w 3725493"/>
                  <a:gd name="csY0" fmla="*/ 0 h 646331"/>
                  <a:gd name="csX1" fmla="*/ 494958 w 3725493"/>
                  <a:gd name="csY1" fmla="*/ 0 h 646331"/>
                  <a:gd name="csX2" fmla="*/ 915407 w 3725493"/>
                  <a:gd name="csY2" fmla="*/ 0 h 646331"/>
                  <a:gd name="csX3" fmla="*/ 1522130 w 3725493"/>
                  <a:gd name="csY3" fmla="*/ 0 h 646331"/>
                  <a:gd name="csX4" fmla="*/ 2017088 w 3725493"/>
                  <a:gd name="csY4" fmla="*/ 0 h 646331"/>
                  <a:gd name="csX5" fmla="*/ 2512047 w 3725493"/>
                  <a:gd name="csY5" fmla="*/ 0 h 646331"/>
                  <a:gd name="csX6" fmla="*/ 3118770 w 3725493"/>
                  <a:gd name="csY6" fmla="*/ 0 h 646331"/>
                  <a:gd name="csX7" fmla="*/ 3725493 w 3725493"/>
                  <a:gd name="csY7" fmla="*/ 0 h 646331"/>
                  <a:gd name="csX8" fmla="*/ 3725493 w 3725493"/>
                  <a:gd name="csY8" fmla="*/ 336092 h 646331"/>
                  <a:gd name="csX9" fmla="*/ 3725493 w 3725493"/>
                  <a:gd name="csY9" fmla="*/ 646331 h 646331"/>
                  <a:gd name="csX10" fmla="*/ 3267790 w 3725493"/>
                  <a:gd name="csY10" fmla="*/ 646331 h 646331"/>
                  <a:gd name="csX11" fmla="*/ 2735576 w 3725493"/>
                  <a:gd name="csY11" fmla="*/ 646331 h 646331"/>
                  <a:gd name="csX12" fmla="*/ 2240618 w 3725493"/>
                  <a:gd name="csY12" fmla="*/ 646331 h 646331"/>
                  <a:gd name="csX13" fmla="*/ 1633895 w 3725493"/>
                  <a:gd name="csY13" fmla="*/ 646331 h 646331"/>
                  <a:gd name="csX14" fmla="*/ 1027172 w 3725493"/>
                  <a:gd name="csY14" fmla="*/ 646331 h 646331"/>
                  <a:gd name="csX15" fmla="*/ 569468 w 3725493"/>
                  <a:gd name="csY15" fmla="*/ 646331 h 646331"/>
                  <a:gd name="csX16" fmla="*/ 0 w 3725493"/>
                  <a:gd name="csY16" fmla="*/ 646331 h 646331"/>
                  <a:gd name="csX17" fmla="*/ 0 w 3725493"/>
                  <a:gd name="csY17" fmla="*/ 310239 h 646331"/>
                  <a:gd name="csX18" fmla="*/ 0 w 3725493"/>
                  <a:gd name="csY18" fmla="*/ 0 h 6463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3725493" h="646331" extrusionOk="0">
                    <a:moveTo>
                      <a:pt x="0" y="0"/>
                    </a:moveTo>
                    <a:cubicBezTo>
                      <a:pt x="99611" y="-5922"/>
                      <a:pt x="366908" y="39803"/>
                      <a:pt x="494958" y="0"/>
                    </a:cubicBezTo>
                    <a:cubicBezTo>
                      <a:pt x="623008" y="-39803"/>
                      <a:pt x="749202" y="22469"/>
                      <a:pt x="915407" y="0"/>
                    </a:cubicBezTo>
                    <a:cubicBezTo>
                      <a:pt x="1081612" y="-22469"/>
                      <a:pt x="1345647" y="54009"/>
                      <a:pt x="1522130" y="0"/>
                    </a:cubicBezTo>
                    <a:cubicBezTo>
                      <a:pt x="1698613" y="-54009"/>
                      <a:pt x="1866759" y="58115"/>
                      <a:pt x="2017088" y="0"/>
                    </a:cubicBezTo>
                    <a:cubicBezTo>
                      <a:pt x="2167417" y="-58115"/>
                      <a:pt x="2336809" y="8523"/>
                      <a:pt x="2512047" y="0"/>
                    </a:cubicBezTo>
                    <a:cubicBezTo>
                      <a:pt x="2687285" y="-8523"/>
                      <a:pt x="2931913" y="68178"/>
                      <a:pt x="3118770" y="0"/>
                    </a:cubicBezTo>
                    <a:cubicBezTo>
                      <a:pt x="3305627" y="-68178"/>
                      <a:pt x="3466208" y="5982"/>
                      <a:pt x="3725493" y="0"/>
                    </a:cubicBezTo>
                    <a:cubicBezTo>
                      <a:pt x="3753474" y="150841"/>
                      <a:pt x="3697811" y="187854"/>
                      <a:pt x="3725493" y="336092"/>
                    </a:cubicBezTo>
                    <a:cubicBezTo>
                      <a:pt x="3753175" y="484330"/>
                      <a:pt x="3701446" y="513455"/>
                      <a:pt x="3725493" y="646331"/>
                    </a:cubicBezTo>
                    <a:cubicBezTo>
                      <a:pt x="3511018" y="651450"/>
                      <a:pt x="3430286" y="633312"/>
                      <a:pt x="3267790" y="646331"/>
                    </a:cubicBezTo>
                    <a:cubicBezTo>
                      <a:pt x="3105294" y="659350"/>
                      <a:pt x="2938885" y="608909"/>
                      <a:pt x="2735576" y="646331"/>
                    </a:cubicBezTo>
                    <a:cubicBezTo>
                      <a:pt x="2532267" y="683753"/>
                      <a:pt x="2431571" y="596296"/>
                      <a:pt x="2240618" y="646331"/>
                    </a:cubicBezTo>
                    <a:cubicBezTo>
                      <a:pt x="2049665" y="696366"/>
                      <a:pt x="1764615" y="619696"/>
                      <a:pt x="1633895" y="646331"/>
                    </a:cubicBezTo>
                    <a:cubicBezTo>
                      <a:pt x="1503175" y="672966"/>
                      <a:pt x="1190980" y="622440"/>
                      <a:pt x="1027172" y="646331"/>
                    </a:cubicBezTo>
                    <a:cubicBezTo>
                      <a:pt x="863364" y="670222"/>
                      <a:pt x="707208" y="618050"/>
                      <a:pt x="569468" y="646331"/>
                    </a:cubicBezTo>
                    <a:cubicBezTo>
                      <a:pt x="431728" y="674612"/>
                      <a:pt x="151174" y="615976"/>
                      <a:pt x="0" y="646331"/>
                    </a:cubicBezTo>
                    <a:cubicBezTo>
                      <a:pt x="-27191" y="490181"/>
                      <a:pt x="9927" y="438138"/>
                      <a:pt x="0" y="310239"/>
                    </a:cubicBezTo>
                    <a:cubicBezTo>
                      <a:pt x="-9927" y="182340"/>
                      <a:pt x="16951" y="132664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How do we assign a single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payoff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to an </a:t>
                </a:r>
                <a:r>
                  <a:rPr kumimoji="0" 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action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with uncertain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?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98A9822-097B-3C2B-6B6C-F3041709D851}"/>
                  </a:ext>
                </a:extLst>
              </p:cNvPr>
              <p:cNvSpPr/>
              <p:nvPr/>
            </p:nvSpPr>
            <p:spPr>
              <a:xfrm>
                <a:off x="4104322" y="3352928"/>
                <a:ext cx="408737" cy="433118"/>
              </a:xfrm>
              <a:custGeom>
                <a:avLst/>
                <a:gdLst>
                  <a:gd name="csX0" fmla="*/ 0 w 408737"/>
                  <a:gd name="csY0" fmla="*/ 216559 h 433118"/>
                  <a:gd name="csX1" fmla="*/ 204369 w 408737"/>
                  <a:gd name="csY1" fmla="*/ 0 h 433118"/>
                  <a:gd name="csX2" fmla="*/ 408738 w 408737"/>
                  <a:gd name="csY2" fmla="*/ 216559 h 433118"/>
                  <a:gd name="csX3" fmla="*/ 204369 w 408737"/>
                  <a:gd name="csY3" fmla="*/ 433118 h 433118"/>
                  <a:gd name="csX4" fmla="*/ 0 w 408737"/>
                  <a:gd name="csY4" fmla="*/ 216559 h 4331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8737" h="433118" fill="none" extrusionOk="0">
                    <a:moveTo>
                      <a:pt x="0" y="216559"/>
                    </a:moveTo>
                    <a:cubicBezTo>
                      <a:pt x="7174" y="97808"/>
                      <a:pt x="104509" y="-26774"/>
                      <a:pt x="204369" y="0"/>
                    </a:cubicBezTo>
                    <a:cubicBezTo>
                      <a:pt x="298961" y="-2799"/>
                      <a:pt x="392494" y="112251"/>
                      <a:pt x="408738" y="216559"/>
                    </a:cubicBezTo>
                    <a:cubicBezTo>
                      <a:pt x="408470" y="333602"/>
                      <a:pt x="307765" y="446285"/>
                      <a:pt x="204369" y="433118"/>
                    </a:cubicBezTo>
                    <a:cubicBezTo>
                      <a:pt x="107945" y="442325"/>
                      <a:pt x="24244" y="341990"/>
                      <a:pt x="0" y="216559"/>
                    </a:cubicBezTo>
                    <a:close/>
                  </a:path>
                  <a:path w="408737" h="433118" stroke="0" extrusionOk="0">
                    <a:moveTo>
                      <a:pt x="0" y="216559"/>
                    </a:moveTo>
                    <a:cubicBezTo>
                      <a:pt x="-27826" y="79793"/>
                      <a:pt x="69775" y="8153"/>
                      <a:pt x="204369" y="0"/>
                    </a:cubicBezTo>
                    <a:cubicBezTo>
                      <a:pt x="338091" y="4390"/>
                      <a:pt x="382354" y="97796"/>
                      <a:pt x="408738" y="216559"/>
                    </a:cubicBezTo>
                    <a:cubicBezTo>
                      <a:pt x="396098" y="348505"/>
                      <a:pt x="316458" y="437433"/>
                      <a:pt x="204369" y="433118"/>
                    </a:cubicBezTo>
                    <a:cubicBezTo>
                      <a:pt x="80251" y="426964"/>
                      <a:pt x="14103" y="342900"/>
                      <a:pt x="0" y="216559"/>
                    </a:cubicBezTo>
                    <a:close/>
                  </a:path>
                </a:pathLst>
              </a:custGeom>
              <a:solidFill>
                <a:srgbClr val="92D050">
                  <a:alpha val="30000"/>
                </a:srgbClr>
              </a:solidFill>
              <a:ln>
                <a:extLst>
                  <a:ext uri="{C807C97D-BFC1-408E-A445-0C87EB9F89A2}">
                    <ask:lineSketchStyleProps xmlns:ask="http://schemas.microsoft.com/office/drawing/2018/sketchyshapes" sd="1219033472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C6B067-6C78-0605-6DF6-1956C4C65F00}"/>
                </a:ext>
              </a:extLst>
            </p:cNvPr>
            <p:cNvSpPr/>
            <p:nvPr/>
          </p:nvSpPr>
          <p:spPr>
            <a:xfrm>
              <a:off x="4192812" y="4413159"/>
              <a:ext cx="408737" cy="433118"/>
            </a:xfrm>
            <a:custGeom>
              <a:avLst/>
              <a:gdLst>
                <a:gd name="csX0" fmla="*/ 0 w 408737"/>
                <a:gd name="csY0" fmla="*/ 216559 h 433118"/>
                <a:gd name="csX1" fmla="*/ 204369 w 408737"/>
                <a:gd name="csY1" fmla="*/ 0 h 433118"/>
                <a:gd name="csX2" fmla="*/ 408738 w 408737"/>
                <a:gd name="csY2" fmla="*/ 216559 h 433118"/>
                <a:gd name="csX3" fmla="*/ 204369 w 408737"/>
                <a:gd name="csY3" fmla="*/ 433118 h 433118"/>
                <a:gd name="csX4" fmla="*/ 0 w 408737"/>
                <a:gd name="csY4" fmla="*/ 216559 h 4331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8737" h="433118" fill="none" extrusionOk="0">
                  <a:moveTo>
                    <a:pt x="0" y="216559"/>
                  </a:moveTo>
                  <a:cubicBezTo>
                    <a:pt x="7174" y="97808"/>
                    <a:pt x="104509" y="-26774"/>
                    <a:pt x="204369" y="0"/>
                  </a:cubicBezTo>
                  <a:cubicBezTo>
                    <a:pt x="298961" y="-2799"/>
                    <a:pt x="392494" y="112251"/>
                    <a:pt x="408738" y="216559"/>
                  </a:cubicBezTo>
                  <a:cubicBezTo>
                    <a:pt x="408470" y="333602"/>
                    <a:pt x="307765" y="446285"/>
                    <a:pt x="204369" y="433118"/>
                  </a:cubicBezTo>
                  <a:cubicBezTo>
                    <a:pt x="107945" y="442325"/>
                    <a:pt x="24244" y="341990"/>
                    <a:pt x="0" y="216559"/>
                  </a:cubicBezTo>
                  <a:close/>
                </a:path>
                <a:path w="408737" h="433118" stroke="0" extrusionOk="0">
                  <a:moveTo>
                    <a:pt x="0" y="216559"/>
                  </a:moveTo>
                  <a:cubicBezTo>
                    <a:pt x="-27826" y="79793"/>
                    <a:pt x="69775" y="8153"/>
                    <a:pt x="204369" y="0"/>
                  </a:cubicBezTo>
                  <a:cubicBezTo>
                    <a:pt x="338091" y="4390"/>
                    <a:pt x="382354" y="97796"/>
                    <a:pt x="408738" y="216559"/>
                  </a:cubicBezTo>
                  <a:cubicBezTo>
                    <a:pt x="396098" y="348505"/>
                    <a:pt x="316458" y="437433"/>
                    <a:pt x="204369" y="433118"/>
                  </a:cubicBezTo>
                  <a:cubicBezTo>
                    <a:pt x="80251" y="426964"/>
                    <a:pt x="14103" y="342900"/>
                    <a:pt x="0" y="216559"/>
                  </a:cubicBezTo>
                  <a:close/>
                </a:path>
              </a:pathLst>
            </a:custGeom>
            <a:solidFill>
              <a:srgbClr val="92D050">
                <a:alpha val="30000"/>
              </a:srgbClr>
            </a:solidFill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9FF67CB-085A-84D7-3FB3-B187D455723A}"/>
              </a:ext>
            </a:extLst>
          </p:cNvPr>
          <p:cNvSpPr txBox="1"/>
          <p:nvPr/>
        </p:nvSpPr>
        <p:spPr>
          <a:xfrm>
            <a:off x="8507139" y="6327307"/>
            <a:ext cx="93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Lottery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1F734F-8264-AF8D-5802-B993EC45B0B9}"/>
              </a:ext>
            </a:extLst>
          </p:cNvPr>
          <p:cNvSpPr txBox="1"/>
          <p:nvPr/>
        </p:nvSpPr>
        <p:spPr>
          <a:xfrm>
            <a:off x="10008397" y="6359548"/>
            <a:ext cx="19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Cardinal Payoffs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D61A3B0-E54E-395A-E569-DE471D42FD8D}"/>
              </a:ext>
            </a:extLst>
          </p:cNvPr>
          <p:cNvCxnSpPr>
            <a:cxnSpLocks/>
            <a:stCxn id="47" idx="0"/>
            <a:endCxn id="41" idx="2"/>
          </p:cNvCxnSpPr>
          <p:nvPr/>
        </p:nvCxnSpPr>
        <p:spPr>
          <a:xfrm flipV="1">
            <a:off x="8973284" y="6060117"/>
            <a:ext cx="1017985" cy="26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1C189DB-0D7D-A39A-F1E7-C6D7E608C146}"/>
              </a:ext>
            </a:extLst>
          </p:cNvPr>
          <p:cNvCxnSpPr>
            <a:cxnSpLocks/>
            <a:stCxn id="48" idx="0"/>
            <a:endCxn id="41" idx="2"/>
          </p:cNvCxnSpPr>
          <p:nvPr/>
        </p:nvCxnSpPr>
        <p:spPr>
          <a:xfrm flipH="1" flipV="1">
            <a:off x="9991269" y="6060117"/>
            <a:ext cx="997749" cy="299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D5A7B7C-77FB-E41D-F9F7-D0DC4505EAF8}"/>
              </a:ext>
            </a:extLst>
          </p:cNvPr>
          <p:cNvSpPr txBox="1"/>
          <p:nvPr/>
        </p:nvSpPr>
        <p:spPr>
          <a:xfrm>
            <a:off x="10939490" y="4793871"/>
            <a:ext cx="828620" cy="369332"/>
          </a:xfrm>
          <a:custGeom>
            <a:avLst/>
            <a:gdLst>
              <a:gd name="csX0" fmla="*/ 0 w 828620"/>
              <a:gd name="csY0" fmla="*/ 0 h 369332"/>
              <a:gd name="csX1" fmla="*/ 430882 w 828620"/>
              <a:gd name="csY1" fmla="*/ 0 h 369332"/>
              <a:gd name="csX2" fmla="*/ 828620 w 828620"/>
              <a:gd name="csY2" fmla="*/ 0 h 369332"/>
              <a:gd name="csX3" fmla="*/ 828620 w 828620"/>
              <a:gd name="csY3" fmla="*/ 369332 h 369332"/>
              <a:gd name="csX4" fmla="*/ 422596 w 828620"/>
              <a:gd name="csY4" fmla="*/ 369332 h 369332"/>
              <a:gd name="csX5" fmla="*/ 0 w 828620"/>
              <a:gd name="csY5" fmla="*/ 369332 h 369332"/>
              <a:gd name="csX6" fmla="*/ 0 w 828620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28620" h="369332" fill="none" extrusionOk="0">
                <a:moveTo>
                  <a:pt x="0" y="0"/>
                </a:moveTo>
                <a:cubicBezTo>
                  <a:pt x="95710" y="-45583"/>
                  <a:pt x="286642" y="20883"/>
                  <a:pt x="430882" y="0"/>
                </a:cubicBezTo>
                <a:cubicBezTo>
                  <a:pt x="575122" y="-20883"/>
                  <a:pt x="730073" y="46261"/>
                  <a:pt x="828620" y="0"/>
                </a:cubicBezTo>
                <a:cubicBezTo>
                  <a:pt x="830150" y="150881"/>
                  <a:pt x="825867" y="222968"/>
                  <a:pt x="828620" y="369332"/>
                </a:cubicBezTo>
                <a:cubicBezTo>
                  <a:pt x="700724" y="403522"/>
                  <a:pt x="525527" y="366104"/>
                  <a:pt x="422596" y="369332"/>
                </a:cubicBezTo>
                <a:cubicBezTo>
                  <a:pt x="319665" y="372560"/>
                  <a:pt x="152903" y="340069"/>
                  <a:pt x="0" y="369332"/>
                </a:cubicBezTo>
                <a:cubicBezTo>
                  <a:pt x="-23840" y="235268"/>
                  <a:pt x="5511" y="129660"/>
                  <a:pt x="0" y="0"/>
                </a:cubicBezTo>
                <a:close/>
              </a:path>
              <a:path w="828620" h="369332" stroke="0" extrusionOk="0">
                <a:moveTo>
                  <a:pt x="0" y="0"/>
                </a:moveTo>
                <a:cubicBezTo>
                  <a:pt x="148457" y="-16390"/>
                  <a:pt x="205279" y="26670"/>
                  <a:pt x="406024" y="0"/>
                </a:cubicBezTo>
                <a:cubicBezTo>
                  <a:pt x="606769" y="-26670"/>
                  <a:pt x="671254" y="41395"/>
                  <a:pt x="828620" y="0"/>
                </a:cubicBezTo>
                <a:cubicBezTo>
                  <a:pt x="856583" y="78977"/>
                  <a:pt x="798196" y="271296"/>
                  <a:pt x="828620" y="369332"/>
                </a:cubicBezTo>
                <a:cubicBezTo>
                  <a:pt x="655966" y="381969"/>
                  <a:pt x="601140" y="361145"/>
                  <a:pt x="414310" y="369332"/>
                </a:cubicBezTo>
                <a:cubicBezTo>
                  <a:pt x="227480" y="377519"/>
                  <a:pt x="148546" y="355691"/>
                  <a:pt x="0" y="369332"/>
                </a:cubicBezTo>
                <a:cubicBezTo>
                  <a:pt x="-6017" y="217080"/>
                  <a:pt x="5246" y="88445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90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7" grpId="0"/>
      <p:bldP spid="48" grpId="0"/>
      <p:bldP spid="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AF096-B619-B559-695E-D17EF43B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19B6A7-E68F-B498-590F-2B9F8E668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7A448B3-644C-ED91-7272-5B7BDA78B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583D6-1C26-D49D-B6BC-47CA02D0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From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to </a:t>
            </a:r>
            <a:r>
              <a:rPr lang="en-US" sz="5400" i="1" dirty="0"/>
              <a:t>Expected </a:t>
            </a:r>
            <a:r>
              <a:rPr lang="en-US" sz="5400" i="1" dirty="0">
                <a:solidFill>
                  <a:srgbClr val="0070C0"/>
                </a:solidFill>
              </a:rPr>
              <a:t>Payoff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B76A1315-1788-4314-1C92-3F6A0F321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62520-DB4F-3FA0-FE21-6F4D492928B4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62520-DB4F-3FA0-FE21-6F4D49292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E95E691-104D-8EA8-3E49-6EFAAA92C54F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81EF60-D7DB-3BEA-A5AE-FE401C973989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6413E7-DA76-ACA2-4A7C-C1F380D5BB24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2197D1E-8A44-A279-74B3-C6E3CF29968C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7A2E754-0504-9057-87D3-71B441EA9C4B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7A2E754-0504-9057-87D3-71B441EA9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3B3FE0-5BE4-4B8B-4F2F-16B58C179BCE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30D0C27-D0C1-E9D0-9E32-45E1AB02EA85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275527B-9C75-777D-3B85-CD8FE43FDB2A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275527B-9C75-777D-3B85-CD8FE43FDB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72A1AE-F699-7EA3-63F9-4509321E00A5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167179-6D0F-6088-25A2-1D23547395BA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5479853-9A91-225C-97E8-0DEBE7B2814A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5479853-9A91-225C-97E8-0DEBE7B28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87291D7-A96A-A8E5-B6D8-BA4DC5754232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3DE469C-1E97-E351-C321-8397C5C0A453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B4DD093-8AA2-6D03-2861-94A350DEA76B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E14BE2-3C16-4B54-6594-E55658EAFDFE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28D2899-E79A-9C5F-7127-D377928E5594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80CEFE9-9302-9DD3-F618-16C9C4A2A98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694192E-855E-39B2-FF4C-2CAC31945B2D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EAB5A15-0BFD-970D-1962-8F2C59D7CC37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DCB3A0CF-4660-6FA3-DB43-BB08899AE527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DCB3A0CF-4660-6FA3-DB43-BB08899AE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2535B2C-4B38-CEFF-3398-6A958744EB89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2535B2C-4B38-CEFF-3398-6A958744E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23F72D2-AE9A-ECF1-B582-2295E32C9712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B67C42C-C8AB-7698-EE2F-006D14E33EC4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B67C42C-C8AB-7698-EE2F-006D14E3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C2D525A-767A-AC78-6B8B-E59839EA7968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C2D525A-767A-AC78-6B8B-E59839EA7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22EEB14-9665-7317-0D4F-C1A842A2D3FF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22EEB14-9665-7317-0D4F-C1A842A2D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C46403-5816-36C1-C77C-4F2155E3DDF3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38124D2-856B-106A-B735-3CB53266D7CF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38124D2-856B-106A-B735-3CB53266D7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B6F2E10-92C9-4460-CD8E-10445F3F8B91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B6F2E10-92C9-4460-CD8E-10445F3F8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4EB17F0-431F-56F5-6F68-A0697A12EACB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6D76137-D3CF-AAE2-612B-FCCA826FE45D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6D76137-D3CF-AAE2-612B-FCCA826FE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187F40D-D6DA-80D8-563D-9C8029EE0679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187F40D-D6DA-80D8-563D-9C8029EE0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E34C105-0CFE-D7FD-4895-AB88F16FD497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E34C105-0CFE-D7FD-4895-AB88F16FD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418498D-8AD3-5812-2666-1DA326447480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9A4ED65-554C-58F9-6D90-32B6AB2635ED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B1689C-A95E-1C2B-45F6-6597BD0BB2EF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E8BF8F-5997-F54C-2990-5B027B298532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E3BD8B3-811C-12BC-D852-F6F92FDCE4AB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919B58-7254-86CC-6227-8BE85206F54B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919B58-7254-86CC-6227-8BE85206F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95BDF0-F954-89AA-AA35-3972996D0C35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20D5EF-0D86-34EE-E497-479CA10D9BA4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B0B333-C9DD-3CC7-8910-2CC56E4DFAB1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32BCB9B-CA1D-4F6A-D7A8-AF0FBE5F026C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F89CBE-615D-AC0F-88A8-9D8B653C13F3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EAFE41-721E-771C-725B-31753100F015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9422E2-AA59-8DE6-4575-B0AACFEBBCC9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438A431-2474-0857-65B9-184F48D22281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817AF3D-66D1-7D34-919A-7C80B022ABE7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211E7C-DBE0-52D1-713E-5F26960CD6E5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5E53F2-F831-F738-7D0E-D28E974F80BF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95EB06D-9DCF-8FE7-C5B7-8B1B73197846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99F1DDA-9D37-2558-4AA9-18140E65F9BF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0469FB-4112-2CE7-CB26-7CFCA7FE69D2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5CD7725-C604-4724-D1EA-4F7F04C02EE8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AE5D47C-3901-B0EA-5CED-C8046B1A78B2}"/>
              </a:ext>
            </a:extLst>
          </p:cNvPr>
          <p:cNvSpPr/>
          <p:nvPr/>
        </p:nvSpPr>
        <p:spPr>
          <a:xfrm>
            <a:off x="4104322" y="3352928"/>
            <a:ext cx="408737" cy="433118"/>
          </a:xfrm>
          <a:custGeom>
            <a:avLst/>
            <a:gdLst>
              <a:gd name="csX0" fmla="*/ 0 w 408737"/>
              <a:gd name="csY0" fmla="*/ 216559 h 433118"/>
              <a:gd name="csX1" fmla="*/ 204369 w 408737"/>
              <a:gd name="csY1" fmla="*/ 0 h 433118"/>
              <a:gd name="csX2" fmla="*/ 408738 w 408737"/>
              <a:gd name="csY2" fmla="*/ 216559 h 433118"/>
              <a:gd name="csX3" fmla="*/ 204369 w 408737"/>
              <a:gd name="csY3" fmla="*/ 433118 h 433118"/>
              <a:gd name="csX4" fmla="*/ 0 w 408737"/>
              <a:gd name="csY4" fmla="*/ 216559 h 433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8737" h="433118" fill="none" extrusionOk="0">
                <a:moveTo>
                  <a:pt x="0" y="216559"/>
                </a:moveTo>
                <a:cubicBezTo>
                  <a:pt x="7174" y="97808"/>
                  <a:pt x="104509" y="-26774"/>
                  <a:pt x="204369" y="0"/>
                </a:cubicBezTo>
                <a:cubicBezTo>
                  <a:pt x="298961" y="-2799"/>
                  <a:pt x="392494" y="112251"/>
                  <a:pt x="408738" y="216559"/>
                </a:cubicBezTo>
                <a:cubicBezTo>
                  <a:pt x="408470" y="333602"/>
                  <a:pt x="307765" y="446285"/>
                  <a:pt x="204369" y="433118"/>
                </a:cubicBezTo>
                <a:cubicBezTo>
                  <a:pt x="107945" y="442325"/>
                  <a:pt x="24244" y="341990"/>
                  <a:pt x="0" y="216559"/>
                </a:cubicBezTo>
                <a:close/>
              </a:path>
              <a:path w="408737" h="433118" stroke="0" extrusionOk="0">
                <a:moveTo>
                  <a:pt x="0" y="216559"/>
                </a:moveTo>
                <a:cubicBezTo>
                  <a:pt x="-27826" y="79793"/>
                  <a:pt x="69775" y="8153"/>
                  <a:pt x="204369" y="0"/>
                </a:cubicBezTo>
                <a:cubicBezTo>
                  <a:pt x="338091" y="4390"/>
                  <a:pt x="382354" y="97796"/>
                  <a:pt x="408738" y="216559"/>
                </a:cubicBezTo>
                <a:cubicBezTo>
                  <a:pt x="396098" y="348505"/>
                  <a:pt x="316458" y="437433"/>
                  <a:pt x="204369" y="433118"/>
                </a:cubicBezTo>
                <a:cubicBezTo>
                  <a:pt x="80251" y="426964"/>
                  <a:pt x="14103" y="342900"/>
                  <a:pt x="0" y="216559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F05115E-1B95-3E23-EB5A-A5FB806409E3}"/>
                  </a:ext>
                </a:extLst>
              </p:cNvPr>
              <p:cNvSpPr txBox="1"/>
              <p:nvPr/>
            </p:nvSpPr>
            <p:spPr>
              <a:xfrm>
                <a:off x="8213058" y="1980294"/>
                <a:ext cx="1991571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F05115E-1B95-3E23-EB5A-A5FB8064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58" y="1980294"/>
                <a:ext cx="1991571" cy="77873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231C5FE-B3D8-1E8F-2222-77149A95C6A8}"/>
                  </a:ext>
                </a:extLst>
              </p:cNvPr>
              <p:cNvSpPr txBox="1"/>
              <p:nvPr/>
            </p:nvSpPr>
            <p:spPr>
              <a:xfrm>
                <a:off x="8213058" y="2957395"/>
                <a:ext cx="2658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231C5FE-B3D8-1E8F-2222-77149A95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58" y="2957395"/>
                <a:ext cx="2658805" cy="276999"/>
              </a:xfrm>
              <a:prstGeom prst="rect">
                <a:avLst/>
              </a:prstGeom>
              <a:blipFill>
                <a:blip r:embed="rId19"/>
                <a:stretch>
                  <a:fillRect l="-91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FB0D97-9798-D4CB-3844-A2353B35AE83}"/>
                  </a:ext>
                </a:extLst>
              </p:cNvPr>
              <p:cNvSpPr txBox="1"/>
              <p:nvPr/>
            </p:nvSpPr>
            <p:spPr>
              <a:xfrm>
                <a:off x="8207816" y="3445731"/>
                <a:ext cx="34369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0.7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−20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5FB0D97-9798-D4CB-3844-A2353B35A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3445731"/>
                <a:ext cx="3436967" cy="276999"/>
              </a:xfrm>
              <a:prstGeom prst="rect">
                <a:avLst/>
              </a:prstGeom>
              <a:blipFill>
                <a:blip r:embed="rId20"/>
                <a:stretch>
                  <a:fillRect l="-53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A8D941-EB4C-1622-6B27-16BF62F064F0}"/>
                  </a:ext>
                </a:extLst>
              </p:cNvPr>
              <p:cNvSpPr txBox="1"/>
              <p:nvPr/>
            </p:nvSpPr>
            <p:spPr>
              <a:xfrm>
                <a:off x="8207816" y="3939669"/>
                <a:ext cx="1075679" cy="276999"/>
              </a:xfrm>
              <a:custGeom>
                <a:avLst/>
                <a:gdLst>
                  <a:gd name="csX0" fmla="*/ 0 w 1075679"/>
                  <a:gd name="csY0" fmla="*/ 0 h 276999"/>
                  <a:gd name="csX1" fmla="*/ 559353 w 1075679"/>
                  <a:gd name="csY1" fmla="*/ 0 h 276999"/>
                  <a:gd name="csX2" fmla="*/ 1075679 w 1075679"/>
                  <a:gd name="csY2" fmla="*/ 0 h 276999"/>
                  <a:gd name="csX3" fmla="*/ 1075679 w 1075679"/>
                  <a:gd name="csY3" fmla="*/ 276999 h 276999"/>
                  <a:gd name="csX4" fmla="*/ 548596 w 1075679"/>
                  <a:gd name="csY4" fmla="*/ 276999 h 276999"/>
                  <a:gd name="csX5" fmla="*/ 0 w 1075679"/>
                  <a:gd name="csY5" fmla="*/ 276999 h 276999"/>
                  <a:gd name="csX6" fmla="*/ 0 w 1075679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75679" h="276999" fill="none" extrusionOk="0">
                    <a:moveTo>
                      <a:pt x="0" y="0"/>
                    </a:moveTo>
                    <a:cubicBezTo>
                      <a:pt x="219127" y="-4655"/>
                      <a:pt x="311541" y="50888"/>
                      <a:pt x="559353" y="0"/>
                    </a:cubicBezTo>
                    <a:cubicBezTo>
                      <a:pt x="807165" y="-50888"/>
                      <a:pt x="834629" y="38361"/>
                      <a:pt x="1075679" y="0"/>
                    </a:cubicBezTo>
                    <a:cubicBezTo>
                      <a:pt x="1099369" y="123512"/>
                      <a:pt x="1061846" y="147405"/>
                      <a:pt x="1075679" y="276999"/>
                    </a:cubicBezTo>
                    <a:cubicBezTo>
                      <a:pt x="851606" y="323006"/>
                      <a:pt x="713358" y="246756"/>
                      <a:pt x="548596" y="276999"/>
                    </a:cubicBezTo>
                    <a:cubicBezTo>
                      <a:pt x="383834" y="307242"/>
                      <a:pt x="135562" y="223451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75679" h="276999" stroke="0" extrusionOk="0">
                    <a:moveTo>
                      <a:pt x="0" y="0"/>
                    </a:moveTo>
                    <a:cubicBezTo>
                      <a:pt x="240711" y="-41378"/>
                      <a:pt x="349093" y="2194"/>
                      <a:pt x="527083" y="0"/>
                    </a:cubicBezTo>
                    <a:cubicBezTo>
                      <a:pt x="705073" y="-2194"/>
                      <a:pt x="916974" y="64262"/>
                      <a:pt x="1075679" y="0"/>
                    </a:cubicBezTo>
                    <a:cubicBezTo>
                      <a:pt x="1103642" y="55906"/>
                      <a:pt x="1056335" y="166747"/>
                      <a:pt x="1075679" y="276999"/>
                    </a:cubicBezTo>
                    <a:cubicBezTo>
                      <a:pt x="820162" y="320281"/>
                      <a:pt x="646511" y="267226"/>
                      <a:pt x="537840" y="276999"/>
                    </a:cubicBezTo>
                    <a:cubicBezTo>
                      <a:pt x="429169" y="286772"/>
                      <a:pt x="141208" y="272211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A8D941-EB4C-1622-6B27-16BF62F0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3939669"/>
                <a:ext cx="1075679" cy="276999"/>
              </a:xfrm>
              <a:prstGeom prst="rect">
                <a:avLst/>
              </a:prstGeom>
              <a:blipFill>
                <a:blip r:embed="rId21"/>
                <a:stretch>
                  <a:fillRect l="-1648" r="-3297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75679"/>
                          <a:gd name="connsiteY0" fmla="*/ 0 h 276999"/>
                          <a:gd name="connsiteX1" fmla="*/ 527083 w 1075679"/>
                          <a:gd name="connsiteY1" fmla="*/ 0 h 276999"/>
                          <a:gd name="connsiteX2" fmla="*/ 1075679 w 1075679"/>
                          <a:gd name="connsiteY2" fmla="*/ 0 h 276999"/>
                          <a:gd name="connsiteX3" fmla="*/ 1075679 w 1075679"/>
                          <a:gd name="connsiteY3" fmla="*/ 276999 h 276999"/>
                          <a:gd name="connsiteX4" fmla="*/ 537840 w 1075679"/>
                          <a:gd name="connsiteY4" fmla="*/ 276999 h 276999"/>
                          <a:gd name="connsiteX5" fmla="*/ 0 w 1075679"/>
                          <a:gd name="connsiteY5" fmla="*/ 276999 h 276999"/>
                          <a:gd name="connsiteX6" fmla="*/ 0 w 1075679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75679" h="276999" extrusionOk="0">
                            <a:moveTo>
                              <a:pt x="0" y="0"/>
                            </a:moveTo>
                            <a:cubicBezTo>
                              <a:pt x="240711" y="-41378"/>
                              <a:pt x="349093" y="2194"/>
                              <a:pt x="527083" y="0"/>
                            </a:cubicBezTo>
                            <a:cubicBezTo>
                              <a:pt x="705073" y="-2194"/>
                              <a:pt x="916974" y="64262"/>
                              <a:pt x="1075679" y="0"/>
                            </a:cubicBezTo>
                            <a:cubicBezTo>
                              <a:pt x="1103642" y="55906"/>
                              <a:pt x="1056335" y="166747"/>
                              <a:pt x="1075679" y="276999"/>
                            </a:cubicBezTo>
                            <a:cubicBezTo>
                              <a:pt x="820162" y="320281"/>
                              <a:pt x="646511" y="267226"/>
                              <a:pt x="537840" y="276999"/>
                            </a:cubicBezTo>
                            <a:cubicBezTo>
                              <a:pt x="429169" y="286772"/>
                              <a:pt x="141208" y="272211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BF02CE7-A2FA-8D60-0BA5-795A8DB82A3D}"/>
              </a:ext>
            </a:extLst>
          </p:cNvPr>
          <p:cNvGrpSpPr/>
          <p:nvPr/>
        </p:nvGrpSpPr>
        <p:grpSpPr>
          <a:xfrm>
            <a:off x="9017315" y="1872060"/>
            <a:ext cx="2930517" cy="338554"/>
            <a:chOff x="9017315" y="1872060"/>
            <a:chExt cx="2930517" cy="338554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BD29FB0-01BE-DF34-5B19-8A7681B2E0B9}"/>
                </a:ext>
              </a:extLst>
            </p:cNvPr>
            <p:cNvSpPr/>
            <p:nvPr/>
          </p:nvSpPr>
          <p:spPr>
            <a:xfrm>
              <a:off x="9017315" y="1906998"/>
              <a:ext cx="281420" cy="266460"/>
            </a:xfrm>
            <a:custGeom>
              <a:avLst/>
              <a:gdLst>
                <a:gd name="csX0" fmla="*/ 0 w 281420"/>
                <a:gd name="csY0" fmla="*/ 133230 h 266460"/>
                <a:gd name="csX1" fmla="*/ 140710 w 281420"/>
                <a:gd name="csY1" fmla="*/ 0 h 266460"/>
                <a:gd name="csX2" fmla="*/ 281420 w 281420"/>
                <a:gd name="csY2" fmla="*/ 133230 h 266460"/>
                <a:gd name="csX3" fmla="*/ 140710 w 281420"/>
                <a:gd name="csY3" fmla="*/ 266460 h 266460"/>
                <a:gd name="csX4" fmla="*/ 0 w 281420"/>
                <a:gd name="csY4" fmla="*/ 133230 h 266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1420" h="266460" fill="none" extrusionOk="0">
                  <a:moveTo>
                    <a:pt x="0" y="133230"/>
                  </a:moveTo>
                  <a:cubicBezTo>
                    <a:pt x="22009" y="62260"/>
                    <a:pt x="71945" y="-18414"/>
                    <a:pt x="140710" y="0"/>
                  </a:cubicBezTo>
                  <a:cubicBezTo>
                    <a:pt x="213169" y="-804"/>
                    <a:pt x="270869" y="69583"/>
                    <a:pt x="281420" y="133230"/>
                  </a:cubicBezTo>
                  <a:cubicBezTo>
                    <a:pt x="280489" y="197937"/>
                    <a:pt x="214969" y="271258"/>
                    <a:pt x="140710" y="266460"/>
                  </a:cubicBezTo>
                  <a:cubicBezTo>
                    <a:pt x="66493" y="268417"/>
                    <a:pt x="14482" y="210293"/>
                    <a:pt x="0" y="133230"/>
                  </a:cubicBezTo>
                  <a:close/>
                </a:path>
                <a:path w="281420" h="266460" stroke="0" extrusionOk="0">
                  <a:moveTo>
                    <a:pt x="0" y="133230"/>
                  </a:moveTo>
                  <a:cubicBezTo>
                    <a:pt x="-11720" y="52420"/>
                    <a:pt x="53087" y="3720"/>
                    <a:pt x="140710" y="0"/>
                  </a:cubicBezTo>
                  <a:cubicBezTo>
                    <a:pt x="222097" y="774"/>
                    <a:pt x="273687" y="59895"/>
                    <a:pt x="281420" y="133230"/>
                  </a:cubicBezTo>
                  <a:cubicBezTo>
                    <a:pt x="279417" y="208767"/>
                    <a:pt x="216214" y="278665"/>
                    <a:pt x="140710" y="266460"/>
                  </a:cubicBezTo>
                  <a:cubicBezTo>
                    <a:pt x="45787" y="257044"/>
                    <a:pt x="6011" y="209683"/>
                    <a:pt x="0" y="133230"/>
                  </a:cubicBezTo>
                  <a:close/>
                </a:path>
              </a:pathLst>
            </a:custGeom>
            <a:solidFill>
              <a:srgbClr val="92D050">
                <a:alpha val="30000"/>
              </a:srgbClr>
            </a:solidFill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DFF559-82AD-F220-8520-783B3DFFE794}"/>
                </a:ext>
              </a:extLst>
            </p:cNvPr>
            <p:cNvSpPr txBox="1"/>
            <p:nvPr/>
          </p:nvSpPr>
          <p:spPr>
            <a:xfrm>
              <a:off x="9298735" y="1872060"/>
              <a:ext cx="2649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…number of outcomes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4D745A-6844-69F7-DE2A-AB4F2BF58F6F}"/>
              </a:ext>
            </a:extLst>
          </p:cNvPr>
          <p:cNvGrpSpPr/>
          <p:nvPr/>
        </p:nvGrpSpPr>
        <p:grpSpPr>
          <a:xfrm>
            <a:off x="8792393" y="70534"/>
            <a:ext cx="3301284" cy="1619525"/>
            <a:chOff x="8792393" y="70534"/>
            <a:chExt cx="3301284" cy="161952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1E34B1-5829-A80E-168E-43D7CC16E306}"/>
                </a:ext>
              </a:extLst>
            </p:cNvPr>
            <p:cNvSpPr txBox="1"/>
            <p:nvPr/>
          </p:nvSpPr>
          <p:spPr>
            <a:xfrm>
              <a:off x="8792393" y="70534"/>
              <a:ext cx="33012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Possible values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Probability distribution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41C3D37-5DDF-611B-DE7D-7CABADE116DD}"/>
                </a:ext>
              </a:extLst>
            </p:cNvPr>
            <p:cNvSpPr/>
            <p:nvPr/>
          </p:nvSpPr>
          <p:spPr>
            <a:xfrm>
              <a:off x="9117106" y="639097"/>
              <a:ext cx="1357544" cy="1050962"/>
            </a:xfrm>
            <a:custGeom>
              <a:avLst/>
              <a:gdLst>
                <a:gd name="connsiteX0" fmla="*/ 0 w 1261824"/>
                <a:gd name="connsiteY0" fmla="*/ 1002890 h 1146810"/>
                <a:gd name="connsiteX1" fmla="*/ 629264 w 1261824"/>
                <a:gd name="connsiteY1" fmla="*/ 943897 h 1146810"/>
                <a:gd name="connsiteX2" fmla="*/ 806245 w 1261824"/>
                <a:gd name="connsiteY2" fmla="*/ 855406 h 1146810"/>
                <a:gd name="connsiteX3" fmla="*/ 1130709 w 1261824"/>
                <a:gd name="connsiteY3" fmla="*/ 580103 h 1146810"/>
                <a:gd name="connsiteX4" fmla="*/ 1209368 w 1261824"/>
                <a:gd name="connsiteY4" fmla="*/ 462116 h 1146810"/>
                <a:gd name="connsiteX5" fmla="*/ 1258529 w 1261824"/>
                <a:gd name="connsiteY5" fmla="*/ 304800 h 1146810"/>
                <a:gd name="connsiteX6" fmla="*/ 1258529 w 1261824"/>
                <a:gd name="connsiteY6" fmla="*/ 0 h 114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824" h="1146810">
                  <a:moveTo>
                    <a:pt x="0" y="1002890"/>
                  </a:moveTo>
                  <a:cubicBezTo>
                    <a:pt x="176407" y="1254901"/>
                    <a:pt x="48201" y="1137585"/>
                    <a:pt x="629264" y="943897"/>
                  </a:cubicBezTo>
                  <a:cubicBezTo>
                    <a:pt x="691836" y="923040"/>
                    <a:pt x="748413" y="887120"/>
                    <a:pt x="806245" y="855406"/>
                  </a:cubicBezTo>
                  <a:cubicBezTo>
                    <a:pt x="932665" y="786079"/>
                    <a:pt x="1047570" y="704809"/>
                    <a:pt x="1130709" y="580103"/>
                  </a:cubicBezTo>
                  <a:lnTo>
                    <a:pt x="1209368" y="462116"/>
                  </a:lnTo>
                  <a:cubicBezTo>
                    <a:pt x="1219046" y="433082"/>
                    <a:pt x="1257422" y="319935"/>
                    <a:pt x="1258529" y="304800"/>
                  </a:cubicBezTo>
                  <a:cubicBezTo>
                    <a:pt x="1265943" y="203471"/>
                    <a:pt x="1258529" y="101600"/>
                    <a:pt x="1258529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7D335F6-8E65-FC33-B8A5-C9C2A8601402}"/>
              </a:ext>
            </a:extLst>
          </p:cNvPr>
          <p:cNvSpPr txBox="1"/>
          <p:nvPr/>
        </p:nvSpPr>
        <p:spPr>
          <a:xfrm>
            <a:off x="8128523" y="5136787"/>
            <a:ext cx="3725492" cy="923330"/>
          </a:xfrm>
          <a:custGeom>
            <a:avLst/>
            <a:gdLst>
              <a:gd name="csX0" fmla="*/ 0 w 3725492"/>
              <a:gd name="csY0" fmla="*/ 0 h 923330"/>
              <a:gd name="csX1" fmla="*/ 457703 w 3725492"/>
              <a:gd name="csY1" fmla="*/ 0 h 923330"/>
              <a:gd name="csX2" fmla="*/ 1027171 w 3725492"/>
              <a:gd name="csY2" fmla="*/ 0 h 923330"/>
              <a:gd name="csX3" fmla="*/ 1522130 w 3725492"/>
              <a:gd name="csY3" fmla="*/ 0 h 923330"/>
              <a:gd name="csX4" fmla="*/ 1979833 w 3725492"/>
              <a:gd name="csY4" fmla="*/ 0 h 923330"/>
              <a:gd name="csX5" fmla="*/ 2549301 w 3725492"/>
              <a:gd name="csY5" fmla="*/ 0 h 923330"/>
              <a:gd name="csX6" fmla="*/ 3081514 w 3725492"/>
              <a:gd name="csY6" fmla="*/ 0 h 923330"/>
              <a:gd name="csX7" fmla="*/ 3725492 w 3725492"/>
              <a:gd name="csY7" fmla="*/ 0 h 923330"/>
              <a:gd name="csX8" fmla="*/ 3725492 w 3725492"/>
              <a:gd name="csY8" fmla="*/ 480132 h 923330"/>
              <a:gd name="csX9" fmla="*/ 3725492 w 3725492"/>
              <a:gd name="csY9" fmla="*/ 923330 h 923330"/>
              <a:gd name="csX10" fmla="*/ 3267789 w 3725492"/>
              <a:gd name="csY10" fmla="*/ 923330 h 923330"/>
              <a:gd name="csX11" fmla="*/ 2847340 w 3725492"/>
              <a:gd name="csY11" fmla="*/ 923330 h 923330"/>
              <a:gd name="csX12" fmla="*/ 2277872 w 3725492"/>
              <a:gd name="csY12" fmla="*/ 923330 h 923330"/>
              <a:gd name="csX13" fmla="*/ 1820169 w 3725492"/>
              <a:gd name="csY13" fmla="*/ 923330 h 923330"/>
              <a:gd name="csX14" fmla="*/ 1250701 w 3725492"/>
              <a:gd name="csY14" fmla="*/ 923330 h 923330"/>
              <a:gd name="csX15" fmla="*/ 643978 w 3725492"/>
              <a:gd name="csY15" fmla="*/ 923330 h 923330"/>
              <a:gd name="csX16" fmla="*/ 0 w 3725492"/>
              <a:gd name="csY16" fmla="*/ 923330 h 923330"/>
              <a:gd name="csX17" fmla="*/ 0 w 3725492"/>
              <a:gd name="csY17" fmla="*/ 443198 h 923330"/>
              <a:gd name="csX18" fmla="*/ 0 w 3725492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25492" h="923330" fill="none" extrusionOk="0">
                <a:moveTo>
                  <a:pt x="0" y="0"/>
                </a:moveTo>
                <a:cubicBezTo>
                  <a:pt x="125002" y="-10773"/>
                  <a:pt x="323673" y="2501"/>
                  <a:pt x="457703" y="0"/>
                </a:cubicBezTo>
                <a:cubicBezTo>
                  <a:pt x="591733" y="-2501"/>
                  <a:pt x="810914" y="13409"/>
                  <a:pt x="1027171" y="0"/>
                </a:cubicBezTo>
                <a:cubicBezTo>
                  <a:pt x="1243428" y="-13409"/>
                  <a:pt x="1420956" y="25527"/>
                  <a:pt x="1522130" y="0"/>
                </a:cubicBezTo>
                <a:cubicBezTo>
                  <a:pt x="1623304" y="-25527"/>
                  <a:pt x="1811116" y="12525"/>
                  <a:pt x="1979833" y="0"/>
                </a:cubicBezTo>
                <a:cubicBezTo>
                  <a:pt x="2148550" y="-12525"/>
                  <a:pt x="2373745" y="59857"/>
                  <a:pt x="2549301" y="0"/>
                </a:cubicBezTo>
                <a:cubicBezTo>
                  <a:pt x="2724857" y="-59857"/>
                  <a:pt x="2919663" y="3399"/>
                  <a:pt x="3081514" y="0"/>
                </a:cubicBezTo>
                <a:cubicBezTo>
                  <a:pt x="3243365" y="-3399"/>
                  <a:pt x="3483118" y="32214"/>
                  <a:pt x="3725492" y="0"/>
                </a:cubicBezTo>
                <a:cubicBezTo>
                  <a:pt x="3767724" y="110959"/>
                  <a:pt x="3713595" y="375462"/>
                  <a:pt x="3725492" y="480132"/>
                </a:cubicBezTo>
                <a:cubicBezTo>
                  <a:pt x="3737389" y="584802"/>
                  <a:pt x="3672758" y="786854"/>
                  <a:pt x="3725492" y="923330"/>
                </a:cubicBezTo>
                <a:cubicBezTo>
                  <a:pt x="3619139" y="972974"/>
                  <a:pt x="3452121" y="882607"/>
                  <a:pt x="3267789" y="923330"/>
                </a:cubicBezTo>
                <a:cubicBezTo>
                  <a:pt x="3083457" y="964053"/>
                  <a:pt x="3007010" y="921527"/>
                  <a:pt x="2847340" y="923330"/>
                </a:cubicBezTo>
                <a:cubicBezTo>
                  <a:pt x="2687670" y="925133"/>
                  <a:pt x="2422572" y="855543"/>
                  <a:pt x="2277872" y="923330"/>
                </a:cubicBezTo>
                <a:cubicBezTo>
                  <a:pt x="2133172" y="991117"/>
                  <a:pt x="2015438" y="921552"/>
                  <a:pt x="1820169" y="923330"/>
                </a:cubicBezTo>
                <a:cubicBezTo>
                  <a:pt x="1624900" y="925108"/>
                  <a:pt x="1434979" y="864180"/>
                  <a:pt x="1250701" y="923330"/>
                </a:cubicBezTo>
                <a:cubicBezTo>
                  <a:pt x="1066423" y="982480"/>
                  <a:pt x="827272" y="867622"/>
                  <a:pt x="643978" y="923330"/>
                </a:cubicBezTo>
                <a:cubicBezTo>
                  <a:pt x="460684" y="979038"/>
                  <a:pt x="280824" y="914980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3725492" h="923330" stroke="0" extrusionOk="0">
                <a:moveTo>
                  <a:pt x="0" y="0"/>
                </a:moveTo>
                <a:cubicBezTo>
                  <a:pt x="99611" y="-5922"/>
                  <a:pt x="366908" y="39803"/>
                  <a:pt x="494958" y="0"/>
                </a:cubicBezTo>
                <a:cubicBezTo>
                  <a:pt x="623008" y="-39803"/>
                  <a:pt x="749202" y="22469"/>
                  <a:pt x="915407" y="0"/>
                </a:cubicBezTo>
                <a:cubicBezTo>
                  <a:pt x="1081612" y="-22469"/>
                  <a:pt x="1345647" y="54009"/>
                  <a:pt x="1522130" y="0"/>
                </a:cubicBezTo>
                <a:cubicBezTo>
                  <a:pt x="1698613" y="-54009"/>
                  <a:pt x="1866759" y="58115"/>
                  <a:pt x="2017088" y="0"/>
                </a:cubicBezTo>
                <a:cubicBezTo>
                  <a:pt x="2167417" y="-58115"/>
                  <a:pt x="2338872" y="13878"/>
                  <a:pt x="2512046" y="0"/>
                </a:cubicBezTo>
                <a:cubicBezTo>
                  <a:pt x="2685220" y="-13878"/>
                  <a:pt x="2931912" y="68178"/>
                  <a:pt x="3118769" y="0"/>
                </a:cubicBezTo>
                <a:cubicBezTo>
                  <a:pt x="3305626" y="-68178"/>
                  <a:pt x="3466207" y="5982"/>
                  <a:pt x="3725492" y="0"/>
                </a:cubicBezTo>
                <a:cubicBezTo>
                  <a:pt x="3782325" y="184709"/>
                  <a:pt x="3722422" y="362508"/>
                  <a:pt x="3725492" y="480132"/>
                </a:cubicBezTo>
                <a:cubicBezTo>
                  <a:pt x="3728562" y="597756"/>
                  <a:pt x="3714168" y="715809"/>
                  <a:pt x="3725492" y="923330"/>
                </a:cubicBezTo>
                <a:cubicBezTo>
                  <a:pt x="3511017" y="928449"/>
                  <a:pt x="3430285" y="910311"/>
                  <a:pt x="3267789" y="923330"/>
                </a:cubicBezTo>
                <a:cubicBezTo>
                  <a:pt x="3105293" y="936349"/>
                  <a:pt x="2937825" y="882869"/>
                  <a:pt x="2735576" y="923330"/>
                </a:cubicBezTo>
                <a:cubicBezTo>
                  <a:pt x="2533327" y="963791"/>
                  <a:pt x="2434945" y="878805"/>
                  <a:pt x="2240617" y="923330"/>
                </a:cubicBezTo>
                <a:cubicBezTo>
                  <a:pt x="2046289" y="967855"/>
                  <a:pt x="1764614" y="896695"/>
                  <a:pt x="1633894" y="923330"/>
                </a:cubicBezTo>
                <a:cubicBezTo>
                  <a:pt x="1503174" y="949965"/>
                  <a:pt x="1190979" y="899439"/>
                  <a:pt x="1027171" y="923330"/>
                </a:cubicBezTo>
                <a:cubicBezTo>
                  <a:pt x="863363" y="947221"/>
                  <a:pt x="703168" y="894175"/>
                  <a:pt x="569468" y="923330"/>
                </a:cubicBezTo>
                <a:cubicBezTo>
                  <a:pt x="435768" y="952485"/>
                  <a:pt x="151174" y="892975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average of payoffs weighted by the probability of each outcome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98DC20-DC13-5477-3787-506391F76CCA}"/>
              </a:ext>
            </a:extLst>
          </p:cNvPr>
          <p:cNvSpPr txBox="1"/>
          <p:nvPr/>
        </p:nvSpPr>
        <p:spPr>
          <a:xfrm>
            <a:off x="5400830" y="1429590"/>
            <a:ext cx="4218293" cy="369332"/>
          </a:xfrm>
          <a:custGeom>
            <a:avLst/>
            <a:gdLst>
              <a:gd name="csX0" fmla="*/ 0 w 4218293"/>
              <a:gd name="csY0" fmla="*/ 0 h 369332"/>
              <a:gd name="csX1" fmla="*/ 442921 w 4218293"/>
              <a:gd name="csY1" fmla="*/ 0 h 369332"/>
              <a:gd name="csX2" fmla="*/ 1012390 w 4218293"/>
              <a:gd name="csY2" fmla="*/ 0 h 369332"/>
              <a:gd name="csX3" fmla="*/ 1497494 w 4218293"/>
              <a:gd name="csY3" fmla="*/ 0 h 369332"/>
              <a:gd name="csX4" fmla="*/ 1940415 w 4218293"/>
              <a:gd name="csY4" fmla="*/ 0 h 369332"/>
              <a:gd name="csX5" fmla="*/ 2509884 w 4218293"/>
              <a:gd name="csY5" fmla="*/ 0 h 369332"/>
              <a:gd name="csX6" fmla="*/ 3037171 w 4218293"/>
              <a:gd name="csY6" fmla="*/ 0 h 369332"/>
              <a:gd name="csX7" fmla="*/ 3564458 w 4218293"/>
              <a:gd name="csY7" fmla="*/ 0 h 369332"/>
              <a:gd name="csX8" fmla="*/ 4218293 w 4218293"/>
              <a:gd name="csY8" fmla="*/ 0 h 369332"/>
              <a:gd name="csX9" fmla="*/ 4218293 w 4218293"/>
              <a:gd name="csY9" fmla="*/ 369332 h 369332"/>
              <a:gd name="csX10" fmla="*/ 3775372 w 4218293"/>
              <a:gd name="csY10" fmla="*/ 369332 h 369332"/>
              <a:gd name="csX11" fmla="*/ 3374634 w 4218293"/>
              <a:gd name="csY11" fmla="*/ 369332 h 369332"/>
              <a:gd name="csX12" fmla="*/ 2805165 w 4218293"/>
              <a:gd name="csY12" fmla="*/ 369332 h 369332"/>
              <a:gd name="csX13" fmla="*/ 2362244 w 4218293"/>
              <a:gd name="csY13" fmla="*/ 369332 h 369332"/>
              <a:gd name="csX14" fmla="*/ 1792775 w 4218293"/>
              <a:gd name="csY14" fmla="*/ 369332 h 369332"/>
              <a:gd name="csX15" fmla="*/ 1181122 w 4218293"/>
              <a:gd name="csY15" fmla="*/ 369332 h 369332"/>
              <a:gd name="csX16" fmla="*/ 696018 w 4218293"/>
              <a:gd name="csY16" fmla="*/ 369332 h 369332"/>
              <a:gd name="csX17" fmla="*/ 0 w 4218293"/>
              <a:gd name="csY17" fmla="*/ 369332 h 369332"/>
              <a:gd name="csX18" fmla="*/ 0 w 4218293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218293" h="369332" fill="none" extrusionOk="0">
                <a:moveTo>
                  <a:pt x="0" y="0"/>
                </a:moveTo>
                <a:cubicBezTo>
                  <a:pt x="136122" y="-51705"/>
                  <a:pt x="334176" y="17857"/>
                  <a:pt x="442921" y="0"/>
                </a:cubicBezTo>
                <a:cubicBezTo>
                  <a:pt x="551666" y="-17857"/>
                  <a:pt x="795950" y="6381"/>
                  <a:pt x="1012390" y="0"/>
                </a:cubicBezTo>
                <a:cubicBezTo>
                  <a:pt x="1228830" y="-6381"/>
                  <a:pt x="1357503" y="50034"/>
                  <a:pt x="1497494" y="0"/>
                </a:cubicBezTo>
                <a:cubicBezTo>
                  <a:pt x="1637485" y="-50034"/>
                  <a:pt x="1757037" y="28605"/>
                  <a:pt x="1940415" y="0"/>
                </a:cubicBezTo>
                <a:cubicBezTo>
                  <a:pt x="2123793" y="-28605"/>
                  <a:pt x="2332455" y="55086"/>
                  <a:pt x="2509884" y="0"/>
                </a:cubicBezTo>
                <a:cubicBezTo>
                  <a:pt x="2687313" y="-55086"/>
                  <a:pt x="2909305" y="43974"/>
                  <a:pt x="3037171" y="0"/>
                </a:cubicBezTo>
                <a:cubicBezTo>
                  <a:pt x="3165037" y="-43974"/>
                  <a:pt x="3442267" y="9593"/>
                  <a:pt x="3564458" y="0"/>
                </a:cubicBezTo>
                <a:cubicBezTo>
                  <a:pt x="3686649" y="-9593"/>
                  <a:pt x="3944079" y="26352"/>
                  <a:pt x="4218293" y="0"/>
                </a:cubicBezTo>
                <a:cubicBezTo>
                  <a:pt x="4256153" y="135373"/>
                  <a:pt x="4212675" y="224284"/>
                  <a:pt x="4218293" y="369332"/>
                </a:cubicBezTo>
                <a:cubicBezTo>
                  <a:pt x="4105435" y="411091"/>
                  <a:pt x="3876689" y="336765"/>
                  <a:pt x="3775372" y="369332"/>
                </a:cubicBezTo>
                <a:cubicBezTo>
                  <a:pt x="3674055" y="401899"/>
                  <a:pt x="3524368" y="322879"/>
                  <a:pt x="3374634" y="369332"/>
                </a:cubicBezTo>
                <a:cubicBezTo>
                  <a:pt x="3224900" y="415785"/>
                  <a:pt x="2950815" y="302826"/>
                  <a:pt x="2805165" y="369332"/>
                </a:cubicBezTo>
                <a:cubicBezTo>
                  <a:pt x="2659515" y="435838"/>
                  <a:pt x="2482162" y="355156"/>
                  <a:pt x="2362244" y="369332"/>
                </a:cubicBezTo>
                <a:cubicBezTo>
                  <a:pt x="2242326" y="383508"/>
                  <a:pt x="1983478" y="316242"/>
                  <a:pt x="1792775" y="369332"/>
                </a:cubicBezTo>
                <a:cubicBezTo>
                  <a:pt x="1602072" y="422422"/>
                  <a:pt x="1336589" y="362261"/>
                  <a:pt x="1181122" y="369332"/>
                </a:cubicBezTo>
                <a:cubicBezTo>
                  <a:pt x="1025655" y="376403"/>
                  <a:pt x="860928" y="316082"/>
                  <a:pt x="696018" y="369332"/>
                </a:cubicBezTo>
                <a:cubicBezTo>
                  <a:pt x="531108" y="422582"/>
                  <a:pt x="280230" y="364597"/>
                  <a:pt x="0" y="369332"/>
                </a:cubicBezTo>
                <a:cubicBezTo>
                  <a:pt x="-42265" y="245067"/>
                  <a:pt x="44246" y="119033"/>
                  <a:pt x="0" y="0"/>
                </a:cubicBezTo>
                <a:close/>
              </a:path>
              <a:path w="4218293" h="369332" stroke="0" extrusionOk="0">
                <a:moveTo>
                  <a:pt x="0" y="0"/>
                </a:moveTo>
                <a:cubicBezTo>
                  <a:pt x="198115" y="-18867"/>
                  <a:pt x="270500" y="43373"/>
                  <a:pt x="485104" y="0"/>
                </a:cubicBezTo>
                <a:cubicBezTo>
                  <a:pt x="699708" y="-43373"/>
                  <a:pt x="747838" y="25280"/>
                  <a:pt x="885842" y="0"/>
                </a:cubicBezTo>
                <a:cubicBezTo>
                  <a:pt x="1023846" y="-25280"/>
                  <a:pt x="1361927" y="71626"/>
                  <a:pt x="1497494" y="0"/>
                </a:cubicBezTo>
                <a:cubicBezTo>
                  <a:pt x="1633061" y="-71626"/>
                  <a:pt x="1747894" y="36929"/>
                  <a:pt x="1982598" y="0"/>
                </a:cubicBezTo>
                <a:cubicBezTo>
                  <a:pt x="2217302" y="-36929"/>
                  <a:pt x="2259795" y="41092"/>
                  <a:pt x="2467701" y="0"/>
                </a:cubicBezTo>
                <a:cubicBezTo>
                  <a:pt x="2675607" y="-41092"/>
                  <a:pt x="2779049" y="61602"/>
                  <a:pt x="3079354" y="0"/>
                </a:cubicBezTo>
                <a:cubicBezTo>
                  <a:pt x="3379659" y="-61602"/>
                  <a:pt x="3330668" y="14189"/>
                  <a:pt x="3522275" y="0"/>
                </a:cubicBezTo>
                <a:cubicBezTo>
                  <a:pt x="3713882" y="-14189"/>
                  <a:pt x="3907779" y="27348"/>
                  <a:pt x="4218293" y="0"/>
                </a:cubicBezTo>
                <a:cubicBezTo>
                  <a:pt x="4229748" y="83888"/>
                  <a:pt x="4191504" y="240328"/>
                  <a:pt x="4218293" y="369332"/>
                </a:cubicBezTo>
                <a:cubicBezTo>
                  <a:pt x="4061494" y="394107"/>
                  <a:pt x="3913986" y="353544"/>
                  <a:pt x="3775372" y="369332"/>
                </a:cubicBezTo>
                <a:cubicBezTo>
                  <a:pt x="3636758" y="385120"/>
                  <a:pt x="3450343" y="351140"/>
                  <a:pt x="3248086" y="369332"/>
                </a:cubicBezTo>
                <a:cubicBezTo>
                  <a:pt x="3045829" y="387524"/>
                  <a:pt x="2876055" y="336790"/>
                  <a:pt x="2762982" y="369332"/>
                </a:cubicBezTo>
                <a:cubicBezTo>
                  <a:pt x="2649909" y="401874"/>
                  <a:pt x="2438763" y="334344"/>
                  <a:pt x="2151329" y="369332"/>
                </a:cubicBezTo>
                <a:cubicBezTo>
                  <a:pt x="1863895" y="404320"/>
                  <a:pt x="1781697" y="357909"/>
                  <a:pt x="1539677" y="369332"/>
                </a:cubicBezTo>
                <a:cubicBezTo>
                  <a:pt x="1297657" y="380755"/>
                  <a:pt x="1305961" y="343972"/>
                  <a:pt x="1096756" y="369332"/>
                </a:cubicBezTo>
                <a:cubicBezTo>
                  <a:pt x="887551" y="394692"/>
                  <a:pt x="725996" y="355120"/>
                  <a:pt x="569470" y="369332"/>
                </a:cubicBezTo>
                <a:cubicBezTo>
                  <a:pt x="412944" y="383544"/>
                  <a:pt x="131661" y="339283"/>
                  <a:pt x="0" y="369332"/>
                </a:cubicBezTo>
                <a:cubicBezTo>
                  <a:pt x="-15049" y="228689"/>
                  <a:pt x="10302" y="16954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Outcomes as random variables</a:t>
            </a:r>
          </a:p>
        </p:txBody>
      </p:sp>
      <p:pic>
        <p:nvPicPr>
          <p:cNvPr id="47" name="Picture 2" descr="Measuring Beliefs about Risk | St. Louis Fed">
            <a:extLst>
              <a:ext uri="{FF2B5EF4-FFF2-40B4-BE49-F238E27FC236}">
                <a16:creationId xmlns:a16="http://schemas.microsoft.com/office/drawing/2014/main" id="{5B8E0305-6B72-6E0A-D5F8-3A4C0683F6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1" r="9842"/>
          <a:stretch/>
        </p:blipFill>
        <p:spPr bwMode="auto">
          <a:xfrm>
            <a:off x="10641667" y="626135"/>
            <a:ext cx="882084" cy="94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30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6BEDB-4E10-8EE4-8446-8E527485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BB783B4-EB6A-D37A-9E88-81DEED685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E9F98E-B1B5-91EF-80A6-A8B82A9E9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BC1CB-20A2-AEEC-2975-4624DAE3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From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to </a:t>
            </a:r>
            <a:r>
              <a:rPr lang="en-US" sz="5400" i="1" dirty="0"/>
              <a:t>Expected </a:t>
            </a:r>
            <a:r>
              <a:rPr lang="en-US" sz="5400" i="1" dirty="0">
                <a:solidFill>
                  <a:srgbClr val="0070C0"/>
                </a:solidFill>
              </a:rPr>
              <a:t>Payoff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009ADDA7-B62C-2468-11F2-E9AB487B8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0467BC-0935-8B9B-BD64-2C06AB3B3DF0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0467BC-0935-8B9B-BD64-2C06AB3B3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D7119B4-44E2-2A99-CB8D-516E3BE715F8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FD9583-CCAD-B334-854A-E272354527B9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4C5057-4B2A-FF41-BBF1-358D77200CF0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2D06534-5C28-20B5-D253-EED4E16B01AD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6B84F4F-A857-4115-CCB1-62467D522892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6B84F4F-A857-4115-CCB1-62467D5228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E41B8BB-D882-94A0-BFD7-68C31FD6A7C0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A14DE6E-F02B-A046-FED1-1317E7C68B8A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77D38AFD-CB84-1AAB-F566-89B18B27DE94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77D38AFD-CB84-1AAB-F566-89B18B27DE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06F544-CD78-2B07-94CE-15541701313B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10069B-0990-313E-F65C-262F2EA323AB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36D73DC-70B1-D7F5-FE98-A588633D803E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36D73DC-70B1-D7F5-FE98-A588633D8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11A6276-5C46-53EF-9B26-BC08EBDCF1DE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6F18469-D86A-76EA-3EF4-506EC02C8C61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1E63B6-C759-B876-3F1B-7102DDA2C825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E98F26-E11E-E3C1-AAD5-196D8FB6F945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77A2A2-CCD3-DF33-42ED-95F7AF1C5DF1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5FBB31F-7EED-F4A7-AFB8-28012AC43DA4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FAB9058-1AB4-FB7C-6E34-E1A0EA9FAD2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F8694EC-6BFF-234A-DC29-0E4003C269A4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32EBE61-DB87-565D-3A3C-134340876D60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32EBE61-DB87-565D-3A3C-134340876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46C5109-617E-431C-6D23-D9BAC5B15EAE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46C5109-617E-431C-6D23-D9BAC5B1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D30643B-93C5-4CD4-503C-1264C0AC4A02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2812E02-092D-9302-5F3F-8FE3C70512C8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2812E02-092D-9302-5F3F-8FE3C7051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D44E04D-F64C-EB4D-0871-FD9AFB487FA6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D44E04D-F64C-EB4D-0871-FD9AFB487F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BB4290A-0DDD-21C0-F5DA-7609F56EBCB2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BB4290A-0DDD-21C0-F5DA-7609F56EB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C7AE50-51F1-67B7-5C64-1BA075CE0125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8DDD00E4-E44B-FD47-FC8F-38CAE68096CD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8DDD00E4-E44B-FD47-FC8F-38CAE68096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A11BFAE-690D-B671-48BC-6DD90D184B39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A11BFAE-690D-B671-48BC-6DD90D184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371BFE-8200-9181-E64A-BEA05F636DCB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8602D279-C3BB-9EA2-6E35-F573F00B9A5D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8602D279-C3BB-9EA2-6E35-F573F00B9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C5DC96B-CA80-170B-E3FC-B2A986AF9A0E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C5DC96B-CA80-170B-E3FC-B2A986AF9A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A48578F-4BD5-4989-0056-671D49949587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A48578F-4BD5-4989-0056-671D49949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7E44E6-7C73-F81D-C0FD-7F973C2F6FD7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B450C1B-6D1A-E0C8-1857-89AAD5863BF1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482599-CA7F-871B-F7FF-AECE7E100697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EFAC72F-53A3-B453-B0DB-380C0956E1BB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19551CA-0896-2D1B-EC96-41C079959296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CF750CB-DC56-0560-C813-FCA4227704E3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CF750CB-DC56-0560-C813-FCA422770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1A68F9-94A2-7BA5-AAA7-C3C1345EDE8D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6FD86F-6146-AED2-BDC3-FFC0744CA538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6A4B9D-3F6E-DAEF-8E8F-C2D37BC6027B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1881F9C-016F-B5E8-2224-9BAF7653CF50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89EB7-3BFE-0B87-696F-55667BF34092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99E6AE3-A92D-2434-2ABF-4F7A0965AA14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E17561-5093-A094-94EB-4AC72068C8D3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2F0576A-3AE6-8172-EEF5-C298D076332B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798D575-58FA-F6A4-572A-2190D8E5AED4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25AA40B-D08C-E62B-2F8C-1B6A981EB350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F70A23C-A892-E419-2EF8-92FFBEF8D09D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C65243-A370-DF16-2608-D198DCA5DEAB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48DABBE-4F84-8AAE-8AF3-0B9CE80BC566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1091DAB-7B37-B4FD-7047-DA1A4FC18672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75C6ED-2779-BA84-1DF3-DD9F2AFFD152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D99987F-5632-E152-3E93-0850293CBE79}"/>
              </a:ext>
            </a:extLst>
          </p:cNvPr>
          <p:cNvSpPr/>
          <p:nvPr/>
        </p:nvSpPr>
        <p:spPr>
          <a:xfrm>
            <a:off x="4192812" y="4413159"/>
            <a:ext cx="408737" cy="433118"/>
          </a:xfrm>
          <a:custGeom>
            <a:avLst/>
            <a:gdLst>
              <a:gd name="csX0" fmla="*/ 0 w 408737"/>
              <a:gd name="csY0" fmla="*/ 216559 h 433118"/>
              <a:gd name="csX1" fmla="*/ 204369 w 408737"/>
              <a:gd name="csY1" fmla="*/ 0 h 433118"/>
              <a:gd name="csX2" fmla="*/ 408738 w 408737"/>
              <a:gd name="csY2" fmla="*/ 216559 h 433118"/>
              <a:gd name="csX3" fmla="*/ 204369 w 408737"/>
              <a:gd name="csY3" fmla="*/ 433118 h 433118"/>
              <a:gd name="csX4" fmla="*/ 0 w 408737"/>
              <a:gd name="csY4" fmla="*/ 216559 h 433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8737" h="433118" fill="none" extrusionOk="0">
                <a:moveTo>
                  <a:pt x="0" y="216559"/>
                </a:moveTo>
                <a:cubicBezTo>
                  <a:pt x="7174" y="97808"/>
                  <a:pt x="104509" y="-26774"/>
                  <a:pt x="204369" y="0"/>
                </a:cubicBezTo>
                <a:cubicBezTo>
                  <a:pt x="298961" y="-2799"/>
                  <a:pt x="392494" y="112251"/>
                  <a:pt x="408738" y="216559"/>
                </a:cubicBezTo>
                <a:cubicBezTo>
                  <a:pt x="408470" y="333602"/>
                  <a:pt x="307765" y="446285"/>
                  <a:pt x="204369" y="433118"/>
                </a:cubicBezTo>
                <a:cubicBezTo>
                  <a:pt x="107945" y="442325"/>
                  <a:pt x="24244" y="341990"/>
                  <a:pt x="0" y="216559"/>
                </a:cubicBezTo>
                <a:close/>
              </a:path>
              <a:path w="408737" h="433118" stroke="0" extrusionOk="0">
                <a:moveTo>
                  <a:pt x="0" y="216559"/>
                </a:moveTo>
                <a:cubicBezTo>
                  <a:pt x="-27826" y="79793"/>
                  <a:pt x="69775" y="8153"/>
                  <a:pt x="204369" y="0"/>
                </a:cubicBezTo>
                <a:cubicBezTo>
                  <a:pt x="338091" y="4390"/>
                  <a:pt x="382354" y="97796"/>
                  <a:pt x="408738" y="216559"/>
                </a:cubicBezTo>
                <a:cubicBezTo>
                  <a:pt x="396098" y="348505"/>
                  <a:pt x="316458" y="437433"/>
                  <a:pt x="204369" y="433118"/>
                </a:cubicBezTo>
                <a:cubicBezTo>
                  <a:pt x="80251" y="426964"/>
                  <a:pt x="14103" y="342900"/>
                  <a:pt x="0" y="216559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C7BEDA7-6B70-C401-0B8B-98D5B31D06AE}"/>
                  </a:ext>
                </a:extLst>
              </p:cNvPr>
              <p:cNvSpPr txBox="1"/>
              <p:nvPr/>
            </p:nvSpPr>
            <p:spPr>
              <a:xfrm>
                <a:off x="8213058" y="1980294"/>
                <a:ext cx="1991571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C7BEDA7-6B70-C401-0B8B-98D5B31D0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58" y="1980294"/>
                <a:ext cx="1991571" cy="77873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2B9C98E-AF89-7C8B-DFE0-3422EE0561D1}"/>
                  </a:ext>
                </a:extLst>
              </p:cNvPr>
              <p:cNvSpPr txBox="1"/>
              <p:nvPr/>
            </p:nvSpPr>
            <p:spPr>
              <a:xfrm>
                <a:off x="8213058" y="2957395"/>
                <a:ext cx="36191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2B9C98E-AF89-7C8B-DFE0-3422EE05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58" y="2957395"/>
                <a:ext cx="3619196" cy="276999"/>
              </a:xfrm>
              <a:prstGeom prst="rect">
                <a:avLst/>
              </a:prstGeom>
              <a:blipFill>
                <a:blip r:embed="rId19"/>
                <a:stretch>
                  <a:fillRect l="-168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1511444-8773-7FC6-FB2B-B686B5DA64BA}"/>
                  </a:ext>
                </a:extLst>
              </p:cNvPr>
              <p:cNvSpPr txBox="1"/>
              <p:nvPr/>
            </p:nvSpPr>
            <p:spPr>
              <a:xfrm>
                <a:off x="8207816" y="3445731"/>
                <a:ext cx="349185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0.4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−40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1511444-8773-7FC6-FB2B-B686B5DA6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3445731"/>
                <a:ext cx="3491853" cy="553998"/>
              </a:xfrm>
              <a:prstGeom prst="rect">
                <a:avLst/>
              </a:prstGeom>
              <a:blipFill>
                <a:blip r:embed="rId20"/>
                <a:stretch>
                  <a:fillRect r="-349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29998C0-2AA9-6DF0-AC01-C154085EBE79}"/>
                  </a:ext>
                </a:extLst>
              </p:cNvPr>
              <p:cNvSpPr txBox="1"/>
              <p:nvPr/>
            </p:nvSpPr>
            <p:spPr>
              <a:xfrm>
                <a:off x="8207816" y="4197728"/>
                <a:ext cx="1023165" cy="276999"/>
              </a:xfrm>
              <a:custGeom>
                <a:avLst/>
                <a:gdLst>
                  <a:gd name="csX0" fmla="*/ 0 w 1023165"/>
                  <a:gd name="csY0" fmla="*/ 0 h 276999"/>
                  <a:gd name="csX1" fmla="*/ 532046 w 1023165"/>
                  <a:gd name="csY1" fmla="*/ 0 h 276999"/>
                  <a:gd name="csX2" fmla="*/ 1023165 w 1023165"/>
                  <a:gd name="csY2" fmla="*/ 0 h 276999"/>
                  <a:gd name="csX3" fmla="*/ 1023165 w 1023165"/>
                  <a:gd name="csY3" fmla="*/ 276999 h 276999"/>
                  <a:gd name="csX4" fmla="*/ 521814 w 1023165"/>
                  <a:gd name="csY4" fmla="*/ 276999 h 276999"/>
                  <a:gd name="csX5" fmla="*/ 0 w 1023165"/>
                  <a:gd name="csY5" fmla="*/ 276999 h 276999"/>
                  <a:gd name="csX6" fmla="*/ 0 w 102316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23165" h="276999" fill="none" extrusionOk="0">
                    <a:moveTo>
                      <a:pt x="0" y="0"/>
                    </a:moveTo>
                    <a:cubicBezTo>
                      <a:pt x="106773" y="-33613"/>
                      <a:pt x="421222" y="29339"/>
                      <a:pt x="532046" y="0"/>
                    </a:cubicBezTo>
                    <a:cubicBezTo>
                      <a:pt x="642870" y="-29339"/>
                      <a:pt x="838880" y="11881"/>
                      <a:pt x="1023165" y="0"/>
                    </a:cubicBezTo>
                    <a:cubicBezTo>
                      <a:pt x="1046855" y="123512"/>
                      <a:pt x="1009332" y="147405"/>
                      <a:pt x="1023165" y="276999"/>
                    </a:cubicBezTo>
                    <a:cubicBezTo>
                      <a:pt x="782318" y="317205"/>
                      <a:pt x="625149" y="249716"/>
                      <a:pt x="521814" y="276999"/>
                    </a:cubicBezTo>
                    <a:cubicBezTo>
                      <a:pt x="418479" y="304282"/>
                      <a:pt x="250795" y="216697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23165" h="276999" stroke="0" extrusionOk="0">
                    <a:moveTo>
                      <a:pt x="0" y="0"/>
                    </a:moveTo>
                    <a:cubicBezTo>
                      <a:pt x="228657" y="-36047"/>
                      <a:pt x="375306" y="7052"/>
                      <a:pt x="501351" y="0"/>
                    </a:cubicBezTo>
                    <a:cubicBezTo>
                      <a:pt x="627396" y="-7052"/>
                      <a:pt x="902642" y="41138"/>
                      <a:pt x="1023165" y="0"/>
                    </a:cubicBezTo>
                    <a:cubicBezTo>
                      <a:pt x="1051128" y="55906"/>
                      <a:pt x="1003821" y="166747"/>
                      <a:pt x="1023165" y="276999"/>
                    </a:cubicBezTo>
                    <a:cubicBezTo>
                      <a:pt x="805140" y="303637"/>
                      <a:pt x="767042" y="263244"/>
                      <a:pt x="511583" y="276999"/>
                    </a:cubicBezTo>
                    <a:cubicBezTo>
                      <a:pt x="256124" y="290754"/>
                      <a:pt x="253393" y="274836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29998C0-2AA9-6DF0-AC01-C154085EB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4197728"/>
                <a:ext cx="1023165" cy="276999"/>
              </a:xfrm>
              <a:prstGeom prst="rect">
                <a:avLst/>
              </a:prstGeom>
              <a:blipFill>
                <a:blip r:embed="rId21"/>
                <a:stretch>
                  <a:fillRect l="-1734" r="-4046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23165"/>
                          <a:gd name="connsiteY0" fmla="*/ 0 h 276999"/>
                          <a:gd name="connsiteX1" fmla="*/ 532046 w 1023165"/>
                          <a:gd name="connsiteY1" fmla="*/ 0 h 276999"/>
                          <a:gd name="connsiteX2" fmla="*/ 1023165 w 1023165"/>
                          <a:gd name="connsiteY2" fmla="*/ 0 h 276999"/>
                          <a:gd name="connsiteX3" fmla="*/ 1023165 w 1023165"/>
                          <a:gd name="connsiteY3" fmla="*/ 276999 h 276999"/>
                          <a:gd name="connsiteX4" fmla="*/ 521814 w 1023165"/>
                          <a:gd name="connsiteY4" fmla="*/ 276999 h 276999"/>
                          <a:gd name="connsiteX5" fmla="*/ 0 w 1023165"/>
                          <a:gd name="connsiteY5" fmla="*/ 276999 h 276999"/>
                          <a:gd name="connsiteX6" fmla="*/ 0 w 1023165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23165" h="276999" fill="none" extrusionOk="0">
                            <a:moveTo>
                              <a:pt x="0" y="0"/>
                            </a:moveTo>
                            <a:cubicBezTo>
                              <a:pt x="106773" y="-33613"/>
                              <a:pt x="421222" y="29339"/>
                              <a:pt x="532046" y="0"/>
                            </a:cubicBezTo>
                            <a:cubicBezTo>
                              <a:pt x="642870" y="-29339"/>
                              <a:pt x="838880" y="11881"/>
                              <a:pt x="1023165" y="0"/>
                            </a:cubicBezTo>
                            <a:cubicBezTo>
                              <a:pt x="1046855" y="123512"/>
                              <a:pt x="1009332" y="147405"/>
                              <a:pt x="1023165" y="276999"/>
                            </a:cubicBezTo>
                            <a:cubicBezTo>
                              <a:pt x="782318" y="317205"/>
                              <a:pt x="625149" y="249716"/>
                              <a:pt x="521814" y="276999"/>
                            </a:cubicBezTo>
                            <a:cubicBezTo>
                              <a:pt x="418479" y="304282"/>
                              <a:pt x="250795" y="216697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023165" h="276999" stroke="0" extrusionOk="0">
                            <a:moveTo>
                              <a:pt x="0" y="0"/>
                            </a:moveTo>
                            <a:cubicBezTo>
                              <a:pt x="228657" y="-36047"/>
                              <a:pt x="375306" y="7052"/>
                              <a:pt x="501351" y="0"/>
                            </a:cubicBezTo>
                            <a:cubicBezTo>
                              <a:pt x="627396" y="-7052"/>
                              <a:pt x="902642" y="41138"/>
                              <a:pt x="1023165" y="0"/>
                            </a:cubicBezTo>
                            <a:cubicBezTo>
                              <a:pt x="1051128" y="55906"/>
                              <a:pt x="1003821" y="166747"/>
                              <a:pt x="1023165" y="276999"/>
                            </a:cubicBezTo>
                            <a:cubicBezTo>
                              <a:pt x="805140" y="303637"/>
                              <a:pt x="767042" y="263244"/>
                              <a:pt x="511583" y="276999"/>
                            </a:cubicBezTo>
                            <a:cubicBezTo>
                              <a:pt x="256124" y="290754"/>
                              <a:pt x="253393" y="274836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AEF4A0E-C7CD-1E66-4B38-75FF4EF6FBD4}"/>
              </a:ext>
            </a:extLst>
          </p:cNvPr>
          <p:cNvGrpSpPr/>
          <p:nvPr/>
        </p:nvGrpSpPr>
        <p:grpSpPr>
          <a:xfrm>
            <a:off x="9017315" y="1872060"/>
            <a:ext cx="2930517" cy="338554"/>
            <a:chOff x="9017315" y="1872060"/>
            <a:chExt cx="2930517" cy="33855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E09E33B-5C00-16C4-1EF0-2DC9FD9CCD61}"/>
                </a:ext>
              </a:extLst>
            </p:cNvPr>
            <p:cNvSpPr/>
            <p:nvPr/>
          </p:nvSpPr>
          <p:spPr>
            <a:xfrm>
              <a:off x="9017315" y="1906998"/>
              <a:ext cx="281420" cy="266460"/>
            </a:xfrm>
            <a:custGeom>
              <a:avLst/>
              <a:gdLst>
                <a:gd name="csX0" fmla="*/ 0 w 281420"/>
                <a:gd name="csY0" fmla="*/ 133230 h 266460"/>
                <a:gd name="csX1" fmla="*/ 140710 w 281420"/>
                <a:gd name="csY1" fmla="*/ 0 h 266460"/>
                <a:gd name="csX2" fmla="*/ 281420 w 281420"/>
                <a:gd name="csY2" fmla="*/ 133230 h 266460"/>
                <a:gd name="csX3" fmla="*/ 140710 w 281420"/>
                <a:gd name="csY3" fmla="*/ 266460 h 266460"/>
                <a:gd name="csX4" fmla="*/ 0 w 281420"/>
                <a:gd name="csY4" fmla="*/ 133230 h 2664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1420" h="266460" fill="none" extrusionOk="0">
                  <a:moveTo>
                    <a:pt x="0" y="133230"/>
                  </a:moveTo>
                  <a:cubicBezTo>
                    <a:pt x="22009" y="62260"/>
                    <a:pt x="71945" y="-18414"/>
                    <a:pt x="140710" y="0"/>
                  </a:cubicBezTo>
                  <a:cubicBezTo>
                    <a:pt x="213169" y="-804"/>
                    <a:pt x="270869" y="69583"/>
                    <a:pt x="281420" y="133230"/>
                  </a:cubicBezTo>
                  <a:cubicBezTo>
                    <a:pt x="280489" y="197937"/>
                    <a:pt x="214969" y="271258"/>
                    <a:pt x="140710" y="266460"/>
                  </a:cubicBezTo>
                  <a:cubicBezTo>
                    <a:pt x="66493" y="268417"/>
                    <a:pt x="14482" y="210293"/>
                    <a:pt x="0" y="133230"/>
                  </a:cubicBezTo>
                  <a:close/>
                </a:path>
                <a:path w="281420" h="266460" stroke="0" extrusionOk="0">
                  <a:moveTo>
                    <a:pt x="0" y="133230"/>
                  </a:moveTo>
                  <a:cubicBezTo>
                    <a:pt x="-11720" y="52420"/>
                    <a:pt x="53087" y="3720"/>
                    <a:pt x="140710" y="0"/>
                  </a:cubicBezTo>
                  <a:cubicBezTo>
                    <a:pt x="222097" y="774"/>
                    <a:pt x="273687" y="59895"/>
                    <a:pt x="281420" y="133230"/>
                  </a:cubicBezTo>
                  <a:cubicBezTo>
                    <a:pt x="279417" y="208767"/>
                    <a:pt x="216214" y="278665"/>
                    <a:pt x="140710" y="266460"/>
                  </a:cubicBezTo>
                  <a:cubicBezTo>
                    <a:pt x="45787" y="257044"/>
                    <a:pt x="6011" y="209683"/>
                    <a:pt x="0" y="133230"/>
                  </a:cubicBezTo>
                  <a:close/>
                </a:path>
              </a:pathLst>
            </a:custGeom>
            <a:solidFill>
              <a:srgbClr val="92D050">
                <a:alpha val="30000"/>
              </a:srgbClr>
            </a:solidFill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765D168-69B6-0985-3E23-8EFA3A3F7C3B}"/>
                </a:ext>
              </a:extLst>
            </p:cNvPr>
            <p:cNvSpPr txBox="1"/>
            <p:nvPr/>
          </p:nvSpPr>
          <p:spPr>
            <a:xfrm>
              <a:off x="9298735" y="1872060"/>
              <a:ext cx="2649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…number of outcomes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431D6F3-9D45-A61A-13C5-147C1EE897AD}"/>
              </a:ext>
            </a:extLst>
          </p:cNvPr>
          <p:cNvSpPr txBox="1"/>
          <p:nvPr/>
        </p:nvSpPr>
        <p:spPr>
          <a:xfrm>
            <a:off x="5400830" y="1429590"/>
            <a:ext cx="4218293" cy="369332"/>
          </a:xfrm>
          <a:custGeom>
            <a:avLst/>
            <a:gdLst>
              <a:gd name="csX0" fmla="*/ 0 w 4218293"/>
              <a:gd name="csY0" fmla="*/ 0 h 369332"/>
              <a:gd name="csX1" fmla="*/ 442921 w 4218293"/>
              <a:gd name="csY1" fmla="*/ 0 h 369332"/>
              <a:gd name="csX2" fmla="*/ 1012390 w 4218293"/>
              <a:gd name="csY2" fmla="*/ 0 h 369332"/>
              <a:gd name="csX3" fmla="*/ 1497494 w 4218293"/>
              <a:gd name="csY3" fmla="*/ 0 h 369332"/>
              <a:gd name="csX4" fmla="*/ 1940415 w 4218293"/>
              <a:gd name="csY4" fmla="*/ 0 h 369332"/>
              <a:gd name="csX5" fmla="*/ 2509884 w 4218293"/>
              <a:gd name="csY5" fmla="*/ 0 h 369332"/>
              <a:gd name="csX6" fmla="*/ 3037171 w 4218293"/>
              <a:gd name="csY6" fmla="*/ 0 h 369332"/>
              <a:gd name="csX7" fmla="*/ 3564458 w 4218293"/>
              <a:gd name="csY7" fmla="*/ 0 h 369332"/>
              <a:gd name="csX8" fmla="*/ 4218293 w 4218293"/>
              <a:gd name="csY8" fmla="*/ 0 h 369332"/>
              <a:gd name="csX9" fmla="*/ 4218293 w 4218293"/>
              <a:gd name="csY9" fmla="*/ 369332 h 369332"/>
              <a:gd name="csX10" fmla="*/ 3775372 w 4218293"/>
              <a:gd name="csY10" fmla="*/ 369332 h 369332"/>
              <a:gd name="csX11" fmla="*/ 3374634 w 4218293"/>
              <a:gd name="csY11" fmla="*/ 369332 h 369332"/>
              <a:gd name="csX12" fmla="*/ 2805165 w 4218293"/>
              <a:gd name="csY12" fmla="*/ 369332 h 369332"/>
              <a:gd name="csX13" fmla="*/ 2362244 w 4218293"/>
              <a:gd name="csY13" fmla="*/ 369332 h 369332"/>
              <a:gd name="csX14" fmla="*/ 1792775 w 4218293"/>
              <a:gd name="csY14" fmla="*/ 369332 h 369332"/>
              <a:gd name="csX15" fmla="*/ 1181122 w 4218293"/>
              <a:gd name="csY15" fmla="*/ 369332 h 369332"/>
              <a:gd name="csX16" fmla="*/ 696018 w 4218293"/>
              <a:gd name="csY16" fmla="*/ 369332 h 369332"/>
              <a:gd name="csX17" fmla="*/ 0 w 4218293"/>
              <a:gd name="csY17" fmla="*/ 369332 h 369332"/>
              <a:gd name="csX18" fmla="*/ 0 w 4218293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218293" h="369332" fill="none" extrusionOk="0">
                <a:moveTo>
                  <a:pt x="0" y="0"/>
                </a:moveTo>
                <a:cubicBezTo>
                  <a:pt x="136122" y="-51705"/>
                  <a:pt x="334176" y="17857"/>
                  <a:pt x="442921" y="0"/>
                </a:cubicBezTo>
                <a:cubicBezTo>
                  <a:pt x="551666" y="-17857"/>
                  <a:pt x="795950" y="6381"/>
                  <a:pt x="1012390" y="0"/>
                </a:cubicBezTo>
                <a:cubicBezTo>
                  <a:pt x="1228830" y="-6381"/>
                  <a:pt x="1357503" y="50034"/>
                  <a:pt x="1497494" y="0"/>
                </a:cubicBezTo>
                <a:cubicBezTo>
                  <a:pt x="1637485" y="-50034"/>
                  <a:pt x="1757037" y="28605"/>
                  <a:pt x="1940415" y="0"/>
                </a:cubicBezTo>
                <a:cubicBezTo>
                  <a:pt x="2123793" y="-28605"/>
                  <a:pt x="2332455" y="55086"/>
                  <a:pt x="2509884" y="0"/>
                </a:cubicBezTo>
                <a:cubicBezTo>
                  <a:pt x="2687313" y="-55086"/>
                  <a:pt x="2909305" y="43974"/>
                  <a:pt x="3037171" y="0"/>
                </a:cubicBezTo>
                <a:cubicBezTo>
                  <a:pt x="3165037" y="-43974"/>
                  <a:pt x="3442267" y="9593"/>
                  <a:pt x="3564458" y="0"/>
                </a:cubicBezTo>
                <a:cubicBezTo>
                  <a:pt x="3686649" y="-9593"/>
                  <a:pt x="3944079" y="26352"/>
                  <a:pt x="4218293" y="0"/>
                </a:cubicBezTo>
                <a:cubicBezTo>
                  <a:pt x="4256153" y="135373"/>
                  <a:pt x="4212675" y="224284"/>
                  <a:pt x="4218293" y="369332"/>
                </a:cubicBezTo>
                <a:cubicBezTo>
                  <a:pt x="4105435" y="411091"/>
                  <a:pt x="3876689" y="336765"/>
                  <a:pt x="3775372" y="369332"/>
                </a:cubicBezTo>
                <a:cubicBezTo>
                  <a:pt x="3674055" y="401899"/>
                  <a:pt x="3524368" y="322879"/>
                  <a:pt x="3374634" y="369332"/>
                </a:cubicBezTo>
                <a:cubicBezTo>
                  <a:pt x="3224900" y="415785"/>
                  <a:pt x="2950815" y="302826"/>
                  <a:pt x="2805165" y="369332"/>
                </a:cubicBezTo>
                <a:cubicBezTo>
                  <a:pt x="2659515" y="435838"/>
                  <a:pt x="2482162" y="355156"/>
                  <a:pt x="2362244" y="369332"/>
                </a:cubicBezTo>
                <a:cubicBezTo>
                  <a:pt x="2242326" y="383508"/>
                  <a:pt x="1983478" y="316242"/>
                  <a:pt x="1792775" y="369332"/>
                </a:cubicBezTo>
                <a:cubicBezTo>
                  <a:pt x="1602072" y="422422"/>
                  <a:pt x="1336589" y="362261"/>
                  <a:pt x="1181122" y="369332"/>
                </a:cubicBezTo>
                <a:cubicBezTo>
                  <a:pt x="1025655" y="376403"/>
                  <a:pt x="860928" y="316082"/>
                  <a:pt x="696018" y="369332"/>
                </a:cubicBezTo>
                <a:cubicBezTo>
                  <a:pt x="531108" y="422582"/>
                  <a:pt x="280230" y="364597"/>
                  <a:pt x="0" y="369332"/>
                </a:cubicBezTo>
                <a:cubicBezTo>
                  <a:pt x="-42265" y="245067"/>
                  <a:pt x="44246" y="119033"/>
                  <a:pt x="0" y="0"/>
                </a:cubicBezTo>
                <a:close/>
              </a:path>
              <a:path w="4218293" h="369332" stroke="0" extrusionOk="0">
                <a:moveTo>
                  <a:pt x="0" y="0"/>
                </a:moveTo>
                <a:cubicBezTo>
                  <a:pt x="198115" y="-18867"/>
                  <a:pt x="270500" y="43373"/>
                  <a:pt x="485104" y="0"/>
                </a:cubicBezTo>
                <a:cubicBezTo>
                  <a:pt x="699708" y="-43373"/>
                  <a:pt x="747838" y="25280"/>
                  <a:pt x="885842" y="0"/>
                </a:cubicBezTo>
                <a:cubicBezTo>
                  <a:pt x="1023846" y="-25280"/>
                  <a:pt x="1361927" y="71626"/>
                  <a:pt x="1497494" y="0"/>
                </a:cubicBezTo>
                <a:cubicBezTo>
                  <a:pt x="1633061" y="-71626"/>
                  <a:pt x="1747894" y="36929"/>
                  <a:pt x="1982598" y="0"/>
                </a:cubicBezTo>
                <a:cubicBezTo>
                  <a:pt x="2217302" y="-36929"/>
                  <a:pt x="2259795" y="41092"/>
                  <a:pt x="2467701" y="0"/>
                </a:cubicBezTo>
                <a:cubicBezTo>
                  <a:pt x="2675607" y="-41092"/>
                  <a:pt x="2779049" y="61602"/>
                  <a:pt x="3079354" y="0"/>
                </a:cubicBezTo>
                <a:cubicBezTo>
                  <a:pt x="3379659" y="-61602"/>
                  <a:pt x="3330668" y="14189"/>
                  <a:pt x="3522275" y="0"/>
                </a:cubicBezTo>
                <a:cubicBezTo>
                  <a:pt x="3713882" y="-14189"/>
                  <a:pt x="3907779" y="27348"/>
                  <a:pt x="4218293" y="0"/>
                </a:cubicBezTo>
                <a:cubicBezTo>
                  <a:pt x="4229748" y="83888"/>
                  <a:pt x="4191504" y="240328"/>
                  <a:pt x="4218293" y="369332"/>
                </a:cubicBezTo>
                <a:cubicBezTo>
                  <a:pt x="4061494" y="394107"/>
                  <a:pt x="3913986" y="353544"/>
                  <a:pt x="3775372" y="369332"/>
                </a:cubicBezTo>
                <a:cubicBezTo>
                  <a:pt x="3636758" y="385120"/>
                  <a:pt x="3450343" y="351140"/>
                  <a:pt x="3248086" y="369332"/>
                </a:cubicBezTo>
                <a:cubicBezTo>
                  <a:pt x="3045829" y="387524"/>
                  <a:pt x="2876055" y="336790"/>
                  <a:pt x="2762982" y="369332"/>
                </a:cubicBezTo>
                <a:cubicBezTo>
                  <a:pt x="2649909" y="401874"/>
                  <a:pt x="2438763" y="334344"/>
                  <a:pt x="2151329" y="369332"/>
                </a:cubicBezTo>
                <a:cubicBezTo>
                  <a:pt x="1863895" y="404320"/>
                  <a:pt x="1781697" y="357909"/>
                  <a:pt x="1539677" y="369332"/>
                </a:cubicBezTo>
                <a:cubicBezTo>
                  <a:pt x="1297657" y="380755"/>
                  <a:pt x="1305961" y="343972"/>
                  <a:pt x="1096756" y="369332"/>
                </a:cubicBezTo>
                <a:cubicBezTo>
                  <a:pt x="887551" y="394692"/>
                  <a:pt x="725996" y="355120"/>
                  <a:pt x="569470" y="369332"/>
                </a:cubicBezTo>
                <a:cubicBezTo>
                  <a:pt x="412944" y="383544"/>
                  <a:pt x="131661" y="339283"/>
                  <a:pt x="0" y="369332"/>
                </a:cubicBezTo>
                <a:cubicBezTo>
                  <a:pt x="-15049" y="228689"/>
                  <a:pt x="10302" y="16954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Outcomes as random variables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C00399-6DA3-411F-74FD-622E4FAD733C}"/>
              </a:ext>
            </a:extLst>
          </p:cNvPr>
          <p:cNvSpPr txBox="1"/>
          <p:nvPr/>
        </p:nvSpPr>
        <p:spPr>
          <a:xfrm>
            <a:off x="8128523" y="5136787"/>
            <a:ext cx="3725492" cy="923330"/>
          </a:xfrm>
          <a:custGeom>
            <a:avLst/>
            <a:gdLst>
              <a:gd name="csX0" fmla="*/ 0 w 3725492"/>
              <a:gd name="csY0" fmla="*/ 0 h 923330"/>
              <a:gd name="csX1" fmla="*/ 457703 w 3725492"/>
              <a:gd name="csY1" fmla="*/ 0 h 923330"/>
              <a:gd name="csX2" fmla="*/ 1027171 w 3725492"/>
              <a:gd name="csY2" fmla="*/ 0 h 923330"/>
              <a:gd name="csX3" fmla="*/ 1522130 w 3725492"/>
              <a:gd name="csY3" fmla="*/ 0 h 923330"/>
              <a:gd name="csX4" fmla="*/ 1979833 w 3725492"/>
              <a:gd name="csY4" fmla="*/ 0 h 923330"/>
              <a:gd name="csX5" fmla="*/ 2549301 w 3725492"/>
              <a:gd name="csY5" fmla="*/ 0 h 923330"/>
              <a:gd name="csX6" fmla="*/ 3081514 w 3725492"/>
              <a:gd name="csY6" fmla="*/ 0 h 923330"/>
              <a:gd name="csX7" fmla="*/ 3725492 w 3725492"/>
              <a:gd name="csY7" fmla="*/ 0 h 923330"/>
              <a:gd name="csX8" fmla="*/ 3725492 w 3725492"/>
              <a:gd name="csY8" fmla="*/ 480132 h 923330"/>
              <a:gd name="csX9" fmla="*/ 3725492 w 3725492"/>
              <a:gd name="csY9" fmla="*/ 923330 h 923330"/>
              <a:gd name="csX10" fmla="*/ 3267789 w 3725492"/>
              <a:gd name="csY10" fmla="*/ 923330 h 923330"/>
              <a:gd name="csX11" fmla="*/ 2847340 w 3725492"/>
              <a:gd name="csY11" fmla="*/ 923330 h 923330"/>
              <a:gd name="csX12" fmla="*/ 2277872 w 3725492"/>
              <a:gd name="csY12" fmla="*/ 923330 h 923330"/>
              <a:gd name="csX13" fmla="*/ 1820169 w 3725492"/>
              <a:gd name="csY13" fmla="*/ 923330 h 923330"/>
              <a:gd name="csX14" fmla="*/ 1250701 w 3725492"/>
              <a:gd name="csY14" fmla="*/ 923330 h 923330"/>
              <a:gd name="csX15" fmla="*/ 643978 w 3725492"/>
              <a:gd name="csY15" fmla="*/ 923330 h 923330"/>
              <a:gd name="csX16" fmla="*/ 0 w 3725492"/>
              <a:gd name="csY16" fmla="*/ 923330 h 923330"/>
              <a:gd name="csX17" fmla="*/ 0 w 3725492"/>
              <a:gd name="csY17" fmla="*/ 443198 h 923330"/>
              <a:gd name="csX18" fmla="*/ 0 w 3725492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25492" h="923330" fill="none" extrusionOk="0">
                <a:moveTo>
                  <a:pt x="0" y="0"/>
                </a:moveTo>
                <a:cubicBezTo>
                  <a:pt x="125002" y="-10773"/>
                  <a:pt x="323673" y="2501"/>
                  <a:pt x="457703" y="0"/>
                </a:cubicBezTo>
                <a:cubicBezTo>
                  <a:pt x="591733" y="-2501"/>
                  <a:pt x="810914" y="13409"/>
                  <a:pt x="1027171" y="0"/>
                </a:cubicBezTo>
                <a:cubicBezTo>
                  <a:pt x="1243428" y="-13409"/>
                  <a:pt x="1420956" y="25527"/>
                  <a:pt x="1522130" y="0"/>
                </a:cubicBezTo>
                <a:cubicBezTo>
                  <a:pt x="1623304" y="-25527"/>
                  <a:pt x="1811116" y="12525"/>
                  <a:pt x="1979833" y="0"/>
                </a:cubicBezTo>
                <a:cubicBezTo>
                  <a:pt x="2148550" y="-12525"/>
                  <a:pt x="2373745" y="59857"/>
                  <a:pt x="2549301" y="0"/>
                </a:cubicBezTo>
                <a:cubicBezTo>
                  <a:pt x="2724857" y="-59857"/>
                  <a:pt x="2919663" y="3399"/>
                  <a:pt x="3081514" y="0"/>
                </a:cubicBezTo>
                <a:cubicBezTo>
                  <a:pt x="3243365" y="-3399"/>
                  <a:pt x="3483118" y="32214"/>
                  <a:pt x="3725492" y="0"/>
                </a:cubicBezTo>
                <a:cubicBezTo>
                  <a:pt x="3767724" y="110959"/>
                  <a:pt x="3713595" y="375462"/>
                  <a:pt x="3725492" y="480132"/>
                </a:cubicBezTo>
                <a:cubicBezTo>
                  <a:pt x="3737389" y="584802"/>
                  <a:pt x="3672758" y="786854"/>
                  <a:pt x="3725492" y="923330"/>
                </a:cubicBezTo>
                <a:cubicBezTo>
                  <a:pt x="3619139" y="972974"/>
                  <a:pt x="3452121" y="882607"/>
                  <a:pt x="3267789" y="923330"/>
                </a:cubicBezTo>
                <a:cubicBezTo>
                  <a:pt x="3083457" y="964053"/>
                  <a:pt x="3007010" y="921527"/>
                  <a:pt x="2847340" y="923330"/>
                </a:cubicBezTo>
                <a:cubicBezTo>
                  <a:pt x="2687670" y="925133"/>
                  <a:pt x="2422572" y="855543"/>
                  <a:pt x="2277872" y="923330"/>
                </a:cubicBezTo>
                <a:cubicBezTo>
                  <a:pt x="2133172" y="991117"/>
                  <a:pt x="2015438" y="921552"/>
                  <a:pt x="1820169" y="923330"/>
                </a:cubicBezTo>
                <a:cubicBezTo>
                  <a:pt x="1624900" y="925108"/>
                  <a:pt x="1434979" y="864180"/>
                  <a:pt x="1250701" y="923330"/>
                </a:cubicBezTo>
                <a:cubicBezTo>
                  <a:pt x="1066423" y="982480"/>
                  <a:pt x="827272" y="867622"/>
                  <a:pt x="643978" y="923330"/>
                </a:cubicBezTo>
                <a:cubicBezTo>
                  <a:pt x="460684" y="979038"/>
                  <a:pt x="280824" y="914980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3725492" h="923330" stroke="0" extrusionOk="0">
                <a:moveTo>
                  <a:pt x="0" y="0"/>
                </a:moveTo>
                <a:cubicBezTo>
                  <a:pt x="99611" y="-5922"/>
                  <a:pt x="366908" y="39803"/>
                  <a:pt x="494958" y="0"/>
                </a:cubicBezTo>
                <a:cubicBezTo>
                  <a:pt x="623008" y="-39803"/>
                  <a:pt x="749202" y="22469"/>
                  <a:pt x="915407" y="0"/>
                </a:cubicBezTo>
                <a:cubicBezTo>
                  <a:pt x="1081612" y="-22469"/>
                  <a:pt x="1345647" y="54009"/>
                  <a:pt x="1522130" y="0"/>
                </a:cubicBezTo>
                <a:cubicBezTo>
                  <a:pt x="1698613" y="-54009"/>
                  <a:pt x="1866759" y="58115"/>
                  <a:pt x="2017088" y="0"/>
                </a:cubicBezTo>
                <a:cubicBezTo>
                  <a:pt x="2167417" y="-58115"/>
                  <a:pt x="2338872" y="13878"/>
                  <a:pt x="2512046" y="0"/>
                </a:cubicBezTo>
                <a:cubicBezTo>
                  <a:pt x="2685220" y="-13878"/>
                  <a:pt x="2931912" y="68178"/>
                  <a:pt x="3118769" y="0"/>
                </a:cubicBezTo>
                <a:cubicBezTo>
                  <a:pt x="3305626" y="-68178"/>
                  <a:pt x="3466207" y="5982"/>
                  <a:pt x="3725492" y="0"/>
                </a:cubicBezTo>
                <a:cubicBezTo>
                  <a:pt x="3782325" y="184709"/>
                  <a:pt x="3722422" y="362508"/>
                  <a:pt x="3725492" y="480132"/>
                </a:cubicBezTo>
                <a:cubicBezTo>
                  <a:pt x="3728562" y="597756"/>
                  <a:pt x="3714168" y="715809"/>
                  <a:pt x="3725492" y="923330"/>
                </a:cubicBezTo>
                <a:cubicBezTo>
                  <a:pt x="3511017" y="928449"/>
                  <a:pt x="3430285" y="910311"/>
                  <a:pt x="3267789" y="923330"/>
                </a:cubicBezTo>
                <a:cubicBezTo>
                  <a:pt x="3105293" y="936349"/>
                  <a:pt x="2937825" y="882869"/>
                  <a:pt x="2735576" y="923330"/>
                </a:cubicBezTo>
                <a:cubicBezTo>
                  <a:pt x="2533327" y="963791"/>
                  <a:pt x="2434945" y="878805"/>
                  <a:pt x="2240617" y="923330"/>
                </a:cubicBezTo>
                <a:cubicBezTo>
                  <a:pt x="2046289" y="967855"/>
                  <a:pt x="1764614" y="896695"/>
                  <a:pt x="1633894" y="923330"/>
                </a:cubicBezTo>
                <a:cubicBezTo>
                  <a:pt x="1503174" y="949965"/>
                  <a:pt x="1190979" y="899439"/>
                  <a:pt x="1027171" y="923330"/>
                </a:cubicBezTo>
                <a:cubicBezTo>
                  <a:pt x="863363" y="947221"/>
                  <a:pt x="703168" y="894175"/>
                  <a:pt x="569468" y="923330"/>
                </a:cubicBezTo>
                <a:cubicBezTo>
                  <a:pt x="435768" y="952485"/>
                  <a:pt x="151174" y="892975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average of payoffs weighted by the probability of each outcome</a:t>
            </a:r>
          </a:p>
        </p:txBody>
      </p:sp>
    </p:spTree>
    <p:extLst>
      <p:ext uri="{BB962C8B-B14F-4D97-AF65-F5344CB8AC3E}">
        <p14:creationId xmlns:p14="http://schemas.microsoft.com/office/powerpoint/2010/main" val="150686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2F440-6081-0D78-5CA7-FB454583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2264EA4-8A40-A5BA-9766-8F2F79735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D58F2AD-6E3A-41AF-37A4-45ABC191D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F55B6-4D31-6CF4-0EF3-3C425787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From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to </a:t>
            </a:r>
            <a:r>
              <a:rPr lang="en-US" sz="5400" i="1" dirty="0"/>
              <a:t>Expected </a:t>
            </a:r>
            <a:r>
              <a:rPr lang="en-US" sz="5400" i="1" dirty="0">
                <a:solidFill>
                  <a:srgbClr val="0070C0"/>
                </a:solidFill>
              </a:rPr>
              <a:t>Payoff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0B593467-D7E6-FC5B-1206-F83AE0A2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1C162E-A658-42C2-78A0-E0365B40999E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1C162E-A658-42C2-78A0-E0365B409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4F8DCF-D4AC-620C-87D8-066D10281B55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A2555-DCA4-8B66-3D79-950BBCE50175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D379C22-5383-5181-7A8A-2423462FC8D8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6549E7C-1CDC-69C4-422B-06026CB673A5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0D32970-B4D3-AA4D-98CD-4CD2CB4CFBE6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0D32970-B4D3-AA4D-98CD-4CD2CB4CFB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790D5F5-3C79-A373-6802-230F91A70260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9B3F60C-EF59-E18F-4CF6-B43625173919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8409CC0-F99D-F5A8-A11A-817151AD94C9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8409CC0-F99D-F5A8-A11A-817151AD94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99B9D96-0C01-57CD-BA6D-4A2D2C27C6C3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C871717-1B78-E2C8-91E5-777B79A6DA8E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359002-701A-28DD-2962-BB6A4FCEAAD5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5F6F95E-37F2-6C23-CD5F-31A92D610AB2}"/>
              </a:ext>
            </a:extLst>
          </p:cNvPr>
          <p:cNvGrpSpPr/>
          <p:nvPr/>
        </p:nvGrpSpPr>
        <p:grpSpPr>
          <a:xfrm>
            <a:off x="3695863" y="4068051"/>
            <a:ext cx="3924181" cy="2291497"/>
            <a:chOff x="3695863" y="4068051"/>
            <a:chExt cx="3924181" cy="229149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012875-8A90-33B3-4BB0-A54D2F903E2A}"/>
                </a:ext>
              </a:extLst>
            </p:cNvPr>
            <p:cNvSpPr txBox="1"/>
            <p:nvPr/>
          </p:nvSpPr>
          <p:spPr>
            <a:xfrm>
              <a:off x="3695863" y="4846277"/>
              <a:ext cx="11997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3 Outcomes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759B7DB-AC08-586A-26B1-4FBA17984E51}"/>
                </a:ext>
              </a:extLst>
            </p:cNvPr>
            <p:cNvGrpSpPr/>
            <p:nvPr/>
          </p:nvGrpSpPr>
          <p:grpSpPr>
            <a:xfrm>
              <a:off x="5028781" y="4068051"/>
              <a:ext cx="2591263" cy="2291497"/>
              <a:chOff x="5028781" y="4068051"/>
              <a:chExt cx="2591263" cy="2291497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BDD1A7D-9A03-E000-6BF3-31293298C0F6}"/>
                  </a:ext>
                </a:extLst>
              </p:cNvPr>
              <p:cNvGrpSpPr/>
              <p:nvPr/>
            </p:nvGrpSpPr>
            <p:grpSpPr>
              <a:xfrm>
                <a:off x="6004292" y="4368063"/>
                <a:ext cx="351058" cy="1320868"/>
                <a:chOff x="6004292" y="4368063"/>
                <a:chExt cx="351058" cy="132086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BB4A32C8-0C0E-8C67-7CFA-519E383490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4292" y="4368063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BB4A32C8-0C0E-8C67-7CFA-519E383490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4292" y="4368063"/>
                      <a:ext cx="35105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7241" r="-15517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D6F3BB56-0486-CB74-3EBD-74E7482369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4292" y="4932826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D6F3BB56-0486-CB74-3EBD-74E7482369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4292" y="4932826"/>
                      <a:ext cx="351058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7241" r="-15517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6F8BC6F3-E726-C44E-2EA0-9EC0870A67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4292" y="5411932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0.4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6F8BC6F3-E726-C44E-2EA0-9EC0870A67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4292" y="5411932"/>
                      <a:ext cx="351058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7241" r="-15517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56908BFF-98C2-851F-334A-6A0869784C39}"/>
                  </a:ext>
                </a:extLst>
              </p:cNvPr>
              <p:cNvGrpSpPr/>
              <p:nvPr/>
            </p:nvGrpSpPr>
            <p:grpSpPr>
              <a:xfrm>
                <a:off x="5028781" y="4068051"/>
                <a:ext cx="2591263" cy="2291497"/>
                <a:chOff x="5028781" y="4068051"/>
                <a:chExt cx="2591263" cy="2291497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E95E1682-EA15-DC2F-5FFC-08008578E898}"/>
                    </a:ext>
                  </a:extLst>
                </p:cNvPr>
                <p:cNvGrpSpPr/>
                <p:nvPr/>
              </p:nvGrpSpPr>
              <p:grpSpPr>
                <a:xfrm>
                  <a:off x="5028781" y="5140516"/>
                  <a:ext cx="403325" cy="459879"/>
                  <a:chOff x="5028781" y="5140516"/>
                  <a:chExt cx="403325" cy="459879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E8904C41-0452-E4D8-43F0-4E6F61E1B3DB}"/>
                      </a:ext>
                    </a:extLst>
                  </p:cNvPr>
                  <p:cNvSpPr/>
                  <p:nvPr/>
                </p:nvSpPr>
                <p:spPr>
                  <a:xfrm>
                    <a:off x="5249226" y="5140516"/>
                    <a:ext cx="182880" cy="182880"/>
                  </a:xfrm>
                  <a:custGeom>
                    <a:avLst/>
                    <a:gdLst>
                      <a:gd name="csX0" fmla="*/ 0 w 182880"/>
                      <a:gd name="csY0" fmla="*/ 91440 h 182880"/>
                      <a:gd name="csX1" fmla="*/ 91440 w 182880"/>
                      <a:gd name="csY1" fmla="*/ 0 h 182880"/>
                      <a:gd name="csX2" fmla="*/ 182880 w 182880"/>
                      <a:gd name="csY2" fmla="*/ 91440 h 182880"/>
                      <a:gd name="csX3" fmla="*/ 91440 w 182880"/>
                      <a:gd name="csY3" fmla="*/ 182880 h 182880"/>
                      <a:gd name="csX4" fmla="*/ 0 w 182880"/>
                      <a:gd name="csY4" fmla="*/ 91440 h 1828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82880" h="182880" extrusionOk="0">
                        <a:moveTo>
                          <a:pt x="0" y="91440"/>
                        </a:moveTo>
                        <a:cubicBezTo>
                          <a:pt x="-10858" y="41403"/>
                          <a:pt x="46584" y="5550"/>
                          <a:pt x="91440" y="0"/>
                        </a:cubicBezTo>
                        <a:cubicBezTo>
                          <a:pt x="148057" y="12552"/>
                          <a:pt x="183069" y="46717"/>
                          <a:pt x="182880" y="91440"/>
                        </a:cubicBezTo>
                        <a:cubicBezTo>
                          <a:pt x="178477" y="135299"/>
                          <a:pt x="150944" y="193765"/>
                          <a:pt x="91440" y="182880"/>
                        </a:cubicBezTo>
                        <a:cubicBezTo>
                          <a:pt x="42574" y="176797"/>
                          <a:pt x="3173" y="147857"/>
                          <a:pt x="0" y="91440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rgbClr val="7030A0"/>
                    </a:solidFill>
                    <a:extLst>
                      <a:ext uri="{C807C97D-BFC1-408E-A445-0C87EB9F89A2}">
                        <ask:lineSketchStyleProps xmlns:ask="http://schemas.microsoft.com/office/drawing/2018/sketchyshapes" sd="2650216993">
                          <a:prstGeom prst="ellipse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C056B3FF-26E8-FC66-EEC7-04496DC8C12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28781" y="5323396"/>
                        <a:ext cx="220445" cy="27699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C056B3FF-26E8-FC66-EEC7-04496DC8C12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28781" y="5323396"/>
                        <a:ext cx="220445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23684" r="-21053" b="-4167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34C87C3E-8F6D-B63A-3D55-2CA47CB563BA}"/>
                    </a:ext>
                  </a:extLst>
                </p:cNvPr>
                <p:cNvGrpSpPr/>
                <p:nvPr/>
              </p:nvGrpSpPr>
              <p:grpSpPr>
                <a:xfrm>
                  <a:off x="5432106" y="4198522"/>
                  <a:ext cx="1529463" cy="2022527"/>
                  <a:chOff x="5432106" y="4198522"/>
                  <a:chExt cx="1529463" cy="2022527"/>
                </a:xfrm>
              </p:grpSpPr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35DA765A-7AD9-3992-8B6A-CE843FB01282}"/>
                      </a:ext>
                    </a:extLst>
                  </p:cNvPr>
                  <p:cNvCxnSpPr>
                    <a:cxnSpLocks/>
                    <a:stCxn id="23" idx="6"/>
                  </p:cNvCxnSpPr>
                  <p:nvPr/>
                </p:nvCxnSpPr>
                <p:spPr>
                  <a:xfrm flipV="1">
                    <a:off x="5432106" y="4198522"/>
                    <a:ext cx="1529463" cy="103343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7C993DB2-E2B0-8C4D-E6B9-2B5DE0463735}"/>
                      </a:ext>
                    </a:extLst>
                  </p:cNvPr>
                  <p:cNvCxnSpPr>
                    <a:cxnSpLocks/>
                    <a:stCxn id="23" idx="6"/>
                  </p:cNvCxnSpPr>
                  <p:nvPr/>
                </p:nvCxnSpPr>
                <p:spPr>
                  <a:xfrm>
                    <a:off x="5432106" y="5231956"/>
                    <a:ext cx="1510670" cy="98909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Arrow Connector 75">
                    <a:extLst>
                      <a:ext uri="{FF2B5EF4-FFF2-40B4-BE49-F238E27FC236}">
                        <a16:creationId xmlns:a16="http://schemas.microsoft.com/office/drawing/2014/main" id="{DCD4E1DB-8138-615C-760A-9E89D4CF545E}"/>
                      </a:ext>
                    </a:extLst>
                  </p:cNvPr>
                  <p:cNvCxnSpPr>
                    <a:cxnSpLocks/>
                    <a:stCxn id="23" idx="6"/>
                  </p:cNvCxnSpPr>
                  <p:nvPr/>
                </p:nvCxnSpPr>
                <p:spPr>
                  <a:xfrm>
                    <a:off x="5432106" y="5231956"/>
                    <a:ext cx="149543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AA84553-4E9C-4988-FEF7-320C407EF28E}"/>
                    </a:ext>
                  </a:extLst>
                </p:cNvPr>
                <p:cNvGrpSpPr/>
                <p:nvPr/>
              </p:nvGrpSpPr>
              <p:grpSpPr>
                <a:xfrm>
                  <a:off x="7094747" y="4068051"/>
                  <a:ext cx="494388" cy="2291497"/>
                  <a:chOff x="7094747" y="4068051"/>
                  <a:chExt cx="494388" cy="229149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4" name="TextBox 93">
                        <a:extLst>
                          <a:ext uri="{FF2B5EF4-FFF2-40B4-BE49-F238E27FC236}">
                            <a16:creationId xmlns:a16="http://schemas.microsoft.com/office/drawing/2014/main" id="{9F87B30A-1116-6DD4-52B9-28F95F71C6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94747" y="4068051"/>
                        <a:ext cx="431208" cy="27699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200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4" name="TextBox 93">
                        <a:extLst>
                          <a:ext uri="{FF2B5EF4-FFF2-40B4-BE49-F238E27FC236}">
                            <a16:creationId xmlns:a16="http://schemas.microsoft.com/office/drawing/2014/main" id="{9F87B30A-1116-6DD4-52B9-28F95F71C60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94747" y="4068051"/>
                        <a:ext cx="431208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085" r="-12676" b="-65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C9B33EE4-428B-045E-6419-5603418779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222988" y="5093456"/>
                        <a:ext cx="302967" cy="27699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C9B33EE4-428B-045E-6419-5603418779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222988" y="5093456"/>
                        <a:ext cx="302967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20000" r="-18000"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80F1CB3D-E30A-0509-0F1C-16D19262460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113043" y="6082549"/>
                        <a:ext cx="476092" cy="27699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−40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TextBox 95">
                        <a:extLst>
                          <a:ext uri="{FF2B5EF4-FFF2-40B4-BE49-F238E27FC236}">
                            <a16:creationId xmlns:a16="http://schemas.microsoft.com/office/drawing/2014/main" id="{80F1CB3D-E30A-0509-0F1C-16D19262460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113043" y="6082549"/>
                        <a:ext cx="476092" cy="276999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3846" r="-11538"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0D69377F-D973-6B0A-9457-7E205C2EFA92}"/>
                    </a:ext>
                  </a:extLst>
                </p:cNvPr>
                <p:cNvGrpSpPr/>
                <p:nvPr/>
              </p:nvGrpSpPr>
              <p:grpSpPr>
                <a:xfrm>
                  <a:off x="5829300" y="4150892"/>
                  <a:ext cx="1790744" cy="1773654"/>
                  <a:chOff x="5829300" y="4150892"/>
                  <a:chExt cx="1790744" cy="1773654"/>
                </a:xfrm>
              </p:grpSpPr>
              <p:sp>
                <p:nvSpPr>
                  <p:cNvPr id="46" name="Rectangle: Rounded Corners 45">
                    <a:extLst>
                      <a:ext uri="{FF2B5EF4-FFF2-40B4-BE49-F238E27FC236}">
                        <a16:creationId xmlns:a16="http://schemas.microsoft.com/office/drawing/2014/main" id="{D056E54F-4DDB-91E0-E081-7D5ECAEF62A4}"/>
                      </a:ext>
                    </a:extLst>
                  </p:cNvPr>
                  <p:cNvSpPr/>
                  <p:nvPr/>
                </p:nvSpPr>
                <p:spPr>
                  <a:xfrm>
                    <a:off x="5829300" y="4150892"/>
                    <a:ext cx="696019" cy="1773654"/>
                  </a:xfrm>
                  <a:custGeom>
                    <a:avLst/>
                    <a:gdLst>
                      <a:gd name="csX0" fmla="*/ 0 w 696019"/>
                      <a:gd name="csY0" fmla="*/ 116005 h 1773654"/>
                      <a:gd name="csX1" fmla="*/ 116005 w 696019"/>
                      <a:gd name="csY1" fmla="*/ 0 h 1773654"/>
                      <a:gd name="csX2" fmla="*/ 580014 w 696019"/>
                      <a:gd name="csY2" fmla="*/ 0 h 1773654"/>
                      <a:gd name="csX3" fmla="*/ 696019 w 696019"/>
                      <a:gd name="csY3" fmla="*/ 116005 h 1773654"/>
                      <a:gd name="csX4" fmla="*/ 696019 w 696019"/>
                      <a:gd name="csY4" fmla="*/ 629886 h 1773654"/>
                      <a:gd name="csX5" fmla="*/ 696019 w 696019"/>
                      <a:gd name="csY5" fmla="*/ 1128351 h 1773654"/>
                      <a:gd name="csX6" fmla="*/ 696019 w 696019"/>
                      <a:gd name="csY6" fmla="*/ 1657649 h 1773654"/>
                      <a:gd name="csX7" fmla="*/ 580014 w 696019"/>
                      <a:gd name="csY7" fmla="*/ 1773654 h 1773654"/>
                      <a:gd name="csX8" fmla="*/ 116005 w 696019"/>
                      <a:gd name="csY8" fmla="*/ 1773654 h 1773654"/>
                      <a:gd name="csX9" fmla="*/ 0 w 696019"/>
                      <a:gd name="csY9" fmla="*/ 1657649 h 1773654"/>
                      <a:gd name="csX10" fmla="*/ 0 w 696019"/>
                      <a:gd name="csY10" fmla="*/ 1128351 h 1773654"/>
                      <a:gd name="csX11" fmla="*/ 0 w 696019"/>
                      <a:gd name="csY11" fmla="*/ 583637 h 1773654"/>
                      <a:gd name="csX12" fmla="*/ 0 w 696019"/>
                      <a:gd name="csY12" fmla="*/ 116005 h 17736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696019" h="1773654" extrusionOk="0">
                        <a:moveTo>
                          <a:pt x="0" y="116005"/>
                        </a:moveTo>
                        <a:cubicBezTo>
                          <a:pt x="-2081" y="50653"/>
                          <a:pt x="37860" y="5283"/>
                          <a:pt x="116005" y="0"/>
                        </a:cubicBezTo>
                        <a:cubicBezTo>
                          <a:pt x="243054" y="-19022"/>
                          <a:pt x="396617" y="27855"/>
                          <a:pt x="580014" y="0"/>
                        </a:cubicBezTo>
                        <a:cubicBezTo>
                          <a:pt x="641489" y="-1972"/>
                          <a:pt x="690420" y="63428"/>
                          <a:pt x="696019" y="116005"/>
                        </a:cubicBezTo>
                        <a:cubicBezTo>
                          <a:pt x="749485" y="247611"/>
                          <a:pt x="677051" y="488432"/>
                          <a:pt x="696019" y="629886"/>
                        </a:cubicBezTo>
                        <a:cubicBezTo>
                          <a:pt x="714987" y="771340"/>
                          <a:pt x="689746" y="879941"/>
                          <a:pt x="696019" y="1128351"/>
                        </a:cubicBezTo>
                        <a:cubicBezTo>
                          <a:pt x="702292" y="1376761"/>
                          <a:pt x="673759" y="1416941"/>
                          <a:pt x="696019" y="1657649"/>
                        </a:cubicBezTo>
                        <a:cubicBezTo>
                          <a:pt x="695013" y="1712124"/>
                          <a:pt x="635727" y="1785266"/>
                          <a:pt x="580014" y="1773654"/>
                        </a:cubicBezTo>
                        <a:cubicBezTo>
                          <a:pt x="411615" y="1811895"/>
                          <a:pt x="269726" y="1721068"/>
                          <a:pt x="116005" y="1773654"/>
                        </a:cubicBezTo>
                        <a:cubicBezTo>
                          <a:pt x="38782" y="1772902"/>
                          <a:pt x="4752" y="1708686"/>
                          <a:pt x="0" y="1657649"/>
                        </a:cubicBezTo>
                        <a:cubicBezTo>
                          <a:pt x="-22555" y="1491170"/>
                          <a:pt x="52831" y="1306680"/>
                          <a:pt x="0" y="1128351"/>
                        </a:cubicBezTo>
                        <a:cubicBezTo>
                          <a:pt x="-52831" y="950022"/>
                          <a:pt x="31489" y="781759"/>
                          <a:pt x="0" y="583637"/>
                        </a:cubicBezTo>
                        <a:cubicBezTo>
                          <a:pt x="-31489" y="385515"/>
                          <a:pt x="51378" y="214580"/>
                          <a:pt x="0" y="116005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chemeClr val="accent2">
                        <a:lumMod val="75000"/>
                      </a:schemeClr>
                    </a:solidFill>
                    <a:prstDash val="lgDash"/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roundRect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091279F6-D7BC-1ACC-6A8C-7513BB4C29A4}"/>
                      </a:ext>
                    </a:extLst>
                  </p:cNvPr>
                  <p:cNvSpPr txBox="1"/>
                  <p:nvPr/>
                </p:nvSpPr>
                <p:spPr>
                  <a:xfrm>
                    <a:off x="6631268" y="5472927"/>
                    <a:ext cx="988776" cy="338554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9713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Lottery</a:t>
                    </a:r>
                  </a:p>
                </p:txBody>
              </p:sp>
            </p:grp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1602F08-6520-7340-0F26-68A4856CD117}"/>
              </a:ext>
            </a:extLst>
          </p:cNvPr>
          <p:cNvGrpSpPr/>
          <p:nvPr/>
        </p:nvGrpSpPr>
        <p:grpSpPr>
          <a:xfrm>
            <a:off x="1192492" y="1742271"/>
            <a:ext cx="6396643" cy="1761387"/>
            <a:chOff x="1192492" y="1742271"/>
            <a:chExt cx="6396643" cy="176138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675F2C-2B71-526F-3446-A03920C7E6FE}"/>
                </a:ext>
              </a:extLst>
            </p:cNvPr>
            <p:cNvSpPr txBox="1"/>
            <p:nvPr/>
          </p:nvSpPr>
          <p:spPr>
            <a:xfrm>
              <a:off x="3386158" y="2900859"/>
              <a:ext cx="125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2 Outcomes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46B9C16-CC65-284D-E2D5-D8899F161270}"/>
                </a:ext>
              </a:extLst>
            </p:cNvPr>
            <p:cNvGrpSpPr/>
            <p:nvPr/>
          </p:nvGrpSpPr>
          <p:grpSpPr>
            <a:xfrm>
              <a:off x="1192492" y="1742271"/>
              <a:ext cx="6396643" cy="1761387"/>
              <a:chOff x="1192492" y="1742271"/>
              <a:chExt cx="6396643" cy="176138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EE052E0-7BFF-FD4A-B22E-AECA88527EF1}"/>
                  </a:ext>
                </a:extLst>
              </p:cNvPr>
              <p:cNvGrpSpPr/>
              <p:nvPr/>
            </p:nvGrpSpPr>
            <p:grpSpPr>
              <a:xfrm>
                <a:off x="6004292" y="2181568"/>
                <a:ext cx="351058" cy="980261"/>
                <a:chOff x="6004292" y="2181568"/>
                <a:chExt cx="351058" cy="98026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4AB8F3C5-64C6-4E81-3130-913A9C9ED4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4292" y="2181568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0.7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4AB8F3C5-64C6-4E81-3130-913A9C9ED4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4292" y="2181568"/>
                      <a:ext cx="351058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7241" r="-15517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13CFD88C-63BA-B614-0F30-845A87A40A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4292" y="2884830"/>
                      <a:ext cx="351058" cy="276999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0.3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13CFD88C-63BA-B614-0F30-845A87A40A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4292" y="2884830"/>
                      <a:ext cx="351058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7241" r="-15517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7996579-46DE-B057-930B-2589A4FC99F9}"/>
                  </a:ext>
                </a:extLst>
              </p:cNvPr>
              <p:cNvGrpSpPr/>
              <p:nvPr/>
            </p:nvGrpSpPr>
            <p:grpSpPr>
              <a:xfrm>
                <a:off x="1192492" y="1742271"/>
                <a:ext cx="6396643" cy="1761387"/>
                <a:chOff x="1192492" y="1742271"/>
                <a:chExt cx="6396643" cy="1761387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CC19BB5-0B55-8236-36EA-16F07C860CF0}"/>
                    </a:ext>
                  </a:extLst>
                </p:cNvPr>
                <p:cNvGrpSpPr/>
                <p:nvPr/>
              </p:nvGrpSpPr>
              <p:grpSpPr>
                <a:xfrm>
                  <a:off x="5432106" y="2115036"/>
                  <a:ext cx="1529463" cy="1250123"/>
                  <a:chOff x="5432106" y="2115036"/>
                  <a:chExt cx="1529463" cy="1250123"/>
                </a:xfrm>
              </p:grpSpPr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2CC79FB9-EE4E-F16A-8507-B1CEA49343A6}"/>
                      </a:ext>
                    </a:extLst>
                  </p:cNvPr>
                  <p:cNvCxnSpPr>
                    <a:cxnSpLocks/>
                    <a:stCxn id="22" idx="6"/>
                  </p:cNvCxnSpPr>
                  <p:nvPr/>
                </p:nvCxnSpPr>
                <p:spPr>
                  <a:xfrm flipV="1">
                    <a:off x="5432106" y="2115036"/>
                    <a:ext cx="1495430" cy="92343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id="{D8566311-080B-F6F1-D37F-3282FE1A752A}"/>
                      </a:ext>
                    </a:extLst>
                  </p:cNvPr>
                  <p:cNvCxnSpPr>
                    <a:cxnSpLocks/>
                    <a:stCxn id="22" idx="6"/>
                  </p:cNvCxnSpPr>
                  <p:nvPr/>
                </p:nvCxnSpPr>
                <p:spPr>
                  <a:xfrm>
                    <a:off x="5432106" y="3038466"/>
                    <a:ext cx="1529463" cy="32669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32B03888-FF1B-C38E-2D17-3DA18B0B3AB9}"/>
                    </a:ext>
                  </a:extLst>
                </p:cNvPr>
                <p:cNvGrpSpPr/>
                <p:nvPr/>
              </p:nvGrpSpPr>
              <p:grpSpPr>
                <a:xfrm>
                  <a:off x="7049863" y="1957089"/>
                  <a:ext cx="476092" cy="1546569"/>
                  <a:chOff x="7049863" y="1957089"/>
                  <a:chExt cx="476092" cy="1546569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TextBox 91">
                        <a:extLst>
                          <a:ext uri="{FF2B5EF4-FFF2-40B4-BE49-F238E27FC236}">
                            <a16:creationId xmlns:a16="http://schemas.microsoft.com/office/drawing/2014/main" id="{7090FC60-AB11-482F-686F-E69406867B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94747" y="1957089"/>
                        <a:ext cx="431208" cy="27699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2" name="TextBox 91">
                        <a:extLst>
                          <a:ext uri="{FF2B5EF4-FFF2-40B4-BE49-F238E27FC236}">
                            <a16:creationId xmlns:a16="http://schemas.microsoft.com/office/drawing/2014/main" id="{7090FC60-AB11-482F-686F-E69406867B1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94747" y="1957089"/>
                        <a:ext cx="431208" cy="276999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14085" r="-12676" b="-88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TextBox 92">
                        <a:extLst>
                          <a:ext uri="{FF2B5EF4-FFF2-40B4-BE49-F238E27FC236}">
                            <a16:creationId xmlns:a16="http://schemas.microsoft.com/office/drawing/2014/main" id="{B8EB5F7E-840A-3BF0-FCA6-BCC5BCBC70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49863" y="3226659"/>
                        <a:ext cx="476092" cy="27699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−20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3" name="TextBox 92">
                        <a:extLst>
                          <a:ext uri="{FF2B5EF4-FFF2-40B4-BE49-F238E27FC236}">
                            <a16:creationId xmlns:a16="http://schemas.microsoft.com/office/drawing/2014/main" id="{B8EB5F7E-840A-3BF0-FCA6-BCC5BCBC70A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49863" y="3226659"/>
                        <a:ext cx="476092" cy="276999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2532" r="-11392" b="-65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7B716914-271D-CF04-723A-354BFEF13190}"/>
                    </a:ext>
                  </a:extLst>
                </p:cNvPr>
                <p:cNvGrpSpPr/>
                <p:nvPr/>
              </p:nvGrpSpPr>
              <p:grpSpPr>
                <a:xfrm>
                  <a:off x="5249226" y="2623860"/>
                  <a:ext cx="220445" cy="506046"/>
                  <a:chOff x="5249226" y="2623860"/>
                  <a:chExt cx="220445" cy="506046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5BCA900D-8D68-B1C7-93D3-7E599304CBF1}"/>
                      </a:ext>
                    </a:extLst>
                  </p:cNvPr>
                  <p:cNvSpPr/>
                  <p:nvPr/>
                </p:nvSpPr>
                <p:spPr>
                  <a:xfrm>
                    <a:off x="5249226" y="2947026"/>
                    <a:ext cx="182880" cy="182880"/>
                  </a:xfrm>
                  <a:custGeom>
                    <a:avLst/>
                    <a:gdLst>
                      <a:gd name="csX0" fmla="*/ 0 w 182880"/>
                      <a:gd name="csY0" fmla="*/ 91440 h 182880"/>
                      <a:gd name="csX1" fmla="*/ 91440 w 182880"/>
                      <a:gd name="csY1" fmla="*/ 0 h 182880"/>
                      <a:gd name="csX2" fmla="*/ 182880 w 182880"/>
                      <a:gd name="csY2" fmla="*/ 91440 h 182880"/>
                      <a:gd name="csX3" fmla="*/ 91440 w 182880"/>
                      <a:gd name="csY3" fmla="*/ 182880 h 182880"/>
                      <a:gd name="csX4" fmla="*/ 0 w 182880"/>
                      <a:gd name="csY4" fmla="*/ 91440 h 1828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82880" h="182880" extrusionOk="0">
                        <a:moveTo>
                          <a:pt x="0" y="91440"/>
                        </a:moveTo>
                        <a:cubicBezTo>
                          <a:pt x="-12507" y="33225"/>
                          <a:pt x="33387" y="2834"/>
                          <a:pt x="91440" y="0"/>
                        </a:cubicBezTo>
                        <a:cubicBezTo>
                          <a:pt x="152333" y="2188"/>
                          <a:pt x="177826" y="41100"/>
                          <a:pt x="182880" y="91440"/>
                        </a:cubicBezTo>
                        <a:cubicBezTo>
                          <a:pt x="174260" y="150358"/>
                          <a:pt x="141511" y="185259"/>
                          <a:pt x="91440" y="182880"/>
                        </a:cubicBezTo>
                        <a:cubicBezTo>
                          <a:pt x="32251" y="178127"/>
                          <a:pt x="8975" y="146229"/>
                          <a:pt x="0" y="91440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rgbClr val="7030A0"/>
                    </a:solidFill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ellipse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4CCA88B6-2A1C-2CBE-E543-9DE9E698EE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49226" y="2623860"/>
                        <a:ext cx="220445" cy="27699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4CCA88B6-2A1C-2CBE-E543-9DE9E698EEF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49226" y="2623860"/>
                        <a:ext cx="220445" cy="27699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21053" r="-23684" b="-4167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E75C5A02-ED3A-55F4-257A-01763C7D9EF4}"/>
                    </a:ext>
                  </a:extLst>
                </p:cNvPr>
                <p:cNvGrpSpPr/>
                <p:nvPr/>
              </p:nvGrpSpPr>
              <p:grpSpPr>
                <a:xfrm>
                  <a:off x="3627980" y="1898086"/>
                  <a:ext cx="1718106" cy="656876"/>
                  <a:chOff x="-2947810" y="1822510"/>
                  <a:chExt cx="1718106" cy="656876"/>
                </a:xfrm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7CDC93B7-D32E-E21D-19CC-89BF7902E044}"/>
                      </a:ext>
                    </a:extLst>
                  </p:cNvPr>
                  <p:cNvSpPr/>
                  <p:nvPr/>
                </p:nvSpPr>
                <p:spPr>
                  <a:xfrm>
                    <a:off x="-1823385" y="2039460"/>
                    <a:ext cx="593681" cy="439926"/>
                  </a:xfrm>
                  <a:custGeom>
                    <a:avLst/>
                    <a:gdLst>
                      <a:gd name="connsiteX0" fmla="*/ 0 w 1014984"/>
                      <a:gd name="connsiteY0" fmla="*/ 17329 h 337369"/>
                      <a:gd name="connsiteX1" fmla="*/ 420624 w 1014984"/>
                      <a:gd name="connsiteY1" fmla="*/ 17329 h 337369"/>
                      <a:gd name="connsiteX2" fmla="*/ 576072 w 1014984"/>
                      <a:gd name="connsiteY2" fmla="*/ 35617 h 337369"/>
                      <a:gd name="connsiteX3" fmla="*/ 804672 w 1014984"/>
                      <a:gd name="connsiteY3" fmla="*/ 90481 h 337369"/>
                      <a:gd name="connsiteX4" fmla="*/ 877824 w 1014984"/>
                      <a:gd name="connsiteY4" fmla="*/ 117913 h 337369"/>
                      <a:gd name="connsiteX5" fmla="*/ 941832 w 1014984"/>
                      <a:gd name="connsiteY5" fmla="*/ 172777 h 337369"/>
                      <a:gd name="connsiteX6" fmla="*/ 978408 w 1014984"/>
                      <a:gd name="connsiteY6" fmla="*/ 200209 h 337369"/>
                      <a:gd name="connsiteX7" fmla="*/ 996696 w 1014984"/>
                      <a:gd name="connsiteY7" fmla="*/ 291649 h 337369"/>
                      <a:gd name="connsiteX8" fmla="*/ 1014984 w 1014984"/>
                      <a:gd name="connsiteY8" fmla="*/ 337369 h 3373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14984" h="337369">
                        <a:moveTo>
                          <a:pt x="0" y="17329"/>
                        </a:moveTo>
                        <a:cubicBezTo>
                          <a:pt x="167802" y="-10638"/>
                          <a:pt x="84751" y="-349"/>
                          <a:pt x="420624" y="17329"/>
                        </a:cubicBezTo>
                        <a:cubicBezTo>
                          <a:pt x="472725" y="20071"/>
                          <a:pt x="524487" y="27801"/>
                          <a:pt x="576072" y="35617"/>
                        </a:cubicBezTo>
                        <a:cubicBezTo>
                          <a:pt x="697973" y="54087"/>
                          <a:pt x="706089" y="55687"/>
                          <a:pt x="804672" y="90481"/>
                        </a:cubicBezTo>
                        <a:cubicBezTo>
                          <a:pt x="829229" y="99148"/>
                          <a:pt x="854116" y="107137"/>
                          <a:pt x="877824" y="117913"/>
                        </a:cubicBezTo>
                        <a:cubicBezTo>
                          <a:pt x="906928" y="131142"/>
                          <a:pt x="917370" y="151373"/>
                          <a:pt x="941832" y="172777"/>
                        </a:cubicBezTo>
                        <a:cubicBezTo>
                          <a:pt x="953301" y="182813"/>
                          <a:pt x="966216" y="191065"/>
                          <a:pt x="978408" y="200209"/>
                        </a:cubicBezTo>
                        <a:cubicBezTo>
                          <a:pt x="984504" y="230689"/>
                          <a:pt x="985152" y="262789"/>
                          <a:pt x="996696" y="291649"/>
                        </a:cubicBezTo>
                        <a:lnTo>
                          <a:pt x="1014984" y="337369"/>
                        </a:lnTo>
                      </a:path>
                    </a:pathLst>
                  </a:custGeom>
                  <a:noFill/>
                  <a:ln>
                    <a:solidFill>
                      <a:srgbClr val="7030A0"/>
                    </a:solidFill>
                    <a:tailEnd type="stealt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8DE18A3-6680-4238-9A0C-532E2C3F3025}"/>
                      </a:ext>
                    </a:extLst>
                  </p:cNvPr>
                  <p:cNvSpPr txBox="1"/>
                  <p:nvPr/>
                </p:nvSpPr>
                <p:spPr>
                  <a:xfrm>
                    <a:off x="-2947810" y="1822510"/>
                    <a:ext cx="11244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Nature</a:t>
                    </a:r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F6B322A9-3488-E7F1-238C-CDF025DDA302}"/>
                    </a:ext>
                  </a:extLst>
                </p:cNvPr>
                <p:cNvGrpSpPr/>
                <p:nvPr/>
              </p:nvGrpSpPr>
              <p:grpSpPr>
                <a:xfrm>
                  <a:off x="1192492" y="1742271"/>
                  <a:ext cx="2526155" cy="388696"/>
                  <a:chOff x="1034654" y="1819738"/>
                  <a:chExt cx="2526155" cy="388696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D24A83E-7FAE-09FA-B8DB-CE699D72444D}"/>
                      </a:ext>
                    </a:extLst>
                  </p:cNvPr>
                  <p:cNvSpPr txBox="1"/>
                  <p:nvPr/>
                </p:nvSpPr>
                <p:spPr>
                  <a:xfrm>
                    <a:off x="1034654" y="1819738"/>
                    <a:ext cx="1931513" cy="3886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just" defTabSz="914400" rtl="0" eaLnBrk="1" fontAlgn="auto" latinLnBrk="0" hangingPunct="1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a:t>…not rational</a:t>
                    </a:r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2D539857-A83D-F27D-1491-4EF5D53AB9CC}"/>
                      </a:ext>
                    </a:extLst>
                  </p:cNvPr>
                  <p:cNvSpPr/>
                  <p:nvPr/>
                </p:nvSpPr>
                <p:spPr>
                  <a:xfrm>
                    <a:off x="2966167" y="2008302"/>
                    <a:ext cx="594642" cy="95911"/>
                  </a:xfrm>
                  <a:custGeom>
                    <a:avLst/>
                    <a:gdLst>
                      <a:gd name="connsiteX0" fmla="*/ 0 w 1014984"/>
                      <a:gd name="connsiteY0" fmla="*/ 17329 h 337369"/>
                      <a:gd name="connsiteX1" fmla="*/ 420624 w 1014984"/>
                      <a:gd name="connsiteY1" fmla="*/ 17329 h 337369"/>
                      <a:gd name="connsiteX2" fmla="*/ 576072 w 1014984"/>
                      <a:gd name="connsiteY2" fmla="*/ 35617 h 337369"/>
                      <a:gd name="connsiteX3" fmla="*/ 804672 w 1014984"/>
                      <a:gd name="connsiteY3" fmla="*/ 90481 h 337369"/>
                      <a:gd name="connsiteX4" fmla="*/ 877824 w 1014984"/>
                      <a:gd name="connsiteY4" fmla="*/ 117913 h 337369"/>
                      <a:gd name="connsiteX5" fmla="*/ 941832 w 1014984"/>
                      <a:gd name="connsiteY5" fmla="*/ 172777 h 337369"/>
                      <a:gd name="connsiteX6" fmla="*/ 978408 w 1014984"/>
                      <a:gd name="connsiteY6" fmla="*/ 200209 h 337369"/>
                      <a:gd name="connsiteX7" fmla="*/ 996696 w 1014984"/>
                      <a:gd name="connsiteY7" fmla="*/ 291649 h 337369"/>
                      <a:gd name="connsiteX8" fmla="*/ 1014984 w 1014984"/>
                      <a:gd name="connsiteY8" fmla="*/ 337369 h 3373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14984" h="337369">
                        <a:moveTo>
                          <a:pt x="0" y="17329"/>
                        </a:moveTo>
                        <a:cubicBezTo>
                          <a:pt x="167802" y="-10638"/>
                          <a:pt x="84751" y="-349"/>
                          <a:pt x="420624" y="17329"/>
                        </a:cubicBezTo>
                        <a:cubicBezTo>
                          <a:pt x="472725" y="20071"/>
                          <a:pt x="524487" y="27801"/>
                          <a:pt x="576072" y="35617"/>
                        </a:cubicBezTo>
                        <a:cubicBezTo>
                          <a:pt x="697973" y="54087"/>
                          <a:pt x="706089" y="55687"/>
                          <a:pt x="804672" y="90481"/>
                        </a:cubicBezTo>
                        <a:cubicBezTo>
                          <a:pt x="829229" y="99148"/>
                          <a:pt x="854116" y="107137"/>
                          <a:pt x="877824" y="117913"/>
                        </a:cubicBezTo>
                        <a:cubicBezTo>
                          <a:pt x="906928" y="131142"/>
                          <a:pt x="917370" y="151373"/>
                          <a:pt x="941832" y="172777"/>
                        </a:cubicBezTo>
                        <a:cubicBezTo>
                          <a:pt x="953301" y="182813"/>
                          <a:pt x="966216" y="191065"/>
                          <a:pt x="978408" y="200209"/>
                        </a:cubicBezTo>
                        <a:cubicBezTo>
                          <a:pt x="984504" y="230689"/>
                          <a:pt x="985152" y="262789"/>
                          <a:pt x="996696" y="291649"/>
                        </a:cubicBezTo>
                        <a:lnTo>
                          <a:pt x="1014984" y="337369"/>
                        </a:lnTo>
                      </a:path>
                    </a:pathLst>
                  </a:custGeom>
                  <a:noFill/>
                  <a:ln>
                    <a:solidFill>
                      <a:srgbClr val="0070C0"/>
                    </a:solidFill>
                    <a:tailEnd type="stealt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7497532C-C209-2A33-1237-F8EF7428AFB5}"/>
                    </a:ext>
                  </a:extLst>
                </p:cNvPr>
                <p:cNvGrpSpPr/>
                <p:nvPr/>
              </p:nvGrpSpPr>
              <p:grpSpPr>
                <a:xfrm>
                  <a:off x="5829300" y="1930835"/>
                  <a:ext cx="1759835" cy="1461589"/>
                  <a:chOff x="5829300" y="1930835"/>
                  <a:chExt cx="1759835" cy="1461589"/>
                </a:xfrm>
              </p:grpSpPr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DD67BD96-788F-F85B-CDC2-1B64B07BDF59}"/>
                      </a:ext>
                    </a:extLst>
                  </p:cNvPr>
                  <p:cNvSpPr/>
                  <p:nvPr/>
                </p:nvSpPr>
                <p:spPr>
                  <a:xfrm>
                    <a:off x="5829300" y="1930835"/>
                    <a:ext cx="696019" cy="1461589"/>
                  </a:xfrm>
                  <a:custGeom>
                    <a:avLst/>
                    <a:gdLst>
                      <a:gd name="csX0" fmla="*/ 0 w 696019"/>
                      <a:gd name="csY0" fmla="*/ 116005 h 1461589"/>
                      <a:gd name="csX1" fmla="*/ 116005 w 696019"/>
                      <a:gd name="csY1" fmla="*/ 0 h 1461589"/>
                      <a:gd name="csX2" fmla="*/ 580014 w 696019"/>
                      <a:gd name="csY2" fmla="*/ 0 h 1461589"/>
                      <a:gd name="csX3" fmla="*/ 696019 w 696019"/>
                      <a:gd name="csY3" fmla="*/ 116005 h 1461589"/>
                      <a:gd name="csX4" fmla="*/ 696019 w 696019"/>
                      <a:gd name="csY4" fmla="*/ 525865 h 1461589"/>
                      <a:gd name="csX5" fmla="*/ 696019 w 696019"/>
                      <a:gd name="csY5" fmla="*/ 923429 h 1461589"/>
                      <a:gd name="csX6" fmla="*/ 696019 w 696019"/>
                      <a:gd name="csY6" fmla="*/ 1345584 h 1461589"/>
                      <a:gd name="csX7" fmla="*/ 580014 w 696019"/>
                      <a:gd name="csY7" fmla="*/ 1461589 h 1461589"/>
                      <a:gd name="csX8" fmla="*/ 116005 w 696019"/>
                      <a:gd name="csY8" fmla="*/ 1461589 h 1461589"/>
                      <a:gd name="csX9" fmla="*/ 0 w 696019"/>
                      <a:gd name="csY9" fmla="*/ 1345584 h 1461589"/>
                      <a:gd name="csX10" fmla="*/ 0 w 696019"/>
                      <a:gd name="csY10" fmla="*/ 923429 h 1461589"/>
                      <a:gd name="csX11" fmla="*/ 0 w 696019"/>
                      <a:gd name="csY11" fmla="*/ 488977 h 1461589"/>
                      <a:gd name="csX12" fmla="*/ 0 w 696019"/>
                      <a:gd name="csY12" fmla="*/ 116005 h 14615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696019" h="1461589" extrusionOk="0">
                        <a:moveTo>
                          <a:pt x="0" y="116005"/>
                        </a:moveTo>
                        <a:cubicBezTo>
                          <a:pt x="-2081" y="50653"/>
                          <a:pt x="37860" y="5283"/>
                          <a:pt x="116005" y="0"/>
                        </a:cubicBezTo>
                        <a:cubicBezTo>
                          <a:pt x="243054" y="-19022"/>
                          <a:pt x="396617" y="27855"/>
                          <a:pt x="580014" y="0"/>
                        </a:cubicBezTo>
                        <a:cubicBezTo>
                          <a:pt x="641489" y="-1972"/>
                          <a:pt x="690420" y="63428"/>
                          <a:pt x="696019" y="116005"/>
                        </a:cubicBezTo>
                        <a:cubicBezTo>
                          <a:pt x="706013" y="224674"/>
                          <a:pt x="664179" y="402601"/>
                          <a:pt x="696019" y="525865"/>
                        </a:cubicBezTo>
                        <a:cubicBezTo>
                          <a:pt x="727859" y="649129"/>
                          <a:pt x="691124" y="792779"/>
                          <a:pt x="696019" y="923429"/>
                        </a:cubicBezTo>
                        <a:cubicBezTo>
                          <a:pt x="700914" y="1054079"/>
                          <a:pt x="674989" y="1184014"/>
                          <a:pt x="696019" y="1345584"/>
                        </a:cubicBezTo>
                        <a:cubicBezTo>
                          <a:pt x="695013" y="1400059"/>
                          <a:pt x="635727" y="1473201"/>
                          <a:pt x="580014" y="1461589"/>
                        </a:cubicBezTo>
                        <a:cubicBezTo>
                          <a:pt x="411615" y="1499830"/>
                          <a:pt x="269726" y="1409003"/>
                          <a:pt x="116005" y="1461589"/>
                        </a:cubicBezTo>
                        <a:cubicBezTo>
                          <a:pt x="38782" y="1460837"/>
                          <a:pt x="4752" y="1396621"/>
                          <a:pt x="0" y="1345584"/>
                        </a:cubicBezTo>
                        <a:cubicBezTo>
                          <a:pt x="-18548" y="1176742"/>
                          <a:pt x="23287" y="1085846"/>
                          <a:pt x="0" y="923429"/>
                        </a:cubicBezTo>
                        <a:cubicBezTo>
                          <a:pt x="-23287" y="761012"/>
                          <a:pt x="18441" y="681991"/>
                          <a:pt x="0" y="488977"/>
                        </a:cubicBezTo>
                        <a:cubicBezTo>
                          <a:pt x="-18441" y="295963"/>
                          <a:pt x="6606" y="274684"/>
                          <a:pt x="0" y="116005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chemeClr val="accent2">
                        <a:lumMod val="75000"/>
                      </a:schemeClr>
                    </a:solidFill>
                    <a:prstDash val="lgDash"/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roundRect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707A65DF-EB2D-C7E3-AF9A-6D7E8541DC75}"/>
                      </a:ext>
                    </a:extLst>
                  </p:cNvPr>
                  <p:cNvSpPr txBox="1"/>
                  <p:nvPr/>
                </p:nvSpPr>
                <p:spPr>
                  <a:xfrm>
                    <a:off x="6600359" y="2690901"/>
                    <a:ext cx="988776" cy="338554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9713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Lottery</a:t>
                    </a:r>
                  </a:p>
                </p:txBody>
              </p:sp>
            </p:grpSp>
          </p:grpSp>
        </p:grp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1E987CD-C31E-FCD3-12C9-807687F37FBA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4D5CE46-E4E5-004E-0DDE-4028986218CE}"/>
                  </a:ext>
                </a:extLst>
              </p:cNvPr>
              <p:cNvSpPr txBox="1"/>
              <p:nvPr/>
            </p:nvSpPr>
            <p:spPr>
              <a:xfrm>
                <a:off x="8212660" y="3058785"/>
                <a:ext cx="1023165" cy="276999"/>
              </a:xfrm>
              <a:custGeom>
                <a:avLst/>
                <a:gdLst>
                  <a:gd name="csX0" fmla="*/ 0 w 1023165"/>
                  <a:gd name="csY0" fmla="*/ 0 h 276999"/>
                  <a:gd name="csX1" fmla="*/ 532046 w 1023165"/>
                  <a:gd name="csY1" fmla="*/ 0 h 276999"/>
                  <a:gd name="csX2" fmla="*/ 1023165 w 1023165"/>
                  <a:gd name="csY2" fmla="*/ 0 h 276999"/>
                  <a:gd name="csX3" fmla="*/ 1023165 w 1023165"/>
                  <a:gd name="csY3" fmla="*/ 276999 h 276999"/>
                  <a:gd name="csX4" fmla="*/ 521814 w 1023165"/>
                  <a:gd name="csY4" fmla="*/ 276999 h 276999"/>
                  <a:gd name="csX5" fmla="*/ 0 w 1023165"/>
                  <a:gd name="csY5" fmla="*/ 276999 h 276999"/>
                  <a:gd name="csX6" fmla="*/ 0 w 102316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23165" h="276999" fill="none" extrusionOk="0">
                    <a:moveTo>
                      <a:pt x="0" y="0"/>
                    </a:moveTo>
                    <a:cubicBezTo>
                      <a:pt x="106773" y="-33613"/>
                      <a:pt x="421222" y="29339"/>
                      <a:pt x="532046" y="0"/>
                    </a:cubicBezTo>
                    <a:cubicBezTo>
                      <a:pt x="642870" y="-29339"/>
                      <a:pt x="838880" y="11881"/>
                      <a:pt x="1023165" y="0"/>
                    </a:cubicBezTo>
                    <a:cubicBezTo>
                      <a:pt x="1046855" y="123512"/>
                      <a:pt x="1009332" y="147405"/>
                      <a:pt x="1023165" y="276999"/>
                    </a:cubicBezTo>
                    <a:cubicBezTo>
                      <a:pt x="782318" y="317205"/>
                      <a:pt x="625149" y="249716"/>
                      <a:pt x="521814" y="276999"/>
                    </a:cubicBezTo>
                    <a:cubicBezTo>
                      <a:pt x="418479" y="304282"/>
                      <a:pt x="250795" y="216697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23165" h="276999" stroke="0" extrusionOk="0">
                    <a:moveTo>
                      <a:pt x="0" y="0"/>
                    </a:moveTo>
                    <a:cubicBezTo>
                      <a:pt x="228657" y="-36047"/>
                      <a:pt x="375306" y="7052"/>
                      <a:pt x="501351" y="0"/>
                    </a:cubicBezTo>
                    <a:cubicBezTo>
                      <a:pt x="627396" y="-7052"/>
                      <a:pt x="902642" y="41138"/>
                      <a:pt x="1023165" y="0"/>
                    </a:cubicBezTo>
                    <a:cubicBezTo>
                      <a:pt x="1051128" y="55906"/>
                      <a:pt x="1003821" y="166747"/>
                      <a:pt x="1023165" y="276999"/>
                    </a:cubicBezTo>
                    <a:cubicBezTo>
                      <a:pt x="805140" y="303637"/>
                      <a:pt x="767042" y="263244"/>
                      <a:pt x="511583" y="276999"/>
                    </a:cubicBezTo>
                    <a:cubicBezTo>
                      <a:pt x="256124" y="290754"/>
                      <a:pt x="253393" y="274836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4D5CE46-E4E5-004E-0DDE-402898621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660" y="3058785"/>
                <a:ext cx="1023165" cy="276999"/>
              </a:xfrm>
              <a:prstGeom prst="rect">
                <a:avLst/>
              </a:prstGeom>
              <a:blipFill>
                <a:blip r:embed="rId18"/>
                <a:stretch>
                  <a:fillRect l="-1734" r="-4046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23165"/>
                          <a:gd name="connsiteY0" fmla="*/ 0 h 276999"/>
                          <a:gd name="connsiteX1" fmla="*/ 532046 w 1023165"/>
                          <a:gd name="connsiteY1" fmla="*/ 0 h 276999"/>
                          <a:gd name="connsiteX2" fmla="*/ 1023165 w 1023165"/>
                          <a:gd name="connsiteY2" fmla="*/ 0 h 276999"/>
                          <a:gd name="connsiteX3" fmla="*/ 1023165 w 1023165"/>
                          <a:gd name="connsiteY3" fmla="*/ 276999 h 276999"/>
                          <a:gd name="connsiteX4" fmla="*/ 521814 w 1023165"/>
                          <a:gd name="connsiteY4" fmla="*/ 276999 h 276999"/>
                          <a:gd name="connsiteX5" fmla="*/ 0 w 1023165"/>
                          <a:gd name="connsiteY5" fmla="*/ 276999 h 276999"/>
                          <a:gd name="connsiteX6" fmla="*/ 0 w 1023165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23165" h="276999" fill="none" extrusionOk="0">
                            <a:moveTo>
                              <a:pt x="0" y="0"/>
                            </a:moveTo>
                            <a:cubicBezTo>
                              <a:pt x="106773" y="-33613"/>
                              <a:pt x="421222" y="29339"/>
                              <a:pt x="532046" y="0"/>
                            </a:cubicBezTo>
                            <a:cubicBezTo>
                              <a:pt x="642870" y="-29339"/>
                              <a:pt x="838880" y="11881"/>
                              <a:pt x="1023165" y="0"/>
                            </a:cubicBezTo>
                            <a:cubicBezTo>
                              <a:pt x="1046855" y="123512"/>
                              <a:pt x="1009332" y="147405"/>
                              <a:pt x="1023165" y="276999"/>
                            </a:cubicBezTo>
                            <a:cubicBezTo>
                              <a:pt x="782318" y="317205"/>
                              <a:pt x="625149" y="249716"/>
                              <a:pt x="521814" y="276999"/>
                            </a:cubicBezTo>
                            <a:cubicBezTo>
                              <a:pt x="418479" y="304282"/>
                              <a:pt x="250795" y="216697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023165" h="276999" stroke="0" extrusionOk="0">
                            <a:moveTo>
                              <a:pt x="0" y="0"/>
                            </a:moveTo>
                            <a:cubicBezTo>
                              <a:pt x="228657" y="-36047"/>
                              <a:pt x="375306" y="7052"/>
                              <a:pt x="501351" y="0"/>
                            </a:cubicBezTo>
                            <a:cubicBezTo>
                              <a:pt x="627396" y="-7052"/>
                              <a:pt x="902642" y="41138"/>
                              <a:pt x="1023165" y="0"/>
                            </a:cubicBezTo>
                            <a:cubicBezTo>
                              <a:pt x="1051128" y="55906"/>
                              <a:pt x="1003821" y="166747"/>
                              <a:pt x="1023165" y="276999"/>
                            </a:cubicBezTo>
                            <a:cubicBezTo>
                              <a:pt x="805140" y="303637"/>
                              <a:pt x="767042" y="263244"/>
                              <a:pt x="511583" y="276999"/>
                            </a:cubicBezTo>
                            <a:cubicBezTo>
                              <a:pt x="256124" y="290754"/>
                              <a:pt x="253393" y="274836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1043494-04FC-2D58-ADCE-49CD01C9A824}"/>
                  </a:ext>
                </a:extLst>
              </p:cNvPr>
              <p:cNvSpPr txBox="1"/>
              <p:nvPr/>
            </p:nvSpPr>
            <p:spPr>
              <a:xfrm>
                <a:off x="5425577" y="2908977"/>
                <a:ext cx="30296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1043494-04FC-2D58-ADCE-49CD01C9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577" y="2908977"/>
                <a:ext cx="302968" cy="276999"/>
              </a:xfrm>
              <a:prstGeom prst="rect">
                <a:avLst/>
              </a:prstGeom>
              <a:blipFill>
                <a:blip r:embed="rId19"/>
                <a:stretch>
                  <a:fillRect l="-18000" r="-200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764384-93C5-1CC9-7CC7-A7BAF3DCC239}"/>
                  </a:ext>
                </a:extLst>
              </p:cNvPr>
              <p:cNvSpPr txBox="1"/>
              <p:nvPr/>
            </p:nvSpPr>
            <p:spPr>
              <a:xfrm>
                <a:off x="5403587" y="5075442"/>
                <a:ext cx="30296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764384-93C5-1CC9-7CC7-A7BAF3DCC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87" y="5075442"/>
                <a:ext cx="302968" cy="276999"/>
              </a:xfrm>
              <a:prstGeom prst="rect">
                <a:avLst/>
              </a:prstGeom>
              <a:blipFill>
                <a:blip r:embed="rId20"/>
                <a:stretch>
                  <a:fillRect l="-18000" r="-2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1E8392-EED6-3A31-E9BB-E3F5C7D59D0F}"/>
                  </a:ext>
                </a:extLst>
              </p:cNvPr>
              <p:cNvSpPr txBox="1"/>
              <p:nvPr/>
            </p:nvSpPr>
            <p:spPr>
              <a:xfrm>
                <a:off x="8209560" y="2438251"/>
                <a:ext cx="1075679" cy="276999"/>
              </a:xfrm>
              <a:custGeom>
                <a:avLst/>
                <a:gdLst>
                  <a:gd name="csX0" fmla="*/ 0 w 1075679"/>
                  <a:gd name="csY0" fmla="*/ 0 h 276999"/>
                  <a:gd name="csX1" fmla="*/ 559353 w 1075679"/>
                  <a:gd name="csY1" fmla="*/ 0 h 276999"/>
                  <a:gd name="csX2" fmla="*/ 1075679 w 1075679"/>
                  <a:gd name="csY2" fmla="*/ 0 h 276999"/>
                  <a:gd name="csX3" fmla="*/ 1075679 w 1075679"/>
                  <a:gd name="csY3" fmla="*/ 276999 h 276999"/>
                  <a:gd name="csX4" fmla="*/ 548596 w 1075679"/>
                  <a:gd name="csY4" fmla="*/ 276999 h 276999"/>
                  <a:gd name="csX5" fmla="*/ 0 w 1075679"/>
                  <a:gd name="csY5" fmla="*/ 276999 h 276999"/>
                  <a:gd name="csX6" fmla="*/ 0 w 1075679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75679" h="276999" fill="none" extrusionOk="0">
                    <a:moveTo>
                      <a:pt x="0" y="0"/>
                    </a:moveTo>
                    <a:cubicBezTo>
                      <a:pt x="219127" y="-4655"/>
                      <a:pt x="311541" y="50888"/>
                      <a:pt x="559353" y="0"/>
                    </a:cubicBezTo>
                    <a:cubicBezTo>
                      <a:pt x="807165" y="-50888"/>
                      <a:pt x="834629" y="38361"/>
                      <a:pt x="1075679" y="0"/>
                    </a:cubicBezTo>
                    <a:cubicBezTo>
                      <a:pt x="1099369" y="123512"/>
                      <a:pt x="1061846" y="147405"/>
                      <a:pt x="1075679" y="276999"/>
                    </a:cubicBezTo>
                    <a:cubicBezTo>
                      <a:pt x="851606" y="323006"/>
                      <a:pt x="713358" y="246756"/>
                      <a:pt x="548596" y="276999"/>
                    </a:cubicBezTo>
                    <a:cubicBezTo>
                      <a:pt x="383834" y="307242"/>
                      <a:pt x="135562" y="223451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75679" h="276999" stroke="0" extrusionOk="0">
                    <a:moveTo>
                      <a:pt x="0" y="0"/>
                    </a:moveTo>
                    <a:cubicBezTo>
                      <a:pt x="240711" y="-41378"/>
                      <a:pt x="349093" y="2194"/>
                      <a:pt x="527083" y="0"/>
                    </a:cubicBezTo>
                    <a:cubicBezTo>
                      <a:pt x="705073" y="-2194"/>
                      <a:pt x="916974" y="64262"/>
                      <a:pt x="1075679" y="0"/>
                    </a:cubicBezTo>
                    <a:cubicBezTo>
                      <a:pt x="1103642" y="55906"/>
                      <a:pt x="1056335" y="166747"/>
                      <a:pt x="1075679" y="276999"/>
                    </a:cubicBezTo>
                    <a:cubicBezTo>
                      <a:pt x="820162" y="320281"/>
                      <a:pt x="646511" y="267226"/>
                      <a:pt x="537840" y="276999"/>
                    </a:cubicBezTo>
                    <a:cubicBezTo>
                      <a:pt x="429169" y="286772"/>
                      <a:pt x="141208" y="272211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1E8392-EED6-3A31-E9BB-E3F5C7D59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560" y="2438251"/>
                <a:ext cx="1075679" cy="276999"/>
              </a:xfrm>
              <a:prstGeom prst="rect">
                <a:avLst/>
              </a:prstGeom>
              <a:blipFill>
                <a:blip r:embed="rId21"/>
                <a:stretch>
                  <a:fillRect l="-1657" r="-3315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75679"/>
                          <a:gd name="connsiteY0" fmla="*/ 0 h 276999"/>
                          <a:gd name="connsiteX1" fmla="*/ 527083 w 1075679"/>
                          <a:gd name="connsiteY1" fmla="*/ 0 h 276999"/>
                          <a:gd name="connsiteX2" fmla="*/ 1075679 w 1075679"/>
                          <a:gd name="connsiteY2" fmla="*/ 0 h 276999"/>
                          <a:gd name="connsiteX3" fmla="*/ 1075679 w 1075679"/>
                          <a:gd name="connsiteY3" fmla="*/ 276999 h 276999"/>
                          <a:gd name="connsiteX4" fmla="*/ 537840 w 1075679"/>
                          <a:gd name="connsiteY4" fmla="*/ 276999 h 276999"/>
                          <a:gd name="connsiteX5" fmla="*/ 0 w 1075679"/>
                          <a:gd name="connsiteY5" fmla="*/ 276999 h 276999"/>
                          <a:gd name="connsiteX6" fmla="*/ 0 w 1075679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75679" h="276999" extrusionOk="0">
                            <a:moveTo>
                              <a:pt x="0" y="0"/>
                            </a:moveTo>
                            <a:cubicBezTo>
                              <a:pt x="240711" y="-41378"/>
                              <a:pt x="349093" y="2194"/>
                              <a:pt x="527083" y="0"/>
                            </a:cubicBezTo>
                            <a:cubicBezTo>
                              <a:pt x="705073" y="-2194"/>
                              <a:pt x="916974" y="64262"/>
                              <a:pt x="1075679" y="0"/>
                            </a:cubicBezTo>
                            <a:cubicBezTo>
                              <a:pt x="1103642" y="55906"/>
                              <a:pt x="1056335" y="166747"/>
                              <a:pt x="1075679" y="276999"/>
                            </a:cubicBezTo>
                            <a:cubicBezTo>
                              <a:pt x="820162" y="320281"/>
                              <a:pt x="646511" y="267226"/>
                              <a:pt x="537840" y="276999"/>
                            </a:cubicBezTo>
                            <a:cubicBezTo>
                              <a:pt x="429169" y="286772"/>
                              <a:pt x="141208" y="272211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59470589-3BD0-AABE-CFCB-E5C693F68BC2}"/>
              </a:ext>
            </a:extLst>
          </p:cNvPr>
          <p:cNvGrpSpPr/>
          <p:nvPr/>
        </p:nvGrpSpPr>
        <p:grpSpPr>
          <a:xfrm>
            <a:off x="3857853" y="4927895"/>
            <a:ext cx="2442209" cy="1661231"/>
            <a:chOff x="-90900" y="3356625"/>
            <a:chExt cx="2442209" cy="1661231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D479BC4-7F85-F0C1-BEAB-E486425E7B0C}"/>
                </a:ext>
              </a:extLst>
            </p:cNvPr>
            <p:cNvSpPr>
              <a:spLocks/>
            </p:cNvSpPr>
            <p:nvPr/>
          </p:nvSpPr>
          <p:spPr>
            <a:xfrm>
              <a:off x="1331500" y="3361556"/>
              <a:ext cx="548640" cy="54864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6C740EB-05C4-3D45-BB53-58E3B5D998D3}"/>
                </a:ext>
              </a:extLst>
            </p:cNvPr>
            <p:cNvGrpSpPr/>
            <p:nvPr/>
          </p:nvGrpSpPr>
          <p:grpSpPr>
            <a:xfrm>
              <a:off x="-90900" y="3356625"/>
              <a:ext cx="2442209" cy="1661231"/>
              <a:chOff x="-90900" y="3356625"/>
              <a:chExt cx="2442209" cy="1661231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A7C4DBC-C84B-EB12-04C0-277A0E9BA292}"/>
                  </a:ext>
                </a:extLst>
              </p:cNvPr>
              <p:cNvSpPr txBox="1"/>
              <p:nvPr/>
            </p:nvSpPr>
            <p:spPr>
              <a:xfrm>
                <a:off x="-90900" y="4648524"/>
                <a:ext cx="2442209" cy="369332"/>
              </a:xfrm>
              <a:custGeom>
                <a:avLst/>
                <a:gdLst>
                  <a:gd name="csX0" fmla="*/ 0 w 2442209"/>
                  <a:gd name="csY0" fmla="*/ 0 h 369332"/>
                  <a:gd name="csX1" fmla="*/ 464020 w 2442209"/>
                  <a:gd name="csY1" fmla="*/ 0 h 369332"/>
                  <a:gd name="csX2" fmla="*/ 952462 w 2442209"/>
                  <a:gd name="csY2" fmla="*/ 0 h 369332"/>
                  <a:gd name="csX3" fmla="*/ 1465325 w 2442209"/>
                  <a:gd name="csY3" fmla="*/ 0 h 369332"/>
                  <a:gd name="csX4" fmla="*/ 1978189 w 2442209"/>
                  <a:gd name="csY4" fmla="*/ 0 h 369332"/>
                  <a:gd name="csX5" fmla="*/ 2442209 w 2442209"/>
                  <a:gd name="csY5" fmla="*/ 0 h 369332"/>
                  <a:gd name="csX6" fmla="*/ 2442209 w 2442209"/>
                  <a:gd name="csY6" fmla="*/ 369332 h 369332"/>
                  <a:gd name="csX7" fmla="*/ 1904923 w 2442209"/>
                  <a:gd name="csY7" fmla="*/ 369332 h 369332"/>
                  <a:gd name="csX8" fmla="*/ 1367637 w 2442209"/>
                  <a:gd name="csY8" fmla="*/ 369332 h 369332"/>
                  <a:gd name="csX9" fmla="*/ 879195 w 2442209"/>
                  <a:gd name="csY9" fmla="*/ 369332 h 369332"/>
                  <a:gd name="csX10" fmla="*/ 0 w 2442209"/>
                  <a:gd name="csY10" fmla="*/ 369332 h 369332"/>
                  <a:gd name="csX11" fmla="*/ 0 w 2442209"/>
                  <a:gd name="csY11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442209" h="369332" fill="none" extrusionOk="0">
                    <a:moveTo>
                      <a:pt x="0" y="0"/>
                    </a:moveTo>
                    <a:cubicBezTo>
                      <a:pt x="135605" y="-15827"/>
                      <a:pt x="358183" y="33633"/>
                      <a:pt x="464020" y="0"/>
                    </a:cubicBezTo>
                    <a:cubicBezTo>
                      <a:pt x="569857" y="-33633"/>
                      <a:pt x="788151" y="56036"/>
                      <a:pt x="952462" y="0"/>
                    </a:cubicBezTo>
                    <a:cubicBezTo>
                      <a:pt x="1116773" y="-56036"/>
                      <a:pt x="1300328" y="1418"/>
                      <a:pt x="1465325" y="0"/>
                    </a:cubicBezTo>
                    <a:cubicBezTo>
                      <a:pt x="1630322" y="-1418"/>
                      <a:pt x="1792864" y="34761"/>
                      <a:pt x="1978189" y="0"/>
                    </a:cubicBezTo>
                    <a:cubicBezTo>
                      <a:pt x="2163514" y="-34761"/>
                      <a:pt x="2264475" y="26064"/>
                      <a:pt x="2442209" y="0"/>
                    </a:cubicBezTo>
                    <a:cubicBezTo>
                      <a:pt x="2459043" y="102192"/>
                      <a:pt x="2405444" y="207137"/>
                      <a:pt x="2442209" y="369332"/>
                    </a:cubicBezTo>
                    <a:cubicBezTo>
                      <a:pt x="2316325" y="426362"/>
                      <a:pt x="2135489" y="315151"/>
                      <a:pt x="1904923" y="369332"/>
                    </a:cubicBezTo>
                    <a:cubicBezTo>
                      <a:pt x="1674357" y="423513"/>
                      <a:pt x="1523799" y="306715"/>
                      <a:pt x="1367637" y="369332"/>
                    </a:cubicBezTo>
                    <a:cubicBezTo>
                      <a:pt x="1211475" y="431949"/>
                      <a:pt x="1032473" y="324080"/>
                      <a:pt x="879195" y="369332"/>
                    </a:cubicBezTo>
                    <a:cubicBezTo>
                      <a:pt x="725917" y="414584"/>
                      <a:pt x="438130" y="311487"/>
                      <a:pt x="0" y="369332"/>
                    </a:cubicBezTo>
                    <a:cubicBezTo>
                      <a:pt x="-1275" y="191808"/>
                      <a:pt x="34267" y="163671"/>
                      <a:pt x="0" y="0"/>
                    </a:cubicBezTo>
                    <a:close/>
                  </a:path>
                  <a:path w="2442209" h="369332" stroke="0" extrusionOk="0">
                    <a:moveTo>
                      <a:pt x="0" y="0"/>
                    </a:moveTo>
                    <a:cubicBezTo>
                      <a:pt x="129108" y="-55357"/>
                      <a:pt x="296647" y="20641"/>
                      <a:pt x="464020" y="0"/>
                    </a:cubicBezTo>
                    <a:cubicBezTo>
                      <a:pt x="631393" y="-20641"/>
                      <a:pt x="759308" y="6119"/>
                      <a:pt x="879195" y="0"/>
                    </a:cubicBezTo>
                    <a:cubicBezTo>
                      <a:pt x="999083" y="-6119"/>
                      <a:pt x="1233385" y="627"/>
                      <a:pt x="1416481" y="0"/>
                    </a:cubicBezTo>
                    <a:cubicBezTo>
                      <a:pt x="1599577" y="-627"/>
                      <a:pt x="1689701" y="54475"/>
                      <a:pt x="1880501" y="0"/>
                    </a:cubicBezTo>
                    <a:cubicBezTo>
                      <a:pt x="2071301" y="-54475"/>
                      <a:pt x="2179158" y="56181"/>
                      <a:pt x="2442209" y="0"/>
                    </a:cubicBezTo>
                    <a:cubicBezTo>
                      <a:pt x="2478369" y="81226"/>
                      <a:pt x="2420671" y="278722"/>
                      <a:pt x="2442209" y="369332"/>
                    </a:cubicBezTo>
                    <a:cubicBezTo>
                      <a:pt x="2199617" y="403151"/>
                      <a:pt x="2139291" y="364455"/>
                      <a:pt x="1953767" y="369332"/>
                    </a:cubicBezTo>
                    <a:cubicBezTo>
                      <a:pt x="1768243" y="374209"/>
                      <a:pt x="1547899" y="347021"/>
                      <a:pt x="1416481" y="369332"/>
                    </a:cubicBezTo>
                    <a:cubicBezTo>
                      <a:pt x="1285063" y="391643"/>
                      <a:pt x="1097623" y="326430"/>
                      <a:pt x="1001306" y="369332"/>
                    </a:cubicBezTo>
                    <a:cubicBezTo>
                      <a:pt x="904989" y="412234"/>
                      <a:pt x="673998" y="330818"/>
                      <a:pt x="512864" y="369332"/>
                    </a:cubicBezTo>
                    <a:cubicBezTo>
                      <a:pt x="351730" y="407846"/>
                      <a:pt x="165391" y="360696"/>
                      <a:pt x="0" y="369332"/>
                    </a:cubicBezTo>
                    <a:cubicBezTo>
                      <a:pt x="-36656" y="211973"/>
                      <a:pt x="14639" y="175527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 rational choice</a:t>
                </a: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8ECF7DA-1346-54CF-AC2E-0853634E3069}"/>
                  </a:ext>
                </a:extLst>
              </p:cNvPr>
              <p:cNvSpPr/>
              <p:nvPr/>
            </p:nvSpPr>
            <p:spPr>
              <a:xfrm>
                <a:off x="439009" y="3356625"/>
                <a:ext cx="578888" cy="1291899"/>
              </a:xfrm>
              <a:custGeom>
                <a:avLst/>
                <a:gdLst>
                  <a:gd name="connsiteX0" fmla="*/ 641838 w 641838"/>
                  <a:gd name="connsiteY0" fmla="*/ 123092 h 123092"/>
                  <a:gd name="connsiteX1" fmla="*/ 211015 w 641838"/>
                  <a:gd name="connsiteY1" fmla="*/ 96715 h 123092"/>
                  <a:gd name="connsiteX2" fmla="*/ 131885 w 641838"/>
                  <a:gd name="connsiteY2" fmla="*/ 79131 h 123092"/>
                  <a:gd name="connsiteX3" fmla="*/ 96715 w 641838"/>
                  <a:gd name="connsiteY3" fmla="*/ 61546 h 123092"/>
                  <a:gd name="connsiteX4" fmla="*/ 52754 w 641838"/>
                  <a:gd name="connsiteY4" fmla="*/ 43962 h 123092"/>
                  <a:gd name="connsiteX5" fmla="*/ 26377 w 641838"/>
                  <a:gd name="connsiteY5" fmla="*/ 17585 h 123092"/>
                  <a:gd name="connsiteX6" fmla="*/ 0 w 641838"/>
                  <a:gd name="connsiteY6" fmla="*/ 0 h 123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1838" h="123092">
                    <a:moveTo>
                      <a:pt x="641838" y="123092"/>
                    </a:moveTo>
                    <a:cubicBezTo>
                      <a:pt x="470067" y="114913"/>
                      <a:pt x="357859" y="121190"/>
                      <a:pt x="211015" y="96715"/>
                    </a:cubicBezTo>
                    <a:cubicBezTo>
                      <a:pt x="177526" y="91133"/>
                      <a:pt x="163503" y="87035"/>
                      <a:pt x="131885" y="79131"/>
                    </a:cubicBezTo>
                    <a:cubicBezTo>
                      <a:pt x="120162" y="73269"/>
                      <a:pt x="108692" y="66869"/>
                      <a:pt x="96715" y="61546"/>
                    </a:cubicBezTo>
                    <a:cubicBezTo>
                      <a:pt x="82293" y="55136"/>
                      <a:pt x="66137" y="52327"/>
                      <a:pt x="52754" y="43962"/>
                    </a:cubicBezTo>
                    <a:cubicBezTo>
                      <a:pt x="42210" y="37372"/>
                      <a:pt x="35929" y="25545"/>
                      <a:pt x="26377" y="17585"/>
                    </a:cubicBezTo>
                    <a:cubicBezTo>
                      <a:pt x="18259" y="10820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accent3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E040F7D-FC5B-D18C-8587-ECA87378ABCE}"/>
              </a:ext>
            </a:extLst>
          </p:cNvPr>
          <p:cNvSpPr txBox="1"/>
          <p:nvPr/>
        </p:nvSpPr>
        <p:spPr>
          <a:xfrm>
            <a:off x="8128523" y="5136787"/>
            <a:ext cx="3725492" cy="923330"/>
          </a:xfrm>
          <a:custGeom>
            <a:avLst/>
            <a:gdLst>
              <a:gd name="csX0" fmla="*/ 0 w 3725492"/>
              <a:gd name="csY0" fmla="*/ 0 h 923330"/>
              <a:gd name="csX1" fmla="*/ 457703 w 3725492"/>
              <a:gd name="csY1" fmla="*/ 0 h 923330"/>
              <a:gd name="csX2" fmla="*/ 1027171 w 3725492"/>
              <a:gd name="csY2" fmla="*/ 0 h 923330"/>
              <a:gd name="csX3" fmla="*/ 1522130 w 3725492"/>
              <a:gd name="csY3" fmla="*/ 0 h 923330"/>
              <a:gd name="csX4" fmla="*/ 1979833 w 3725492"/>
              <a:gd name="csY4" fmla="*/ 0 h 923330"/>
              <a:gd name="csX5" fmla="*/ 2549301 w 3725492"/>
              <a:gd name="csY5" fmla="*/ 0 h 923330"/>
              <a:gd name="csX6" fmla="*/ 3081514 w 3725492"/>
              <a:gd name="csY6" fmla="*/ 0 h 923330"/>
              <a:gd name="csX7" fmla="*/ 3725492 w 3725492"/>
              <a:gd name="csY7" fmla="*/ 0 h 923330"/>
              <a:gd name="csX8" fmla="*/ 3725492 w 3725492"/>
              <a:gd name="csY8" fmla="*/ 480132 h 923330"/>
              <a:gd name="csX9" fmla="*/ 3725492 w 3725492"/>
              <a:gd name="csY9" fmla="*/ 923330 h 923330"/>
              <a:gd name="csX10" fmla="*/ 3267789 w 3725492"/>
              <a:gd name="csY10" fmla="*/ 923330 h 923330"/>
              <a:gd name="csX11" fmla="*/ 2847340 w 3725492"/>
              <a:gd name="csY11" fmla="*/ 923330 h 923330"/>
              <a:gd name="csX12" fmla="*/ 2277872 w 3725492"/>
              <a:gd name="csY12" fmla="*/ 923330 h 923330"/>
              <a:gd name="csX13" fmla="*/ 1820169 w 3725492"/>
              <a:gd name="csY13" fmla="*/ 923330 h 923330"/>
              <a:gd name="csX14" fmla="*/ 1250701 w 3725492"/>
              <a:gd name="csY14" fmla="*/ 923330 h 923330"/>
              <a:gd name="csX15" fmla="*/ 643978 w 3725492"/>
              <a:gd name="csY15" fmla="*/ 923330 h 923330"/>
              <a:gd name="csX16" fmla="*/ 0 w 3725492"/>
              <a:gd name="csY16" fmla="*/ 923330 h 923330"/>
              <a:gd name="csX17" fmla="*/ 0 w 3725492"/>
              <a:gd name="csY17" fmla="*/ 443198 h 923330"/>
              <a:gd name="csX18" fmla="*/ 0 w 3725492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25492" h="923330" fill="none" extrusionOk="0">
                <a:moveTo>
                  <a:pt x="0" y="0"/>
                </a:moveTo>
                <a:cubicBezTo>
                  <a:pt x="125002" y="-10773"/>
                  <a:pt x="323673" y="2501"/>
                  <a:pt x="457703" y="0"/>
                </a:cubicBezTo>
                <a:cubicBezTo>
                  <a:pt x="591733" y="-2501"/>
                  <a:pt x="810914" y="13409"/>
                  <a:pt x="1027171" y="0"/>
                </a:cubicBezTo>
                <a:cubicBezTo>
                  <a:pt x="1243428" y="-13409"/>
                  <a:pt x="1420956" y="25527"/>
                  <a:pt x="1522130" y="0"/>
                </a:cubicBezTo>
                <a:cubicBezTo>
                  <a:pt x="1623304" y="-25527"/>
                  <a:pt x="1811116" y="12525"/>
                  <a:pt x="1979833" y="0"/>
                </a:cubicBezTo>
                <a:cubicBezTo>
                  <a:pt x="2148550" y="-12525"/>
                  <a:pt x="2373745" y="59857"/>
                  <a:pt x="2549301" y="0"/>
                </a:cubicBezTo>
                <a:cubicBezTo>
                  <a:pt x="2724857" y="-59857"/>
                  <a:pt x="2919663" y="3399"/>
                  <a:pt x="3081514" y="0"/>
                </a:cubicBezTo>
                <a:cubicBezTo>
                  <a:pt x="3243365" y="-3399"/>
                  <a:pt x="3483118" y="32214"/>
                  <a:pt x="3725492" y="0"/>
                </a:cubicBezTo>
                <a:cubicBezTo>
                  <a:pt x="3767724" y="110959"/>
                  <a:pt x="3713595" y="375462"/>
                  <a:pt x="3725492" y="480132"/>
                </a:cubicBezTo>
                <a:cubicBezTo>
                  <a:pt x="3737389" y="584802"/>
                  <a:pt x="3672758" y="786854"/>
                  <a:pt x="3725492" y="923330"/>
                </a:cubicBezTo>
                <a:cubicBezTo>
                  <a:pt x="3619139" y="972974"/>
                  <a:pt x="3452121" y="882607"/>
                  <a:pt x="3267789" y="923330"/>
                </a:cubicBezTo>
                <a:cubicBezTo>
                  <a:pt x="3083457" y="964053"/>
                  <a:pt x="3007010" y="921527"/>
                  <a:pt x="2847340" y="923330"/>
                </a:cubicBezTo>
                <a:cubicBezTo>
                  <a:pt x="2687670" y="925133"/>
                  <a:pt x="2422572" y="855543"/>
                  <a:pt x="2277872" y="923330"/>
                </a:cubicBezTo>
                <a:cubicBezTo>
                  <a:pt x="2133172" y="991117"/>
                  <a:pt x="2015438" y="921552"/>
                  <a:pt x="1820169" y="923330"/>
                </a:cubicBezTo>
                <a:cubicBezTo>
                  <a:pt x="1624900" y="925108"/>
                  <a:pt x="1434979" y="864180"/>
                  <a:pt x="1250701" y="923330"/>
                </a:cubicBezTo>
                <a:cubicBezTo>
                  <a:pt x="1066423" y="982480"/>
                  <a:pt x="827272" y="867622"/>
                  <a:pt x="643978" y="923330"/>
                </a:cubicBezTo>
                <a:cubicBezTo>
                  <a:pt x="460684" y="979038"/>
                  <a:pt x="280824" y="914980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3725492" h="923330" stroke="0" extrusionOk="0">
                <a:moveTo>
                  <a:pt x="0" y="0"/>
                </a:moveTo>
                <a:cubicBezTo>
                  <a:pt x="99611" y="-5922"/>
                  <a:pt x="366908" y="39803"/>
                  <a:pt x="494958" y="0"/>
                </a:cubicBezTo>
                <a:cubicBezTo>
                  <a:pt x="623008" y="-39803"/>
                  <a:pt x="749202" y="22469"/>
                  <a:pt x="915407" y="0"/>
                </a:cubicBezTo>
                <a:cubicBezTo>
                  <a:pt x="1081612" y="-22469"/>
                  <a:pt x="1345647" y="54009"/>
                  <a:pt x="1522130" y="0"/>
                </a:cubicBezTo>
                <a:cubicBezTo>
                  <a:pt x="1698613" y="-54009"/>
                  <a:pt x="1866759" y="58115"/>
                  <a:pt x="2017088" y="0"/>
                </a:cubicBezTo>
                <a:cubicBezTo>
                  <a:pt x="2167417" y="-58115"/>
                  <a:pt x="2338872" y="13878"/>
                  <a:pt x="2512046" y="0"/>
                </a:cubicBezTo>
                <a:cubicBezTo>
                  <a:pt x="2685220" y="-13878"/>
                  <a:pt x="2931912" y="68178"/>
                  <a:pt x="3118769" y="0"/>
                </a:cubicBezTo>
                <a:cubicBezTo>
                  <a:pt x="3305626" y="-68178"/>
                  <a:pt x="3466207" y="5982"/>
                  <a:pt x="3725492" y="0"/>
                </a:cubicBezTo>
                <a:cubicBezTo>
                  <a:pt x="3782325" y="184709"/>
                  <a:pt x="3722422" y="362508"/>
                  <a:pt x="3725492" y="480132"/>
                </a:cubicBezTo>
                <a:cubicBezTo>
                  <a:pt x="3728562" y="597756"/>
                  <a:pt x="3714168" y="715809"/>
                  <a:pt x="3725492" y="923330"/>
                </a:cubicBezTo>
                <a:cubicBezTo>
                  <a:pt x="3511017" y="928449"/>
                  <a:pt x="3430285" y="910311"/>
                  <a:pt x="3267789" y="923330"/>
                </a:cubicBezTo>
                <a:cubicBezTo>
                  <a:pt x="3105293" y="936349"/>
                  <a:pt x="2937825" y="882869"/>
                  <a:pt x="2735576" y="923330"/>
                </a:cubicBezTo>
                <a:cubicBezTo>
                  <a:pt x="2533327" y="963791"/>
                  <a:pt x="2434945" y="878805"/>
                  <a:pt x="2240617" y="923330"/>
                </a:cubicBezTo>
                <a:cubicBezTo>
                  <a:pt x="2046289" y="967855"/>
                  <a:pt x="1764614" y="896695"/>
                  <a:pt x="1633894" y="923330"/>
                </a:cubicBezTo>
                <a:cubicBezTo>
                  <a:pt x="1503174" y="949965"/>
                  <a:pt x="1190979" y="899439"/>
                  <a:pt x="1027171" y="923330"/>
                </a:cubicBezTo>
                <a:cubicBezTo>
                  <a:pt x="863363" y="947221"/>
                  <a:pt x="703168" y="894175"/>
                  <a:pt x="569468" y="923330"/>
                </a:cubicBezTo>
                <a:cubicBezTo>
                  <a:pt x="435768" y="952485"/>
                  <a:pt x="151174" y="892975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average of payoffs weighted by the probability of each outcome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14EC96-C29C-C4AD-1981-EE85D764214B}"/>
              </a:ext>
            </a:extLst>
          </p:cNvPr>
          <p:cNvSpPr txBox="1"/>
          <p:nvPr/>
        </p:nvSpPr>
        <p:spPr>
          <a:xfrm>
            <a:off x="5400830" y="1429590"/>
            <a:ext cx="4218293" cy="369332"/>
          </a:xfrm>
          <a:custGeom>
            <a:avLst/>
            <a:gdLst>
              <a:gd name="csX0" fmla="*/ 0 w 4218293"/>
              <a:gd name="csY0" fmla="*/ 0 h 369332"/>
              <a:gd name="csX1" fmla="*/ 442921 w 4218293"/>
              <a:gd name="csY1" fmla="*/ 0 h 369332"/>
              <a:gd name="csX2" fmla="*/ 1012390 w 4218293"/>
              <a:gd name="csY2" fmla="*/ 0 h 369332"/>
              <a:gd name="csX3" fmla="*/ 1497494 w 4218293"/>
              <a:gd name="csY3" fmla="*/ 0 h 369332"/>
              <a:gd name="csX4" fmla="*/ 1940415 w 4218293"/>
              <a:gd name="csY4" fmla="*/ 0 h 369332"/>
              <a:gd name="csX5" fmla="*/ 2509884 w 4218293"/>
              <a:gd name="csY5" fmla="*/ 0 h 369332"/>
              <a:gd name="csX6" fmla="*/ 3037171 w 4218293"/>
              <a:gd name="csY6" fmla="*/ 0 h 369332"/>
              <a:gd name="csX7" fmla="*/ 3564458 w 4218293"/>
              <a:gd name="csY7" fmla="*/ 0 h 369332"/>
              <a:gd name="csX8" fmla="*/ 4218293 w 4218293"/>
              <a:gd name="csY8" fmla="*/ 0 h 369332"/>
              <a:gd name="csX9" fmla="*/ 4218293 w 4218293"/>
              <a:gd name="csY9" fmla="*/ 369332 h 369332"/>
              <a:gd name="csX10" fmla="*/ 3775372 w 4218293"/>
              <a:gd name="csY10" fmla="*/ 369332 h 369332"/>
              <a:gd name="csX11" fmla="*/ 3374634 w 4218293"/>
              <a:gd name="csY11" fmla="*/ 369332 h 369332"/>
              <a:gd name="csX12" fmla="*/ 2805165 w 4218293"/>
              <a:gd name="csY12" fmla="*/ 369332 h 369332"/>
              <a:gd name="csX13" fmla="*/ 2362244 w 4218293"/>
              <a:gd name="csY13" fmla="*/ 369332 h 369332"/>
              <a:gd name="csX14" fmla="*/ 1792775 w 4218293"/>
              <a:gd name="csY14" fmla="*/ 369332 h 369332"/>
              <a:gd name="csX15" fmla="*/ 1181122 w 4218293"/>
              <a:gd name="csY15" fmla="*/ 369332 h 369332"/>
              <a:gd name="csX16" fmla="*/ 696018 w 4218293"/>
              <a:gd name="csY16" fmla="*/ 369332 h 369332"/>
              <a:gd name="csX17" fmla="*/ 0 w 4218293"/>
              <a:gd name="csY17" fmla="*/ 369332 h 369332"/>
              <a:gd name="csX18" fmla="*/ 0 w 4218293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218293" h="369332" fill="none" extrusionOk="0">
                <a:moveTo>
                  <a:pt x="0" y="0"/>
                </a:moveTo>
                <a:cubicBezTo>
                  <a:pt x="136122" y="-51705"/>
                  <a:pt x="334176" y="17857"/>
                  <a:pt x="442921" y="0"/>
                </a:cubicBezTo>
                <a:cubicBezTo>
                  <a:pt x="551666" y="-17857"/>
                  <a:pt x="795950" y="6381"/>
                  <a:pt x="1012390" y="0"/>
                </a:cubicBezTo>
                <a:cubicBezTo>
                  <a:pt x="1228830" y="-6381"/>
                  <a:pt x="1357503" y="50034"/>
                  <a:pt x="1497494" y="0"/>
                </a:cubicBezTo>
                <a:cubicBezTo>
                  <a:pt x="1637485" y="-50034"/>
                  <a:pt x="1757037" y="28605"/>
                  <a:pt x="1940415" y="0"/>
                </a:cubicBezTo>
                <a:cubicBezTo>
                  <a:pt x="2123793" y="-28605"/>
                  <a:pt x="2332455" y="55086"/>
                  <a:pt x="2509884" y="0"/>
                </a:cubicBezTo>
                <a:cubicBezTo>
                  <a:pt x="2687313" y="-55086"/>
                  <a:pt x="2909305" y="43974"/>
                  <a:pt x="3037171" y="0"/>
                </a:cubicBezTo>
                <a:cubicBezTo>
                  <a:pt x="3165037" y="-43974"/>
                  <a:pt x="3442267" y="9593"/>
                  <a:pt x="3564458" y="0"/>
                </a:cubicBezTo>
                <a:cubicBezTo>
                  <a:pt x="3686649" y="-9593"/>
                  <a:pt x="3944079" y="26352"/>
                  <a:pt x="4218293" y="0"/>
                </a:cubicBezTo>
                <a:cubicBezTo>
                  <a:pt x="4256153" y="135373"/>
                  <a:pt x="4212675" y="224284"/>
                  <a:pt x="4218293" y="369332"/>
                </a:cubicBezTo>
                <a:cubicBezTo>
                  <a:pt x="4105435" y="411091"/>
                  <a:pt x="3876689" y="336765"/>
                  <a:pt x="3775372" y="369332"/>
                </a:cubicBezTo>
                <a:cubicBezTo>
                  <a:pt x="3674055" y="401899"/>
                  <a:pt x="3524368" y="322879"/>
                  <a:pt x="3374634" y="369332"/>
                </a:cubicBezTo>
                <a:cubicBezTo>
                  <a:pt x="3224900" y="415785"/>
                  <a:pt x="2950815" y="302826"/>
                  <a:pt x="2805165" y="369332"/>
                </a:cubicBezTo>
                <a:cubicBezTo>
                  <a:pt x="2659515" y="435838"/>
                  <a:pt x="2482162" y="355156"/>
                  <a:pt x="2362244" y="369332"/>
                </a:cubicBezTo>
                <a:cubicBezTo>
                  <a:pt x="2242326" y="383508"/>
                  <a:pt x="1983478" y="316242"/>
                  <a:pt x="1792775" y="369332"/>
                </a:cubicBezTo>
                <a:cubicBezTo>
                  <a:pt x="1602072" y="422422"/>
                  <a:pt x="1336589" y="362261"/>
                  <a:pt x="1181122" y="369332"/>
                </a:cubicBezTo>
                <a:cubicBezTo>
                  <a:pt x="1025655" y="376403"/>
                  <a:pt x="860928" y="316082"/>
                  <a:pt x="696018" y="369332"/>
                </a:cubicBezTo>
                <a:cubicBezTo>
                  <a:pt x="531108" y="422582"/>
                  <a:pt x="280230" y="364597"/>
                  <a:pt x="0" y="369332"/>
                </a:cubicBezTo>
                <a:cubicBezTo>
                  <a:pt x="-42265" y="245067"/>
                  <a:pt x="44246" y="119033"/>
                  <a:pt x="0" y="0"/>
                </a:cubicBezTo>
                <a:close/>
              </a:path>
              <a:path w="4218293" h="369332" stroke="0" extrusionOk="0">
                <a:moveTo>
                  <a:pt x="0" y="0"/>
                </a:moveTo>
                <a:cubicBezTo>
                  <a:pt x="198115" y="-18867"/>
                  <a:pt x="270500" y="43373"/>
                  <a:pt x="485104" y="0"/>
                </a:cubicBezTo>
                <a:cubicBezTo>
                  <a:pt x="699708" y="-43373"/>
                  <a:pt x="747838" y="25280"/>
                  <a:pt x="885842" y="0"/>
                </a:cubicBezTo>
                <a:cubicBezTo>
                  <a:pt x="1023846" y="-25280"/>
                  <a:pt x="1361927" y="71626"/>
                  <a:pt x="1497494" y="0"/>
                </a:cubicBezTo>
                <a:cubicBezTo>
                  <a:pt x="1633061" y="-71626"/>
                  <a:pt x="1747894" y="36929"/>
                  <a:pt x="1982598" y="0"/>
                </a:cubicBezTo>
                <a:cubicBezTo>
                  <a:pt x="2217302" y="-36929"/>
                  <a:pt x="2259795" y="41092"/>
                  <a:pt x="2467701" y="0"/>
                </a:cubicBezTo>
                <a:cubicBezTo>
                  <a:pt x="2675607" y="-41092"/>
                  <a:pt x="2779049" y="61602"/>
                  <a:pt x="3079354" y="0"/>
                </a:cubicBezTo>
                <a:cubicBezTo>
                  <a:pt x="3379659" y="-61602"/>
                  <a:pt x="3330668" y="14189"/>
                  <a:pt x="3522275" y="0"/>
                </a:cubicBezTo>
                <a:cubicBezTo>
                  <a:pt x="3713882" y="-14189"/>
                  <a:pt x="3907779" y="27348"/>
                  <a:pt x="4218293" y="0"/>
                </a:cubicBezTo>
                <a:cubicBezTo>
                  <a:pt x="4229748" y="83888"/>
                  <a:pt x="4191504" y="240328"/>
                  <a:pt x="4218293" y="369332"/>
                </a:cubicBezTo>
                <a:cubicBezTo>
                  <a:pt x="4061494" y="394107"/>
                  <a:pt x="3913986" y="353544"/>
                  <a:pt x="3775372" y="369332"/>
                </a:cubicBezTo>
                <a:cubicBezTo>
                  <a:pt x="3636758" y="385120"/>
                  <a:pt x="3450343" y="351140"/>
                  <a:pt x="3248086" y="369332"/>
                </a:cubicBezTo>
                <a:cubicBezTo>
                  <a:pt x="3045829" y="387524"/>
                  <a:pt x="2876055" y="336790"/>
                  <a:pt x="2762982" y="369332"/>
                </a:cubicBezTo>
                <a:cubicBezTo>
                  <a:pt x="2649909" y="401874"/>
                  <a:pt x="2438763" y="334344"/>
                  <a:pt x="2151329" y="369332"/>
                </a:cubicBezTo>
                <a:cubicBezTo>
                  <a:pt x="1863895" y="404320"/>
                  <a:pt x="1781697" y="357909"/>
                  <a:pt x="1539677" y="369332"/>
                </a:cubicBezTo>
                <a:cubicBezTo>
                  <a:pt x="1297657" y="380755"/>
                  <a:pt x="1305961" y="343972"/>
                  <a:pt x="1096756" y="369332"/>
                </a:cubicBezTo>
                <a:cubicBezTo>
                  <a:pt x="887551" y="394692"/>
                  <a:pt x="725996" y="355120"/>
                  <a:pt x="569470" y="369332"/>
                </a:cubicBezTo>
                <a:cubicBezTo>
                  <a:pt x="412944" y="383544"/>
                  <a:pt x="131661" y="339283"/>
                  <a:pt x="0" y="369332"/>
                </a:cubicBezTo>
                <a:cubicBezTo>
                  <a:pt x="-15049" y="228689"/>
                  <a:pt x="10302" y="16954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Outcomes as random variables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9E78CB-37F6-DD99-CC44-58FF2D42240E}"/>
              </a:ext>
            </a:extLst>
          </p:cNvPr>
          <p:cNvSpPr txBox="1"/>
          <p:nvPr/>
        </p:nvSpPr>
        <p:spPr>
          <a:xfrm>
            <a:off x="4667734" y="3929102"/>
            <a:ext cx="176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Expectations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211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9" grpId="0" animBg="1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the player’s payoff function over outcomes in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let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a lottery over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 Then we define the player’s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expected payoff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from the lottery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|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+…+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  <a:blipFill>
                <a:blip r:embed="rId2"/>
                <a:stretch>
                  <a:fillRect l="-885" t="-3836" r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B0751BF1-C077-ED78-6C2B-8559AD91A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1" y="4538291"/>
              <a:ext cx="5152034" cy="182880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Outcomes (Elements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Payoff from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Probability that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occurs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7390645"/>
                  </p:ext>
                </p:extLst>
              </p:nvPr>
            </p:nvGraphicFramePr>
            <p:xfrm>
              <a:off x="572491" y="4538291"/>
              <a:ext cx="5152034" cy="182880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6667" r="-275221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3279" r="-27522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203279" r="-161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8333" r="-27522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308333" r="-161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08333" r="-275221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408333" r="-161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4AF6B99-6AEF-8127-9A03-977898C65315}"/>
              </a:ext>
            </a:extLst>
          </p:cNvPr>
          <p:cNvSpPr txBox="1"/>
          <p:nvPr/>
        </p:nvSpPr>
        <p:spPr>
          <a:xfrm>
            <a:off x="3506771" y="1767297"/>
            <a:ext cx="13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Segoe Script" panose="030B0504020000000003" pitchFamily="66" charset="0"/>
              </a:rPr>
              <a:t>cardinal</a:t>
            </a:r>
            <a:endParaRPr lang="en-US" dirty="0">
              <a:latin typeface="Segoe Script" panose="030B0504020000000003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CD824-7FCE-0204-F7FF-E392C48D0BA3}"/>
                  </a:ext>
                </a:extLst>
              </p:cNvPr>
              <p:cNvSpPr txBox="1"/>
              <p:nvPr/>
            </p:nvSpPr>
            <p:spPr>
              <a:xfrm>
                <a:off x="2007910" y="3988477"/>
                <a:ext cx="6727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CD824-7FCE-0204-F7FF-E392C48D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10" y="3988477"/>
                <a:ext cx="672748" cy="369332"/>
              </a:xfrm>
              <a:prstGeom prst="rect">
                <a:avLst/>
              </a:prstGeom>
              <a:blipFill>
                <a:blip r:embed="rId5"/>
                <a:stretch>
                  <a:fillRect l="-6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49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56D24-8B65-6A04-09EF-9A11DE8B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1269235-DFCF-E41B-6D1D-0F996C0A1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842C9-C045-A1F1-94D9-94E1F5E3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>
                <a:solidFill>
                  <a:srgbClr val="0070C0"/>
                </a:solidFill>
              </a:rPr>
              <a:t>Payoff</a:t>
            </a:r>
            <a:r>
              <a:rPr lang="en-US" sz="4400" dirty="0"/>
              <a:t> Function: </a:t>
            </a:r>
            <a:r>
              <a:rPr lang="en-US" sz="4400" dirty="0">
                <a:solidFill>
                  <a:srgbClr val="7030A0"/>
                </a:solidFill>
              </a:rPr>
              <a:t>Ordinal</a:t>
            </a:r>
            <a:r>
              <a:rPr lang="en-US" sz="4400" dirty="0"/>
              <a:t> Construct</a:t>
            </a:r>
            <a:endParaRPr lang="en-US" sz="3000" dirty="0">
              <a:solidFill>
                <a:srgbClr val="7030A0"/>
              </a:solidFill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FEC7544-B676-948C-F42F-DCDF42BD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 descr="Download little boy cartoon for free">
            <a:extLst>
              <a:ext uri="{FF2B5EF4-FFF2-40B4-BE49-F238E27FC236}">
                <a16:creationId xmlns:a16="http://schemas.microsoft.com/office/drawing/2014/main" id="{3BEF4EAD-6A3D-5AEF-EDDD-A4042628C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4" r="30882"/>
          <a:stretch/>
        </p:blipFill>
        <p:spPr bwMode="auto">
          <a:xfrm>
            <a:off x="5305472" y="1778937"/>
            <a:ext cx="1377172" cy="358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28C317-1B77-9322-FDBF-467BAD2A70CF}"/>
                  </a:ext>
                </a:extLst>
              </p:cNvPr>
              <p:cNvSpPr txBox="1"/>
              <p:nvPr/>
            </p:nvSpPr>
            <p:spPr>
              <a:xfrm>
                <a:off x="4601747" y="5363138"/>
                <a:ext cx="1199816" cy="369332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~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28C317-1B77-9322-FDBF-467BAD2A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747" y="5363138"/>
                <a:ext cx="1199816" cy="369332"/>
              </a:xfrm>
              <a:prstGeom prst="rect">
                <a:avLst/>
              </a:prstGeom>
              <a:blipFill>
                <a:blip r:embed="rId4"/>
                <a:stretch>
                  <a:fillRect l="-8500" r="-5000" b="-28571"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 descr="A child sitting at a desk writing in a book&#10;&#10;Description automatically generated">
            <a:extLst>
              <a:ext uri="{FF2B5EF4-FFF2-40B4-BE49-F238E27FC236}">
                <a16:creationId xmlns:a16="http://schemas.microsoft.com/office/drawing/2014/main" id="{2D5B2226-6F89-67EC-B68C-020030CAB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5" t="12040" r="10736" b="10893"/>
          <a:stretch/>
        </p:blipFill>
        <p:spPr>
          <a:xfrm>
            <a:off x="311681" y="2426709"/>
            <a:ext cx="3336636" cy="228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859414-770B-FCC3-DB97-72B7F4B58EE2}"/>
                  </a:ext>
                </a:extLst>
              </p:cNvPr>
              <p:cNvSpPr txBox="1"/>
              <p:nvPr/>
            </p:nvSpPr>
            <p:spPr>
              <a:xfrm>
                <a:off x="311681" y="5363138"/>
                <a:ext cx="1377172" cy="369332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859414-770B-FCC3-DB97-72B7F4B58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1" y="5363138"/>
                <a:ext cx="1377172" cy="369332"/>
              </a:xfrm>
              <a:prstGeom prst="rect">
                <a:avLst/>
              </a:prstGeom>
              <a:blipFill>
                <a:blip r:embed="rId6"/>
                <a:stretch>
                  <a:fillRect l="-2183" r="-3930" b="-28571"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3,811 Crazy Game Boy Royalty-Free Photos and Stock Images ...">
            <a:extLst>
              <a:ext uri="{FF2B5EF4-FFF2-40B4-BE49-F238E27FC236}">
                <a16:creationId xmlns:a16="http://schemas.microsoft.com/office/drawing/2014/main" id="{CB37DE26-1B35-84D4-4E6F-E8A2A3E1DA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4" t="7598" r="17839" b="7644"/>
          <a:stretch/>
        </p:blipFill>
        <p:spPr bwMode="auto">
          <a:xfrm>
            <a:off x="8339799" y="1824655"/>
            <a:ext cx="2710576" cy="349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747200-8632-E1F5-7913-C5C1E00E134D}"/>
                  </a:ext>
                </a:extLst>
              </p:cNvPr>
              <p:cNvSpPr txBox="1"/>
              <p:nvPr/>
            </p:nvSpPr>
            <p:spPr>
              <a:xfrm>
                <a:off x="8355039" y="5438852"/>
                <a:ext cx="1377172" cy="369332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747200-8632-E1F5-7913-C5C1E00E1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039" y="5438852"/>
                <a:ext cx="1377172" cy="369332"/>
              </a:xfrm>
              <a:prstGeom prst="rect">
                <a:avLst/>
              </a:prstGeom>
              <a:blipFill>
                <a:blip r:embed="rId8"/>
                <a:stretch>
                  <a:fillRect l="-4825" r="-1316" b="-28125"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F23BD80-8180-740E-926B-6AFFF23EE514}"/>
              </a:ext>
            </a:extLst>
          </p:cNvPr>
          <p:cNvGrpSpPr/>
          <p:nvPr/>
        </p:nvGrpSpPr>
        <p:grpSpPr>
          <a:xfrm>
            <a:off x="2266403" y="5298347"/>
            <a:ext cx="9617026" cy="1136692"/>
            <a:chOff x="2165500" y="5317416"/>
            <a:chExt cx="9617026" cy="11366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49F4E6-3009-712E-A45A-078F861DC622}"/>
                    </a:ext>
                  </a:extLst>
                </p:cNvPr>
                <p:cNvSpPr txBox="1"/>
                <p:nvPr/>
              </p:nvSpPr>
              <p:spPr>
                <a:xfrm>
                  <a:off x="2165500" y="5346112"/>
                  <a:ext cx="1391085" cy="1107996"/>
                </a:xfrm>
                <a:prstGeom prst="rect">
                  <a:avLst/>
                </a:prstGeom>
                <a:noFill/>
                <a:ln w="19050">
                  <a:solidFill>
                    <a:srgbClr val="0070C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=10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=7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=3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49F4E6-3009-712E-A45A-078F861DC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500" y="5346112"/>
                  <a:ext cx="1391085" cy="1107996"/>
                </a:xfrm>
                <a:prstGeom prst="rect">
                  <a:avLst/>
                </a:prstGeom>
                <a:blipFill>
                  <a:blip r:embed="rId9"/>
                  <a:stretch>
                    <a:fillRect l="-2597" r="-4329" b="-5946"/>
                  </a:stretch>
                </a:blipFill>
                <a:ln w="1905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EA3C26-766F-6150-79FF-F21AB2B00F6B}"/>
                    </a:ext>
                  </a:extLst>
                </p:cNvPr>
                <p:cNvSpPr txBox="1"/>
                <p:nvPr/>
              </p:nvSpPr>
              <p:spPr>
                <a:xfrm>
                  <a:off x="6201793" y="5317416"/>
                  <a:ext cx="1421095" cy="1107996"/>
                </a:xfrm>
                <a:prstGeom prst="rect">
                  <a:avLst/>
                </a:prstGeom>
                <a:noFill/>
                <a:ln w="19050">
                  <a:solidFill>
                    <a:srgbClr val="0070C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=6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=10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=6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EA3C26-766F-6150-79FF-F21AB2B00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1793" y="5317416"/>
                  <a:ext cx="1421095" cy="1107996"/>
                </a:xfrm>
                <a:prstGeom prst="rect">
                  <a:avLst/>
                </a:prstGeom>
                <a:blipFill>
                  <a:blip r:embed="rId10"/>
                  <a:stretch>
                    <a:fillRect l="-2542" r="-4237" b="-5946"/>
                  </a:stretch>
                </a:blipFill>
                <a:ln w="1905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4278A6E-9A67-EE9A-3DAD-E54CDF9244C8}"/>
                    </a:ext>
                  </a:extLst>
                </p:cNvPr>
                <p:cNvSpPr txBox="1"/>
                <p:nvPr/>
              </p:nvSpPr>
              <p:spPr>
                <a:xfrm>
                  <a:off x="10347581" y="5317416"/>
                  <a:ext cx="1434945" cy="1107996"/>
                </a:xfrm>
                <a:prstGeom prst="rect">
                  <a:avLst/>
                </a:prstGeom>
                <a:noFill/>
                <a:ln w="19050">
                  <a:solidFill>
                    <a:srgbClr val="0070C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=5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=10</m:t>
                        </m:r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4278A6E-9A67-EE9A-3DAD-E54CDF9244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7581" y="5317416"/>
                  <a:ext cx="1434945" cy="1107996"/>
                </a:xfrm>
                <a:prstGeom prst="rect">
                  <a:avLst/>
                </a:prstGeom>
                <a:blipFill>
                  <a:blip r:embed="rId11"/>
                  <a:stretch>
                    <a:fillRect l="-2521" r="-4202" b="-5946"/>
                  </a:stretch>
                </a:blipFill>
                <a:ln w="1905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437012-1990-FD5F-8C4F-60307E2676B8}"/>
                  </a:ext>
                </a:extLst>
              </p:cNvPr>
              <p:cNvSpPr txBox="1"/>
              <p:nvPr/>
            </p:nvSpPr>
            <p:spPr>
              <a:xfrm>
                <a:off x="2257232" y="5317416"/>
                <a:ext cx="1434944" cy="1107996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=97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=72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437012-1990-FD5F-8C4F-60307E26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232" y="5317416"/>
                <a:ext cx="1434944" cy="1107996"/>
              </a:xfrm>
              <a:prstGeom prst="rect">
                <a:avLst/>
              </a:prstGeom>
              <a:blipFill>
                <a:blip r:embed="rId12"/>
                <a:stretch>
                  <a:fillRect l="-2101" r="-4622" b="-65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564F9-3A7B-8F48-DBDA-336D061953BC}"/>
                  </a:ext>
                </a:extLst>
              </p:cNvPr>
              <p:cNvSpPr txBox="1"/>
              <p:nvPr/>
            </p:nvSpPr>
            <p:spPr>
              <a:xfrm>
                <a:off x="6298996" y="5306076"/>
                <a:ext cx="1421095" cy="1107996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=28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=29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=28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564F9-3A7B-8F48-DBDA-336D06195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996" y="5306076"/>
                <a:ext cx="1421095" cy="1107996"/>
              </a:xfrm>
              <a:prstGeom prst="rect">
                <a:avLst/>
              </a:prstGeom>
              <a:blipFill>
                <a:blip r:embed="rId13"/>
                <a:stretch>
                  <a:fillRect l="-2553" r="-5532" b="-65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B37585-0277-7FFB-7998-A94818A575C6}"/>
                  </a:ext>
                </a:extLst>
              </p:cNvPr>
              <p:cNvSpPr txBox="1"/>
              <p:nvPr/>
            </p:nvSpPr>
            <p:spPr>
              <a:xfrm>
                <a:off x="10459224" y="5298347"/>
                <a:ext cx="1421095" cy="1107996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B37585-0277-7FFB-7998-A94818A57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224" y="5298347"/>
                <a:ext cx="1421095" cy="1107996"/>
              </a:xfrm>
              <a:prstGeom prst="rect">
                <a:avLst/>
              </a:prstGeom>
              <a:blipFill>
                <a:blip r:embed="rId14"/>
                <a:stretch>
                  <a:fillRect l="-2979" r="-5106" b="-65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0B7044E-4939-B089-9736-A47FD1D02BD0}"/>
              </a:ext>
            </a:extLst>
          </p:cNvPr>
          <p:cNvSpPr txBox="1"/>
          <p:nvPr/>
        </p:nvSpPr>
        <p:spPr>
          <a:xfrm>
            <a:off x="1863117" y="4929271"/>
            <a:ext cx="217931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963C1-C1FF-2262-E28A-8ED7103C5A67}"/>
              </a:ext>
            </a:extLst>
          </p:cNvPr>
          <p:cNvSpPr txBox="1"/>
          <p:nvPr/>
        </p:nvSpPr>
        <p:spPr>
          <a:xfrm>
            <a:off x="5978254" y="4925034"/>
            <a:ext cx="215350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11B5A-8478-A191-417C-AFFAED433DC9}"/>
              </a:ext>
            </a:extLst>
          </p:cNvPr>
          <p:cNvSpPr txBox="1"/>
          <p:nvPr/>
        </p:nvSpPr>
        <p:spPr>
          <a:xfrm>
            <a:off x="9989254" y="4925034"/>
            <a:ext cx="21222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function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B91130-DF3F-E812-0373-9495041146E9}"/>
              </a:ext>
            </a:extLst>
          </p:cNvPr>
          <p:cNvSpPr/>
          <p:nvPr/>
        </p:nvSpPr>
        <p:spPr>
          <a:xfrm>
            <a:off x="10933176" y="1287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90962-1560-F8B0-8F92-72353F8140BD}"/>
              </a:ext>
            </a:extLst>
          </p:cNvPr>
          <p:cNvSpPr txBox="1"/>
          <p:nvPr/>
        </p:nvSpPr>
        <p:spPr>
          <a:xfrm>
            <a:off x="4387684" y="1403473"/>
            <a:ext cx="7135280" cy="369332"/>
          </a:xfrm>
          <a:custGeom>
            <a:avLst/>
            <a:gdLst>
              <a:gd name="csX0" fmla="*/ 0 w 7135280"/>
              <a:gd name="csY0" fmla="*/ 0 h 369332"/>
              <a:gd name="csX1" fmla="*/ 380548 w 7135280"/>
              <a:gd name="csY1" fmla="*/ 0 h 369332"/>
              <a:gd name="csX2" fmla="*/ 1046508 w 7135280"/>
              <a:gd name="csY2" fmla="*/ 0 h 369332"/>
              <a:gd name="csX3" fmla="*/ 1427056 w 7135280"/>
              <a:gd name="csY3" fmla="*/ 0 h 369332"/>
              <a:gd name="csX4" fmla="*/ 1950310 w 7135280"/>
              <a:gd name="csY4" fmla="*/ 0 h 369332"/>
              <a:gd name="csX5" fmla="*/ 2687622 w 7135280"/>
              <a:gd name="csY5" fmla="*/ 0 h 369332"/>
              <a:gd name="csX6" fmla="*/ 3282229 w 7135280"/>
              <a:gd name="csY6" fmla="*/ 0 h 369332"/>
              <a:gd name="csX7" fmla="*/ 3948188 w 7135280"/>
              <a:gd name="csY7" fmla="*/ 0 h 369332"/>
              <a:gd name="csX8" fmla="*/ 4471442 w 7135280"/>
              <a:gd name="csY8" fmla="*/ 0 h 369332"/>
              <a:gd name="csX9" fmla="*/ 5066049 w 7135280"/>
              <a:gd name="csY9" fmla="*/ 0 h 369332"/>
              <a:gd name="csX10" fmla="*/ 5803361 w 7135280"/>
              <a:gd name="csY10" fmla="*/ 0 h 369332"/>
              <a:gd name="csX11" fmla="*/ 6255262 w 7135280"/>
              <a:gd name="csY11" fmla="*/ 0 h 369332"/>
              <a:gd name="csX12" fmla="*/ 7135280 w 7135280"/>
              <a:gd name="csY12" fmla="*/ 0 h 369332"/>
              <a:gd name="csX13" fmla="*/ 7135280 w 7135280"/>
              <a:gd name="csY13" fmla="*/ 369332 h 369332"/>
              <a:gd name="csX14" fmla="*/ 6612026 w 7135280"/>
              <a:gd name="csY14" fmla="*/ 369332 h 369332"/>
              <a:gd name="csX15" fmla="*/ 6231478 w 7135280"/>
              <a:gd name="csY15" fmla="*/ 369332 h 369332"/>
              <a:gd name="csX16" fmla="*/ 5636871 w 7135280"/>
              <a:gd name="csY16" fmla="*/ 369332 h 369332"/>
              <a:gd name="csX17" fmla="*/ 5184970 w 7135280"/>
              <a:gd name="csY17" fmla="*/ 369332 h 369332"/>
              <a:gd name="csX18" fmla="*/ 4590363 w 7135280"/>
              <a:gd name="csY18" fmla="*/ 369332 h 369332"/>
              <a:gd name="csX19" fmla="*/ 3995757 w 7135280"/>
              <a:gd name="csY19" fmla="*/ 369332 h 369332"/>
              <a:gd name="csX20" fmla="*/ 3401150 w 7135280"/>
              <a:gd name="csY20" fmla="*/ 369332 h 369332"/>
              <a:gd name="csX21" fmla="*/ 2806543 w 7135280"/>
              <a:gd name="csY21" fmla="*/ 369332 h 369332"/>
              <a:gd name="csX22" fmla="*/ 2283290 w 7135280"/>
              <a:gd name="csY22" fmla="*/ 369332 h 369332"/>
              <a:gd name="csX23" fmla="*/ 1617330 w 7135280"/>
              <a:gd name="csY23" fmla="*/ 369332 h 369332"/>
              <a:gd name="csX24" fmla="*/ 1022723 w 7135280"/>
              <a:gd name="csY24" fmla="*/ 369332 h 369332"/>
              <a:gd name="csX25" fmla="*/ 0 w 7135280"/>
              <a:gd name="csY25" fmla="*/ 369332 h 369332"/>
              <a:gd name="csX26" fmla="*/ 0 w 7135280"/>
              <a:gd name="csY2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35280" h="369332" fill="none" extrusionOk="0">
                <a:moveTo>
                  <a:pt x="0" y="0"/>
                </a:moveTo>
                <a:cubicBezTo>
                  <a:pt x="107570" y="-300"/>
                  <a:pt x="194041" y="26526"/>
                  <a:pt x="380548" y="0"/>
                </a:cubicBezTo>
                <a:cubicBezTo>
                  <a:pt x="567055" y="-26526"/>
                  <a:pt x="768621" y="50261"/>
                  <a:pt x="1046508" y="0"/>
                </a:cubicBezTo>
                <a:cubicBezTo>
                  <a:pt x="1324395" y="-50261"/>
                  <a:pt x="1288830" y="19045"/>
                  <a:pt x="1427056" y="0"/>
                </a:cubicBezTo>
                <a:cubicBezTo>
                  <a:pt x="1565282" y="-19045"/>
                  <a:pt x="1730295" y="51681"/>
                  <a:pt x="1950310" y="0"/>
                </a:cubicBezTo>
                <a:cubicBezTo>
                  <a:pt x="2170325" y="-51681"/>
                  <a:pt x="2484202" y="68403"/>
                  <a:pt x="2687622" y="0"/>
                </a:cubicBezTo>
                <a:cubicBezTo>
                  <a:pt x="2891042" y="-68403"/>
                  <a:pt x="3078586" y="54809"/>
                  <a:pt x="3282229" y="0"/>
                </a:cubicBezTo>
                <a:cubicBezTo>
                  <a:pt x="3485872" y="-54809"/>
                  <a:pt x="3701887" y="55862"/>
                  <a:pt x="3948188" y="0"/>
                </a:cubicBezTo>
                <a:cubicBezTo>
                  <a:pt x="4194489" y="-55862"/>
                  <a:pt x="4260299" y="21079"/>
                  <a:pt x="4471442" y="0"/>
                </a:cubicBezTo>
                <a:cubicBezTo>
                  <a:pt x="4682585" y="-21079"/>
                  <a:pt x="4782462" y="15834"/>
                  <a:pt x="5066049" y="0"/>
                </a:cubicBezTo>
                <a:cubicBezTo>
                  <a:pt x="5349636" y="-15834"/>
                  <a:pt x="5648285" y="55558"/>
                  <a:pt x="5803361" y="0"/>
                </a:cubicBezTo>
                <a:cubicBezTo>
                  <a:pt x="5958437" y="-55558"/>
                  <a:pt x="6138368" y="49185"/>
                  <a:pt x="6255262" y="0"/>
                </a:cubicBezTo>
                <a:cubicBezTo>
                  <a:pt x="6372156" y="-49185"/>
                  <a:pt x="6781528" y="30451"/>
                  <a:pt x="7135280" y="0"/>
                </a:cubicBezTo>
                <a:cubicBezTo>
                  <a:pt x="7135354" y="139499"/>
                  <a:pt x="7120285" y="270034"/>
                  <a:pt x="7135280" y="369332"/>
                </a:cubicBezTo>
                <a:cubicBezTo>
                  <a:pt x="6949036" y="382940"/>
                  <a:pt x="6751026" y="357748"/>
                  <a:pt x="6612026" y="369332"/>
                </a:cubicBezTo>
                <a:cubicBezTo>
                  <a:pt x="6473026" y="380916"/>
                  <a:pt x="6341841" y="329971"/>
                  <a:pt x="6231478" y="369332"/>
                </a:cubicBezTo>
                <a:cubicBezTo>
                  <a:pt x="6121115" y="408693"/>
                  <a:pt x="5783962" y="330002"/>
                  <a:pt x="5636871" y="369332"/>
                </a:cubicBezTo>
                <a:cubicBezTo>
                  <a:pt x="5489780" y="408662"/>
                  <a:pt x="5311344" y="361346"/>
                  <a:pt x="5184970" y="369332"/>
                </a:cubicBezTo>
                <a:cubicBezTo>
                  <a:pt x="5058596" y="377318"/>
                  <a:pt x="4754828" y="360567"/>
                  <a:pt x="4590363" y="369332"/>
                </a:cubicBezTo>
                <a:cubicBezTo>
                  <a:pt x="4425898" y="378097"/>
                  <a:pt x="4149285" y="337847"/>
                  <a:pt x="3995757" y="369332"/>
                </a:cubicBezTo>
                <a:cubicBezTo>
                  <a:pt x="3842229" y="400817"/>
                  <a:pt x="3680619" y="309067"/>
                  <a:pt x="3401150" y="369332"/>
                </a:cubicBezTo>
                <a:cubicBezTo>
                  <a:pt x="3121681" y="429597"/>
                  <a:pt x="2975281" y="334701"/>
                  <a:pt x="2806543" y="369332"/>
                </a:cubicBezTo>
                <a:cubicBezTo>
                  <a:pt x="2637805" y="403963"/>
                  <a:pt x="2408346" y="324468"/>
                  <a:pt x="2283290" y="369332"/>
                </a:cubicBezTo>
                <a:cubicBezTo>
                  <a:pt x="2158234" y="414196"/>
                  <a:pt x="1891265" y="346747"/>
                  <a:pt x="1617330" y="369332"/>
                </a:cubicBezTo>
                <a:cubicBezTo>
                  <a:pt x="1343395" y="391917"/>
                  <a:pt x="1218156" y="328642"/>
                  <a:pt x="1022723" y="369332"/>
                </a:cubicBezTo>
                <a:cubicBezTo>
                  <a:pt x="827290" y="410022"/>
                  <a:pt x="302312" y="317413"/>
                  <a:pt x="0" y="369332"/>
                </a:cubicBezTo>
                <a:cubicBezTo>
                  <a:pt x="-27788" y="236673"/>
                  <a:pt x="4553" y="163225"/>
                  <a:pt x="0" y="0"/>
                </a:cubicBezTo>
                <a:close/>
              </a:path>
              <a:path w="7135280" h="369332" stroke="0" extrusionOk="0">
                <a:moveTo>
                  <a:pt x="0" y="0"/>
                </a:moveTo>
                <a:cubicBezTo>
                  <a:pt x="198510" y="-34988"/>
                  <a:pt x="329684" y="36240"/>
                  <a:pt x="523254" y="0"/>
                </a:cubicBezTo>
                <a:cubicBezTo>
                  <a:pt x="716824" y="-36240"/>
                  <a:pt x="721751" y="33080"/>
                  <a:pt x="903802" y="0"/>
                </a:cubicBezTo>
                <a:cubicBezTo>
                  <a:pt x="1085853" y="-33080"/>
                  <a:pt x="1321226" y="81048"/>
                  <a:pt x="1641114" y="0"/>
                </a:cubicBezTo>
                <a:cubicBezTo>
                  <a:pt x="1961002" y="-81048"/>
                  <a:pt x="2029248" y="15431"/>
                  <a:pt x="2164368" y="0"/>
                </a:cubicBezTo>
                <a:cubicBezTo>
                  <a:pt x="2299488" y="-15431"/>
                  <a:pt x="2509852" y="19204"/>
                  <a:pt x="2687622" y="0"/>
                </a:cubicBezTo>
                <a:cubicBezTo>
                  <a:pt x="2865392" y="-19204"/>
                  <a:pt x="3276788" y="13656"/>
                  <a:pt x="3424934" y="0"/>
                </a:cubicBezTo>
                <a:cubicBezTo>
                  <a:pt x="3573080" y="-13656"/>
                  <a:pt x="3726467" y="29015"/>
                  <a:pt x="3876835" y="0"/>
                </a:cubicBezTo>
                <a:cubicBezTo>
                  <a:pt x="4027203" y="-29015"/>
                  <a:pt x="4450807" y="29178"/>
                  <a:pt x="4614148" y="0"/>
                </a:cubicBezTo>
                <a:cubicBezTo>
                  <a:pt x="4777489" y="-29178"/>
                  <a:pt x="5084063" y="35634"/>
                  <a:pt x="5351460" y="0"/>
                </a:cubicBezTo>
                <a:cubicBezTo>
                  <a:pt x="5618857" y="-35634"/>
                  <a:pt x="5677742" y="60333"/>
                  <a:pt x="5946067" y="0"/>
                </a:cubicBezTo>
                <a:cubicBezTo>
                  <a:pt x="6214392" y="-60333"/>
                  <a:pt x="6557961" y="14483"/>
                  <a:pt x="7135280" y="0"/>
                </a:cubicBezTo>
                <a:cubicBezTo>
                  <a:pt x="7158371" y="82749"/>
                  <a:pt x="7124021" y="217141"/>
                  <a:pt x="7135280" y="369332"/>
                </a:cubicBezTo>
                <a:cubicBezTo>
                  <a:pt x="7013228" y="414936"/>
                  <a:pt x="6896427" y="329711"/>
                  <a:pt x="6754732" y="369332"/>
                </a:cubicBezTo>
                <a:cubicBezTo>
                  <a:pt x="6613037" y="408953"/>
                  <a:pt x="6303419" y="290184"/>
                  <a:pt x="6017419" y="369332"/>
                </a:cubicBezTo>
                <a:cubicBezTo>
                  <a:pt x="5731419" y="448480"/>
                  <a:pt x="5712973" y="315462"/>
                  <a:pt x="5565518" y="369332"/>
                </a:cubicBezTo>
                <a:cubicBezTo>
                  <a:pt x="5418063" y="423202"/>
                  <a:pt x="5100428" y="316808"/>
                  <a:pt x="4970912" y="369332"/>
                </a:cubicBezTo>
                <a:cubicBezTo>
                  <a:pt x="4841396" y="421856"/>
                  <a:pt x="4476923" y="362999"/>
                  <a:pt x="4233599" y="369332"/>
                </a:cubicBezTo>
                <a:cubicBezTo>
                  <a:pt x="3990275" y="375665"/>
                  <a:pt x="3931426" y="350378"/>
                  <a:pt x="3638993" y="369332"/>
                </a:cubicBezTo>
                <a:cubicBezTo>
                  <a:pt x="3346560" y="388286"/>
                  <a:pt x="3383882" y="337887"/>
                  <a:pt x="3258445" y="369332"/>
                </a:cubicBezTo>
                <a:cubicBezTo>
                  <a:pt x="3133008" y="400777"/>
                  <a:pt x="2923169" y="331417"/>
                  <a:pt x="2806543" y="369332"/>
                </a:cubicBezTo>
                <a:cubicBezTo>
                  <a:pt x="2689917" y="407247"/>
                  <a:pt x="2317019" y="301799"/>
                  <a:pt x="2069231" y="369332"/>
                </a:cubicBezTo>
                <a:cubicBezTo>
                  <a:pt x="1821443" y="436865"/>
                  <a:pt x="1658352" y="350368"/>
                  <a:pt x="1474625" y="369332"/>
                </a:cubicBezTo>
                <a:cubicBezTo>
                  <a:pt x="1290898" y="388296"/>
                  <a:pt x="1156518" y="319902"/>
                  <a:pt x="1022723" y="369332"/>
                </a:cubicBezTo>
                <a:cubicBezTo>
                  <a:pt x="888928" y="418762"/>
                  <a:pt x="295305" y="337182"/>
                  <a:pt x="0" y="369332"/>
                </a:cubicBezTo>
                <a:cubicBezTo>
                  <a:pt x="-18115" y="195134"/>
                  <a:pt x="43045" y="81008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over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certain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outcomes: Only order, not intensity</a:t>
            </a:r>
          </a:p>
        </p:txBody>
      </p:sp>
    </p:spTree>
    <p:extLst>
      <p:ext uri="{BB962C8B-B14F-4D97-AF65-F5344CB8AC3E}">
        <p14:creationId xmlns:p14="http://schemas.microsoft.com/office/powerpoint/2010/main" val="69677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26867-F566-0B42-0B0C-E13F18EA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275B2B-B6ED-9633-8DF8-C4BBF083D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182B287-3C16-A684-7A56-599C3053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B5FD4-A4EB-15A9-3FE1-6F5580D4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i="1" dirty="0"/>
              <a:t>Expected </a:t>
            </a:r>
            <a:r>
              <a:rPr lang="en-US" sz="5400" i="1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: </a:t>
            </a:r>
            <a:r>
              <a:rPr lang="en-US" sz="5400" dirty="0">
                <a:solidFill>
                  <a:srgbClr val="7030A0"/>
                </a:solidFill>
              </a:rPr>
              <a:t>Cardinal</a:t>
            </a:r>
            <a:r>
              <a:rPr lang="en-US" sz="5400" dirty="0"/>
              <a:t> construct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AD04470C-3155-D385-9221-DEA40A36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768999-B3EA-6197-3929-DBFD8FCB6C94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768999-B3EA-6197-3929-DBFD8FCB6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6B1C1BE-67A9-F84F-EB9E-B240F7E0E594}"/>
              </a:ext>
            </a:extLst>
          </p:cNvPr>
          <p:cNvSpPr txBox="1"/>
          <p:nvPr/>
        </p:nvSpPr>
        <p:spPr>
          <a:xfrm>
            <a:off x="2556933" y="4206551"/>
            <a:ext cx="84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2248E2-8662-A5F0-93AD-6A13F898CB00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A60D79-C39A-D37C-B8C5-FA6A0A4E7E09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5E2C5B3-09DF-4790-8810-A38DBA0407E6}"/>
                  </a:ext>
                </a:extLst>
              </p:cNvPr>
              <p:cNvCxnSpPr>
                <a:cxnSpLocks/>
                <a:stCxn id="11" idx="3"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5C7FF9D-E77F-0694-6AB4-12769284F9D2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5C7FF9D-E77F-0694-6AB4-12769284F9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B6B9A1-14B1-228B-9E6E-DBF668FC50F4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CD0F424-EFEB-B25F-9181-40AC531B9B27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AD53E05-832B-D6AD-CEE6-B891AE9F7B8E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AD53E05-832B-D6AD-CEE6-B891AE9F7B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9F97A4-522A-927A-DA3C-C44A0ADE9519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3EB0023-4152-1590-A432-9D220527DD8F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F15233-5DC3-91D1-9BC7-53211B4DA2A3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4F15233-5DC3-91D1-9BC7-53211B4DA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89DD7A-AD42-F093-A482-261A40096710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8FCE5C6-9DB9-049C-40FE-B6E943BE325D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699BBD6-1C1F-96EB-E80C-D56CEAB90C3B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FBDE94A-9B32-3D62-6856-60EF5502636F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9FBCB97-BF5E-0502-7460-585CC7545019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1B0AA34-DF74-7C5E-F48E-6BF533BE1C29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8D77F49-7B00-D3AB-585D-5439F028C47B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A54977D-B156-E0DE-AEC6-F6A1BB0C339A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BA1E2F7-7929-9144-6ABF-8DB7A1395EBD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BA1E2F7-7929-9144-6ABF-8DB7A1395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7A53845-441D-EB9C-822B-6B66BC2A6DCE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7A53845-441D-EB9C-822B-6B66BC2A6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A321FF-1AFF-F982-7209-4DFEDC053609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316BE20-CD7F-2F20-196B-010EA9FF9923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316BE20-CD7F-2F20-196B-010EA9FF99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2A47763-C4B1-EA1A-13AB-A1EA489B39FC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2A47763-C4B1-EA1A-13AB-A1EA489B3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992FAE-43D7-160A-50CB-E617CE021F98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992FAE-43D7-160A-50CB-E617CE021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EDD1D7-2A4F-DD47-4897-D64D4096DA60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A9A4E13-A371-97D8-BE9A-3572ABDBA610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A9A4E13-A371-97D8-BE9A-3572ABDBA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8B3ED77-6BBF-4EB8-D429-CBF6624AE90C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8B3ED77-6BBF-4EB8-D429-CBF6624AE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FB31FC7-127F-FF8E-86CD-A66569528B4D}"/>
                  </a:ext>
                </a:extLst>
              </p:cNvPr>
              <p:cNvSpPr txBox="1"/>
              <p:nvPr/>
            </p:nvSpPr>
            <p:spPr>
              <a:xfrm>
                <a:off x="7094747" y="4068051"/>
                <a:ext cx="43120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200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FB31FC7-127F-FF8E-86CD-A6656952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747" y="4068051"/>
                <a:ext cx="431208" cy="276999"/>
              </a:xfrm>
              <a:prstGeom prst="rect">
                <a:avLst/>
              </a:prstGeom>
              <a:blipFill>
                <a:blip r:embed="rId14"/>
                <a:stretch>
                  <a:fillRect l="-14085" r="-1267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2EDD5F7-2C26-31EB-FC5F-139F3D98CE86}"/>
                  </a:ext>
                </a:extLst>
              </p:cNvPr>
              <p:cNvSpPr txBox="1"/>
              <p:nvPr/>
            </p:nvSpPr>
            <p:spPr>
              <a:xfrm>
                <a:off x="7222988" y="5093456"/>
                <a:ext cx="302967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2EDD5F7-2C26-31EB-FC5F-139F3D98C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988" y="5093456"/>
                <a:ext cx="302967" cy="276999"/>
              </a:xfrm>
              <a:prstGeom prst="rect">
                <a:avLst/>
              </a:prstGeom>
              <a:blipFill>
                <a:blip r:embed="rId15"/>
                <a:stretch>
                  <a:fillRect l="-20000" r="-18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BF4DCA7-4290-57F6-A797-1787FF6F2C7D}"/>
                  </a:ext>
                </a:extLst>
              </p:cNvPr>
              <p:cNvSpPr txBox="1"/>
              <p:nvPr/>
            </p:nvSpPr>
            <p:spPr>
              <a:xfrm>
                <a:off x="7113043" y="6082549"/>
                <a:ext cx="476092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−40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BF4DCA7-4290-57F6-A797-1787FF6F2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043" y="6082549"/>
                <a:ext cx="476092" cy="276999"/>
              </a:xfrm>
              <a:prstGeom prst="rect">
                <a:avLst/>
              </a:prstGeom>
              <a:blipFill>
                <a:blip r:embed="rId16"/>
                <a:stretch>
                  <a:fillRect l="-3846" r="-1153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176DB71-21AA-ECB3-9D18-1F2B17454EA2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81E1D13-D501-4043-E86C-6B424BA65AC2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6E3427B-9CB7-BCFA-5CE7-CC256DACF94E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68C8DBF-2C3E-6878-63D7-EAEE5188406D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451FCE2-7D9B-8D15-6D71-6B96F63DB733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EBB88B2-EF6F-6C75-C787-CFE8A7B04AB1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EBB88B2-EF6F-6C75-C787-CFE8A7B04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70374D-9A24-A5BF-D5C8-10E3E3983F0A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D6DD59-62FF-20D8-0964-ADABF84AEB88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4C5D1E-F553-2B47-0A82-36393354DA6E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71FE9CC-EEEC-942B-791A-93C614100D49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5D8ECE-9542-D3A7-B7BA-0EAC4B582FED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0659B5-CC8B-1073-1B39-C24FEDE9866E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24FA58-DF01-DA11-4D4A-731FBEA28295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31FC1BA-A3ED-99CB-9BA4-AD72DC9FDC31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4435DF1-5777-856E-A669-6796BB346347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A5221A6-8805-6CB2-E56E-2B62A4A76199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934F0E8-1D6C-3956-4FAB-2D12C9EEA144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028E8A-505B-1BAD-F208-97406D3FB453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A75E2DC-7ABB-659F-C1FC-111CAE71FCD5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76F11FE-2407-2631-75A2-A8F85C61C55F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0063D0-4D0E-084B-5796-23D8E0D7729D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E9CBE6A-8D94-0D04-152C-34DA3E30C1EC}"/>
              </a:ext>
            </a:extLst>
          </p:cNvPr>
          <p:cNvSpPr/>
          <p:nvPr/>
        </p:nvSpPr>
        <p:spPr>
          <a:xfrm>
            <a:off x="4192812" y="4413159"/>
            <a:ext cx="408737" cy="433118"/>
          </a:xfrm>
          <a:custGeom>
            <a:avLst/>
            <a:gdLst>
              <a:gd name="csX0" fmla="*/ 0 w 408737"/>
              <a:gd name="csY0" fmla="*/ 216559 h 433118"/>
              <a:gd name="csX1" fmla="*/ 204369 w 408737"/>
              <a:gd name="csY1" fmla="*/ 0 h 433118"/>
              <a:gd name="csX2" fmla="*/ 408738 w 408737"/>
              <a:gd name="csY2" fmla="*/ 216559 h 433118"/>
              <a:gd name="csX3" fmla="*/ 204369 w 408737"/>
              <a:gd name="csY3" fmla="*/ 433118 h 433118"/>
              <a:gd name="csX4" fmla="*/ 0 w 408737"/>
              <a:gd name="csY4" fmla="*/ 216559 h 433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8737" h="433118" fill="none" extrusionOk="0">
                <a:moveTo>
                  <a:pt x="0" y="216559"/>
                </a:moveTo>
                <a:cubicBezTo>
                  <a:pt x="7174" y="97808"/>
                  <a:pt x="104509" y="-26774"/>
                  <a:pt x="204369" y="0"/>
                </a:cubicBezTo>
                <a:cubicBezTo>
                  <a:pt x="298961" y="-2799"/>
                  <a:pt x="392494" y="112251"/>
                  <a:pt x="408738" y="216559"/>
                </a:cubicBezTo>
                <a:cubicBezTo>
                  <a:pt x="408470" y="333602"/>
                  <a:pt x="307765" y="446285"/>
                  <a:pt x="204369" y="433118"/>
                </a:cubicBezTo>
                <a:cubicBezTo>
                  <a:pt x="107945" y="442325"/>
                  <a:pt x="24244" y="341990"/>
                  <a:pt x="0" y="216559"/>
                </a:cubicBezTo>
                <a:close/>
              </a:path>
              <a:path w="408737" h="433118" stroke="0" extrusionOk="0">
                <a:moveTo>
                  <a:pt x="0" y="216559"/>
                </a:moveTo>
                <a:cubicBezTo>
                  <a:pt x="-27826" y="79793"/>
                  <a:pt x="69775" y="8153"/>
                  <a:pt x="204369" y="0"/>
                </a:cubicBezTo>
                <a:cubicBezTo>
                  <a:pt x="338091" y="4390"/>
                  <a:pt x="382354" y="97796"/>
                  <a:pt x="408738" y="216559"/>
                </a:cubicBezTo>
                <a:cubicBezTo>
                  <a:pt x="396098" y="348505"/>
                  <a:pt x="316458" y="437433"/>
                  <a:pt x="204369" y="433118"/>
                </a:cubicBezTo>
                <a:cubicBezTo>
                  <a:pt x="80251" y="426964"/>
                  <a:pt x="14103" y="342900"/>
                  <a:pt x="0" y="216559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4C3203-FE46-5F5F-1A64-B72858542921}"/>
                  </a:ext>
                </a:extLst>
              </p:cNvPr>
              <p:cNvSpPr txBox="1"/>
              <p:nvPr/>
            </p:nvSpPr>
            <p:spPr>
              <a:xfrm>
                <a:off x="8153719" y="3435292"/>
                <a:ext cx="33014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200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0.4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−40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4C3203-FE46-5F5F-1A64-B72858542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719" y="3435292"/>
                <a:ext cx="3301480" cy="553998"/>
              </a:xfrm>
              <a:prstGeom prst="rect">
                <a:avLst/>
              </a:prstGeom>
              <a:blipFill>
                <a:blip r:embed="rId18"/>
                <a:stretch>
                  <a:fillRect r="-185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C498718-53F5-E768-B471-4807C54143F1}"/>
                  </a:ext>
                </a:extLst>
              </p:cNvPr>
              <p:cNvSpPr txBox="1"/>
              <p:nvPr/>
            </p:nvSpPr>
            <p:spPr>
              <a:xfrm>
                <a:off x="8207816" y="4197728"/>
                <a:ext cx="1023165" cy="276999"/>
              </a:xfrm>
              <a:custGeom>
                <a:avLst/>
                <a:gdLst>
                  <a:gd name="csX0" fmla="*/ 0 w 1023165"/>
                  <a:gd name="csY0" fmla="*/ 0 h 276999"/>
                  <a:gd name="csX1" fmla="*/ 532046 w 1023165"/>
                  <a:gd name="csY1" fmla="*/ 0 h 276999"/>
                  <a:gd name="csX2" fmla="*/ 1023165 w 1023165"/>
                  <a:gd name="csY2" fmla="*/ 0 h 276999"/>
                  <a:gd name="csX3" fmla="*/ 1023165 w 1023165"/>
                  <a:gd name="csY3" fmla="*/ 276999 h 276999"/>
                  <a:gd name="csX4" fmla="*/ 521814 w 1023165"/>
                  <a:gd name="csY4" fmla="*/ 276999 h 276999"/>
                  <a:gd name="csX5" fmla="*/ 0 w 1023165"/>
                  <a:gd name="csY5" fmla="*/ 276999 h 276999"/>
                  <a:gd name="csX6" fmla="*/ 0 w 102316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23165" h="276999" fill="none" extrusionOk="0">
                    <a:moveTo>
                      <a:pt x="0" y="0"/>
                    </a:moveTo>
                    <a:cubicBezTo>
                      <a:pt x="106773" y="-33613"/>
                      <a:pt x="421222" y="29339"/>
                      <a:pt x="532046" y="0"/>
                    </a:cubicBezTo>
                    <a:cubicBezTo>
                      <a:pt x="642870" y="-29339"/>
                      <a:pt x="838880" y="11881"/>
                      <a:pt x="1023165" y="0"/>
                    </a:cubicBezTo>
                    <a:cubicBezTo>
                      <a:pt x="1046855" y="123512"/>
                      <a:pt x="1009332" y="147405"/>
                      <a:pt x="1023165" y="276999"/>
                    </a:cubicBezTo>
                    <a:cubicBezTo>
                      <a:pt x="782318" y="317205"/>
                      <a:pt x="625149" y="249716"/>
                      <a:pt x="521814" y="276999"/>
                    </a:cubicBezTo>
                    <a:cubicBezTo>
                      <a:pt x="418479" y="304282"/>
                      <a:pt x="250795" y="216697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23165" h="276999" stroke="0" extrusionOk="0">
                    <a:moveTo>
                      <a:pt x="0" y="0"/>
                    </a:moveTo>
                    <a:cubicBezTo>
                      <a:pt x="228657" y="-36047"/>
                      <a:pt x="375306" y="7052"/>
                      <a:pt x="501351" y="0"/>
                    </a:cubicBezTo>
                    <a:cubicBezTo>
                      <a:pt x="627396" y="-7052"/>
                      <a:pt x="902642" y="41138"/>
                      <a:pt x="1023165" y="0"/>
                    </a:cubicBezTo>
                    <a:cubicBezTo>
                      <a:pt x="1051128" y="55906"/>
                      <a:pt x="1003821" y="166747"/>
                      <a:pt x="1023165" y="276999"/>
                    </a:cubicBezTo>
                    <a:cubicBezTo>
                      <a:pt x="805140" y="303637"/>
                      <a:pt x="767042" y="263244"/>
                      <a:pt x="511583" y="276999"/>
                    </a:cubicBezTo>
                    <a:cubicBezTo>
                      <a:pt x="256124" y="290754"/>
                      <a:pt x="253393" y="274836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C498718-53F5-E768-B471-4807C5414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4197728"/>
                <a:ext cx="1023165" cy="276999"/>
              </a:xfrm>
              <a:prstGeom prst="rect">
                <a:avLst/>
              </a:prstGeom>
              <a:blipFill>
                <a:blip r:embed="rId19"/>
                <a:stretch>
                  <a:fillRect l="-1734" r="-4046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23165"/>
                          <a:gd name="connsiteY0" fmla="*/ 0 h 276999"/>
                          <a:gd name="connsiteX1" fmla="*/ 532046 w 1023165"/>
                          <a:gd name="connsiteY1" fmla="*/ 0 h 276999"/>
                          <a:gd name="connsiteX2" fmla="*/ 1023165 w 1023165"/>
                          <a:gd name="connsiteY2" fmla="*/ 0 h 276999"/>
                          <a:gd name="connsiteX3" fmla="*/ 1023165 w 1023165"/>
                          <a:gd name="connsiteY3" fmla="*/ 276999 h 276999"/>
                          <a:gd name="connsiteX4" fmla="*/ 521814 w 1023165"/>
                          <a:gd name="connsiteY4" fmla="*/ 276999 h 276999"/>
                          <a:gd name="connsiteX5" fmla="*/ 0 w 1023165"/>
                          <a:gd name="connsiteY5" fmla="*/ 276999 h 276999"/>
                          <a:gd name="connsiteX6" fmla="*/ 0 w 1023165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23165" h="276999" fill="none" extrusionOk="0">
                            <a:moveTo>
                              <a:pt x="0" y="0"/>
                            </a:moveTo>
                            <a:cubicBezTo>
                              <a:pt x="106773" y="-33613"/>
                              <a:pt x="421222" y="29339"/>
                              <a:pt x="532046" y="0"/>
                            </a:cubicBezTo>
                            <a:cubicBezTo>
                              <a:pt x="642870" y="-29339"/>
                              <a:pt x="838880" y="11881"/>
                              <a:pt x="1023165" y="0"/>
                            </a:cubicBezTo>
                            <a:cubicBezTo>
                              <a:pt x="1046855" y="123512"/>
                              <a:pt x="1009332" y="147405"/>
                              <a:pt x="1023165" y="276999"/>
                            </a:cubicBezTo>
                            <a:cubicBezTo>
                              <a:pt x="782318" y="317205"/>
                              <a:pt x="625149" y="249716"/>
                              <a:pt x="521814" y="276999"/>
                            </a:cubicBezTo>
                            <a:cubicBezTo>
                              <a:pt x="418479" y="304282"/>
                              <a:pt x="250795" y="216697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023165" h="276999" stroke="0" extrusionOk="0">
                            <a:moveTo>
                              <a:pt x="0" y="0"/>
                            </a:moveTo>
                            <a:cubicBezTo>
                              <a:pt x="228657" y="-36047"/>
                              <a:pt x="375306" y="7052"/>
                              <a:pt x="501351" y="0"/>
                            </a:cubicBezTo>
                            <a:cubicBezTo>
                              <a:pt x="627396" y="-7052"/>
                              <a:pt x="902642" y="41138"/>
                              <a:pt x="1023165" y="0"/>
                            </a:cubicBezTo>
                            <a:cubicBezTo>
                              <a:pt x="1051128" y="55906"/>
                              <a:pt x="1003821" y="166747"/>
                              <a:pt x="1023165" y="276999"/>
                            </a:cubicBezTo>
                            <a:cubicBezTo>
                              <a:pt x="805140" y="303637"/>
                              <a:pt x="767042" y="263244"/>
                              <a:pt x="511583" y="276999"/>
                            </a:cubicBezTo>
                            <a:cubicBezTo>
                              <a:pt x="256124" y="290754"/>
                              <a:pt x="253393" y="274836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357D443B-B962-B3D3-C87A-82EA0EAB1447}"/>
              </a:ext>
            </a:extLst>
          </p:cNvPr>
          <p:cNvSpPr txBox="1"/>
          <p:nvPr/>
        </p:nvSpPr>
        <p:spPr>
          <a:xfrm>
            <a:off x="8153719" y="5759383"/>
            <a:ext cx="3820805" cy="646331"/>
          </a:xfrm>
          <a:custGeom>
            <a:avLst/>
            <a:gdLst>
              <a:gd name="csX0" fmla="*/ 0 w 3820805"/>
              <a:gd name="csY0" fmla="*/ 0 h 646331"/>
              <a:gd name="csX1" fmla="*/ 507621 w 3820805"/>
              <a:gd name="csY1" fmla="*/ 0 h 646331"/>
              <a:gd name="csX2" fmla="*/ 938826 w 3820805"/>
              <a:gd name="csY2" fmla="*/ 0 h 646331"/>
              <a:gd name="csX3" fmla="*/ 1561072 w 3820805"/>
              <a:gd name="csY3" fmla="*/ 0 h 646331"/>
              <a:gd name="csX4" fmla="*/ 2068693 w 3820805"/>
              <a:gd name="csY4" fmla="*/ 0 h 646331"/>
              <a:gd name="csX5" fmla="*/ 2576314 w 3820805"/>
              <a:gd name="csY5" fmla="*/ 0 h 646331"/>
              <a:gd name="csX6" fmla="*/ 3198560 w 3820805"/>
              <a:gd name="csY6" fmla="*/ 0 h 646331"/>
              <a:gd name="csX7" fmla="*/ 3820805 w 3820805"/>
              <a:gd name="csY7" fmla="*/ 0 h 646331"/>
              <a:gd name="csX8" fmla="*/ 3820805 w 3820805"/>
              <a:gd name="csY8" fmla="*/ 336092 h 646331"/>
              <a:gd name="csX9" fmla="*/ 3820805 w 3820805"/>
              <a:gd name="csY9" fmla="*/ 646331 h 646331"/>
              <a:gd name="csX10" fmla="*/ 3351392 w 3820805"/>
              <a:gd name="csY10" fmla="*/ 646331 h 646331"/>
              <a:gd name="csX11" fmla="*/ 2805563 w 3820805"/>
              <a:gd name="csY11" fmla="*/ 646331 h 646331"/>
              <a:gd name="csX12" fmla="*/ 2297941 w 3820805"/>
              <a:gd name="csY12" fmla="*/ 646331 h 646331"/>
              <a:gd name="csX13" fmla="*/ 1675696 w 3820805"/>
              <a:gd name="csY13" fmla="*/ 646331 h 646331"/>
              <a:gd name="csX14" fmla="*/ 1053451 w 3820805"/>
              <a:gd name="csY14" fmla="*/ 646331 h 646331"/>
              <a:gd name="csX15" fmla="*/ 584037 w 3820805"/>
              <a:gd name="csY15" fmla="*/ 646331 h 646331"/>
              <a:gd name="csX16" fmla="*/ 0 w 3820805"/>
              <a:gd name="csY16" fmla="*/ 646331 h 646331"/>
              <a:gd name="csX17" fmla="*/ 0 w 3820805"/>
              <a:gd name="csY17" fmla="*/ 310239 h 646331"/>
              <a:gd name="csX18" fmla="*/ 0 w 3820805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820805" h="646331" extrusionOk="0">
                <a:moveTo>
                  <a:pt x="0" y="0"/>
                </a:moveTo>
                <a:cubicBezTo>
                  <a:pt x="160320" y="-13530"/>
                  <a:pt x="394973" y="35821"/>
                  <a:pt x="507621" y="0"/>
                </a:cubicBezTo>
                <a:cubicBezTo>
                  <a:pt x="620269" y="-35821"/>
                  <a:pt x="770429" y="36568"/>
                  <a:pt x="938826" y="0"/>
                </a:cubicBezTo>
                <a:cubicBezTo>
                  <a:pt x="1107223" y="-36568"/>
                  <a:pt x="1418664" y="36025"/>
                  <a:pt x="1561072" y="0"/>
                </a:cubicBezTo>
                <a:cubicBezTo>
                  <a:pt x="1703480" y="-36025"/>
                  <a:pt x="1885506" y="29772"/>
                  <a:pt x="2068693" y="0"/>
                </a:cubicBezTo>
                <a:cubicBezTo>
                  <a:pt x="2251880" y="-29772"/>
                  <a:pt x="2461390" y="8971"/>
                  <a:pt x="2576314" y="0"/>
                </a:cubicBezTo>
                <a:cubicBezTo>
                  <a:pt x="2691238" y="-8971"/>
                  <a:pt x="3049947" y="61990"/>
                  <a:pt x="3198560" y="0"/>
                </a:cubicBezTo>
                <a:cubicBezTo>
                  <a:pt x="3347173" y="-61990"/>
                  <a:pt x="3592025" y="39285"/>
                  <a:pt x="3820805" y="0"/>
                </a:cubicBezTo>
                <a:cubicBezTo>
                  <a:pt x="3848786" y="150841"/>
                  <a:pt x="3793123" y="187854"/>
                  <a:pt x="3820805" y="336092"/>
                </a:cubicBezTo>
                <a:cubicBezTo>
                  <a:pt x="3848487" y="484330"/>
                  <a:pt x="3796758" y="513455"/>
                  <a:pt x="3820805" y="646331"/>
                </a:cubicBezTo>
                <a:cubicBezTo>
                  <a:pt x="3651593" y="681146"/>
                  <a:pt x="3562602" y="632939"/>
                  <a:pt x="3351392" y="646331"/>
                </a:cubicBezTo>
                <a:cubicBezTo>
                  <a:pt x="3140182" y="659723"/>
                  <a:pt x="3023991" y="590856"/>
                  <a:pt x="2805563" y="646331"/>
                </a:cubicBezTo>
                <a:cubicBezTo>
                  <a:pt x="2587135" y="701806"/>
                  <a:pt x="2439611" y="626660"/>
                  <a:pt x="2297941" y="646331"/>
                </a:cubicBezTo>
                <a:cubicBezTo>
                  <a:pt x="2156271" y="666002"/>
                  <a:pt x="1841924" y="579167"/>
                  <a:pt x="1675696" y="646331"/>
                </a:cubicBezTo>
                <a:cubicBezTo>
                  <a:pt x="1509468" y="713495"/>
                  <a:pt x="1312610" y="595432"/>
                  <a:pt x="1053451" y="646331"/>
                </a:cubicBezTo>
                <a:cubicBezTo>
                  <a:pt x="794293" y="697230"/>
                  <a:pt x="712910" y="594499"/>
                  <a:pt x="584037" y="646331"/>
                </a:cubicBezTo>
                <a:cubicBezTo>
                  <a:pt x="455164" y="698163"/>
                  <a:pt x="151713" y="604365"/>
                  <a:pt x="0" y="646331"/>
                </a:cubicBezTo>
                <a:cubicBezTo>
                  <a:pt x="-27191" y="490181"/>
                  <a:pt x="9927" y="438138"/>
                  <a:pt x="0" y="310239"/>
                </a:cubicBezTo>
                <a:cubicBezTo>
                  <a:pt x="-9927" y="182340"/>
                  <a:pt x="16951" y="132664"/>
                  <a:pt x="0" y="0"/>
                </a:cubicBezTo>
                <a:close/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expected payoff, intensity of preferences matters – not just order.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D29C18-CC3E-5CD6-8ADB-3999D822D23D}"/>
              </a:ext>
            </a:extLst>
          </p:cNvPr>
          <p:cNvSpPr txBox="1"/>
          <p:nvPr/>
        </p:nvSpPr>
        <p:spPr>
          <a:xfrm>
            <a:off x="4387684" y="1403473"/>
            <a:ext cx="7135280" cy="369332"/>
          </a:xfrm>
          <a:custGeom>
            <a:avLst/>
            <a:gdLst>
              <a:gd name="csX0" fmla="*/ 0 w 7135280"/>
              <a:gd name="csY0" fmla="*/ 0 h 369332"/>
              <a:gd name="csX1" fmla="*/ 380548 w 7135280"/>
              <a:gd name="csY1" fmla="*/ 0 h 369332"/>
              <a:gd name="csX2" fmla="*/ 1046508 w 7135280"/>
              <a:gd name="csY2" fmla="*/ 0 h 369332"/>
              <a:gd name="csX3" fmla="*/ 1427056 w 7135280"/>
              <a:gd name="csY3" fmla="*/ 0 h 369332"/>
              <a:gd name="csX4" fmla="*/ 1950310 w 7135280"/>
              <a:gd name="csY4" fmla="*/ 0 h 369332"/>
              <a:gd name="csX5" fmla="*/ 2687622 w 7135280"/>
              <a:gd name="csY5" fmla="*/ 0 h 369332"/>
              <a:gd name="csX6" fmla="*/ 3282229 w 7135280"/>
              <a:gd name="csY6" fmla="*/ 0 h 369332"/>
              <a:gd name="csX7" fmla="*/ 3948188 w 7135280"/>
              <a:gd name="csY7" fmla="*/ 0 h 369332"/>
              <a:gd name="csX8" fmla="*/ 4471442 w 7135280"/>
              <a:gd name="csY8" fmla="*/ 0 h 369332"/>
              <a:gd name="csX9" fmla="*/ 5066049 w 7135280"/>
              <a:gd name="csY9" fmla="*/ 0 h 369332"/>
              <a:gd name="csX10" fmla="*/ 5803361 w 7135280"/>
              <a:gd name="csY10" fmla="*/ 0 h 369332"/>
              <a:gd name="csX11" fmla="*/ 6255262 w 7135280"/>
              <a:gd name="csY11" fmla="*/ 0 h 369332"/>
              <a:gd name="csX12" fmla="*/ 7135280 w 7135280"/>
              <a:gd name="csY12" fmla="*/ 0 h 369332"/>
              <a:gd name="csX13" fmla="*/ 7135280 w 7135280"/>
              <a:gd name="csY13" fmla="*/ 369332 h 369332"/>
              <a:gd name="csX14" fmla="*/ 6612026 w 7135280"/>
              <a:gd name="csY14" fmla="*/ 369332 h 369332"/>
              <a:gd name="csX15" fmla="*/ 6231478 w 7135280"/>
              <a:gd name="csY15" fmla="*/ 369332 h 369332"/>
              <a:gd name="csX16" fmla="*/ 5636871 w 7135280"/>
              <a:gd name="csY16" fmla="*/ 369332 h 369332"/>
              <a:gd name="csX17" fmla="*/ 5184970 w 7135280"/>
              <a:gd name="csY17" fmla="*/ 369332 h 369332"/>
              <a:gd name="csX18" fmla="*/ 4590363 w 7135280"/>
              <a:gd name="csY18" fmla="*/ 369332 h 369332"/>
              <a:gd name="csX19" fmla="*/ 3995757 w 7135280"/>
              <a:gd name="csY19" fmla="*/ 369332 h 369332"/>
              <a:gd name="csX20" fmla="*/ 3401150 w 7135280"/>
              <a:gd name="csY20" fmla="*/ 369332 h 369332"/>
              <a:gd name="csX21" fmla="*/ 2806543 w 7135280"/>
              <a:gd name="csY21" fmla="*/ 369332 h 369332"/>
              <a:gd name="csX22" fmla="*/ 2283290 w 7135280"/>
              <a:gd name="csY22" fmla="*/ 369332 h 369332"/>
              <a:gd name="csX23" fmla="*/ 1617330 w 7135280"/>
              <a:gd name="csY23" fmla="*/ 369332 h 369332"/>
              <a:gd name="csX24" fmla="*/ 1022723 w 7135280"/>
              <a:gd name="csY24" fmla="*/ 369332 h 369332"/>
              <a:gd name="csX25" fmla="*/ 0 w 7135280"/>
              <a:gd name="csY25" fmla="*/ 369332 h 369332"/>
              <a:gd name="csX26" fmla="*/ 0 w 7135280"/>
              <a:gd name="csY2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35280" h="369332" fill="none" extrusionOk="0">
                <a:moveTo>
                  <a:pt x="0" y="0"/>
                </a:moveTo>
                <a:cubicBezTo>
                  <a:pt x="107570" y="-300"/>
                  <a:pt x="194041" y="26526"/>
                  <a:pt x="380548" y="0"/>
                </a:cubicBezTo>
                <a:cubicBezTo>
                  <a:pt x="567055" y="-26526"/>
                  <a:pt x="768621" y="50261"/>
                  <a:pt x="1046508" y="0"/>
                </a:cubicBezTo>
                <a:cubicBezTo>
                  <a:pt x="1324395" y="-50261"/>
                  <a:pt x="1288830" y="19045"/>
                  <a:pt x="1427056" y="0"/>
                </a:cubicBezTo>
                <a:cubicBezTo>
                  <a:pt x="1565282" y="-19045"/>
                  <a:pt x="1730295" y="51681"/>
                  <a:pt x="1950310" y="0"/>
                </a:cubicBezTo>
                <a:cubicBezTo>
                  <a:pt x="2170325" y="-51681"/>
                  <a:pt x="2484202" y="68403"/>
                  <a:pt x="2687622" y="0"/>
                </a:cubicBezTo>
                <a:cubicBezTo>
                  <a:pt x="2891042" y="-68403"/>
                  <a:pt x="3078586" y="54809"/>
                  <a:pt x="3282229" y="0"/>
                </a:cubicBezTo>
                <a:cubicBezTo>
                  <a:pt x="3485872" y="-54809"/>
                  <a:pt x="3701887" y="55862"/>
                  <a:pt x="3948188" y="0"/>
                </a:cubicBezTo>
                <a:cubicBezTo>
                  <a:pt x="4194489" y="-55862"/>
                  <a:pt x="4260299" y="21079"/>
                  <a:pt x="4471442" y="0"/>
                </a:cubicBezTo>
                <a:cubicBezTo>
                  <a:pt x="4682585" y="-21079"/>
                  <a:pt x="4782462" y="15834"/>
                  <a:pt x="5066049" y="0"/>
                </a:cubicBezTo>
                <a:cubicBezTo>
                  <a:pt x="5349636" y="-15834"/>
                  <a:pt x="5648285" y="55558"/>
                  <a:pt x="5803361" y="0"/>
                </a:cubicBezTo>
                <a:cubicBezTo>
                  <a:pt x="5958437" y="-55558"/>
                  <a:pt x="6138368" y="49185"/>
                  <a:pt x="6255262" y="0"/>
                </a:cubicBezTo>
                <a:cubicBezTo>
                  <a:pt x="6372156" y="-49185"/>
                  <a:pt x="6781528" y="30451"/>
                  <a:pt x="7135280" y="0"/>
                </a:cubicBezTo>
                <a:cubicBezTo>
                  <a:pt x="7135354" y="139499"/>
                  <a:pt x="7120285" y="270034"/>
                  <a:pt x="7135280" y="369332"/>
                </a:cubicBezTo>
                <a:cubicBezTo>
                  <a:pt x="6949036" y="382940"/>
                  <a:pt x="6751026" y="357748"/>
                  <a:pt x="6612026" y="369332"/>
                </a:cubicBezTo>
                <a:cubicBezTo>
                  <a:pt x="6473026" y="380916"/>
                  <a:pt x="6341841" y="329971"/>
                  <a:pt x="6231478" y="369332"/>
                </a:cubicBezTo>
                <a:cubicBezTo>
                  <a:pt x="6121115" y="408693"/>
                  <a:pt x="5783962" y="330002"/>
                  <a:pt x="5636871" y="369332"/>
                </a:cubicBezTo>
                <a:cubicBezTo>
                  <a:pt x="5489780" y="408662"/>
                  <a:pt x="5311344" y="361346"/>
                  <a:pt x="5184970" y="369332"/>
                </a:cubicBezTo>
                <a:cubicBezTo>
                  <a:pt x="5058596" y="377318"/>
                  <a:pt x="4754828" y="360567"/>
                  <a:pt x="4590363" y="369332"/>
                </a:cubicBezTo>
                <a:cubicBezTo>
                  <a:pt x="4425898" y="378097"/>
                  <a:pt x="4149285" y="337847"/>
                  <a:pt x="3995757" y="369332"/>
                </a:cubicBezTo>
                <a:cubicBezTo>
                  <a:pt x="3842229" y="400817"/>
                  <a:pt x="3680619" y="309067"/>
                  <a:pt x="3401150" y="369332"/>
                </a:cubicBezTo>
                <a:cubicBezTo>
                  <a:pt x="3121681" y="429597"/>
                  <a:pt x="2975281" y="334701"/>
                  <a:pt x="2806543" y="369332"/>
                </a:cubicBezTo>
                <a:cubicBezTo>
                  <a:pt x="2637805" y="403963"/>
                  <a:pt x="2408346" y="324468"/>
                  <a:pt x="2283290" y="369332"/>
                </a:cubicBezTo>
                <a:cubicBezTo>
                  <a:pt x="2158234" y="414196"/>
                  <a:pt x="1891265" y="346747"/>
                  <a:pt x="1617330" y="369332"/>
                </a:cubicBezTo>
                <a:cubicBezTo>
                  <a:pt x="1343395" y="391917"/>
                  <a:pt x="1218156" y="328642"/>
                  <a:pt x="1022723" y="369332"/>
                </a:cubicBezTo>
                <a:cubicBezTo>
                  <a:pt x="827290" y="410022"/>
                  <a:pt x="302312" y="317413"/>
                  <a:pt x="0" y="369332"/>
                </a:cubicBezTo>
                <a:cubicBezTo>
                  <a:pt x="-27788" y="236673"/>
                  <a:pt x="4553" y="163225"/>
                  <a:pt x="0" y="0"/>
                </a:cubicBezTo>
                <a:close/>
              </a:path>
              <a:path w="7135280" h="369332" stroke="0" extrusionOk="0">
                <a:moveTo>
                  <a:pt x="0" y="0"/>
                </a:moveTo>
                <a:cubicBezTo>
                  <a:pt x="198510" y="-34988"/>
                  <a:pt x="329684" y="36240"/>
                  <a:pt x="523254" y="0"/>
                </a:cubicBezTo>
                <a:cubicBezTo>
                  <a:pt x="716824" y="-36240"/>
                  <a:pt x="721751" y="33080"/>
                  <a:pt x="903802" y="0"/>
                </a:cubicBezTo>
                <a:cubicBezTo>
                  <a:pt x="1085853" y="-33080"/>
                  <a:pt x="1321226" y="81048"/>
                  <a:pt x="1641114" y="0"/>
                </a:cubicBezTo>
                <a:cubicBezTo>
                  <a:pt x="1961002" y="-81048"/>
                  <a:pt x="2029248" y="15431"/>
                  <a:pt x="2164368" y="0"/>
                </a:cubicBezTo>
                <a:cubicBezTo>
                  <a:pt x="2299488" y="-15431"/>
                  <a:pt x="2509852" y="19204"/>
                  <a:pt x="2687622" y="0"/>
                </a:cubicBezTo>
                <a:cubicBezTo>
                  <a:pt x="2865392" y="-19204"/>
                  <a:pt x="3276788" y="13656"/>
                  <a:pt x="3424934" y="0"/>
                </a:cubicBezTo>
                <a:cubicBezTo>
                  <a:pt x="3573080" y="-13656"/>
                  <a:pt x="3726467" y="29015"/>
                  <a:pt x="3876835" y="0"/>
                </a:cubicBezTo>
                <a:cubicBezTo>
                  <a:pt x="4027203" y="-29015"/>
                  <a:pt x="4450807" y="29178"/>
                  <a:pt x="4614148" y="0"/>
                </a:cubicBezTo>
                <a:cubicBezTo>
                  <a:pt x="4777489" y="-29178"/>
                  <a:pt x="5084063" y="35634"/>
                  <a:pt x="5351460" y="0"/>
                </a:cubicBezTo>
                <a:cubicBezTo>
                  <a:pt x="5618857" y="-35634"/>
                  <a:pt x="5677742" y="60333"/>
                  <a:pt x="5946067" y="0"/>
                </a:cubicBezTo>
                <a:cubicBezTo>
                  <a:pt x="6214392" y="-60333"/>
                  <a:pt x="6557961" y="14483"/>
                  <a:pt x="7135280" y="0"/>
                </a:cubicBezTo>
                <a:cubicBezTo>
                  <a:pt x="7158371" y="82749"/>
                  <a:pt x="7124021" y="217141"/>
                  <a:pt x="7135280" y="369332"/>
                </a:cubicBezTo>
                <a:cubicBezTo>
                  <a:pt x="7013228" y="414936"/>
                  <a:pt x="6896427" y="329711"/>
                  <a:pt x="6754732" y="369332"/>
                </a:cubicBezTo>
                <a:cubicBezTo>
                  <a:pt x="6613037" y="408953"/>
                  <a:pt x="6303419" y="290184"/>
                  <a:pt x="6017419" y="369332"/>
                </a:cubicBezTo>
                <a:cubicBezTo>
                  <a:pt x="5731419" y="448480"/>
                  <a:pt x="5712973" y="315462"/>
                  <a:pt x="5565518" y="369332"/>
                </a:cubicBezTo>
                <a:cubicBezTo>
                  <a:pt x="5418063" y="423202"/>
                  <a:pt x="5100428" y="316808"/>
                  <a:pt x="4970912" y="369332"/>
                </a:cubicBezTo>
                <a:cubicBezTo>
                  <a:pt x="4841396" y="421856"/>
                  <a:pt x="4476923" y="362999"/>
                  <a:pt x="4233599" y="369332"/>
                </a:cubicBezTo>
                <a:cubicBezTo>
                  <a:pt x="3990275" y="375665"/>
                  <a:pt x="3931426" y="350378"/>
                  <a:pt x="3638993" y="369332"/>
                </a:cubicBezTo>
                <a:cubicBezTo>
                  <a:pt x="3346560" y="388286"/>
                  <a:pt x="3383882" y="337887"/>
                  <a:pt x="3258445" y="369332"/>
                </a:cubicBezTo>
                <a:cubicBezTo>
                  <a:pt x="3133008" y="400777"/>
                  <a:pt x="2923169" y="331417"/>
                  <a:pt x="2806543" y="369332"/>
                </a:cubicBezTo>
                <a:cubicBezTo>
                  <a:pt x="2689917" y="407247"/>
                  <a:pt x="2317019" y="301799"/>
                  <a:pt x="2069231" y="369332"/>
                </a:cubicBezTo>
                <a:cubicBezTo>
                  <a:pt x="1821443" y="436865"/>
                  <a:pt x="1658352" y="350368"/>
                  <a:pt x="1474625" y="369332"/>
                </a:cubicBezTo>
                <a:cubicBezTo>
                  <a:pt x="1290898" y="388296"/>
                  <a:pt x="1156518" y="319902"/>
                  <a:pt x="1022723" y="369332"/>
                </a:cubicBezTo>
                <a:cubicBezTo>
                  <a:pt x="888928" y="418762"/>
                  <a:pt x="295305" y="337182"/>
                  <a:pt x="0" y="369332"/>
                </a:cubicBezTo>
                <a:cubicBezTo>
                  <a:pt x="-18115" y="195134"/>
                  <a:pt x="43045" y="81008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over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uncertain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outcomes: Intensity, not just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B4E8061-3520-FFD2-DD2D-1BADF65B3CA2}"/>
                  </a:ext>
                </a:extLst>
              </p:cNvPr>
              <p:cNvSpPr txBox="1"/>
              <p:nvPr/>
            </p:nvSpPr>
            <p:spPr>
              <a:xfrm>
                <a:off x="8153719" y="2180872"/>
                <a:ext cx="3245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0.7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−20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B4E8061-3520-FFD2-DD2D-1BADF65B3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719" y="2180872"/>
                <a:ext cx="3245376" cy="276999"/>
              </a:xfrm>
              <a:prstGeom prst="rect">
                <a:avLst/>
              </a:prstGeom>
              <a:blipFill>
                <a:blip r:embed="rId20"/>
                <a:stretch>
                  <a:fillRect l="-75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E17DB30-020F-0FD9-7B35-EDA77F095B15}"/>
                  </a:ext>
                </a:extLst>
              </p:cNvPr>
              <p:cNvSpPr txBox="1"/>
              <p:nvPr/>
            </p:nvSpPr>
            <p:spPr>
              <a:xfrm>
                <a:off x="8207816" y="2664784"/>
                <a:ext cx="1075679" cy="276999"/>
              </a:xfrm>
              <a:custGeom>
                <a:avLst/>
                <a:gdLst>
                  <a:gd name="csX0" fmla="*/ 0 w 1075679"/>
                  <a:gd name="csY0" fmla="*/ 0 h 276999"/>
                  <a:gd name="csX1" fmla="*/ 559353 w 1075679"/>
                  <a:gd name="csY1" fmla="*/ 0 h 276999"/>
                  <a:gd name="csX2" fmla="*/ 1075679 w 1075679"/>
                  <a:gd name="csY2" fmla="*/ 0 h 276999"/>
                  <a:gd name="csX3" fmla="*/ 1075679 w 1075679"/>
                  <a:gd name="csY3" fmla="*/ 276999 h 276999"/>
                  <a:gd name="csX4" fmla="*/ 548596 w 1075679"/>
                  <a:gd name="csY4" fmla="*/ 276999 h 276999"/>
                  <a:gd name="csX5" fmla="*/ 0 w 1075679"/>
                  <a:gd name="csY5" fmla="*/ 276999 h 276999"/>
                  <a:gd name="csX6" fmla="*/ 0 w 1075679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75679" h="276999" fill="none" extrusionOk="0">
                    <a:moveTo>
                      <a:pt x="0" y="0"/>
                    </a:moveTo>
                    <a:cubicBezTo>
                      <a:pt x="219127" y="-4655"/>
                      <a:pt x="311541" y="50888"/>
                      <a:pt x="559353" y="0"/>
                    </a:cubicBezTo>
                    <a:cubicBezTo>
                      <a:pt x="807165" y="-50888"/>
                      <a:pt x="834629" y="38361"/>
                      <a:pt x="1075679" y="0"/>
                    </a:cubicBezTo>
                    <a:cubicBezTo>
                      <a:pt x="1099369" y="123512"/>
                      <a:pt x="1061846" y="147405"/>
                      <a:pt x="1075679" y="276999"/>
                    </a:cubicBezTo>
                    <a:cubicBezTo>
                      <a:pt x="851606" y="323006"/>
                      <a:pt x="713358" y="246756"/>
                      <a:pt x="548596" y="276999"/>
                    </a:cubicBezTo>
                    <a:cubicBezTo>
                      <a:pt x="383834" y="307242"/>
                      <a:pt x="135562" y="223451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75679" h="276999" stroke="0" extrusionOk="0">
                    <a:moveTo>
                      <a:pt x="0" y="0"/>
                    </a:moveTo>
                    <a:cubicBezTo>
                      <a:pt x="240711" y="-41378"/>
                      <a:pt x="349093" y="2194"/>
                      <a:pt x="527083" y="0"/>
                    </a:cubicBezTo>
                    <a:cubicBezTo>
                      <a:pt x="705073" y="-2194"/>
                      <a:pt x="916974" y="64262"/>
                      <a:pt x="1075679" y="0"/>
                    </a:cubicBezTo>
                    <a:cubicBezTo>
                      <a:pt x="1103642" y="55906"/>
                      <a:pt x="1056335" y="166747"/>
                      <a:pt x="1075679" y="276999"/>
                    </a:cubicBezTo>
                    <a:cubicBezTo>
                      <a:pt x="820162" y="320281"/>
                      <a:pt x="646511" y="267226"/>
                      <a:pt x="537840" y="276999"/>
                    </a:cubicBezTo>
                    <a:cubicBezTo>
                      <a:pt x="429169" y="286772"/>
                      <a:pt x="141208" y="272211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E17DB30-020F-0FD9-7B35-EDA77F095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2664784"/>
                <a:ext cx="1075679" cy="276999"/>
              </a:xfrm>
              <a:prstGeom prst="rect">
                <a:avLst/>
              </a:prstGeom>
              <a:blipFill>
                <a:blip r:embed="rId21"/>
                <a:stretch>
                  <a:fillRect l="-1648" r="-3297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75679"/>
                          <a:gd name="connsiteY0" fmla="*/ 0 h 276999"/>
                          <a:gd name="connsiteX1" fmla="*/ 559353 w 1075679"/>
                          <a:gd name="connsiteY1" fmla="*/ 0 h 276999"/>
                          <a:gd name="connsiteX2" fmla="*/ 1075679 w 1075679"/>
                          <a:gd name="connsiteY2" fmla="*/ 0 h 276999"/>
                          <a:gd name="connsiteX3" fmla="*/ 1075679 w 1075679"/>
                          <a:gd name="connsiteY3" fmla="*/ 276999 h 276999"/>
                          <a:gd name="connsiteX4" fmla="*/ 548596 w 1075679"/>
                          <a:gd name="connsiteY4" fmla="*/ 276999 h 276999"/>
                          <a:gd name="connsiteX5" fmla="*/ 0 w 1075679"/>
                          <a:gd name="connsiteY5" fmla="*/ 276999 h 276999"/>
                          <a:gd name="connsiteX6" fmla="*/ 0 w 1075679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75679" h="276999" fill="none" extrusionOk="0">
                            <a:moveTo>
                              <a:pt x="0" y="0"/>
                            </a:moveTo>
                            <a:cubicBezTo>
                              <a:pt x="219127" y="-4655"/>
                              <a:pt x="311541" y="50888"/>
                              <a:pt x="559353" y="0"/>
                            </a:cubicBezTo>
                            <a:cubicBezTo>
                              <a:pt x="807165" y="-50888"/>
                              <a:pt x="834629" y="38361"/>
                              <a:pt x="1075679" y="0"/>
                            </a:cubicBezTo>
                            <a:cubicBezTo>
                              <a:pt x="1099369" y="123512"/>
                              <a:pt x="1061846" y="147405"/>
                              <a:pt x="1075679" y="276999"/>
                            </a:cubicBezTo>
                            <a:cubicBezTo>
                              <a:pt x="851606" y="323006"/>
                              <a:pt x="713358" y="246756"/>
                              <a:pt x="548596" y="276999"/>
                            </a:cubicBezTo>
                            <a:cubicBezTo>
                              <a:pt x="383834" y="307242"/>
                              <a:pt x="135562" y="223451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075679" h="276999" stroke="0" extrusionOk="0">
                            <a:moveTo>
                              <a:pt x="0" y="0"/>
                            </a:moveTo>
                            <a:cubicBezTo>
                              <a:pt x="240711" y="-41378"/>
                              <a:pt x="349093" y="2194"/>
                              <a:pt x="527083" y="0"/>
                            </a:cubicBezTo>
                            <a:cubicBezTo>
                              <a:pt x="705073" y="-2194"/>
                              <a:pt x="916974" y="64262"/>
                              <a:pt x="1075679" y="0"/>
                            </a:cubicBezTo>
                            <a:cubicBezTo>
                              <a:pt x="1103642" y="55906"/>
                              <a:pt x="1056335" y="166747"/>
                              <a:pt x="1075679" y="276999"/>
                            </a:cubicBezTo>
                            <a:cubicBezTo>
                              <a:pt x="820162" y="320281"/>
                              <a:pt x="646511" y="267226"/>
                              <a:pt x="537840" y="276999"/>
                            </a:cubicBezTo>
                            <a:cubicBezTo>
                              <a:pt x="429169" y="286772"/>
                              <a:pt x="141208" y="272211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EB9CE58-9962-87C6-091F-C7FF2F8A5C2F}"/>
                  </a:ext>
                </a:extLst>
              </p:cNvPr>
              <p:cNvSpPr txBox="1"/>
              <p:nvPr/>
            </p:nvSpPr>
            <p:spPr>
              <a:xfrm>
                <a:off x="7094747" y="4068050"/>
                <a:ext cx="431208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EB9CE58-9962-87C6-091F-C7FF2F8A5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747" y="4068050"/>
                <a:ext cx="431208" cy="276999"/>
              </a:xfrm>
              <a:prstGeom prst="rect">
                <a:avLst/>
              </a:prstGeom>
              <a:blipFill>
                <a:blip r:embed="rId22"/>
                <a:stretch>
                  <a:fillRect l="-14085" r="-1267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D203AEE-D1DA-5961-5165-E5CA0967A985}"/>
                  </a:ext>
                </a:extLst>
              </p:cNvPr>
              <p:cNvSpPr txBox="1"/>
              <p:nvPr/>
            </p:nvSpPr>
            <p:spPr>
              <a:xfrm>
                <a:off x="8153719" y="3428430"/>
                <a:ext cx="33014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𝟏𝟎𝟎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0.4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−40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D203AEE-D1DA-5961-5165-E5CA0967A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719" y="3428430"/>
                <a:ext cx="3301480" cy="553998"/>
              </a:xfrm>
              <a:prstGeom prst="rect">
                <a:avLst/>
              </a:prstGeom>
              <a:blipFill>
                <a:blip r:embed="rId23"/>
                <a:stretch>
                  <a:fillRect l="-185" r="-739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A616A0F-C857-E6E6-2BCD-35321DB45C1B}"/>
                  </a:ext>
                </a:extLst>
              </p:cNvPr>
              <p:cNvSpPr txBox="1"/>
              <p:nvPr/>
            </p:nvSpPr>
            <p:spPr>
              <a:xfrm>
                <a:off x="8198474" y="4197728"/>
                <a:ext cx="1023165" cy="276999"/>
              </a:xfrm>
              <a:custGeom>
                <a:avLst/>
                <a:gdLst>
                  <a:gd name="csX0" fmla="*/ 0 w 1023165"/>
                  <a:gd name="csY0" fmla="*/ 0 h 276999"/>
                  <a:gd name="csX1" fmla="*/ 532046 w 1023165"/>
                  <a:gd name="csY1" fmla="*/ 0 h 276999"/>
                  <a:gd name="csX2" fmla="*/ 1023165 w 1023165"/>
                  <a:gd name="csY2" fmla="*/ 0 h 276999"/>
                  <a:gd name="csX3" fmla="*/ 1023165 w 1023165"/>
                  <a:gd name="csY3" fmla="*/ 276999 h 276999"/>
                  <a:gd name="csX4" fmla="*/ 521814 w 1023165"/>
                  <a:gd name="csY4" fmla="*/ 276999 h 276999"/>
                  <a:gd name="csX5" fmla="*/ 0 w 1023165"/>
                  <a:gd name="csY5" fmla="*/ 276999 h 276999"/>
                  <a:gd name="csX6" fmla="*/ 0 w 102316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23165" h="276999" fill="none" extrusionOk="0">
                    <a:moveTo>
                      <a:pt x="0" y="0"/>
                    </a:moveTo>
                    <a:cubicBezTo>
                      <a:pt x="106773" y="-33613"/>
                      <a:pt x="421222" y="29339"/>
                      <a:pt x="532046" y="0"/>
                    </a:cubicBezTo>
                    <a:cubicBezTo>
                      <a:pt x="642870" y="-29339"/>
                      <a:pt x="838880" y="11881"/>
                      <a:pt x="1023165" y="0"/>
                    </a:cubicBezTo>
                    <a:cubicBezTo>
                      <a:pt x="1046855" y="123512"/>
                      <a:pt x="1009332" y="147405"/>
                      <a:pt x="1023165" y="276999"/>
                    </a:cubicBezTo>
                    <a:cubicBezTo>
                      <a:pt x="782318" y="317205"/>
                      <a:pt x="625149" y="249716"/>
                      <a:pt x="521814" y="276999"/>
                    </a:cubicBezTo>
                    <a:cubicBezTo>
                      <a:pt x="418479" y="304282"/>
                      <a:pt x="250795" y="216697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1023165" h="276999" stroke="0" extrusionOk="0">
                    <a:moveTo>
                      <a:pt x="0" y="0"/>
                    </a:moveTo>
                    <a:cubicBezTo>
                      <a:pt x="228657" y="-36047"/>
                      <a:pt x="375306" y="7052"/>
                      <a:pt x="501351" y="0"/>
                    </a:cubicBezTo>
                    <a:cubicBezTo>
                      <a:pt x="627396" y="-7052"/>
                      <a:pt x="902642" y="41138"/>
                      <a:pt x="1023165" y="0"/>
                    </a:cubicBezTo>
                    <a:cubicBezTo>
                      <a:pt x="1051128" y="55906"/>
                      <a:pt x="1003821" y="166747"/>
                      <a:pt x="1023165" y="276999"/>
                    </a:cubicBezTo>
                    <a:cubicBezTo>
                      <a:pt x="805140" y="303637"/>
                      <a:pt x="767042" y="263244"/>
                      <a:pt x="511583" y="276999"/>
                    </a:cubicBezTo>
                    <a:cubicBezTo>
                      <a:pt x="256124" y="290754"/>
                      <a:pt x="253393" y="274836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=38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A616A0F-C857-E6E6-2BCD-35321DB45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474" y="4197728"/>
                <a:ext cx="1023165" cy="276999"/>
              </a:xfrm>
              <a:prstGeom prst="rect">
                <a:avLst/>
              </a:prstGeom>
              <a:blipFill>
                <a:blip r:embed="rId24"/>
                <a:stretch>
                  <a:fillRect l="-1734" r="-3468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023165"/>
                          <a:gd name="connsiteY0" fmla="*/ 0 h 276999"/>
                          <a:gd name="connsiteX1" fmla="*/ 532046 w 1023165"/>
                          <a:gd name="connsiteY1" fmla="*/ 0 h 276999"/>
                          <a:gd name="connsiteX2" fmla="*/ 1023165 w 1023165"/>
                          <a:gd name="connsiteY2" fmla="*/ 0 h 276999"/>
                          <a:gd name="connsiteX3" fmla="*/ 1023165 w 1023165"/>
                          <a:gd name="connsiteY3" fmla="*/ 276999 h 276999"/>
                          <a:gd name="connsiteX4" fmla="*/ 521814 w 1023165"/>
                          <a:gd name="connsiteY4" fmla="*/ 276999 h 276999"/>
                          <a:gd name="connsiteX5" fmla="*/ 0 w 1023165"/>
                          <a:gd name="connsiteY5" fmla="*/ 276999 h 276999"/>
                          <a:gd name="connsiteX6" fmla="*/ 0 w 1023165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23165" h="276999" fill="none" extrusionOk="0">
                            <a:moveTo>
                              <a:pt x="0" y="0"/>
                            </a:moveTo>
                            <a:cubicBezTo>
                              <a:pt x="106773" y="-33613"/>
                              <a:pt x="421222" y="29339"/>
                              <a:pt x="532046" y="0"/>
                            </a:cubicBezTo>
                            <a:cubicBezTo>
                              <a:pt x="642870" y="-29339"/>
                              <a:pt x="838880" y="11881"/>
                              <a:pt x="1023165" y="0"/>
                            </a:cubicBezTo>
                            <a:cubicBezTo>
                              <a:pt x="1046855" y="123512"/>
                              <a:pt x="1009332" y="147405"/>
                              <a:pt x="1023165" y="276999"/>
                            </a:cubicBezTo>
                            <a:cubicBezTo>
                              <a:pt x="782318" y="317205"/>
                              <a:pt x="625149" y="249716"/>
                              <a:pt x="521814" y="276999"/>
                            </a:cubicBezTo>
                            <a:cubicBezTo>
                              <a:pt x="418479" y="304282"/>
                              <a:pt x="250795" y="216697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1023165" h="276999" stroke="0" extrusionOk="0">
                            <a:moveTo>
                              <a:pt x="0" y="0"/>
                            </a:moveTo>
                            <a:cubicBezTo>
                              <a:pt x="228657" y="-36047"/>
                              <a:pt x="375306" y="7052"/>
                              <a:pt x="501351" y="0"/>
                            </a:cubicBezTo>
                            <a:cubicBezTo>
                              <a:pt x="627396" y="-7052"/>
                              <a:pt x="902642" y="41138"/>
                              <a:pt x="1023165" y="0"/>
                            </a:cubicBezTo>
                            <a:cubicBezTo>
                              <a:pt x="1051128" y="55906"/>
                              <a:pt x="1003821" y="166747"/>
                              <a:pt x="1023165" y="276999"/>
                            </a:cubicBezTo>
                            <a:cubicBezTo>
                              <a:pt x="805140" y="303637"/>
                              <a:pt x="767042" y="263244"/>
                              <a:pt x="511583" y="276999"/>
                            </a:cubicBezTo>
                            <a:cubicBezTo>
                              <a:pt x="256124" y="290754"/>
                              <a:pt x="253393" y="274836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EE762A6-5C69-C9E0-4500-4CFA05B1E455}"/>
              </a:ext>
            </a:extLst>
          </p:cNvPr>
          <p:cNvGrpSpPr/>
          <p:nvPr/>
        </p:nvGrpSpPr>
        <p:grpSpPr>
          <a:xfrm>
            <a:off x="7273345" y="4395756"/>
            <a:ext cx="620513" cy="679263"/>
            <a:chOff x="7273345" y="4395756"/>
            <a:chExt cx="620513" cy="679263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17E7193-3D5E-4389-7535-EBF0F1151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3345" y="4395756"/>
              <a:ext cx="22442" cy="6792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Graphic 70" descr="Badge Tick1 outline">
              <a:extLst>
                <a:ext uri="{FF2B5EF4-FFF2-40B4-BE49-F238E27FC236}">
                  <a16:creationId xmlns:a16="http://schemas.microsoft.com/office/drawing/2014/main" id="{EBE44320-66A8-05CE-EEE4-862A4D815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362000" y="4511273"/>
              <a:ext cx="531858" cy="53185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7267D8D-3C27-B212-9C18-B79A689589B2}"/>
                  </a:ext>
                </a:extLst>
              </p:cNvPr>
              <p:cNvSpPr txBox="1"/>
              <p:nvPr/>
            </p:nvSpPr>
            <p:spPr>
              <a:xfrm>
                <a:off x="8198474" y="4966711"/>
                <a:ext cx="1238031" cy="276999"/>
              </a:xfrm>
              <a:custGeom>
                <a:avLst/>
                <a:gdLst>
                  <a:gd name="csX0" fmla="*/ 0 w 1238031"/>
                  <a:gd name="csY0" fmla="*/ 0 h 276999"/>
                  <a:gd name="csX1" fmla="*/ 437438 w 1238031"/>
                  <a:gd name="csY1" fmla="*/ 0 h 276999"/>
                  <a:gd name="csX2" fmla="*/ 862495 w 1238031"/>
                  <a:gd name="csY2" fmla="*/ 0 h 276999"/>
                  <a:gd name="csX3" fmla="*/ 1238031 w 1238031"/>
                  <a:gd name="csY3" fmla="*/ 0 h 276999"/>
                  <a:gd name="csX4" fmla="*/ 1238031 w 1238031"/>
                  <a:gd name="csY4" fmla="*/ 276999 h 276999"/>
                  <a:gd name="csX5" fmla="*/ 850115 w 1238031"/>
                  <a:gd name="csY5" fmla="*/ 276999 h 276999"/>
                  <a:gd name="csX6" fmla="*/ 437438 w 1238031"/>
                  <a:gd name="csY6" fmla="*/ 276999 h 276999"/>
                  <a:gd name="csX7" fmla="*/ 0 w 1238031"/>
                  <a:gd name="csY7" fmla="*/ 276999 h 276999"/>
                  <a:gd name="csX8" fmla="*/ 0 w 1238031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38031" h="276999" fill="none" extrusionOk="0">
                    <a:moveTo>
                      <a:pt x="0" y="0"/>
                    </a:moveTo>
                    <a:cubicBezTo>
                      <a:pt x="105990" y="-558"/>
                      <a:pt x="308402" y="30506"/>
                      <a:pt x="437438" y="0"/>
                    </a:cubicBezTo>
                    <a:cubicBezTo>
                      <a:pt x="566474" y="-30506"/>
                      <a:pt x="710020" y="20504"/>
                      <a:pt x="862495" y="0"/>
                    </a:cubicBezTo>
                    <a:cubicBezTo>
                      <a:pt x="1014970" y="-20504"/>
                      <a:pt x="1075088" y="29066"/>
                      <a:pt x="1238031" y="0"/>
                    </a:cubicBezTo>
                    <a:cubicBezTo>
                      <a:pt x="1264229" y="80700"/>
                      <a:pt x="1223897" y="202672"/>
                      <a:pt x="1238031" y="276999"/>
                    </a:cubicBezTo>
                    <a:cubicBezTo>
                      <a:pt x="1139273" y="317241"/>
                      <a:pt x="930414" y="231522"/>
                      <a:pt x="850115" y="276999"/>
                    </a:cubicBezTo>
                    <a:cubicBezTo>
                      <a:pt x="769816" y="322476"/>
                      <a:pt x="585784" y="273670"/>
                      <a:pt x="437438" y="276999"/>
                    </a:cubicBezTo>
                    <a:cubicBezTo>
                      <a:pt x="289092" y="280328"/>
                      <a:pt x="190944" y="253144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38031" h="276999" stroke="0" extrusionOk="0">
                    <a:moveTo>
                      <a:pt x="0" y="0"/>
                    </a:moveTo>
                    <a:cubicBezTo>
                      <a:pt x="92565" y="-4062"/>
                      <a:pt x="211973" y="30845"/>
                      <a:pt x="400297" y="0"/>
                    </a:cubicBezTo>
                    <a:cubicBezTo>
                      <a:pt x="588621" y="-30845"/>
                      <a:pt x="617208" y="2245"/>
                      <a:pt x="775833" y="0"/>
                    </a:cubicBezTo>
                    <a:cubicBezTo>
                      <a:pt x="934458" y="-2245"/>
                      <a:pt x="1050176" y="23671"/>
                      <a:pt x="1238031" y="0"/>
                    </a:cubicBezTo>
                    <a:cubicBezTo>
                      <a:pt x="1251459" y="90708"/>
                      <a:pt x="1222304" y="144548"/>
                      <a:pt x="1238031" y="276999"/>
                    </a:cubicBezTo>
                    <a:cubicBezTo>
                      <a:pt x="1149144" y="299971"/>
                      <a:pt x="1038507" y="253238"/>
                      <a:pt x="850115" y="276999"/>
                    </a:cubicBezTo>
                    <a:cubicBezTo>
                      <a:pt x="661723" y="300760"/>
                      <a:pt x="599043" y="263164"/>
                      <a:pt x="412677" y="276999"/>
                    </a:cubicBezTo>
                    <a:cubicBezTo>
                      <a:pt x="226311" y="290834"/>
                      <a:pt x="193142" y="267310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7267D8D-3C27-B212-9C18-B79A68958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474" y="4966711"/>
                <a:ext cx="1238031" cy="276999"/>
              </a:xfrm>
              <a:prstGeom prst="rect">
                <a:avLst/>
              </a:prstGeom>
              <a:blipFill>
                <a:blip r:embed="rId27"/>
                <a:stretch>
                  <a:fillRect l="-1442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238031"/>
                          <a:gd name="connsiteY0" fmla="*/ 0 h 276999"/>
                          <a:gd name="connsiteX1" fmla="*/ 437438 w 1238031"/>
                          <a:gd name="connsiteY1" fmla="*/ 0 h 276999"/>
                          <a:gd name="connsiteX2" fmla="*/ 862495 w 1238031"/>
                          <a:gd name="connsiteY2" fmla="*/ 0 h 276999"/>
                          <a:gd name="connsiteX3" fmla="*/ 1238031 w 1238031"/>
                          <a:gd name="connsiteY3" fmla="*/ 0 h 276999"/>
                          <a:gd name="connsiteX4" fmla="*/ 1238031 w 1238031"/>
                          <a:gd name="connsiteY4" fmla="*/ 276999 h 276999"/>
                          <a:gd name="connsiteX5" fmla="*/ 850115 w 1238031"/>
                          <a:gd name="connsiteY5" fmla="*/ 276999 h 276999"/>
                          <a:gd name="connsiteX6" fmla="*/ 437438 w 1238031"/>
                          <a:gd name="connsiteY6" fmla="*/ 276999 h 276999"/>
                          <a:gd name="connsiteX7" fmla="*/ 0 w 1238031"/>
                          <a:gd name="connsiteY7" fmla="*/ 276999 h 276999"/>
                          <a:gd name="connsiteX8" fmla="*/ 0 w 1238031"/>
                          <a:gd name="connsiteY8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238031" h="276999" fill="none" extrusionOk="0">
                            <a:moveTo>
                              <a:pt x="0" y="0"/>
                            </a:moveTo>
                            <a:cubicBezTo>
                              <a:pt x="105990" y="-558"/>
                              <a:pt x="308402" y="30506"/>
                              <a:pt x="437438" y="0"/>
                            </a:cubicBezTo>
                            <a:cubicBezTo>
                              <a:pt x="566474" y="-30506"/>
                              <a:pt x="710020" y="20504"/>
                              <a:pt x="862495" y="0"/>
                            </a:cubicBezTo>
                            <a:cubicBezTo>
                              <a:pt x="1014970" y="-20504"/>
                              <a:pt x="1075088" y="29066"/>
                              <a:pt x="1238031" y="0"/>
                            </a:cubicBezTo>
                            <a:cubicBezTo>
                              <a:pt x="1264229" y="80700"/>
                              <a:pt x="1223897" y="202672"/>
                              <a:pt x="1238031" y="276999"/>
                            </a:cubicBezTo>
                            <a:cubicBezTo>
                              <a:pt x="1139273" y="317241"/>
                              <a:pt x="930414" y="231522"/>
                              <a:pt x="850115" y="276999"/>
                            </a:cubicBezTo>
                            <a:cubicBezTo>
                              <a:pt x="769816" y="322476"/>
                              <a:pt x="585784" y="273670"/>
                              <a:pt x="437438" y="276999"/>
                            </a:cubicBezTo>
                            <a:cubicBezTo>
                              <a:pt x="289092" y="280328"/>
                              <a:pt x="190944" y="253144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38031" h="276999" stroke="0" extrusionOk="0">
                            <a:moveTo>
                              <a:pt x="0" y="0"/>
                            </a:moveTo>
                            <a:cubicBezTo>
                              <a:pt x="92565" y="-4062"/>
                              <a:pt x="211973" y="30845"/>
                              <a:pt x="400297" y="0"/>
                            </a:cubicBezTo>
                            <a:cubicBezTo>
                              <a:pt x="588621" y="-30845"/>
                              <a:pt x="617208" y="2245"/>
                              <a:pt x="775833" y="0"/>
                            </a:cubicBezTo>
                            <a:cubicBezTo>
                              <a:pt x="934458" y="-2245"/>
                              <a:pt x="1050176" y="23671"/>
                              <a:pt x="1238031" y="0"/>
                            </a:cubicBezTo>
                            <a:cubicBezTo>
                              <a:pt x="1251459" y="90708"/>
                              <a:pt x="1222304" y="144548"/>
                              <a:pt x="1238031" y="276999"/>
                            </a:cubicBezTo>
                            <a:cubicBezTo>
                              <a:pt x="1149144" y="299971"/>
                              <a:pt x="1038507" y="253238"/>
                              <a:pt x="850115" y="276999"/>
                            </a:cubicBezTo>
                            <a:cubicBezTo>
                              <a:pt x="661723" y="300760"/>
                              <a:pt x="599043" y="263164"/>
                              <a:pt x="412677" y="276999"/>
                            </a:cubicBezTo>
                            <a:cubicBezTo>
                              <a:pt x="226311" y="290834"/>
                              <a:pt x="193142" y="267310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01B5591-C33D-9E6E-DDAD-E22E1D999C08}"/>
                  </a:ext>
                </a:extLst>
              </p:cNvPr>
              <p:cNvSpPr txBox="1"/>
              <p:nvPr/>
            </p:nvSpPr>
            <p:spPr>
              <a:xfrm>
                <a:off x="8208928" y="4966711"/>
                <a:ext cx="1238031" cy="276999"/>
              </a:xfrm>
              <a:custGeom>
                <a:avLst/>
                <a:gdLst>
                  <a:gd name="csX0" fmla="*/ 0 w 1238031"/>
                  <a:gd name="csY0" fmla="*/ 0 h 276999"/>
                  <a:gd name="csX1" fmla="*/ 437438 w 1238031"/>
                  <a:gd name="csY1" fmla="*/ 0 h 276999"/>
                  <a:gd name="csX2" fmla="*/ 862495 w 1238031"/>
                  <a:gd name="csY2" fmla="*/ 0 h 276999"/>
                  <a:gd name="csX3" fmla="*/ 1238031 w 1238031"/>
                  <a:gd name="csY3" fmla="*/ 0 h 276999"/>
                  <a:gd name="csX4" fmla="*/ 1238031 w 1238031"/>
                  <a:gd name="csY4" fmla="*/ 276999 h 276999"/>
                  <a:gd name="csX5" fmla="*/ 850115 w 1238031"/>
                  <a:gd name="csY5" fmla="*/ 276999 h 276999"/>
                  <a:gd name="csX6" fmla="*/ 437438 w 1238031"/>
                  <a:gd name="csY6" fmla="*/ 276999 h 276999"/>
                  <a:gd name="csX7" fmla="*/ 0 w 1238031"/>
                  <a:gd name="csY7" fmla="*/ 276999 h 276999"/>
                  <a:gd name="csX8" fmla="*/ 0 w 1238031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38031" h="276999" fill="none" extrusionOk="0">
                    <a:moveTo>
                      <a:pt x="0" y="0"/>
                    </a:moveTo>
                    <a:cubicBezTo>
                      <a:pt x="105990" y="-558"/>
                      <a:pt x="308402" y="30506"/>
                      <a:pt x="437438" y="0"/>
                    </a:cubicBezTo>
                    <a:cubicBezTo>
                      <a:pt x="566474" y="-30506"/>
                      <a:pt x="710020" y="20504"/>
                      <a:pt x="862495" y="0"/>
                    </a:cubicBezTo>
                    <a:cubicBezTo>
                      <a:pt x="1014970" y="-20504"/>
                      <a:pt x="1075088" y="29066"/>
                      <a:pt x="1238031" y="0"/>
                    </a:cubicBezTo>
                    <a:cubicBezTo>
                      <a:pt x="1264229" y="80700"/>
                      <a:pt x="1223897" y="202672"/>
                      <a:pt x="1238031" y="276999"/>
                    </a:cubicBezTo>
                    <a:cubicBezTo>
                      <a:pt x="1139273" y="317241"/>
                      <a:pt x="930414" y="231522"/>
                      <a:pt x="850115" y="276999"/>
                    </a:cubicBezTo>
                    <a:cubicBezTo>
                      <a:pt x="769816" y="322476"/>
                      <a:pt x="585784" y="273670"/>
                      <a:pt x="437438" y="276999"/>
                    </a:cubicBezTo>
                    <a:cubicBezTo>
                      <a:pt x="289092" y="280328"/>
                      <a:pt x="190944" y="253144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238031" h="276999" stroke="0" extrusionOk="0">
                    <a:moveTo>
                      <a:pt x="0" y="0"/>
                    </a:moveTo>
                    <a:cubicBezTo>
                      <a:pt x="92565" y="-4062"/>
                      <a:pt x="211973" y="30845"/>
                      <a:pt x="400297" y="0"/>
                    </a:cubicBezTo>
                    <a:cubicBezTo>
                      <a:pt x="588621" y="-30845"/>
                      <a:pt x="617208" y="2245"/>
                      <a:pt x="775833" y="0"/>
                    </a:cubicBezTo>
                    <a:cubicBezTo>
                      <a:pt x="934458" y="-2245"/>
                      <a:pt x="1050176" y="23671"/>
                      <a:pt x="1238031" y="0"/>
                    </a:cubicBezTo>
                    <a:cubicBezTo>
                      <a:pt x="1251459" y="90708"/>
                      <a:pt x="1222304" y="144548"/>
                      <a:pt x="1238031" y="276999"/>
                    </a:cubicBezTo>
                    <a:cubicBezTo>
                      <a:pt x="1149144" y="299971"/>
                      <a:pt x="1038507" y="253238"/>
                      <a:pt x="850115" y="276999"/>
                    </a:cubicBezTo>
                    <a:cubicBezTo>
                      <a:pt x="661723" y="300760"/>
                      <a:pt x="599043" y="263164"/>
                      <a:pt x="412677" y="276999"/>
                    </a:cubicBezTo>
                    <a:cubicBezTo>
                      <a:pt x="226311" y="290834"/>
                      <a:pt x="193142" y="267310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01B5591-C33D-9E6E-DDAD-E22E1D99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28" y="4966711"/>
                <a:ext cx="1238031" cy="276999"/>
              </a:xfrm>
              <a:prstGeom prst="rect">
                <a:avLst/>
              </a:prstGeom>
              <a:blipFill>
                <a:blip r:embed="rId28"/>
                <a:stretch>
                  <a:fillRect l="-1442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238031"/>
                          <a:gd name="connsiteY0" fmla="*/ 0 h 276999"/>
                          <a:gd name="connsiteX1" fmla="*/ 437438 w 1238031"/>
                          <a:gd name="connsiteY1" fmla="*/ 0 h 276999"/>
                          <a:gd name="connsiteX2" fmla="*/ 862495 w 1238031"/>
                          <a:gd name="connsiteY2" fmla="*/ 0 h 276999"/>
                          <a:gd name="connsiteX3" fmla="*/ 1238031 w 1238031"/>
                          <a:gd name="connsiteY3" fmla="*/ 0 h 276999"/>
                          <a:gd name="connsiteX4" fmla="*/ 1238031 w 1238031"/>
                          <a:gd name="connsiteY4" fmla="*/ 276999 h 276999"/>
                          <a:gd name="connsiteX5" fmla="*/ 850115 w 1238031"/>
                          <a:gd name="connsiteY5" fmla="*/ 276999 h 276999"/>
                          <a:gd name="connsiteX6" fmla="*/ 437438 w 1238031"/>
                          <a:gd name="connsiteY6" fmla="*/ 276999 h 276999"/>
                          <a:gd name="connsiteX7" fmla="*/ 0 w 1238031"/>
                          <a:gd name="connsiteY7" fmla="*/ 276999 h 276999"/>
                          <a:gd name="connsiteX8" fmla="*/ 0 w 1238031"/>
                          <a:gd name="connsiteY8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238031" h="276999" fill="none" extrusionOk="0">
                            <a:moveTo>
                              <a:pt x="0" y="0"/>
                            </a:moveTo>
                            <a:cubicBezTo>
                              <a:pt x="105990" y="-558"/>
                              <a:pt x="308402" y="30506"/>
                              <a:pt x="437438" y="0"/>
                            </a:cubicBezTo>
                            <a:cubicBezTo>
                              <a:pt x="566474" y="-30506"/>
                              <a:pt x="710020" y="20504"/>
                              <a:pt x="862495" y="0"/>
                            </a:cubicBezTo>
                            <a:cubicBezTo>
                              <a:pt x="1014970" y="-20504"/>
                              <a:pt x="1075088" y="29066"/>
                              <a:pt x="1238031" y="0"/>
                            </a:cubicBezTo>
                            <a:cubicBezTo>
                              <a:pt x="1264229" y="80700"/>
                              <a:pt x="1223897" y="202672"/>
                              <a:pt x="1238031" y="276999"/>
                            </a:cubicBezTo>
                            <a:cubicBezTo>
                              <a:pt x="1139273" y="317241"/>
                              <a:pt x="930414" y="231522"/>
                              <a:pt x="850115" y="276999"/>
                            </a:cubicBezTo>
                            <a:cubicBezTo>
                              <a:pt x="769816" y="322476"/>
                              <a:pt x="585784" y="273670"/>
                              <a:pt x="437438" y="276999"/>
                            </a:cubicBezTo>
                            <a:cubicBezTo>
                              <a:pt x="289092" y="280328"/>
                              <a:pt x="190944" y="253144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238031" h="276999" stroke="0" extrusionOk="0">
                            <a:moveTo>
                              <a:pt x="0" y="0"/>
                            </a:moveTo>
                            <a:cubicBezTo>
                              <a:pt x="92565" y="-4062"/>
                              <a:pt x="211973" y="30845"/>
                              <a:pt x="400297" y="0"/>
                            </a:cubicBezTo>
                            <a:cubicBezTo>
                              <a:pt x="588621" y="-30845"/>
                              <a:pt x="617208" y="2245"/>
                              <a:pt x="775833" y="0"/>
                            </a:cubicBezTo>
                            <a:cubicBezTo>
                              <a:pt x="934458" y="-2245"/>
                              <a:pt x="1050176" y="23671"/>
                              <a:pt x="1238031" y="0"/>
                            </a:cubicBezTo>
                            <a:cubicBezTo>
                              <a:pt x="1251459" y="90708"/>
                              <a:pt x="1222304" y="144548"/>
                              <a:pt x="1238031" y="276999"/>
                            </a:cubicBezTo>
                            <a:cubicBezTo>
                              <a:pt x="1149144" y="299971"/>
                              <a:pt x="1038507" y="253238"/>
                              <a:pt x="850115" y="276999"/>
                            </a:cubicBezTo>
                            <a:cubicBezTo>
                              <a:pt x="661723" y="300760"/>
                              <a:pt x="599043" y="263164"/>
                              <a:pt x="412677" y="276999"/>
                            </a:cubicBezTo>
                            <a:cubicBezTo>
                              <a:pt x="226311" y="290834"/>
                              <a:pt x="193142" y="267310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>
            <a:extLst>
              <a:ext uri="{FF2B5EF4-FFF2-40B4-BE49-F238E27FC236}">
                <a16:creationId xmlns:a16="http://schemas.microsoft.com/office/drawing/2014/main" id="{B3ED7B54-6F5B-B73F-FCDE-B479D76DDEBA}"/>
              </a:ext>
            </a:extLst>
          </p:cNvPr>
          <p:cNvSpPr/>
          <p:nvPr/>
        </p:nvSpPr>
        <p:spPr>
          <a:xfrm>
            <a:off x="5423314" y="624254"/>
            <a:ext cx="5470355" cy="712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3" name="Graphic 82" descr="Exclamation mark with solid fill">
            <a:extLst>
              <a:ext uri="{FF2B5EF4-FFF2-40B4-BE49-F238E27FC236}">
                <a16:creationId xmlns:a16="http://schemas.microsoft.com/office/drawing/2014/main" id="{55AED070-8F9E-24E8-E235-35750C842F8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66700" y="4789422"/>
            <a:ext cx="761009" cy="76100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ACAD4E3-3562-AD01-9CD1-DF6EA01DA42B}"/>
              </a:ext>
            </a:extLst>
          </p:cNvPr>
          <p:cNvSpPr txBox="1"/>
          <p:nvPr/>
        </p:nvSpPr>
        <p:spPr>
          <a:xfrm>
            <a:off x="6510627" y="4601129"/>
            <a:ext cx="846769" cy="338554"/>
          </a:xfrm>
          <a:custGeom>
            <a:avLst/>
            <a:gdLst>
              <a:gd name="csX0" fmla="*/ 0 w 846769"/>
              <a:gd name="csY0" fmla="*/ 0 h 338554"/>
              <a:gd name="csX1" fmla="*/ 414917 w 846769"/>
              <a:gd name="csY1" fmla="*/ 0 h 338554"/>
              <a:gd name="csX2" fmla="*/ 846769 w 846769"/>
              <a:gd name="csY2" fmla="*/ 0 h 338554"/>
              <a:gd name="csX3" fmla="*/ 846769 w 846769"/>
              <a:gd name="csY3" fmla="*/ 338554 h 338554"/>
              <a:gd name="csX4" fmla="*/ 423385 w 846769"/>
              <a:gd name="csY4" fmla="*/ 338554 h 338554"/>
              <a:gd name="csX5" fmla="*/ 0 w 846769"/>
              <a:gd name="csY5" fmla="*/ 338554 h 338554"/>
              <a:gd name="csX6" fmla="*/ 0 w 846769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46769" h="338554" extrusionOk="0">
                <a:moveTo>
                  <a:pt x="0" y="0"/>
                </a:moveTo>
                <a:cubicBezTo>
                  <a:pt x="83202" y="-44371"/>
                  <a:pt x="239694" y="19385"/>
                  <a:pt x="414917" y="0"/>
                </a:cubicBezTo>
                <a:cubicBezTo>
                  <a:pt x="590140" y="-19385"/>
                  <a:pt x="669026" y="29297"/>
                  <a:pt x="846769" y="0"/>
                </a:cubicBezTo>
                <a:cubicBezTo>
                  <a:pt x="878776" y="165407"/>
                  <a:pt x="822318" y="265303"/>
                  <a:pt x="846769" y="338554"/>
                </a:cubicBezTo>
                <a:cubicBezTo>
                  <a:pt x="694026" y="366466"/>
                  <a:pt x="611097" y="316518"/>
                  <a:pt x="423385" y="338554"/>
                </a:cubicBezTo>
                <a:cubicBezTo>
                  <a:pt x="235673" y="360590"/>
                  <a:pt x="132794" y="294617"/>
                  <a:pt x="0" y="338554"/>
                </a:cubicBezTo>
                <a:cubicBezTo>
                  <a:pt x="-6802" y="201495"/>
                  <a:pt x="23749" y="127991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Order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10499E-C74D-4F88-7D50-75F520065D32}"/>
              </a:ext>
            </a:extLst>
          </p:cNvPr>
          <p:cNvSpPr txBox="1"/>
          <p:nvPr/>
        </p:nvSpPr>
        <p:spPr>
          <a:xfrm>
            <a:off x="7922048" y="171524"/>
            <a:ext cx="405031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#2: The lottery ticket costs </a:t>
            </a:r>
            <a:r>
              <a:rPr lang="en-US" b="1" dirty="0"/>
              <a:t>₹1 </a:t>
            </a:r>
            <a:r>
              <a:rPr lang="en-US" dirty="0"/>
              <a:t>and </a:t>
            </a:r>
            <a:r>
              <a:rPr lang="en-IN" dirty="0"/>
              <a:t>winning gives you </a:t>
            </a:r>
            <a:r>
              <a:rPr lang="en-IN" b="1" dirty="0"/>
              <a:t>₹1000 Crore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115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62" grpId="0"/>
      <p:bldP spid="63" grpId="0" animBg="1"/>
      <p:bldP spid="65" grpId="0" animBg="1"/>
      <p:bldP spid="32" grpId="0" animBg="1"/>
      <p:bldP spid="54" grpId="0" animBg="1"/>
      <p:bldP spid="56" grpId="0"/>
      <p:bldP spid="57" grpId="0" animBg="1"/>
      <p:bldP spid="74" grpId="0" animBg="1"/>
      <p:bldP spid="78" grpId="0" animBg="1"/>
      <p:bldP spid="79" grpId="0" animBg="1"/>
      <p:bldP spid="40" grpId="0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CA4BC-2437-3EFD-8F94-99C69C77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61C9915-874E-5308-22E3-52816E162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01402AE-880A-E6AD-0D73-5AD87DF8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20AA1-FECD-24C5-DC6D-F7CA4213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Risk Attitudes</a:t>
            </a:r>
            <a:endParaRPr lang="en-US" sz="5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57FC90-507D-E840-C9B3-D7CDF84FB662}"/>
                  </a:ext>
                </a:extLst>
              </p:cNvPr>
              <p:cNvSpPr txBox="1"/>
              <p:nvPr/>
            </p:nvSpPr>
            <p:spPr>
              <a:xfrm>
                <a:off x="627022" y="3209568"/>
                <a:ext cx="10937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57FC90-507D-E840-C9B3-D7CDF84FB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22" y="3209568"/>
                <a:ext cx="1093761" cy="276999"/>
              </a:xfrm>
              <a:prstGeom prst="rect">
                <a:avLst/>
              </a:prstGeom>
              <a:blipFill>
                <a:blip r:embed="rId2"/>
                <a:stretch>
                  <a:fillRect l="-502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B64B8E-3142-8B70-D65F-6D72516CBD8B}"/>
              </a:ext>
            </a:extLst>
          </p:cNvPr>
          <p:cNvGrpSpPr/>
          <p:nvPr/>
        </p:nvGrpSpPr>
        <p:grpSpPr>
          <a:xfrm>
            <a:off x="1853547" y="3485837"/>
            <a:ext cx="2947738" cy="2078995"/>
            <a:chOff x="1853547" y="3485837"/>
            <a:chExt cx="2947738" cy="20789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7E911C-DCBA-F78C-5269-9FE8A172F47D}"/>
                </a:ext>
              </a:extLst>
            </p:cNvPr>
            <p:cNvSpPr txBox="1"/>
            <p:nvPr/>
          </p:nvSpPr>
          <p:spPr>
            <a:xfrm>
              <a:off x="1853547" y="4589264"/>
              <a:ext cx="844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0225DEB-84A1-3CAA-47B6-DB0613B1ACA5}"/>
                </a:ext>
              </a:extLst>
            </p:cNvPr>
            <p:cNvGrpSpPr/>
            <p:nvPr/>
          </p:nvGrpSpPr>
          <p:grpSpPr>
            <a:xfrm>
              <a:off x="2698351" y="3485837"/>
              <a:ext cx="2102934" cy="2078995"/>
              <a:chOff x="2698351" y="3270178"/>
              <a:chExt cx="2102934" cy="207899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D097877-C501-1615-8AFF-06FF3BBDEEAB}"/>
                  </a:ext>
                </a:extLst>
              </p:cNvPr>
              <p:cNvGrpSpPr/>
              <p:nvPr/>
            </p:nvGrpSpPr>
            <p:grpSpPr>
              <a:xfrm>
                <a:off x="2698351" y="3270178"/>
                <a:ext cx="1874271" cy="1288093"/>
                <a:chOff x="2698351" y="3270178"/>
                <a:chExt cx="1874271" cy="1288093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5F28A971-F214-7D52-DE8C-52FDA4EDC51C}"/>
                    </a:ext>
                  </a:extLst>
                </p:cNvPr>
                <p:cNvCxnSpPr>
                  <a:cxnSpLocks/>
                  <a:stCxn id="11" idx="3"/>
                  <a:endCxn id="22" idx="3"/>
                </p:cNvCxnSpPr>
                <p:nvPr/>
              </p:nvCxnSpPr>
              <p:spPr>
                <a:xfrm flipV="1">
                  <a:off x="2698351" y="3270178"/>
                  <a:ext cx="1874271" cy="128809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7E63D9AF-2F24-DFD3-FDC4-014D9F14F8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8366" y="3447011"/>
                      <a:ext cx="2049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7E63D9AF-2F24-DFD3-FDC4-014D9F14F8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08366" y="3447011"/>
                      <a:ext cx="204992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6471" r="-26471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F139E23-8918-D56A-D22E-A37545533AB4}"/>
                  </a:ext>
                </a:extLst>
              </p:cNvPr>
              <p:cNvGrpSpPr/>
              <p:nvPr/>
            </p:nvGrpSpPr>
            <p:grpSpPr>
              <a:xfrm>
                <a:off x="2698351" y="4558271"/>
                <a:ext cx="2102934" cy="790902"/>
                <a:chOff x="2698351" y="4558271"/>
                <a:chExt cx="2102934" cy="790902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0E3AE089-99A0-AF51-BFD1-46224CD97AB6}"/>
                    </a:ext>
                  </a:extLst>
                </p:cNvPr>
                <p:cNvCxnSpPr>
                  <a:cxnSpLocks/>
                  <a:stCxn id="11" idx="3"/>
                  <a:endCxn id="41" idx="1"/>
                </p:cNvCxnSpPr>
                <p:nvPr/>
              </p:nvCxnSpPr>
              <p:spPr>
                <a:xfrm>
                  <a:off x="2698351" y="4558271"/>
                  <a:ext cx="2102934" cy="79090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FD7CD96A-52BA-40FA-7C91-1B38986962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4964" y="4684724"/>
                      <a:ext cx="2204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FD7CD96A-52BA-40FA-7C91-1B38986962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04964" y="4684724"/>
                      <a:ext cx="220445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778" r="-2500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3A643A-656A-EFC1-D438-9C011FA83ED6}"/>
              </a:ext>
            </a:extLst>
          </p:cNvPr>
          <p:cNvGrpSpPr/>
          <p:nvPr/>
        </p:nvGrpSpPr>
        <p:grpSpPr>
          <a:xfrm>
            <a:off x="4673436" y="2370371"/>
            <a:ext cx="1592419" cy="2102242"/>
            <a:chOff x="5369150" y="4198522"/>
            <a:chExt cx="1592419" cy="210224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7E1EFEA-4577-ADA0-A34E-DCB335F5A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CE1BE7F-153A-013D-06A7-CC42CA67BB20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>
              <a:off x="5432106" y="5231956"/>
              <a:ext cx="1389244" cy="10688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F347B07-9C93-ADE8-5840-59134F4E1038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 flipV="1">
              <a:off x="5369150" y="5227957"/>
              <a:ext cx="1468218" cy="122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70F18DA-EEBF-1962-E74F-AEB4AD6BD564}"/>
                  </a:ext>
                </a:extLst>
              </p:cNvPr>
              <p:cNvSpPr txBox="1"/>
              <p:nvPr/>
            </p:nvSpPr>
            <p:spPr>
              <a:xfrm>
                <a:off x="6273527" y="2118993"/>
                <a:ext cx="1008288" cy="553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0−1900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𝟏𝟗𝟎𝟎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70F18DA-EEBF-1962-E74F-AEB4AD6BD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527" y="2118993"/>
                <a:ext cx="1008288" cy="553998"/>
              </a:xfrm>
              <a:prstGeom prst="rect">
                <a:avLst/>
              </a:prstGeom>
              <a:blipFill>
                <a:blip r:embed="rId5"/>
                <a:stretch>
                  <a:fillRect l="-3012" r="-6024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4A10A37-357E-28F5-EEC6-F87AA06AAF59}"/>
                  </a:ext>
                </a:extLst>
              </p:cNvPr>
              <p:cNvSpPr txBox="1"/>
              <p:nvPr/>
            </p:nvSpPr>
            <p:spPr>
              <a:xfrm>
                <a:off x="6141654" y="3122807"/>
                <a:ext cx="1609415" cy="553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100000−1900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𝟗𝟖𝟏𝟎𝟎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4A10A37-357E-28F5-EEC6-F87AA06AA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654" y="3122807"/>
                <a:ext cx="1609415" cy="553998"/>
              </a:xfrm>
              <a:prstGeom prst="rect">
                <a:avLst/>
              </a:prstGeom>
              <a:blipFill>
                <a:blip r:embed="rId6"/>
                <a:stretch>
                  <a:fillRect l="-3019" r="-3019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20DEABC-F80F-8F50-C155-38F8D90476E5}"/>
              </a:ext>
            </a:extLst>
          </p:cNvPr>
          <p:cNvGrpSpPr/>
          <p:nvPr/>
        </p:nvGrpSpPr>
        <p:grpSpPr>
          <a:xfrm>
            <a:off x="4290406" y="2105480"/>
            <a:ext cx="1697696" cy="1990915"/>
            <a:chOff x="4290406" y="2105480"/>
            <a:chExt cx="1697696" cy="199091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0AA6076-AC6E-1A3D-B8F2-620A2CE0430A}"/>
                </a:ext>
              </a:extLst>
            </p:cNvPr>
            <p:cNvGrpSpPr/>
            <p:nvPr/>
          </p:nvGrpSpPr>
          <p:grpSpPr>
            <a:xfrm>
              <a:off x="5308577" y="2539912"/>
              <a:ext cx="543081" cy="1320868"/>
              <a:chOff x="6004291" y="4368063"/>
              <a:chExt cx="543081" cy="13208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B6527B47-9CF6-22E5-5899-F8333188042F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4368063"/>
                    <a:ext cx="543080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B6527B47-9CF6-22E5-5899-F833318804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4368063"/>
                    <a:ext cx="543080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618" r="-449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E235592E-A760-A394-52F2-D37256C895AE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1" y="4932827"/>
                    <a:ext cx="543081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0.009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E235592E-A760-A394-52F2-D37256C895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1" y="4932827"/>
                    <a:ext cx="54308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5730" r="-17978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C7E57F-4442-464E-2E31-37F3BD2CA1B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5411932"/>
                    <a:ext cx="543080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0.001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C7E57F-4442-464E-2E31-37F3BD2CA1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5411932"/>
                    <a:ext cx="54308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5730" r="-17978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770BBB-C4DB-C1BC-2956-F14C6EA3900C}"/>
                </a:ext>
              </a:extLst>
            </p:cNvPr>
            <p:cNvGrpSpPr/>
            <p:nvPr/>
          </p:nvGrpSpPr>
          <p:grpSpPr>
            <a:xfrm>
              <a:off x="4290406" y="2105480"/>
              <a:ext cx="1697696" cy="1990915"/>
              <a:chOff x="4986120" y="3933631"/>
              <a:chExt cx="1697696" cy="1990915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E1165194-9FD6-7C9F-ACCF-BBCD584BAC2D}"/>
                  </a:ext>
                </a:extLst>
              </p:cNvPr>
              <p:cNvSpPr/>
              <p:nvPr/>
            </p:nvSpPr>
            <p:spPr>
              <a:xfrm>
                <a:off x="5829300" y="4150892"/>
                <a:ext cx="854516" cy="1773654"/>
              </a:xfrm>
              <a:custGeom>
                <a:avLst/>
                <a:gdLst>
                  <a:gd name="csX0" fmla="*/ 0 w 854516"/>
                  <a:gd name="csY0" fmla="*/ 142422 h 1773654"/>
                  <a:gd name="csX1" fmla="*/ 142422 w 854516"/>
                  <a:gd name="csY1" fmla="*/ 0 h 1773654"/>
                  <a:gd name="csX2" fmla="*/ 712094 w 854516"/>
                  <a:gd name="csY2" fmla="*/ 0 h 1773654"/>
                  <a:gd name="csX3" fmla="*/ 854516 w 854516"/>
                  <a:gd name="csY3" fmla="*/ 142422 h 1773654"/>
                  <a:gd name="csX4" fmla="*/ 854516 w 854516"/>
                  <a:gd name="csY4" fmla="*/ 638692 h 1773654"/>
                  <a:gd name="csX5" fmla="*/ 854516 w 854516"/>
                  <a:gd name="csY5" fmla="*/ 1120074 h 1773654"/>
                  <a:gd name="csX6" fmla="*/ 854516 w 854516"/>
                  <a:gd name="csY6" fmla="*/ 1631232 h 1773654"/>
                  <a:gd name="csX7" fmla="*/ 712094 w 854516"/>
                  <a:gd name="csY7" fmla="*/ 1773654 h 1773654"/>
                  <a:gd name="csX8" fmla="*/ 142422 w 854516"/>
                  <a:gd name="csY8" fmla="*/ 1773654 h 1773654"/>
                  <a:gd name="csX9" fmla="*/ 0 w 854516"/>
                  <a:gd name="csY9" fmla="*/ 1631232 h 1773654"/>
                  <a:gd name="csX10" fmla="*/ 0 w 854516"/>
                  <a:gd name="csY10" fmla="*/ 1120074 h 1773654"/>
                  <a:gd name="csX11" fmla="*/ 0 w 854516"/>
                  <a:gd name="csY11" fmla="*/ 594028 h 1773654"/>
                  <a:gd name="csX12" fmla="*/ 0 w 854516"/>
                  <a:gd name="csY12" fmla="*/ 142422 h 17736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54516" h="1773654" extrusionOk="0">
                    <a:moveTo>
                      <a:pt x="0" y="142422"/>
                    </a:moveTo>
                    <a:cubicBezTo>
                      <a:pt x="-3979" y="61311"/>
                      <a:pt x="61909" y="696"/>
                      <a:pt x="142422" y="0"/>
                    </a:cubicBezTo>
                    <a:cubicBezTo>
                      <a:pt x="351855" y="-55064"/>
                      <a:pt x="464497" y="50613"/>
                      <a:pt x="712094" y="0"/>
                    </a:cubicBezTo>
                    <a:cubicBezTo>
                      <a:pt x="781843" y="-6776"/>
                      <a:pt x="846233" y="80766"/>
                      <a:pt x="854516" y="142422"/>
                    </a:cubicBezTo>
                    <a:cubicBezTo>
                      <a:pt x="860208" y="295064"/>
                      <a:pt x="831943" y="507950"/>
                      <a:pt x="854516" y="638692"/>
                    </a:cubicBezTo>
                    <a:cubicBezTo>
                      <a:pt x="877089" y="769434"/>
                      <a:pt x="845156" y="985946"/>
                      <a:pt x="854516" y="1120074"/>
                    </a:cubicBezTo>
                    <a:cubicBezTo>
                      <a:pt x="863876" y="1254202"/>
                      <a:pt x="809456" y="1528290"/>
                      <a:pt x="854516" y="1631232"/>
                    </a:cubicBezTo>
                    <a:cubicBezTo>
                      <a:pt x="852302" y="1688776"/>
                      <a:pt x="779623" y="1789119"/>
                      <a:pt x="712094" y="1773654"/>
                    </a:cubicBezTo>
                    <a:cubicBezTo>
                      <a:pt x="521738" y="1821662"/>
                      <a:pt x="277676" y="1735098"/>
                      <a:pt x="142422" y="1773654"/>
                    </a:cubicBezTo>
                    <a:cubicBezTo>
                      <a:pt x="61961" y="1773551"/>
                      <a:pt x="7232" y="1690057"/>
                      <a:pt x="0" y="1631232"/>
                    </a:cubicBezTo>
                    <a:cubicBezTo>
                      <a:pt x="-17303" y="1394941"/>
                      <a:pt x="37517" y="1243888"/>
                      <a:pt x="0" y="1120074"/>
                    </a:cubicBezTo>
                    <a:cubicBezTo>
                      <a:pt x="-37517" y="996260"/>
                      <a:pt x="62102" y="700417"/>
                      <a:pt x="0" y="594028"/>
                    </a:cubicBezTo>
                    <a:cubicBezTo>
                      <a:pt x="-62102" y="487639"/>
                      <a:pt x="30402" y="263584"/>
                      <a:pt x="0" y="142422"/>
                    </a:cubicBezTo>
                    <a:close/>
                  </a:path>
                </a:pathLst>
              </a:custGeom>
              <a:noFill/>
              <a:ln>
                <a:solidFill>
                  <a:schemeClr val="accent2">
                    <a:lumMod val="75000"/>
                  </a:schemeClr>
                </a:solidFill>
                <a:prstDash val="lgDash"/>
                <a:extLst>
                  <a:ext uri="{C807C97D-BFC1-408E-A445-0C87EB9F89A2}">
                    <ask:lineSketchStyleProps xmlns:ask="http://schemas.microsoft.com/office/drawing/2018/sketchyshapes" sd="1219033472">
                      <a:prstGeom prst="round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2F03667-914E-723D-AD6B-2BD6C3D01820}"/>
                  </a:ext>
                </a:extLst>
              </p:cNvPr>
              <p:cNvSpPr txBox="1"/>
              <p:nvPr/>
            </p:nvSpPr>
            <p:spPr>
              <a:xfrm>
                <a:off x="4986120" y="3933631"/>
                <a:ext cx="988776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Lottery</a:t>
                </a:r>
              </a:p>
            </p:txBody>
          </p:sp>
        </p:grp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3CD87AB-70CF-0B54-155A-87F114BC5CA4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313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8868F0A-9AFD-F840-8AE5-197D2640EEC5}"/>
                  </a:ext>
                </a:extLst>
              </p:cNvPr>
              <p:cNvSpPr txBox="1"/>
              <p:nvPr/>
            </p:nvSpPr>
            <p:spPr>
              <a:xfrm>
                <a:off x="8207816" y="2079036"/>
                <a:ext cx="973407" cy="276999"/>
              </a:xfrm>
              <a:custGeom>
                <a:avLst/>
                <a:gdLst>
                  <a:gd name="csX0" fmla="*/ 0 w 973407"/>
                  <a:gd name="csY0" fmla="*/ 0 h 276999"/>
                  <a:gd name="csX1" fmla="*/ 506172 w 973407"/>
                  <a:gd name="csY1" fmla="*/ 0 h 276999"/>
                  <a:gd name="csX2" fmla="*/ 973407 w 973407"/>
                  <a:gd name="csY2" fmla="*/ 0 h 276999"/>
                  <a:gd name="csX3" fmla="*/ 973407 w 973407"/>
                  <a:gd name="csY3" fmla="*/ 276999 h 276999"/>
                  <a:gd name="csX4" fmla="*/ 496438 w 973407"/>
                  <a:gd name="csY4" fmla="*/ 276999 h 276999"/>
                  <a:gd name="csX5" fmla="*/ 0 w 973407"/>
                  <a:gd name="csY5" fmla="*/ 276999 h 276999"/>
                  <a:gd name="csX6" fmla="*/ 0 w 973407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73407" h="276999" fill="none" extrusionOk="0">
                    <a:moveTo>
                      <a:pt x="0" y="0"/>
                    </a:moveTo>
                    <a:cubicBezTo>
                      <a:pt x="147706" y="-21162"/>
                      <a:pt x="272236" y="23568"/>
                      <a:pt x="506172" y="0"/>
                    </a:cubicBezTo>
                    <a:cubicBezTo>
                      <a:pt x="740108" y="-23568"/>
                      <a:pt x="744311" y="51766"/>
                      <a:pt x="973407" y="0"/>
                    </a:cubicBezTo>
                    <a:cubicBezTo>
                      <a:pt x="997097" y="123512"/>
                      <a:pt x="959574" y="147405"/>
                      <a:pt x="973407" y="276999"/>
                    </a:cubicBezTo>
                    <a:cubicBezTo>
                      <a:pt x="784889" y="299487"/>
                      <a:pt x="630006" y="236658"/>
                      <a:pt x="496438" y="276999"/>
                    </a:cubicBezTo>
                    <a:cubicBezTo>
                      <a:pt x="362870" y="317340"/>
                      <a:pt x="141956" y="241239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973407" h="276999" stroke="0" extrusionOk="0">
                    <a:moveTo>
                      <a:pt x="0" y="0"/>
                    </a:moveTo>
                    <a:cubicBezTo>
                      <a:pt x="227506" y="-1816"/>
                      <a:pt x="360461" y="6277"/>
                      <a:pt x="476969" y="0"/>
                    </a:cubicBezTo>
                    <a:cubicBezTo>
                      <a:pt x="593477" y="-6277"/>
                      <a:pt x="733590" y="56000"/>
                      <a:pt x="973407" y="0"/>
                    </a:cubicBezTo>
                    <a:cubicBezTo>
                      <a:pt x="1001370" y="55906"/>
                      <a:pt x="954063" y="166747"/>
                      <a:pt x="973407" y="276999"/>
                    </a:cubicBezTo>
                    <a:cubicBezTo>
                      <a:pt x="844760" y="333331"/>
                      <a:pt x="629047" y="256795"/>
                      <a:pt x="486704" y="276999"/>
                    </a:cubicBezTo>
                    <a:cubicBezTo>
                      <a:pt x="344361" y="297203"/>
                      <a:pt x="232771" y="271084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8868F0A-9AFD-F840-8AE5-197D2640E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2079036"/>
                <a:ext cx="973407" cy="276999"/>
              </a:xfrm>
              <a:prstGeom prst="rect">
                <a:avLst/>
              </a:prstGeom>
              <a:blipFill>
                <a:blip r:embed="rId10"/>
                <a:stretch>
                  <a:fillRect l="-1818" r="-3636"/>
                </a:stretch>
              </a:blipFill>
              <a:ln>
                <a:solidFill>
                  <a:schemeClr val="accent3">
                    <a:lumMod val="20000"/>
                    <a:lumOff val="8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973407"/>
                          <a:gd name="connsiteY0" fmla="*/ 0 h 276999"/>
                          <a:gd name="connsiteX1" fmla="*/ 476969 w 973407"/>
                          <a:gd name="connsiteY1" fmla="*/ 0 h 276999"/>
                          <a:gd name="connsiteX2" fmla="*/ 973407 w 973407"/>
                          <a:gd name="connsiteY2" fmla="*/ 0 h 276999"/>
                          <a:gd name="connsiteX3" fmla="*/ 973407 w 973407"/>
                          <a:gd name="connsiteY3" fmla="*/ 276999 h 276999"/>
                          <a:gd name="connsiteX4" fmla="*/ 486704 w 973407"/>
                          <a:gd name="connsiteY4" fmla="*/ 276999 h 276999"/>
                          <a:gd name="connsiteX5" fmla="*/ 0 w 973407"/>
                          <a:gd name="connsiteY5" fmla="*/ 276999 h 276999"/>
                          <a:gd name="connsiteX6" fmla="*/ 0 w 973407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973407" h="276999" extrusionOk="0">
                            <a:moveTo>
                              <a:pt x="0" y="0"/>
                            </a:moveTo>
                            <a:cubicBezTo>
                              <a:pt x="227506" y="-1816"/>
                              <a:pt x="360461" y="6277"/>
                              <a:pt x="476969" y="0"/>
                            </a:cubicBezTo>
                            <a:cubicBezTo>
                              <a:pt x="593477" y="-6277"/>
                              <a:pt x="733590" y="56000"/>
                              <a:pt x="973407" y="0"/>
                            </a:cubicBezTo>
                            <a:cubicBezTo>
                              <a:pt x="1001370" y="55906"/>
                              <a:pt x="954063" y="166747"/>
                              <a:pt x="973407" y="276999"/>
                            </a:cubicBezTo>
                            <a:cubicBezTo>
                              <a:pt x="844760" y="333331"/>
                              <a:pt x="629047" y="256795"/>
                              <a:pt x="486704" y="276999"/>
                            </a:cubicBezTo>
                            <a:cubicBezTo>
                              <a:pt x="344361" y="297203"/>
                              <a:pt x="232771" y="271084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E82397-07BB-348B-9FA7-9514DF9B2744}"/>
                  </a:ext>
                </a:extLst>
              </p:cNvPr>
              <p:cNvSpPr txBox="1"/>
              <p:nvPr/>
            </p:nvSpPr>
            <p:spPr>
              <a:xfrm>
                <a:off x="8213058" y="2957395"/>
                <a:ext cx="37216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E82397-07BB-348B-9FA7-9514DF9B2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58" y="2957395"/>
                <a:ext cx="3721660" cy="276999"/>
              </a:xfrm>
              <a:prstGeom prst="rect">
                <a:avLst/>
              </a:prstGeom>
              <a:blipFill>
                <a:blip r:embed="rId11"/>
                <a:stretch>
                  <a:fillRect l="-65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4371770-AC91-B914-2727-589BE4CD7D21}"/>
                  </a:ext>
                </a:extLst>
              </p:cNvPr>
              <p:cNvSpPr txBox="1"/>
              <p:nvPr/>
            </p:nvSpPr>
            <p:spPr>
              <a:xfrm>
                <a:off x="8207816" y="3445731"/>
                <a:ext cx="263713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9713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0.99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−1900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9713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0.009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98100</m:t>
                          </m:r>
                        </m:e>
                      </m:d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9713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0.001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998100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4371770-AC91-B914-2727-589BE4CD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3445731"/>
                <a:ext cx="2637132" cy="830997"/>
              </a:xfrm>
              <a:prstGeom prst="rect">
                <a:avLst/>
              </a:prstGeom>
              <a:blipFill>
                <a:blip r:embed="rId12"/>
                <a:stretch>
                  <a:fillRect l="-924" r="-1386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9CA0DBC-8C86-8FEF-C71F-41E80B9217A8}"/>
                  </a:ext>
                </a:extLst>
              </p:cNvPr>
              <p:cNvSpPr txBox="1"/>
              <p:nvPr/>
            </p:nvSpPr>
            <p:spPr>
              <a:xfrm>
                <a:off x="8207816" y="4488065"/>
                <a:ext cx="957955" cy="276999"/>
              </a:xfrm>
              <a:custGeom>
                <a:avLst/>
                <a:gdLst>
                  <a:gd name="csX0" fmla="*/ 0 w 957955"/>
                  <a:gd name="csY0" fmla="*/ 0 h 276999"/>
                  <a:gd name="csX1" fmla="*/ 498137 w 957955"/>
                  <a:gd name="csY1" fmla="*/ 0 h 276999"/>
                  <a:gd name="csX2" fmla="*/ 957955 w 957955"/>
                  <a:gd name="csY2" fmla="*/ 0 h 276999"/>
                  <a:gd name="csX3" fmla="*/ 957955 w 957955"/>
                  <a:gd name="csY3" fmla="*/ 276999 h 276999"/>
                  <a:gd name="csX4" fmla="*/ 488557 w 957955"/>
                  <a:gd name="csY4" fmla="*/ 276999 h 276999"/>
                  <a:gd name="csX5" fmla="*/ 0 w 957955"/>
                  <a:gd name="csY5" fmla="*/ 276999 h 276999"/>
                  <a:gd name="csX6" fmla="*/ 0 w 957955"/>
                  <a:gd name="csY6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57955" h="276999" fill="none" extrusionOk="0">
                    <a:moveTo>
                      <a:pt x="0" y="0"/>
                    </a:moveTo>
                    <a:cubicBezTo>
                      <a:pt x="106366" y="-42472"/>
                      <a:pt x="384991" y="3065"/>
                      <a:pt x="498137" y="0"/>
                    </a:cubicBezTo>
                    <a:cubicBezTo>
                      <a:pt x="611283" y="-3065"/>
                      <a:pt x="729224" y="45168"/>
                      <a:pt x="957955" y="0"/>
                    </a:cubicBezTo>
                    <a:cubicBezTo>
                      <a:pt x="981645" y="123512"/>
                      <a:pt x="944122" y="147405"/>
                      <a:pt x="957955" y="276999"/>
                    </a:cubicBezTo>
                    <a:cubicBezTo>
                      <a:pt x="732302" y="325465"/>
                      <a:pt x="718239" y="265517"/>
                      <a:pt x="488557" y="276999"/>
                    </a:cubicBezTo>
                    <a:cubicBezTo>
                      <a:pt x="258875" y="288481"/>
                      <a:pt x="154317" y="272348"/>
                      <a:pt x="0" y="276999"/>
                    </a:cubicBezTo>
                    <a:cubicBezTo>
                      <a:pt x="-1680" y="168063"/>
                      <a:pt x="27670" y="112396"/>
                      <a:pt x="0" y="0"/>
                    </a:cubicBezTo>
                    <a:close/>
                  </a:path>
                  <a:path w="957955" h="276999" stroke="0" extrusionOk="0">
                    <a:moveTo>
                      <a:pt x="0" y="0"/>
                    </a:moveTo>
                    <a:cubicBezTo>
                      <a:pt x="173781" y="-16152"/>
                      <a:pt x="272674" y="35710"/>
                      <a:pt x="469398" y="0"/>
                    </a:cubicBezTo>
                    <a:cubicBezTo>
                      <a:pt x="666122" y="-35710"/>
                      <a:pt x="823052" y="49844"/>
                      <a:pt x="957955" y="0"/>
                    </a:cubicBezTo>
                    <a:cubicBezTo>
                      <a:pt x="985918" y="55906"/>
                      <a:pt x="938611" y="166747"/>
                      <a:pt x="957955" y="276999"/>
                    </a:cubicBezTo>
                    <a:cubicBezTo>
                      <a:pt x="784601" y="327511"/>
                      <a:pt x="651760" y="264794"/>
                      <a:pt x="478978" y="276999"/>
                    </a:cubicBezTo>
                    <a:cubicBezTo>
                      <a:pt x="306196" y="289204"/>
                      <a:pt x="170309" y="244985"/>
                      <a:pt x="0" y="276999"/>
                    </a:cubicBezTo>
                    <a:cubicBezTo>
                      <a:pt x="-6017" y="202192"/>
                      <a:pt x="16326" y="78505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9CA0DBC-8C86-8FEF-C71F-41E80B921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816" y="4488065"/>
                <a:ext cx="957955" cy="276999"/>
              </a:xfrm>
              <a:prstGeom prst="rect">
                <a:avLst/>
              </a:prstGeom>
              <a:blipFill>
                <a:blip r:embed="rId13"/>
                <a:stretch>
                  <a:fillRect l="-2454" r="-3681"/>
                </a:stretch>
              </a:blipFill>
              <a:ln>
                <a:solidFill>
                  <a:schemeClr val="accent3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957955"/>
                          <a:gd name="connsiteY0" fmla="*/ 0 h 276999"/>
                          <a:gd name="connsiteX1" fmla="*/ 498137 w 957955"/>
                          <a:gd name="connsiteY1" fmla="*/ 0 h 276999"/>
                          <a:gd name="connsiteX2" fmla="*/ 957955 w 957955"/>
                          <a:gd name="connsiteY2" fmla="*/ 0 h 276999"/>
                          <a:gd name="connsiteX3" fmla="*/ 957955 w 957955"/>
                          <a:gd name="connsiteY3" fmla="*/ 276999 h 276999"/>
                          <a:gd name="connsiteX4" fmla="*/ 488557 w 957955"/>
                          <a:gd name="connsiteY4" fmla="*/ 276999 h 276999"/>
                          <a:gd name="connsiteX5" fmla="*/ 0 w 957955"/>
                          <a:gd name="connsiteY5" fmla="*/ 276999 h 276999"/>
                          <a:gd name="connsiteX6" fmla="*/ 0 w 957955"/>
                          <a:gd name="connsiteY6" fmla="*/ 0 h 2769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957955" h="276999" fill="none" extrusionOk="0">
                            <a:moveTo>
                              <a:pt x="0" y="0"/>
                            </a:moveTo>
                            <a:cubicBezTo>
                              <a:pt x="106366" y="-42472"/>
                              <a:pt x="384991" y="3065"/>
                              <a:pt x="498137" y="0"/>
                            </a:cubicBezTo>
                            <a:cubicBezTo>
                              <a:pt x="611283" y="-3065"/>
                              <a:pt x="729224" y="45168"/>
                              <a:pt x="957955" y="0"/>
                            </a:cubicBezTo>
                            <a:cubicBezTo>
                              <a:pt x="981645" y="123512"/>
                              <a:pt x="944122" y="147405"/>
                              <a:pt x="957955" y="276999"/>
                            </a:cubicBezTo>
                            <a:cubicBezTo>
                              <a:pt x="732302" y="325465"/>
                              <a:pt x="718239" y="265517"/>
                              <a:pt x="488557" y="276999"/>
                            </a:cubicBezTo>
                            <a:cubicBezTo>
                              <a:pt x="258875" y="288481"/>
                              <a:pt x="154317" y="272348"/>
                              <a:pt x="0" y="276999"/>
                            </a:cubicBezTo>
                            <a:cubicBezTo>
                              <a:pt x="-1680" y="168063"/>
                              <a:pt x="27670" y="112396"/>
                              <a:pt x="0" y="0"/>
                            </a:cubicBezTo>
                            <a:close/>
                          </a:path>
                          <a:path w="957955" h="276999" stroke="0" extrusionOk="0">
                            <a:moveTo>
                              <a:pt x="0" y="0"/>
                            </a:moveTo>
                            <a:cubicBezTo>
                              <a:pt x="173781" y="-16152"/>
                              <a:pt x="272674" y="35710"/>
                              <a:pt x="469398" y="0"/>
                            </a:cubicBezTo>
                            <a:cubicBezTo>
                              <a:pt x="666122" y="-35710"/>
                              <a:pt x="823052" y="49844"/>
                              <a:pt x="957955" y="0"/>
                            </a:cubicBezTo>
                            <a:cubicBezTo>
                              <a:pt x="985918" y="55906"/>
                              <a:pt x="938611" y="166747"/>
                              <a:pt x="957955" y="276999"/>
                            </a:cubicBezTo>
                            <a:cubicBezTo>
                              <a:pt x="784601" y="327511"/>
                              <a:pt x="651760" y="264794"/>
                              <a:pt x="478978" y="276999"/>
                            </a:cubicBezTo>
                            <a:cubicBezTo>
                              <a:pt x="306196" y="289204"/>
                              <a:pt x="170309" y="244985"/>
                              <a:pt x="0" y="276999"/>
                            </a:cubicBezTo>
                            <a:cubicBezTo>
                              <a:pt x="-6017" y="202192"/>
                              <a:pt x="16326" y="785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704563-3C54-7DBE-C70B-92F09E80E30C}"/>
                  </a:ext>
                </a:extLst>
              </p:cNvPr>
              <p:cNvSpPr txBox="1"/>
              <p:nvPr/>
            </p:nvSpPr>
            <p:spPr>
              <a:xfrm>
                <a:off x="4801285" y="5426332"/>
                <a:ext cx="174727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704563-3C54-7DBE-C70B-92F09E80E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285" y="5426332"/>
                <a:ext cx="174727" cy="276999"/>
              </a:xfrm>
              <a:prstGeom prst="rect">
                <a:avLst/>
              </a:prstGeom>
              <a:blipFill>
                <a:blip r:embed="rId14"/>
                <a:stretch>
                  <a:fillRect l="-35714" r="-357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 descr="A cartoon of a person jumping in the air with money falling down&#10;&#10;Description automatically generated">
            <a:extLst>
              <a:ext uri="{FF2B5EF4-FFF2-40B4-BE49-F238E27FC236}">
                <a16:creationId xmlns:a16="http://schemas.microsoft.com/office/drawing/2014/main" id="{ECD00BC5-BD56-9995-0F41-A6258C65250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30" y="3712291"/>
            <a:ext cx="1617571" cy="2088832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A24D2F0-B12C-8F41-CBF3-60F8E4E2DE3E}"/>
              </a:ext>
            </a:extLst>
          </p:cNvPr>
          <p:cNvGrpSpPr/>
          <p:nvPr/>
        </p:nvGrpSpPr>
        <p:grpSpPr>
          <a:xfrm>
            <a:off x="4298706" y="3023397"/>
            <a:ext cx="430014" cy="489222"/>
            <a:chOff x="4298706" y="3023397"/>
            <a:chExt cx="430014" cy="48922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BBD0CD1-FDC4-D5DA-E40F-4F4C23C7FD32}"/>
                </a:ext>
              </a:extLst>
            </p:cNvPr>
            <p:cNvSpPr/>
            <p:nvPr/>
          </p:nvSpPr>
          <p:spPr>
            <a:xfrm>
              <a:off x="4545840" y="3329739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B09BFC-C78D-42A5-95B9-D6FE5F458870}"/>
                </a:ext>
              </a:extLst>
            </p:cNvPr>
            <p:cNvSpPr txBox="1"/>
            <p:nvPr/>
          </p:nvSpPr>
          <p:spPr>
            <a:xfrm>
              <a:off x="4298706" y="3023397"/>
              <a:ext cx="29186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97A660E-EF82-5E80-FD0B-4D53C3A700B2}"/>
                  </a:ext>
                </a:extLst>
              </p:cNvPr>
              <p:cNvSpPr txBox="1"/>
              <p:nvPr/>
            </p:nvSpPr>
            <p:spPr>
              <a:xfrm>
                <a:off x="6125636" y="4195614"/>
                <a:ext cx="1737655" cy="553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1000000−1900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𝟗𝟗𝟖𝟏𝟎𝟎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97A660E-EF82-5E80-FD0B-4D53C3A70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636" y="4195614"/>
                <a:ext cx="1737655" cy="553998"/>
              </a:xfrm>
              <a:prstGeom prst="rect">
                <a:avLst/>
              </a:prstGeom>
              <a:blipFill>
                <a:blip r:embed="rId16"/>
                <a:stretch>
                  <a:fillRect l="-3158" r="-2807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BD2AD1D2-5D90-DECC-2B27-85F627A58734}"/>
              </a:ext>
            </a:extLst>
          </p:cNvPr>
          <p:cNvSpPr txBox="1"/>
          <p:nvPr/>
        </p:nvSpPr>
        <p:spPr>
          <a:xfrm>
            <a:off x="436621" y="2072826"/>
            <a:ext cx="146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Ticket Price ₹1900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0E831FB-5A3B-9682-E725-7894D57B40B0}"/>
              </a:ext>
            </a:extLst>
          </p:cNvPr>
          <p:cNvGrpSpPr/>
          <p:nvPr/>
        </p:nvGrpSpPr>
        <p:grpSpPr>
          <a:xfrm>
            <a:off x="6393486" y="697046"/>
            <a:ext cx="5044896" cy="661719"/>
            <a:chOff x="4333875" y="737459"/>
            <a:chExt cx="5044896" cy="66171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D4B375-C890-02E6-C58E-215B474776EA}"/>
                </a:ext>
              </a:extLst>
            </p:cNvPr>
            <p:cNvSpPr txBox="1"/>
            <p:nvPr/>
          </p:nvSpPr>
          <p:spPr>
            <a:xfrm>
              <a:off x="4333875" y="752847"/>
              <a:ext cx="4606821" cy="646331"/>
            </a:xfrm>
            <a:custGeom>
              <a:avLst/>
              <a:gdLst>
                <a:gd name="csX0" fmla="*/ 0 w 4606821"/>
                <a:gd name="csY0" fmla="*/ 0 h 646331"/>
                <a:gd name="csX1" fmla="*/ 483716 w 4606821"/>
                <a:gd name="csY1" fmla="*/ 0 h 646331"/>
                <a:gd name="csX2" fmla="*/ 1013501 w 4606821"/>
                <a:gd name="csY2" fmla="*/ 0 h 646331"/>
                <a:gd name="csX3" fmla="*/ 1497217 w 4606821"/>
                <a:gd name="csY3" fmla="*/ 0 h 646331"/>
                <a:gd name="csX4" fmla="*/ 2119138 w 4606821"/>
                <a:gd name="csY4" fmla="*/ 0 h 646331"/>
                <a:gd name="csX5" fmla="*/ 2694990 w 4606821"/>
                <a:gd name="csY5" fmla="*/ 0 h 646331"/>
                <a:gd name="csX6" fmla="*/ 3270843 w 4606821"/>
                <a:gd name="csY6" fmla="*/ 0 h 646331"/>
                <a:gd name="csX7" fmla="*/ 3938832 w 4606821"/>
                <a:gd name="csY7" fmla="*/ 0 h 646331"/>
                <a:gd name="csX8" fmla="*/ 4606821 w 4606821"/>
                <a:gd name="csY8" fmla="*/ 0 h 646331"/>
                <a:gd name="csX9" fmla="*/ 4606821 w 4606821"/>
                <a:gd name="csY9" fmla="*/ 303776 h 646331"/>
                <a:gd name="csX10" fmla="*/ 4606821 w 4606821"/>
                <a:gd name="csY10" fmla="*/ 646331 h 646331"/>
                <a:gd name="csX11" fmla="*/ 4169173 w 4606821"/>
                <a:gd name="csY11" fmla="*/ 646331 h 646331"/>
                <a:gd name="csX12" fmla="*/ 3685457 w 4606821"/>
                <a:gd name="csY12" fmla="*/ 646331 h 646331"/>
                <a:gd name="csX13" fmla="*/ 3063536 w 4606821"/>
                <a:gd name="csY13" fmla="*/ 646331 h 646331"/>
                <a:gd name="csX14" fmla="*/ 2395547 w 4606821"/>
                <a:gd name="csY14" fmla="*/ 646331 h 646331"/>
                <a:gd name="csX15" fmla="*/ 1865763 w 4606821"/>
                <a:gd name="csY15" fmla="*/ 646331 h 646331"/>
                <a:gd name="csX16" fmla="*/ 1197773 w 4606821"/>
                <a:gd name="csY16" fmla="*/ 646331 h 646331"/>
                <a:gd name="csX17" fmla="*/ 714057 w 4606821"/>
                <a:gd name="csY17" fmla="*/ 646331 h 646331"/>
                <a:gd name="csX18" fmla="*/ 0 w 4606821"/>
                <a:gd name="csY18" fmla="*/ 646331 h 646331"/>
                <a:gd name="csX19" fmla="*/ 0 w 4606821"/>
                <a:gd name="csY19" fmla="*/ 342555 h 646331"/>
                <a:gd name="csX20" fmla="*/ 0 w 4606821"/>
                <a:gd name="csY20" fmla="*/ 0 h 6463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4606821" h="646331" fill="none" extrusionOk="0">
                  <a:moveTo>
                    <a:pt x="0" y="0"/>
                  </a:moveTo>
                  <a:cubicBezTo>
                    <a:pt x="221569" y="-30079"/>
                    <a:pt x="278993" y="7993"/>
                    <a:pt x="483716" y="0"/>
                  </a:cubicBezTo>
                  <a:cubicBezTo>
                    <a:pt x="688439" y="-7993"/>
                    <a:pt x="820484" y="48326"/>
                    <a:pt x="1013501" y="0"/>
                  </a:cubicBezTo>
                  <a:cubicBezTo>
                    <a:pt x="1206519" y="-48326"/>
                    <a:pt x="1344188" y="35465"/>
                    <a:pt x="1497217" y="0"/>
                  </a:cubicBezTo>
                  <a:cubicBezTo>
                    <a:pt x="1650246" y="-35465"/>
                    <a:pt x="1864999" y="69102"/>
                    <a:pt x="2119138" y="0"/>
                  </a:cubicBezTo>
                  <a:cubicBezTo>
                    <a:pt x="2373277" y="-69102"/>
                    <a:pt x="2419111" y="66589"/>
                    <a:pt x="2694990" y="0"/>
                  </a:cubicBezTo>
                  <a:cubicBezTo>
                    <a:pt x="2970869" y="-66589"/>
                    <a:pt x="3081248" y="19021"/>
                    <a:pt x="3270843" y="0"/>
                  </a:cubicBezTo>
                  <a:cubicBezTo>
                    <a:pt x="3460438" y="-19021"/>
                    <a:pt x="3793536" y="37796"/>
                    <a:pt x="3938832" y="0"/>
                  </a:cubicBezTo>
                  <a:cubicBezTo>
                    <a:pt x="4084128" y="-37796"/>
                    <a:pt x="4401303" y="10805"/>
                    <a:pt x="4606821" y="0"/>
                  </a:cubicBezTo>
                  <a:cubicBezTo>
                    <a:pt x="4624656" y="148763"/>
                    <a:pt x="4606716" y="223102"/>
                    <a:pt x="4606821" y="303776"/>
                  </a:cubicBezTo>
                  <a:cubicBezTo>
                    <a:pt x="4606926" y="384450"/>
                    <a:pt x="4604117" y="557197"/>
                    <a:pt x="4606821" y="646331"/>
                  </a:cubicBezTo>
                  <a:cubicBezTo>
                    <a:pt x="4485069" y="668955"/>
                    <a:pt x="4261592" y="640183"/>
                    <a:pt x="4169173" y="646331"/>
                  </a:cubicBezTo>
                  <a:cubicBezTo>
                    <a:pt x="4076754" y="652479"/>
                    <a:pt x="3825213" y="612852"/>
                    <a:pt x="3685457" y="646331"/>
                  </a:cubicBezTo>
                  <a:cubicBezTo>
                    <a:pt x="3545701" y="679810"/>
                    <a:pt x="3331207" y="644135"/>
                    <a:pt x="3063536" y="646331"/>
                  </a:cubicBezTo>
                  <a:cubicBezTo>
                    <a:pt x="2795865" y="648527"/>
                    <a:pt x="2637082" y="568906"/>
                    <a:pt x="2395547" y="646331"/>
                  </a:cubicBezTo>
                  <a:cubicBezTo>
                    <a:pt x="2154012" y="723756"/>
                    <a:pt x="1976541" y="586655"/>
                    <a:pt x="1865763" y="646331"/>
                  </a:cubicBezTo>
                  <a:cubicBezTo>
                    <a:pt x="1754985" y="706007"/>
                    <a:pt x="1350271" y="598753"/>
                    <a:pt x="1197773" y="646331"/>
                  </a:cubicBezTo>
                  <a:cubicBezTo>
                    <a:pt x="1045275" y="693909"/>
                    <a:pt x="920900" y="601815"/>
                    <a:pt x="714057" y="646331"/>
                  </a:cubicBezTo>
                  <a:cubicBezTo>
                    <a:pt x="507214" y="690847"/>
                    <a:pt x="155052" y="588536"/>
                    <a:pt x="0" y="646331"/>
                  </a:cubicBezTo>
                  <a:cubicBezTo>
                    <a:pt x="-4479" y="583920"/>
                    <a:pt x="1758" y="489342"/>
                    <a:pt x="0" y="342555"/>
                  </a:cubicBezTo>
                  <a:cubicBezTo>
                    <a:pt x="-1758" y="195768"/>
                    <a:pt x="870" y="149944"/>
                    <a:pt x="0" y="0"/>
                  </a:cubicBezTo>
                  <a:close/>
                </a:path>
                <a:path w="4606821" h="646331" stroke="0" extrusionOk="0">
                  <a:moveTo>
                    <a:pt x="0" y="0"/>
                  </a:moveTo>
                  <a:cubicBezTo>
                    <a:pt x="205432" y="-54636"/>
                    <a:pt x="322516" y="4425"/>
                    <a:pt x="529784" y="0"/>
                  </a:cubicBezTo>
                  <a:cubicBezTo>
                    <a:pt x="737052" y="-4425"/>
                    <a:pt x="761594" y="47317"/>
                    <a:pt x="967432" y="0"/>
                  </a:cubicBezTo>
                  <a:cubicBezTo>
                    <a:pt x="1173270" y="-47317"/>
                    <a:pt x="1379194" y="80006"/>
                    <a:pt x="1635421" y="0"/>
                  </a:cubicBezTo>
                  <a:cubicBezTo>
                    <a:pt x="1891648" y="-80006"/>
                    <a:pt x="1909910" y="9347"/>
                    <a:pt x="2165206" y="0"/>
                  </a:cubicBezTo>
                  <a:cubicBezTo>
                    <a:pt x="2420502" y="-9347"/>
                    <a:pt x="2483597" y="4320"/>
                    <a:pt x="2694990" y="0"/>
                  </a:cubicBezTo>
                  <a:cubicBezTo>
                    <a:pt x="2906383" y="-4320"/>
                    <a:pt x="3098671" y="80039"/>
                    <a:pt x="3362979" y="0"/>
                  </a:cubicBezTo>
                  <a:cubicBezTo>
                    <a:pt x="3627287" y="-80039"/>
                    <a:pt x="3680787" y="43375"/>
                    <a:pt x="3846696" y="0"/>
                  </a:cubicBezTo>
                  <a:cubicBezTo>
                    <a:pt x="4012605" y="-43375"/>
                    <a:pt x="4311811" y="62511"/>
                    <a:pt x="4606821" y="0"/>
                  </a:cubicBezTo>
                  <a:cubicBezTo>
                    <a:pt x="4646790" y="102019"/>
                    <a:pt x="4593319" y="215343"/>
                    <a:pt x="4606821" y="336092"/>
                  </a:cubicBezTo>
                  <a:cubicBezTo>
                    <a:pt x="4620323" y="456841"/>
                    <a:pt x="4571194" y="526079"/>
                    <a:pt x="4606821" y="646331"/>
                  </a:cubicBezTo>
                  <a:cubicBezTo>
                    <a:pt x="4353996" y="674853"/>
                    <a:pt x="4170948" y="625638"/>
                    <a:pt x="4030968" y="646331"/>
                  </a:cubicBezTo>
                  <a:cubicBezTo>
                    <a:pt x="3890988" y="667024"/>
                    <a:pt x="3624064" y="618197"/>
                    <a:pt x="3501184" y="646331"/>
                  </a:cubicBezTo>
                  <a:cubicBezTo>
                    <a:pt x="3378304" y="674465"/>
                    <a:pt x="3139741" y="610503"/>
                    <a:pt x="2833195" y="646331"/>
                  </a:cubicBezTo>
                  <a:cubicBezTo>
                    <a:pt x="2526649" y="682159"/>
                    <a:pt x="2430131" y="569784"/>
                    <a:pt x="2165206" y="646331"/>
                  </a:cubicBezTo>
                  <a:cubicBezTo>
                    <a:pt x="1900281" y="722878"/>
                    <a:pt x="1843871" y="643057"/>
                    <a:pt x="1681490" y="646331"/>
                  </a:cubicBezTo>
                  <a:cubicBezTo>
                    <a:pt x="1519109" y="649605"/>
                    <a:pt x="1337881" y="615152"/>
                    <a:pt x="1105637" y="646331"/>
                  </a:cubicBezTo>
                  <a:cubicBezTo>
                    <a:pt x="873393" y="677510"/>
                    <a:pt x="292793" y="539538"/>
                    <a:pt x="0" y="646331"/>
                  </a:cubicBezTo>
                  <a:cubicBezTo>
                    <a:pt x="-13360" y="500393"/>
                    <a:pt x="17611" y="482750"/>
                    <a:pt x="0" y="323166"/>
                  </a:cubicBezTo>
                  <a:cubicBezTo>
                    <a:pt x="-17611" y="163582"/>
                    <a:pt x="6688" y="150881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All payoffs are equal but some payoffs are more equal than others.</a:t>
              </a:r>
            </a:p>
          </p:txBody>
        </p:sp>
        <p:pic>
          <p:nvPicPr>
            <p:cNvPr id="78" name="Picture 77" descr="A pig wearing an apron&#10;&#10;Description automatically generated">
              <a:extLst>
                <a:ext uri="{FF2B5EF4-FFF2-40B4-BE49-F238E27FC236}">
                  <a16:creationId xmlns:a16="http://schemas.microsoft.com/office/drawing/2014/main" id="{944FBC93-5A59-86BA-B607-5D89976D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0696" y="737459"/>
              <a:ext cx="438075" cy="656785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30CAC5F4-AFF3-C0FB-28B9-89D611394D68}"/>
              </a:ext>
            </a:extLst>
          </p:cNvPr>
          <p:cNvSpPr txBox="1"/>
          <p:nvPr/>
        </p:nvSpPr>
        <p:spPr>
          <a:xfrm>
            <a:off x="9627788" y="4441898"/>
            <a:ext cx="1770632" cy="369332"/>
          </a:xfrm>
          <a:custGeom>
            <a:avLst/>
            <a:gdLst>
              <a:gd name="csX0" fmla="*/ 0 w 1770632"/>
              <a:gd name="csY0" fmla="*/ 0 h 369332"/>
              <a:gd name="csX1" fmla="*/ 625623 w 1770632"/>
              <a:gd name="csY1" fmla="*/ 0 h 369332"/>
              <a:gd name="csX2" fmla="*/ 1233540 w 1770632"/>
              <a:gd name="csY2" fmla="*/ 0 h 369332"/>
              <a:gd name="csX3" fmla="*/ 1770632 w 1770632"/>
              <a:gd name="csY3" fmla="*/ 0 h 369332"/>
              <a:gd name="csX4" fmla="*/ 1770632 w 1770632"/>
              <a:gd name="csY4" fmla="*/ 369332 h 369332"/>
              <a:gd name="csX5" fmla="*/ 1215834 w 1770632"/>
              <a:gd name="csY5" fmla="*/ 369332 h 369332"/>
              <a:gd name="csX6" fmla="*/ 625623 w 1770632"/>
              <a:gd name="csY6" fmla="*/ 369332 h 369332"/>
              <a:gd name="csX7" fmla="*/ 0 w 1770632"/>
              <a:gd name="csY7" fmla="*/ 369332 h 369332"/>
              <a:gd name="csX8" fmla="*/ 0 w 1770632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70632" h="369332" fill="none" extrusionOk="0">
                <a:moveTo>
                  <a:pt x="0" y="0"/>
                </a:moveTo>
                <a:cubicBezTo>
                  <a:pt x="171704" y="-8123"/>
                  <a:pt x="343218" y="12417"/>
                  <a:pt x="625623" y="0"/>
                </a:cubicBezTo>
                <a:cubicBezTo>
                  <a:pt x="908028" y="-12417"/>
                  <a:pt x="935585" y="30061"/>
                  <a:pt x="1233540" y="0"/>
                </a:cubicBezTo>
                <a:cubicBezTo>
                  <a:pt x="1531495" y="-30061"/>
                  <a:pt x="1629549" y="9024"/>
                  <a:pt x="1770632" y="0"/>
                </a:cubicBezTo>
                <a:cubicBezTo>
                  <a:pt x="1774670" y="158233"/>
                  <a:pt x="1734338" y="205698"/>
                  <a:pt x="1770632" y="369332"/>
                </a:cubicBezTo>
                <a:cubicBezTo>
                  <a:pt x="1646191" y="399776"/>
                  <a:pt x="1417645" y="310216"/>
                  <a:pt x="1215834" y="369332"/>
                </a:cubicBezTo>
                <a:cubicBezTo>
                  <a:pt x="1014023" y="428448"/>
                  <a:pt x="875563" y="356598"/>
                  <a:pt x="625623" y="369332"/>
                </a:cubicBezTo>
                <a:cubicBezTo>
                  <a:pt x="375683" y="382066"/>
                  <a:pt x="300019" y="362634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70632" h="369332" stroke="0" extrusionOk="0">
                <a:moveTo>
                  <a:pt x="0" y="0"/>
                </a:moveTo>
                <a:cubicBezTo>
                  <a:pt x="255165" y="-46046"/>
                  <a:pt x="383036" y="58274"/>
                  <a:pt x="572504" y="0"/>
                </a:cubicBezTo>
                <a:cubicBezTo>
                  <a:pt x="761972" y="-58274"/>
                  <a:pt x="884954" y="32106"/>
                  <a:pt x="1109596" y="0"/>
                </a:cubicBezTo>
                <a:cubicBezTo>
                  <a:pt x="1334238" y="-32106"/>
                  <a:pt x="1585042" y="38174"/>
                  <a:pt x="1770632" y="0"/>
                </a:cubicBezTo>
                <a:cubicBezTo>
                  <a:pt x="1806220" y="113493"/>
                  <a:pt x="1743825" y="197069"/>
                  <a:pt x="1770632" y="369332"/>
                </a:cubicBezTo>
                <a:cubicBezTo>
                  <a:pt x="1548561" y="408365"/>
                  <a:pt x="1458238" y="336117"/>
                  <a:pt x="1215834" y="369332"/>
                </a:cubicBezTo>
                <a:cubicBezTo>
                  <a:pt x="973430" y="402547"/>
                  <a:pt x="758418" y="363085"/>
                  <a:pt x="590211" y="369332"/>
                </a:cubicBezTo>
                <a:cubicBezTo>
                  <a:pt x="422004" y="375579"/>
                  <a:pt x="200377" y="32340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Risk loving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500756-4DE1-5123-4274-67F96D67FA71}"/>
              </a:ext>
            </a:extLst>
          </p:cNvPr>
          <p:cNvSpPr txBox="1"/>
          <p:nvPr/>
        </p:nvSpPr>
        <p:spPr>
          <a:xfrm>
            <a:off x="9627788" y="2032869"/>
            <a:ext cx="1770632" cy="369332"/>
          </a:xfrm>
          <a:custGeom>
            <a:avLst/>
            <a:gdLst>
              <a:gd name="csX0" fmla="*/ 0 w 1770632"/>
              <a:gd name="csY0" fmla="*/ 0 h 369332"/>
              <a:gd name="csX1" fmla="*/ 625623 w 1770632"/>
              <a:gd name="csY1" fmla="*/ 0 h 369332"/>
              <a:gd name="csX2" fmla="*/ 1233540 w 1770632"/>
              <a:gd name="csY2" fmla="*/ 0 h 369332"/>
              <a:gd name="csX3" fmla="*/ 1770632 w 1770632"/>
              <a:gd name="csY3" fmla="*/ 0 h 369332"/>
              <a:gd name="csX4" fmla="*/ 1770632 w 1770632"/>
              <a:gd name="csY4" fmla="*/ 369332 h 369332"/>
              <a:gd name="csX5" fmla="*/ 1215834 w 1770632"/>
              <a:gd name="csY5" fmla="*/ 369332 h 369332"/>
              <a:gd name="csX6" fmla="*/ 625623 w 1770632"/>
              <a:gd name="csY6" fmla="*/ 369332 h 369332"/>
              <a:gd name="csX7" fmla="*/ 0 w 1770632"/>
              <a:gd name="csY7" fmla="*/ 369332 h 369332"/>
              <a:gd name="csX8" fmla="*/ 0 w 1770632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70632" h="369332" fill="none" extrusionOk="0">
                <a:moveTo>
                  <a:pt x="0" y="0"/>
                </a:moveTo>
                <a:cubicBezTo>
                  <a:pt x="171704" y="-8123"/>
                  <a:pt x="343218" y="12417"/>
                  <a:pt x="625623" y="0"/>
                </a:cubicBezTo>
                <a:cubicBezTo>
                  <a:pt x="908028" y="-12417"/>
                  <a:pt x="935585" y="30061"/>
                  <a:pt x="1233540" y="0"/>
                </a:cubicBezTo>
                <a:cubicBezTo>
                  <a:pt x="1531495" y="-30061"/>
                  <a:pt x="1629549" y="9024"/>
                  <a:pt x="1770632" y="0"/>
                </a:cubicBezTo>
                <a:cubicBezTo>
                  <a:pt x="1774670" y="158233"/>
                  <a:pt x="1734338" y="205698"/>
                  <a:pt x="1770632" y="369332"/>
                </a:cubicBezTo>
                <a:cubicBezTo>
                  <a:pt x="1646191" y="399776"/>
                  <a:pt x="1417645" y="310216"/>
                  <a:pt x="1215834" y="369332"/>
                </a:cubicBezTo>
                <a:cubicBezTo>
                  <a:pt x="1014023" y="428448"/>
                  <a:pt x="875563" y="356598"/>
                  <a:pt x="625623" y="369332"/>
                </a:cubicBezTo>
                <a:cubicBezTo>
                  <a:pt x="375683" y="382066"/>
                  <a:pt x="300019" y="362634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70632" h="369332" stroke="0" extrusionOk="0">
                <a:moveTo>
                  <a:pt x="0" y="0"/>
                </a:moveTo>
                <a:cubicBezTo>
                  <a:pt x="255165" y="-46046"/>
                  <a:pt x="383036" y="58274"/>
                  <a:pt x="572504" y="0"/>
                </a:cubicBezTo>
                <a:cubicBezTo>
                  <a:pt x="761972" y="-58274"/>
                  <a:pt x="884954" y="32106"/>
                  <a:pt x="1109596" y="0"/>
                </a:cubicBezTo>
                <a:cubicBezTo>
                  <a:pt x="1334238" y="-32106"/>
                  <a:pt x="1585042" y="38174"/>
                  <a:pt x="1770632" y="0"/>
                </a:cubicBezTo>
                <a:cubicBezTo>
                  <a:pt x="1806220" y="113493"/>
                  <a:pt x="1743825" y="197069"/>
                  <a:pt x="1770632" y="369332"/>
                </a:cubicBezTo>
                <a:cubicBezTo>
                  <a:pt x="1548561" y="408365"/>
                  <a:pt x="1458238" y="336117"/>
                  <a:pt x="1215834" y="369332"/>
                </a:cubicBezTo>
                <a:cubicBezTo>
                  <a:pt x="973430" y="402547"/>
                  <a:pt x="758418" y="363085"/>
                  <a:pt x="590211" y="369332"/>
                </a:cubicBezTo>
                <a:cubicBezTo>
                  <a:pt x="422004" y="375579"/>
                  <a:pt x="200377" y="32340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Risk averse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01AC5E-6B57-DB5B-9210-D0D458DF20BC}"/>
              </a:ext>
            </a:extLst>
          </p:cNvPr>
          <p:cNvSpPr txBox="1"/>
          <p:nvPr/>
        </p:nvSpPr>
        <p:spPr>
          <a:xfrm>
            <a:off x="9627788" y="5114900"/>
            <a:ext cx="1770632" cy="369332"/>
          </a:xfrm>
          <a:custGeom>
            <a:avLst/>
            <a:gdLst>
              <a:gd name="csX0" fmla="*/ 0 w 1770632"/>
              <a:gd name="csY0" fmla="*/ 0 h 369332"/>
              <a:gd name="csX1" fmla="*/ 625623 w 1770632"/>
              <a:gd name="csY1" fmla="*/ 0 h 369332"/>
              <a:gd name="csX2" fmla="*/ 1233540 w 1770632"/>
              <a:gd name="csY2" fmla="*/ 0 h 369332"/>
              <a:gd name="csX3" fmla="*/ 1770632 w 1770632"/>
              <a:gd name="csY3" fmla="*/ 0 h 369332"/>
              <a:gd name="csX4" fmla="*/ 1770632 w 1770632"/>
              <a:gd name="csY4" fmla="*/ 369332 h 369332"/>
              <a:gd name="csX5" fmla="*/ 1215834 w 1770632"/>
              <a:gd name="csY5" fmla="*/ 369332 h 369332"/>
              <a:gd name="csX6" fmla="*/ 625623 w 1770632"/>
              <a:gd name="csY6" fmla="*/ 369332 h 369332"/>
              <a:gd name="csX7" fmla="*/ 0 w 1770632"/>
              <a:gd name="csY7" fmla="*/ 369332 h 369332"/>
              <a:gd name="csX8" fmla="*/ 0 w 1770632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70632" h="369332" fill="none" extrusionOk="0">
                <a:moveTo>
                  <a:pt x="0" y="0"/>
                </a:moveTo>
                <a:cubicBezTo>
                  <a:pt x="171704" y="-8123"/>
                  <a:pt x="343218" y="12417"/>
                  <a:pt x="625623" y="0"/>
                </a:cubicBezTo>
                <a:cubicBezTo>
                  <a:pt x="908028" y="-12417"/>
                  <a:pt x="935585" y="30061"/>
                  <a:pt x="1233540" y="0"/>
                </a:cubicBezTo>
                <a:cubicBezTo>
                  <a:pt x="1531495" y="-30061"/>
                  <a:pt x="1629549" y="9024"/>
                  <a:pt x="1770632" y="0"/>
                </a:cubicBezTo>
                <a:cubicBezTo>
                  <a:pt x="1774670" y="158233"/>
                  <a:pt x="1734338" y="205698"/>
                  <a:pt x="1770632" y="369332"/>
                </a:cubicBezTo>
                <a:cubicBezTo>
                  <a:pt x="1646191" y="399776"/>
                  <a:pt x="1417645" y="310216"/>
                  <a:pt x="1215834" y="369332"/>
                </a:cubicBezTo>
                <a:cubicBezTo>
                  <a:pt x="1014023" y="428448"/>
                  <a:pt x="875563" y="356598"/>
                  <a:pt x="625623" y="369332"/>
                </a:cubicBezTo>
                <a:cubicBezTo>
                  <a:pt x="375683" y="382066"/>
                  <a:pt x="300019" y="362634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70632" h="369332" stroke="0" extrusionOk="0">
                <a:moveTo>
                  <a:pt x="0" y="0"/>
                </a:moveTo>
                <a:cubicBezTo>
                  <a:pt x="255165" y="-46046"/>
                  <a:pt x="383036" y="58274"/>
                  <a:pt x="572504" y="0"/>
                </a:cubicBezTo>
                <a:cubicBezTo>
                  <a:pt x="761972" y="-58274"/>
                  <a:pt x="884954" y="32106"/>
                  <a:pt x="1109596" y="0"/>
                </a:cubicBezTo>
                <a:cubicBezTo>
                  <a:pt x="1334238" y="-32106"/>
                  <a:pt x="1585042" y="38174"/>
                  <a:pt x="1770632" y="0"/>
                </a:cubicBezTo>
                <a:cubicBezTo>
                  <a:pt x="1806220" y="113493"/>
                  <a:pt x="1743825" y="197069"/>
                  <a:pt x="1770632" y="369332"/>
                </a:cubicBezTo>
                <a:cubicBezTo>
                  <a:pt x="1548561" y="408365"/>
                  <a:pt x="1458238" y="336117"/>
                  <a:pt x="1215834" y="369332"/>
                </a:cubicBezTo>
                <a:cubicBezTo>
                  <a:pt x="973430" y="402547"/>
                  <a:pt x="758418" y="363085"/>
                  <a:pt x="590211" y="369332"/>
                </a:cubicBezTo>
                <a:cubicBezTo>
                  <a:pt x="422004" y="375579"/>
                  <a:pt x="200377" y="32340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Risk neutral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44BDF14-B8A1-41CD-E5FB-A6B9448B8F36}"/>
              </a:ext>
            </a:extLst>
          </p:cNvPr>
          <p:cNvSpPr txBox="1"/>
          <p:nvPr/>
        </p:nvSpPr>
        <p:spPr>
          <a:xfrm>
            <a:off x="5414690" y="5199691"/>
            <a:ext cx="3602599" cy="646331"/>
          </a:xfrm>
          <a:custGeom>
            <a:avLst/>
            <a:gdLst>
              <a:gd name="csX0" fmla="*/ 0 w 3602599"/>
              <a:gd name="csY0" fmla="*/ 0 h 646331"/>
              <a:gd name="csX1" fmla="*/ 478631 w 3602599"/>
              <a:gd name="csY1" fmla="*/ 0 h 646331"/>
              <a:gd name="csX2" fmla="*/ 885210 w 3602599"/>
              <a:gd name="csY2" fmla="*/ 0 h 646331"/>
              <a:gd name="csX3" fmla="*/ 1471919 w 3602599"/>
              <a:gd name="csY3" fmla="*/ 0 h 646331"/>
              <a:gd name="csX4" fmla="*/ 1950550 w 3602599"/>
              <a:gd name="csY4" fmla="*/ 0 h 646331"/>
              <a:gd name="csX5" fmla="*/ 2429181 w 3602599"/>
              <a:gd name="csY5" fmla="*/ 0 h 646331"/>
              <a:gd name="csX6" fmla="*/ 3015890 w 3602599"/>
              <a:gd name="csY6" fmla="*/ 0 h 646331"/>
              <a:gd name="csX7" fmla="*/ 3602599 w 3602599"/>
              <a:gd name="csY7" fmla="*/ 0 h 646331"/>
              <a:gd name="csX8" fmla="*/ 3602599 w 3602599"/>
              <a:gd name="csY8" fmla="*/ 336092 h 646331"/>
              <a:gd name="csX9" fmla="*/ 3602599 w 3602599"/>
              <a:gd name="csY9" fmla="*/ 646331 h 646331"/>
              <a:gd name="csX10" fmla="*/ 3159994 w 3602599"/>
              <a:gd name="csY10" fmla="*/ 646331 h 646331"/>
              <a:gd name="csX11" fmla="*/ 2645337 w 3602599"/>
              <a:gd name="csY11" fmla="*/ 646331 h 646331"/>
              <a:gd name="csX12" fmla="*/ 2166706 w 3602599"/>
              <a:gd name="csY12" fmla="*/ 646331 h 646331"/>
              <a:gd name="csX13" fmla="*/ 1579997 w 3602599"/>
              <a:gd name="csY13" fmla="*/ 646331 h 646331"/>
              <a:gd name="csX14" fmla="*/ 993288 w 3602599"/>
              <a:gd name="csY14" fmla="*/ 646331 h 646331"/>
              <a:gd name="csX15" fmla="*/ 550683 w 3602599"/>
              <a:gd name="csY15" fmla="*/ 646331 h 646331"/>
              <a:gd name="csX16" fmla="*/ 0 w 3602599"/>
              <a:gd name="csY16" fmla="*/ 646331 h 646331"/>
              <a:gd name="csX17" fmla="*/ 0 w 3602599"/>
              <a:gd name="csY17" fmla="*/ 310239 h 646331"/>
              <a:gd name="csX18" fmla="*/ 0 w 3602599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602599" h="646331" extrusionOk="0">
                <a:moveTo>
                  <a:pt x="0" y="0"/>
                </a:moveTo>
                <a:cubicBezTo>
                  <a:pt x="188255" y="-43167"/>
                  <a:pt x="322647" y="18156"/>
                  <a:pt x="478631" y="0"/>
                </a:cubicBezTo>
                <a:cubicBezTo>
                  <a:pt x="634615" y="-18156"/>
                  <a:pt x="685386" y="17252"/>
                  <a:pt x="885210" y="0"/>
                </a:cubicBezTo>
                <a:cubicBezTo>
                  <a:pt x="1085034" y="-17252"/>
                  <a:pt x="1278829" y="27463"/>
                  <a:pt x="1471919" y="0"/>
                </a:cubicBezTo>
                <a:cubicBezTo>
                  <a:pt x="1665009" y="-27463"/>
                  <a:pt x="1778416" y="6769"/>
                  <a:pt x="1950550" y="0"/>
                </a:cubicBezTo>
                <a:cubicBezTo>
                  <a:pt x="2122684" y="-6769"/>
                  <a:pt x="2209582" y="18001"/>
                  <a:pt x="2429181" y="0"/>
                </a:cubicBezTo>
                <a:cubicBezTo>
                  <a:pt x="2648780" y="-18001"/>
                  <a:pt x="2744926" y="41560"/>
                  <a:pt x="3015890" y="0"/>
                </a:cubicBezTo>
                <a:cubicBezTo>
                  <a:pt x="3286854" y="-41560"/>
                  <a:pt x="3323908" y="29000"/>
                  <a:pt x="3602599" y="0"/>
                </a:cubicBezTo>
                <a:cubicBezTo>
                  <a:pt x="3630580" y="150841"/>
                  <a:pt x="3574917" y="187854"/>
                  <a:pt x="3602599" y="336092"/>
                </a:cubicBezTo>
                <a:cubicBezTo>
                  <a:pt x="3630281" y="484330"/>
                  <a:pt x="3578552" y="513455"/>
                  <a:pt x="3602599" y="646331"/>
                </a:cubicBezTo>
                <a:cubicBezTo>
                  <a:pt x="3409394" y="697639"/>
                  <a:pt x="3336778" y="643889"/>
                  <a:pt x="3159994" y="646331"/>
                </a:cubicBezTo>
                <a:cubicBezTo>
                  <a:pt x="2983211" y="648773"/>
                  <a:pt x="2774776" y="610717"/>
                  <a:pt x="2645337" y="646331"/>
                </a:cubicBezTo>
                <a:cubicBezTo>
                  <a:pt x="2515898" y="681945"/>
                  <a:pt x="2389443" y="637606"/>
                  <a:pt x="2166706" y="646331"/>
                </a:cubicBezTo>
                <a:cubicBezTo>
                  <a:pt x="1943969" y="655056"/>
                  <a:pt x="1774372" y="628881"/>
                  <a:pt x="1579997" y="646331"/>
                </a:cubicBezTo>
                <a:cubicBezTo>
                  <a:pt x="1385622" y="663781"/>
                  <a:pt x="1199526" y="577639"/>
                  <a:pt x="993288" y="646331"/>
                </a:cubicBezTo>
                <a:cubicBezTo>
                  <a:pt x="787050" y="715023"/>
                  <a:pt x="768413" y="601300"/>
                  <a:pt x="550683" y="646331"/>
                </a:cubicBezTo>
                <a:cubicBezTo>
                  <a:pt x="332953" y="691362"/>
                  <a:pt x="182695" y="594414"/>
                  <a:pt x="0" y="646331"/>
                </a:cubicBezTo>
                <a:cubicBezTo>
                  <a:pt x="-27191" y="490181"/>
                  <a:pt x="9927" y="438138"/>
                  <a:pt x="0" y="310239"/>
                </a:cubicBezTo>
                <a:cubicBezTo>
                  <a:pt x="-9927" y="182340"/>
                  <a:pt x="16951" y="132664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 average, both actions offer the player the same expected payoff.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374C6AF-8EE3-A5B8-84F0-7060D64D1250}"/>
              </a:ext>
            </a:extLst>
          </p:cNvPr>
          <p:cNvSpPr txBox="1"/>
          <p:nvPr/>
        </p:nvSpPr>
        <p:spPr>
          <a:xfrm>
            <a:off x="5407544" y="6016884"/>
            <a:ext cx="3609745" cy="646331"/>
          </a:xfrm>
          <a:custGeom>
            <a:avLst/>
            <a:gdLst>
              <a:gd name="csX0" fmla="*/ 0 w 3609745"/>
              <a:gd name="csY0" fmla="*/ 0 h 646331"/>
              <a:gd name="csX1" fmla="*/ 479580 w 3609745"/>
              <a:gd name="csY1" fmla="*/ 0 h 646331"/>
              <a:gd name="csX2" fmla="*/ 886966 w 3609745"/>
              <a:gd name="csY2" fmla="*/ 0 h 646331"/>
              <a:gd name="csX3" fmla="*/ 1474839 w 3609745"/>
              <a:gd name="csY3" fmla="*/ 0 h 646331"/>
              <a:gd name="csX4" fmla="*/ 1954419 w 3609745"/>
              <a:gd name="csY4" fmla="*/ 0 h 646331"/>
              <a:gd name="csX5" fmla="*/ 2433999 w 3609745"/>
              <a:gd name="csY5" fmla="*/ 0 h 646331"/>
              <a:gd name="csX6" fmla="*/ 3021872 w 3609745"/>
              <a:gd name="csY6" fmla="*/ 0 h 646331"/>
              <a:gd name="csX7" fmla="*/ 3609745 w 3609745"/>
              <a:gd name="csY7" fmla="*/ 0 h 646331"/>
              <a:gd name="csX8" fmla="*/ 3609745 w 3609745"/>
              <a:gd name="csY8" fmla="*/ 336092 h 646331"/>
              <a:gd name="csX9" fmla="*/ 3609745 w 3609745"/>
              <a:gd name="csY9" fmla="*/ 646331 h 646331"/>
              <a:gd name="csX10" fmla="*/ 3166262 w 3609745"/>
              <a:gd name="csY10" fmla="*/ 646331 h 646331"/>
              <a:gd name="csX11" fmla="*/ 2650584 w 3609745"/>
              <a:gd name="csY11" fmla="*/ 646331 h 646331"/>
              <a:gd name="csX12" fmla="*/ 2171004 w 3609745"/>
              <a:gd name="csY12" fmla="*/ 646331 h 646331"/>
              <a:gd name="csX13" fmla="*/ 1583131 w 3609745"/>
              <a:gd name="csY13" fmla="*/ 646331 h 646331"/>
              <a:gd name="csX14" fmla="*/ 995258 w 3609745"/>
              <a:gd name="csY14" fmla="*/ 646331 h 646331"/>
              <a:gd name="csX15" fmla="*/ 551775 w 3609745"/>
              <a:gd name="csY15" fmla="*/ 646331 h 646331"/>
              <a:gd name="csX16" fmla="*/ 0 w 3609745"/>
              <a:gd name="csY16" fmla="*/ 646331 h 646331"/>
              <a:gd name="csX17" fmla="*/ 0 w 3609745"/>
              <a:gd name="csY17" fmla="*/ 310239 h 646331"/>
              <a:gd name="csX18" fmla="*/ 0 w 3609745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609745" h="646331" extrusionOk="0">
                <a:moveTo>
                  <a:pt x="0" y="0"/>
                </a:moveTo>
                <a:cubicBezTo>
                  <a:pt x="160561" y="-40434"/>
                  <a:pt x="279802" y="25043"/>
                  <a:pt x="479580" y="0"/>
                </a:cubicBezTo>
                <a:cubicBezTo>
                  <a:pt x="679358" y="-25043"/>
                  <a:pt x="688824" y="17757"/>
                  <a:pt x="886966" y="0"/>
                </a:cubicBezTo>
                <a:cubicBezTo>
                  <a:pt x="1085108" y="-17757"/>
                  <a:pt x="1242693" y="64391"/>
                  <a:pt x="1474839" y="0"/>
                </a:cubicBezTo>
                <a:cubicBezTo>
                  <a:pt x="1706985" y="-64391"/>
                  <a:pt x="1812880" y="43137"/>
                  <a:pt x="1954419" y="0"/>
                </a:cubicBezTo>
                <a:cubicBezTo>
                  <a:pt x="2095958" y="-43137"/>
                  <a:pt x="2203104" y="363"/>
                  <a:pt x="2433999" y="0"/>
                </a:cubicBezTo>
                <a:cubicBezTo>
                  <a:pt x="2664894" y="-363"/>
                  <a:pt x="2883665" y="18196"/>
                  <a:pt x="3021872" y="0"/>
                </a:cubicBezTo>
                <a:cubicBezTo>
                  <a:pt x="3160079" y="-18196"/>
                  <a:pt x="3352078" y="67629"/>
                  <a:pt x="3609745" y="0"/>
                </a:cubicBezTo>
                <a:cubicBezTo>
                  <a:pt x="3637726" y="150841"/>
                  <a:pt x="3582063" y="187854"/>
                  <a:pt x="3609745" y="336092"/>
                </a:cubicBezTo>
                <a:cubicBezTo>
                  <a:pt x="3637427" y="484330"/>
                  <a:pt x="3585698" y="513455"/>
                  <a:pt x="3609745" y="646331"/>
                </a:cubicBezTo>
                <a:cubicBezTo>
                  <a:pt x="3501037" y="683714"/>
                  <a:pt x="3353381" y="606723"/>
                  <a:pt x="3166262" y="646331"/>
                </a:cubicBezTo>
                <a:cubicBezTo>
                  <a:pt x="2979143" y="685939"/>
                  <a:pt x="2815598" y="601685"/>
                  <a:pt x="2650584" y="646331"/>
                </a:cubicBezTo>
                <a:cubicBezTo>
                  <a:pt x="2485570" y="690977"/>
                  <a:pt x="2397006" y="635307"/>
                  <a:pt x="2171004" y="646331"/>
                </a:cubicBezTo>
                <a:cubicBezTo>
                  <a:pt x="1945002" y="657355"/>
                  <a:pt x="1732737" y="577117"/>
                  <a:pt x="1583131" y="646331"/>
                </a:cubicBezTo>
                <a:cubicBezTo>
                  <a:pt x="1433525" y="715545"/>
                  <a:pt x="1174063" y="599048"/>
                  <a:pt x="995258" y="646331"/>
                </a:cubicBezTo>
                <a:cubicBezTo>
                  <a:pt x="816453" y="693614"/>
                  <a:pt x="712504" y="596076"/>
                  <a:pt x="551775" y="646331"/>
                </a:cubicBezTo>
                <a:cubicBezTo>
                  <a:pt x="391046" y="696586"/>
                  <a:pt x="246525" y="637466"/>
                  <a:pt x="0" y="646331"/>
                </a:cubicBezTo>
                <a:cubicBezTo>
                  <a:pt x="-27191" y="490181"/>
                  <a:pt x="9927" y="438138"/>
                  <a:pt x="0" y="310239"/>
                </a:cubicBezTo>
                <a:cubicBezTo>
                  <a:pt x="-9927" y="182340"/>
                  <a:pt x="16951" y="132664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Assumption: Every player values only the expected payoff.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D36B304-7984-153C-4E99-18B0CB833E72}"/>
              </a:ext>
            </a:extLst>
          </p:cNvPr>
          <p:cNvGrpSpPr/>
          <p:nvPr/>
        </p:nvGrpSpPr>
        <p:grpSpPr>
          <a:xfrm>
            <a:off x="6470588" y="885825"/>
            <a:ext cx="4374360" cy="295275"/>
            <a:chOff x="6470588" y="885825"/>
            <a:chExt cx="4374360" cy="295275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2D42517-81BF-ED17-E5C2-E1DF85693D59}"/>
                </a:ext>
              </a:extLst>
            </p:cNvPr>
            <p:cNvCxnSpPr/>
            <p:nvPr/>
          </p:nvCxnSpPr>
          <p:spPr>
            <a:xfrm>
              <a:off x="9277350" y="885825"/>
              <a:ext cx="104775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6E96E3-3B71-E4A1-B4E8-FB3DE47EAF29}"/>
                </a:ext>
              </a:extLst>
            </p:cNvPr>
            <p:cNvCxnSpPr>
              <a:cxnSpLocks/>
            </p:cNvCxnSpPr>
            <p:nvPr/>
          </p:nvCxnSpPr>
          <p:spPr>
            <a:xfrm>
              <a:off x="6470588" y="1181100"/>
              <a:ext cx="437436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0323D26-326B-90C9-495F-F82DB5E8286C}"/>
              </a:ext>
            </a:extLst>
          </p:cNvPr>
          <p:cNvSpPr txBox="1"/>
          <p:nvPr/>
        </p:nvSpPr>
        <p:spPr>
          <a:xfrm>
            <a:off x="9627788" y="5832218"/>
            <a:ext cx="1770632" cy="369332"/>
          </a:xfrm>
          <a:custGeom>
            <a:avLst/>
            <a:gdLst>
              <a:gd name="csX0" fmla="*/ 0 w 1770632"/>
              <a:gd name="csY0" fmla="*/ 0 h 369332"/>
              <a:gd name="csX1" fmla="*/ 572504 w 1770632"/>
              <a:gd name="csY1" fmla="*/ 0 h 369332"/>
              <a:gd name="csX2" fmla="*/ 1109596 w 1770632"/>
              <a:gd name="csY2" fmla="*/ 0 h 369332"/>
              <a:gd name="csX3" fmla="*/ 1770632 w 1770632"/>
              <a:gd name="csY3" fmla="*/ 0 h 369332"/>
              <a:gd name="csX4" fmla="*/ 1770632 w 1770632"/>
              <a:gd name="csY4" fmla="*/ 369332 h 369332"/>
              <a:gd name="csX5" fmla="*/ 1215834 w 1770632"/>
              <a:gd name="csY5" fmla="*/ 369332 h 369332"/>
              <a:gd name="csX6" fmla="*/ 590211 w 1770632"/>
              <a:gd name="csY6" fmla="*/ 369332 h 369332"/>
              <a:gd name="csX7" fmla="*/ 0 w 1770632"/>
              <a:gd name="csY7" fmla="*/ 369332 h 369332"/>
              <a:gd name="csX8" fmla="*/ 0 w 1770632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70632" h="369332" extrusionOk="0">
                <a:moveTo>
                  <a:pt x="0" y="0"/>
                </a:moveTo>
                <a:cubicBezTo>
                  <a:pt x="255165" y="-46046"/>
                  <a:pt x="383036" y="58274"/>
                  <a:pt x="572504" y="0"/>
                </a:cubicBezTo>
                <a:cubicBezTo>
                  <a:pt x="761972" y="-58274"/>
                  <a:pt x="884954" y="32106"/>
                  <a:pt x="1109596" y="0"/>
                </a:cubicBezTo>
                <a:cubicBezTo>
                  <a:pt x="1334238" y="-32106"/>
                  <a:pt x="1585042" y="38174"/>
                  <a:pt x="1770632" y="0"/>
                </a:cubicBezTo>
                <a:cubicBezTo>
                  <a:pt x="1806220" y="113493"/>
                  <a:pt x="1743825" y="197069"/>
                  <a:pt x="1770632" y="369332"/>
                </a:cubicBezTo>
                <a:cubicBezTo>
                  <a:pt x="1548561" y="408365"/>
                  <a:pt x="1458238" y="336117"/>
                  <a:pt x="1215834" y="369332"/>
                </a:cubicBezTo>
                <a:cubicBezTo>
                  <a:pt x="973430" y="402547"/>
                  <a:pt x="758418" y="363085"/>
                  <a:pt x="590211" y="369332"/>
                </a:cubicBezTo>
                <a:cubicBezTo>
                  <a:pt x="422004" y="375579"/>
                  <a:pt x="200377" y="32340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noFill/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</a:t>
            </a:r>
          </a:p>
        </p:txBody>
      </p:sp>
      <p:pic>
        <p:nvPicPr>
          <p:cNvPr id="4" name="Graphic 3" descr="Badge Tick1 outline">
            <a:extLst>
              <a:ext uri="{FF2B5EF4-FFF2-40B4-BE49-F238E27FC236}">
                <a16:creationId xmlns:a16="http://schemas.microsoft.com/office/drawing/2014/main" id="{4D774C17-A2E7-04A0-A822-52FCD1263D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72453" y="5750955"/>
            <a:ext cx="531858" cy="531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C19644-651B-11D7-A3EC-7F88D048E0F5}"/>
              </a:ext>
            </a:extLst>
          </p:cNvPr>
          <p:cNvSpPr txBox="1"/>
          <p:nvPr/>
        </p:nvSpPr>
        <p:spPr>
          <a:xfrm>
            <a:off x="2557682" y="3182983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Multiple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331B4-E2FD-BE89-D3BD-07210ECD86D9}"/>
              </a:ext>
            </a:extLst>
          </p:cNvPr>
          <p:cNvSpPr txBox="1"/>
          <p:nvPr/>
        </p:nvSpPr>
        <p:spPr>
          <a:xfrm>
            <a:off x="2931833" y="5216348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Outcome</a:t>
            </a:r>
          </a:p>
        </p:txBody>
      </p:sp>
    </p:spTree>
    <p:extLst>
      <p:ext uri="{BB962C8B-B14F-4D97-AF65-F5344CB8AC3E}">
        <p14:creationId xmlns:p14="http://schemas.microsoft.com/office/powerpoint/2010/main" val="28231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4" grpId="0" animBg="1"/>
      <p:bldP spid="95" grpId="0" animBg="1"/>
      <p:bldP spid="60" grpId="0" animBg="1"/>
      <p:bldP spid="61" grpId="0"/>
      <p:bldP spid="62" grpId="0"/>
      <p:bldP spid="63" grpId="0" animBg="1"/>
      <p:bldP spid="41" grpId="0" animBg="1"/>
      <p:bldP spid="64" grpId="0" animBg="1"/>
      <p:bldP spid="70" grpId="0"/>
      <p:bldP spid="82" grpId="0" animBg="1"/>
      <p:bldP spid="83" grpId="0" animBg="1"/>
      <p:bldP spid="84" grpId="0" animBg="1"/>
      <p:bldP spid="104" grpId="0" animBg="1"/>
      <p:bldP spid="106" grpId="0" animBg="1"/>
      <p:bldP spid="3" grpId="0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551FC-9AB5-1F69-0583-40355B8A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Utility Theory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103D0-D8F4-CF21-E3B6-CA59CD874CB0}"/>
              </a:ext>
            </a:extLst>
          </p:cNvPr>
          <p:cNvSpPr txBox="1"/>
          <p:nvPr/>
        </p:nvSpPr>
        <p:spPr>
          <a:xfrm>
            <a:off x="669035" y="2145654"/>
            <a:ext cx="109761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faced with a decision problem with uncertain outcomes—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decision-maker chooses the action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maximizes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weighted average of payoffs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all possible outcomes.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payoff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weighted by the probability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that outcome.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approach considers both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likelihood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desirability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outcomes.</a:t>
            </a:r>
          </a:p>
        </p:txBody>
      </p:sp>
    </p:spTree>
    <p:extLst>
      <p:ext uri="{BB962C8B-B14F-4D97-AF65-F5344CB8AC3E}">
        <p14:creationId xmlns:p14="http://schemas.microsoft.com/office/powerpoint/2010/main" val="4155893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3E570-0567-DF33-0A4A-B06A79B3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0FFC8F-AF8A-7C6E-E3C7-B8E15EAEB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84864-847B-44FF-F70A-F9D1CEB37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Rational Player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951763D-A5AC-CE13-299B-908DB1F2A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5DD20E-D30B-D3B4-F0E0-A61F3FE8AB59}"/>
                  </a:ext>
                </a:extLst>
              </p:cNvPr>
              <p:cNvSpPr txBox="1"/>
              <p:nvPr/>
            </p:nvSpPr>
            <p:spPr>
              <a:xfrm>
                <a:off x="838200" y="1929384"/>
                <a:ext cx="10515600" cy="1129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 player facing a decision problem with a payoff function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∙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over actions is rational if he chooses an action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that maximizes his payoff.  That is,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chosen if and only if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≥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for all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5DD20E-D30B-D3B4-F0E0-A61F3FE8A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9384"/>
                <a:ext cx="10515600" cy="1129665"/>
              </a:xfrm>
              <a:prstGeom prst="rect">
                <a:avLst/>
              </a:prstGeom>
              <a:blipFill>
                <a:blip r:embed="rId2"/>
                <a:stretch>
                  <a:fillRect l="-928" t="-7027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448A9882-0F58-B8A3-428D-C3F9F113B7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5CF6AA-47D1-CA79-B152-B153372BC50F}"/>
              </a:ext>
            </a:extLst>
          </p:cNvPr>
          <p:cNvSpPr/>
          <p:nvPr/>
        </p:nvSpPr>
        <p:spPr>
          <a:xfrm>
            <a:off x="6389498" y="2209800"/>
            <a:ext cx="2887852" cy="466725"/>
          </a:xfrm>
          <a:custGeom>
            <a:avLst/>
            <a:gdLst>
              <a:gd name="csX0" fmla="*/ 0 w 2887852"/>
              <a:gd name="csY0" fmla="*/ 0 h 466725"/>
              <a:gd name="csX1" fmla="*/ 548692 w 2887852"/>
              <a:gd name="csY1" fmla="*/ 0 h 466725"/>
              <a:gd name="csX2" fmla="*/ 1126262 w 2887852"/>
              <a:gd name="csY2" fmla="*/ 0 h 466725"/>
              <a:gd name="csX3" fmla="*/ 1732711 w 2887852"/>
              <a:gd name="csY3" fmla="*/ 0 h 466725"/>
              <a:gd name="csX4" fmla="*/ 2339160 w 2887852"/>
              <a:gd name="csY4" fmla="*/ 0 h 466725"/>
              <a:gd name="csX5" fmla="*/ 2887852 w 2887852"/>
              <a:gd name="csY5" fmla="*/ 0 h 466725"/>
              <a:gd name="csX6" fmla="*/ 2887852 w 2887852"/>
              <a:gd name="csY6" fmla="*/ 466725 h 466725"/>
              <a:gd name="csX7" fmla="*/ 2252525 w 2887852"/>
              <a:gd name="csY7" fmla="*/ 466725 h 466725"/>
              <a:gd name="csX8" fmla="*/ 1617197 w 2887852"/>
              <a:gd name="csY8" fmla="*/ 466725 h 466725"/>
              <a:gd name="csX9" fmla="*/ 1039627 w 2887852"/>
              <a:gd name="csY9" fmla="*/ 466725 h 466725"/>
              <a:gd name="csX10" fmla="*/ 0 w 2887852"/>
              <a:gd name="csY10" fmla="*/ 466725 h 466725"/>
              <a:gd name="csX11" fmla="*/ 0 w 2887852"/>
              <a:gd name="csY11" fmla="*/ 0 h 466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887852" h="466725" fill="none" extrusionOk="0">
                <a:moveTo>
                  <a:pt x="0" y="0"/>
                </a:moveTo>
                <a:cubicBezTo>
                  <a:pt x="143272" y="-1133"/>
                  <a:pt x="306978" y="18838"/>
                  <a:pt x="548692" y="0"/>
                </a:cubicBezTo>
                <a:cubicBezTo>
                  <a:pt x="790406" y="-18838"/>
                  <a:pt x="922544" y="23530"/>
                  <a:pt x="1126262" y="0"/>
                </a:cubicBezTo>
                <a:cubicBezTo>
                  <a:pt x="1329980" y="-23530"/>
                  <a:pt x="1604824" y="19879"/>
                  <a:pt x="1732711" y="0"/>
                </a:cubicBezTo>
                <a:cubicBezTo>
                  <a:pt x="1860598" y="-19879"/>
                  <a:pt x="2133848" y="11173"/>
                  <a:pt x="2339160" y="0"/>
                </a:cubicBezTo>
                <a:cubicBezTo>
                  <a:pt x="2544472" y="-11173"/>
                  <a:pt x="2644841" y="18499"/>
                  <a:pt x="2887852" y="0"/>
                </a:cubicBezTo>
                <a:cubicBezTo>
                  <a:pt x="2938578" y="177743"/>
                  <a:pt x="2851092" y="235368"/>
                  <a:pt x="2887852" y="466725"/>
                </a:cubicBezTo>
                <a:cubicBezTo>
                  <a:pt x="2695539" y="517000"/>
                  <a:pt x="2404945" y="390865"/>
                  <a:pt x="2252525" y="466725"/>
                </a:cubicBezTo>
                <a:cubicBezTo>
                  <a:pt x="2100105" y="542585"/>
                  <a:pt x="1786869" y="437088"/>
                  <a:pt x="1617197" y="466725"/>
                </a:cubicBezTo>
                <a:cubicBezTo>
                  <a:pt x="1447525" y="496362"/>
                  <a:pt x="1157851" y="455752"/>
                  <a:pt x="1039627" y="466725"/>
                </a:cubicBezTo>
                <a:cubicBezTo>
                  <a:pt x="921403" y="477698"/>
                  <a:pt x="493946" y="392293"/>
                  <a:pt x="0" y="466725"/>
                </a:cubicBezTo>
                <a:cubicBezTo>
                  <a:pt x="-20163" y="253122"/>
                  <a:pt x="53289" y="122069"/>
                  <a:pt x="0" y="0"/>
                </a:cubicBezTo>
                <a:close/>
              </a:path>
              <a:path w="2887852" h="466725" stroke="0" extrusionOk="0">
                <a:moveTo>
                  <a:pt x="0" y="0"/>
                </a:moveTo>
                <a:cubicBezTo>
                  <a:pt x="125195" y="-31334"/>
                  <a:pt x="353211" y="32858"/>
                  <a:pt x="548692" y="0"/>
                </a:cubicBezTo>
                <a:cubicBezTo>
                  <a:pt x="744173" y="-32858"/>
                  <a:pt x="936145" y="44047"/>
                  <a:pt x="1039627" y="0"/>
                </a:cubicBezTo>
                <a:cubicBezTo>
                  <a:pt x="1143110" y="-44047"/>
                  <a:pt x="1371318" y="27064"/>
                  <a:pt x="1674954" y="0"/>
                </a:cubicBezTo>
                <a:cubicBezTo>
                  <a:pt x="1978590" y="-27064"/>
                  <a:pt x="2080700" y="23241"/>
                  <a:pt x="2223646" y="0"/>
                </a:cubicBezTo>
                <a:cubicBezTo>
                  <a:pt x="2366592" y="-23241"/>
                  <a:pt x="2711419" y="35053"/>
                  <a:pt x="2887852" y="0"/>
                </a:cubicBezTo>
                <a:cubicBezTo>
                  <a:pt x="2930565" y="196001"/>
                  <a:pt x="2844116" y="268316"/>
                  <a:pt x="2887852" y="466725"/>
                </a:cubicBezTo>
                <a:cubicBezTo>
                  <a:pt x="2717443" y="527482"/>
                  <a:pt x="2574316" y="452711"/>
                  <a:pt x="2310282" y="466725"/>
                </a:cubicBezTo>
                <a:cubicBezTo>
                  <a:pt x="2046248" y="480739"/>
                  <a:pt x="1873214" y="409121"/>
                  <a:pt x="1674954" y="466725"/>
                </a:cubicBezTo>
                <a:cubicBezTo>
                  <a:pt x="1476694" y="524329"/>
                  <a:pt x="1338410" y="413919"/>
                  <a:pt x="1184019" y="466725"/>
                </a:cubicBezTo>
                <a:cubicBezTo>
                  <a:pt x="1029629" y="519531"/>
                  <a:pt x="884677" y="401717"/>
                  <a:pt x="606449" y="466725"/>
                </a:cubicBezTo>
                <a:cubicBezTo>
                  <a:pt x="328221" y="531733"/>
                  <a:pt x="259069" y="439348"/>
                  <a:pt x="0" y="466725"/>
                </a:cubicBezTo>
                <a:cubicBezTo>
                  <a:pt x="-31847" y="251529"/>
                  <a:pt x="32604" y="147165"/>
                  <a:pt x="0" y="0"/>
                </a:cubicBezTo>
                <a:close/>
              </a:path>
            </a:pathLst>
          </a:custGeom>
          <a:solidFill>
            <a:srgbClr val="7030A0">
              <a:alpha val="20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A09480-E324-FACB-9679-C7EB9505429F}"/>
                  </a:ext>
                </a:extLst>
              </p:cNvPr>
              <p:cNvSpPr txBox="1"/>
              <p:nvPr/>
            </p:nvSpPr>
            <p:spPr>
              <a:xfrm>
                <a:off x="836676" y="3577209"/>
                <a:ext cx="10515600" cy="14622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 player facing a decision problem with a payoff function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∙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over outcomes is rational if he chooses an action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that maximizes his expected payoff.  That is,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chosen if and only if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kumimoji="0" lang="en-I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≥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for all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A09480-E324-FACB-9679-C7EB95054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76" y="3577209"/>
                <a:ext cx="10515600" cy="1462278"/>
              </a:xfrm>
              <a:prstGeom prst="rect">
                <a:avLst/>
              </a:prstGeom>
              <a:blipFill>
                <a:blip r:embed="rId4"/>
                <a:stretch>
                  <a:fillRect l="-870" t="-5417" r="-1275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DD6D1EE-A1CF-2029-AF04-BE86593551D8}"/>
              </a:ext>
            </a:extLst>
          </p:cNvPr>
          <p:cNvSpPr/>
          <p:nvPr/>
        </p:nvSpPr>
        <p:spPr>
          <a:xfrm>
            <a:off x="6389497" y="3841623"/>
            <a:ext cx="4154677" cy="466725"/>
          </a:xfrm>
          <a:custGeom>
            <a:avLst/>
            <a:gdLst>
              <a:gd name="csX0" fmla="*/ 0 w 4154677"/>
              <a:gd name="csY0" fmla="*/ 0 h 466725"/>
              <a:gd name="csX1" fmla="*/ 551979 w 4154677"/>
              <a:gd name="csY1" fmla="*/ 0 h 466725"/>
              <a:gd name="csX2" fmla="*/ 1020863 w 4154677"/>
              <a:gd name="csY2" fmla="*/ 0 h 466725"/>
              <a:gd name="csX3" fmla="*/ 1531295 w 4154677"/>
              <a:gd name="csY3" fmla="*/ 0 h 466725"/>
              <a:gd name="csX4" fmla="*/ 2166367 w 4154677"/>
              <a:gd name="csY4" fmla="*/ 0 h 466725"/>
              <a:gd name="csX5" fmla="*/ 2718346 w 4154677"/>
              <a:gd name="csY5" fmla="*/ 0 h 466725"/>
              <a:gd name="csX6" fmla="*/ 3228778 w 4154677"/>
              <a:gd name="csY6" fmla="*/ 0 h 466725"/>
              <a:gd name="csX7" fmla="*/ 4154677 w 4154677"/>
              <a:gd name="csY7" fmla="*/ 0 h 466725"/>
              <a:gd name="csX8" fmla="*/ 4154677 w 4154677"/>
              <a:gd name="csY8" fmla="*/ 466725 h 466725"/>
              <a:gd name="csX9" fmla="*/ 3561152 w 4154677"/>
              <a:gd name="csY9" fmla="*/ 466725 h 466725"/>
              <a:gd name="csX10" fmla="*/ 3050720 w 4154677"/>
              <a:gd name="csY10" fmla="*/ 466725 h 466725"/>
              <a:gd name="csX11" fmla="*/ 2374101 w 4154677"/>
              <a:gd name="csY11" fmla="*/ 466725 h 466725"/>
              <a:gd name="csX12" fmla="*/ 1822123 w 4154677"/>
              <a:gd name="csY12" fmla="*/ 466725 h 466725"/>
              <a:gd name="csX13" fmla="*/ 1353238 w 4154677"/>
              <a:gd name="csY13" fmla="*/ 466725 h 466725"/>
              <a:gd name="csX14" fmla="*/ 718166 w 4154677"/>
              <a:gd name="csY14" fmla="*/ 466725 h 466725"/>
              <a:gd name="csX15" fmla="*/ 0 w 4154677"/>
              <a:gd name="csY15" fmla="*/ 466725 h 466725"/>
              <a:gd name="csX16" fmla="*/ 0 w 4154677"/>
              <a:gd name="csY16" fmla="*/ 0 h 466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54677" h="466725" fill="none" extrusionOk="0">
                <a:moveTo>
                  <a:pt x="0" y="0"/>
                </a:moveTo>
                <a:cubicBezTo>
                  <a:pt x="258394" y="-30411"/>
                  <a:pt x="391297" y="21474"/>
                  <a:pt x="551979" y="0"/>
                </a:cubicBezTo>
                <a:cubicBezTo>
                  <a:pt x="712661" y="-21474"/>
                  <a:pt x="890894" y="42771"/>
                  <a:pt x="1020863" y="0"/>
                </a:cubicBezTo>
                <a:cubicBezTo>
                  <a:pt x="1150832" y="-42771"/>
                  <a:pt x="1396794" y="7997"/>
                  <a:pt x="1531295" y="0"/>
                </a:cubicBezTo>
                <a:cubicBezTo>
                  <a:pt x="1665796" y="-7997"/>
                  <a:pt x="1954062" y="39635"/>
                  <a:pt x="2166367" y="0"/>
                </a:cubicBezTo>
                <a:cubicBezTo>
                  <a:pt x="2378672" y="-39635"/>
                  <a:pt x="2537089" y="62448"/>
                  <a:pt x="2718346" y="0"/>
                </a:cubicBezTo>
                <a:cubicBezTo>
                  <a:pt x="2899603" y="-62448"/>
                  <a:pt x="3035370" y="40494"/>
                  <a:pt x="3228778" y="0"/>
                </a:cubicBezTo>
                <a:cubicBezTo>
                  <a:pt x="3422186" y="-40494"/>
                  <a:pt x="3767295" y="39067"/>
                  <a:pt x="4154677" y="0"/>
                </a:cubicBezTo>
                <a:cubicBezTo>
                  <a:pt x="4158733" y="193760"/>
                  <a:pt x="4144141" y="256553"/>
                  <a:pt x="4154677" y="466725"/>
                </a:cubicBezTo>
                <a:cubicBezTo>
                  <a:pt x="3963475" y="520784"/>
                  <a:pt x="3795085" y="464966"/>
                  <a:pt x="3561152" y="466725"/>
                </a:cubicBezTo>
                <a:cubicBezTo>
                  <a:pt x="3327219" y="468484"/>
                  <a:pt x="3283324" y="432783"/>
                  <a:pt x="3050720" y="466725"/>
                </a:cubicBezTo>
                <a:cubicBezTo>
                  <a:pt x="2818116" y="500667"/>
                  <a:pt x="2688828" y="443458"/>
                  <a:pt x="2374101" y="466725"/>
                </a:cubicBezTo>
                <a:cubicBezTo>
                  <a:pt x="2059374" y="489992"/>
                  <a:pt x="2057012" y="432036"/>
                  <a:pt x="1822123" y="466725"/>
                </a:cubicBezTo>
                <a:cubicBezTo>
                  <a:pt x="1587234" y="501414"/>
                  <a:pt x="1556624" y="432784"/>
                  <a:pt x="1353238" y="466725"/>
                </a:cubicBezTo>
                <a:cubicBezTo>
                  <a:pt x="1149852" y="500666"/>
                  <a:pt x="925138" y="418894"/>
                  <a:pt x="718166" y="466725"/>
                </a:cubicBezTo>
                <a:cubicBezTo>
                  <a:pt x="511194" y="514556"/>
                  <a:pt x="264945" y="430737"/>
                  <a:pt x="0" y="466725"/>
                </a:cubicBezTo>
                <a:cubicBezTo>
                  <a:pt x="-9735" y="326102"/>
                  <a:pt x="34999" y="162519"/>
                  <a:pt x="0" y="0"/>
                </a:cubicBezTo>
                <a:close/>
              </a:path>
              <a:path w="4154677" h="466725" stroke="0" extrusionOk="0">
                <a:moveTo>
                  <a:pt x="0" y="0"/>
                </a:moveTo>
                <a:cubicBezTo>
                  <a:pt x="268571" y="-15029"/>
                  <a:pt x="430593" y="20087"/>
                  <a:pt x="551979" y="0"/>
                </a:cubicBezTo>
                <a:cubicBezTo>
                  <a:pt x="673365" y="-20087"/>
                  <a:pt x="790583" y="34549"/>
                  <a:pt x="1020863" y="0"/>
                </a:cubicBezTo>
                <a:cubicBezTo>
                  <a:pt x="1251143" y="-34549"/>
                  <a:pt x="1554855" y="65186"/>
                  <a:pt x="1697482" y="0"/>
                </a:cubicBezTo>
                <a:cubicBezTo>
                  <a:pt x="1840109" y="-65186"/>
                  <a:pt x="2116018" y="25579"/>
                  <a:pt x="2249461" y="0"/>
                </a:cubicBezTo>
                <a:cubicBezTo>
                  <a:pt x="2382904" y="-25579"/>
                  <a:pt x="2682305" y="60219"/>
                  <a:pt x="2801439" y="0"/>
                </a:cubicBezTo>
                <a:cubicBezTo>
                  <a:pt x="2920573" y="-60219"/>
                  <a:pt x="3266760" y="14231"/>
                  <a:pt x="3478058" y="0"/>
                </a:cubicBezTo>
                <a:cubicBezTo>
                  <a:pt x="3689356" y="-14231"/>
                  <a:pt x="3875854" y="26625"/>
                  <a:pt x="4154677" y="0"/>
                </a:cubicBezTo>
                <a:cubicBezTo>
                  <a:pt x="4177108" y="214437"/>
                  <a:pt x="4101548" y="311232"/>
                  <a:pt x="4154677" y="466725"/>
                </a:cubicBezTo>
                <a:cubicBezTo>
                  <a:pt x="3955877" y="468725"/>
                  <a:pt x="3757175" y="445510"/>
                  <a:pt x="3644245" y="466725"/>
                </a:cubicBezTo>
                <a:cubicBezTo>
                  <a:pt x="3531315" y="487940"/>
                  <a:pt x="3345446" y="450868"/>
                  <a:pt x="3050720" y="466725"/>
                </a:cubicBezTo>
                <a:cubicBezTo>
                  <a:pt x="2755994" y="482582"/>
                  <a:pt x="2628156" y="441421"/>
                  <a:pt x="2457195" y="466725"/>
                </a:cubicBezTo>
                <a:cubicBezTo>
                  <a:pt x="2286234" y="492029"/>
                  <a:pt x="2132406" y="433471"/>
                  <a:pt x="1905216" y="466725"/>
                </a:cubicBezTo>
                <a:cubicBezTo>
                  <a:pt x="1678026" y="499979"/>
                  <a:pt x="1415820" y="420327"/>
                  <a:pt x="1228597" y="466725"/>
                </a:cubicBezTo>
                <a:cubicBezTo>
                  <a:pt x="1041374" y="513123"/>
                  <a:pt x="888955" y="408906"/>
                  <a:pt x="551979" y="466725"/>
                </a:cubicBezTo>
                <a:cubicBezTo>
                  <a:pt x="215003" y="524544"/>
                  <a:pt x="140930" y="452583"/>
                  <a:pt x="0" y="466725"/>
                </a:cubicBezTo>
                <a:cubicBezTo>
                  <a:pt x="-8019" y="262730"/>
                  <a:pt x="51784" y="196240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2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87E80-60FD-0ED3-2D32-16B57A8D3BD4}"/>
              </a:ext>
            </a:extLst>
          </p:cNvPr>
          <p:cNvSpPr txBox="1"/>
          <p:nvPr/>
        </p:nvSpPr>
        <p:spPr>
          <a:xfrm>
            <a:off x="5400831" y="1429590"/>
            <a:ext cx="3820808" cy="369332"/>
          </a:xfrm>
          <a:custGeom>
            <a:avLst/>
            <a:gdLst>
              <a:gd name="csX0" fmla="*/ 0 w 3820808"/>
              <a:gd name="csY0" fmla="*/ 0 h 369332"/>
              <a:gd name="csX1" fmla="*/ 507622 w 3820808"/>
              <a:gd name="csY1" fmla="*/ 0 h 369332"/>
              <a:gd name="csX2" fmla="*/ 938827 w 3820808"/>
              <a:gd name="csY2" fmla="*/ 0 h 369332"/>
              <a:gd name="csX3" fmla="*/ 1408241 w 3820808"/>
              <a:gd name="csY3" fmla="*/ 0 h 369332"/>
              <a:gd name="csX4" fmla="*/ 1992278 w 3820808"/>
              <a:gd name="csY4" fmla="*/ 0 h 369332"/>
              <a:gd name="csX5" fmla="*/ 2499900 w 3820808"/>
              <a:gd name="csY5" fmla="*/ 0 h 369332"/>
              <a:gd name="csX6" fmla="*/ 2969314 w 3820808"/>
              <a:gd name="csY6" fmla="*/ 0 h 369332"/>
              <a:gd name="csX7" fmla="*/ 3820808 w 3820808"/>
              <a:gd name="csY7" fmla="*/ 0 h 369332"/>
              <a:gd name="csX8" fmla="*/ 3820808 w 3820808"/>
              <a:gd name="csY8" fmla="*/ 369332 h 369332"/>
              <a:gd name="csX9" fmla="*/ 3274978 w 3820808"/>
              <a:gd name="csY9" fmla="*/ 369332 h 369332"/>
              <a:gd name="csX10" fmla="*/ 2805565 w 3820808"/>
              <a:gd name="csY10" fmla="*/ 369332 h 369332"/>
              <a:gd name="csX11" fmla="*/ 2183319 w 3820808"/>
              <a:gd name="csY11" fmla="*/ 369332 h 369332"/>
              <a:gd name="csX12" fmla="*/ 1675697 w 3820808"/>
              <a:gd name="csY12" fmla="*/ 369332 h 369332"/>
              <a:gd name="csX13" fmla="*/ 1244492 w 3820808"/>
              <a:gd name="csY13" fmla="*/ 369332 h 369332"/>
              <a:gd name="csX14" fmla="*/ 660454 w 3820808"/>
              <a:gd name="csY14" fmla="*/ 369332 h 369332"/>
              <a:gd name="csX15" fmla="*/ 0 w 3820808"/>
              <a:gd name="csY15" fmla="*/ 369332 h 369332"/>
              <a:gd name="csX16" fmla="*/ 0 w 3820808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820808" h="369332" fill="none" extrusionOk="0">
                <a:moveTo>
                  <a:pt x="0" y="0"/>
                </a:moveTo>
                <a:cubicBezTo>
                  <a:pt x="120753" y="-30680"/>
                  <a:pt x="371864" y="50784"/>
                  <a:pt x="507622" y="0"/>
                </a:cubicBezTo>
                <a:cubicBezTo>
                  <a:pt x="643380" y="-50784"/>
                  <a:pt x="728810" y="44750"/>
                  <a:pt x="938827" y="0"/>
                </a:cubicBezTo>
                <a:cubicBezTo>
                  <a:pt x="1148844" y="-44750"/>
                  <a:pt x="1256969" y="47669"/>
                  <a:pt x="1408241" y="0"/>
                </a:cubicBezTo>
                <a:cubicBezTo>
                  <a:pt x="1559513" y="-47669"/>
                  <a:pt x="1739532" y="22254"/>
                  <a:pt x="1992278" y="0"/>
                </a:cubicBezTo>
                <a:cubicBezTo>
                  <a:pt x="2245024" y="-22254"/>
                  <a:pt x="2297509" y="18270"/>
                  <a:pt x="2499900" y="0"/>
                </a:cubicBezTo>
                <a:cubicBezTo>
                  <a:pt x="2702291" y="-18270"/>
                  <a:pt x="2821389" y="8463"/>
                  <a:pt x="2969314" y="0"/>
                </a:cubicBezTo>
                <a:cubicBezTo>
                  <a:pt x="3117239" y="-8463"/>
                  <a:pt x="3565063" y="57644"/>
                  <a:pt x="3820808" y="0"/>
                </a:cubicBezTo>
                <a:cubicBezTo>
                  <a:pt x="3830266" y="157059"/>
                  <a:pt x="3807748" y="189560"/>
                  <a:pt x="3820808" y="369332"/>
                </a:cubicBezTo>
                <a:cubicBezTo>
                  <a:pt x="3572505" y="373846"/>
                  <a:pt x="3402906" y="308144"/>
                  <a:pt x="3274978" y="369332"/>
                </a:cubicBezTo>
                <a:cubicBezTo>
                  <a:pt x="3147050" y="430520"/>
                  <a:pt x="3032966" y="364862"/>
                  <a:pt x="2805565" y="369332"/>
                </a:cubicBezTo>
                <a:cubicBezTo>
                  <a:pt x="2578164" y="373802"/>
                  <a:pt x="2451449" y="327349"/>
                  <a:pt x="2183319" y="369332"/>
                </a:cubicBezTo>
                <a:cubicBezTo>
                  <a:pt x="1915189" y="411315"/>
                  <a:pt x="1887124" y="310576"/>
                  <a:pt x="1675697" y="369332"/>
                </a:cubicBezTo>
                <a:cubicBezTo>
                  <a:pt x="1464270" y="428088"/>
                  <a:pt x="1380495" y="352167"/>
                  <a:pt x="1244492" y="369332"/>
                </a:cubicBezTo>
                <a:cubicBezTo>
                  <a:pt x="1108489" y="386497"/>
                  <a:pt x="813616" y="331964"/>
                  <a:pt x="660454" y="369332"/>
                </a:cubicBezTo>
                <a:cubicBezTo>
                  <a:pt x="507292" y="406700"/>
                  <a:pt x="317739" y="340988"/>
                  <a:pt x="0" y="369332"/>
                </a:cubicBezTo>
                <a:cubicBezTo>
                  <a:pt x="-4874" y="252959"/>
                  <a:pt x="30731" y="108862"/>
                  <a:pt x="0" y="0"/>
                </a:cubicBezTo>
                <a:close/>
              </a:path>
              <a:path w="3820808" h="369332" stroke="0" extrusionOk="0">
                <a:moveTo>
                  <a:pt x="0" y="0"/>
                </a:moveTo>
                <a:cubicBezTo>
                  <a:pt x="157863" y="-16443"/>
                  <a:pt x="391785" y="30568"/>
                  <a:pt x="507622" y="0"/>
                </a:cubicBezTo>
                <a:cubicBezTo>
                  <a:pt x="623459" y="-30568"/>
                  <a:pt x="770430" y="36568"/>
                  <a:pt x="938827" y="0"/>
                </a:cubicBezTo>
                <a:cubicBezTo>
                  <a:pt x="1107224" y="-36568"/>
                  <a:pt x="1418665" y="36025"/>
                  <a:pt x="1561073" y="0"/>
                </a:cubicBezTo>
                <a:cubicBezTo>
                  <a:pt x="1703481" y="-36025"/>
                  <a:pt x="1882680" y="29751"/>
                  <a:pt x="2068695" y="0"/>
                </a:cubicBezTo>
                <a:cubicBezTo>
                  <a:pt x="2254710" y="-29751"/>
                  <a:pt x="2461392" y="8971"/>
                  <a:pt x="2576316" y="0"/>
                </a:cubicBezTo>
                <a:cubicBezTo>
                  <a:pt x="2691240" y="-8971"/>
                  <a:pt x="3049949" y="61990"/>
                  <a:pt x="3198562" y="0"/>
                </a:cubicBezTo>
                <a:cubicBezTo>
                  <a:pt x="3347175" y="-61990"/>
                  <a:pt x="3589474" y="37373"/>
                  <a:pt x="3820808" y="0"/>
                </a:cubicBezTo>
                <a:cubicBezTo>
                  <a:pt x="3859882" y="170087"/>
                  <a:pt x="3776754" y="228284"/>
                  <a:pt x="3820808" y="369332"/>
                </a:cubicBezTo>
                <a:cubicBezTo>
                  <a:pt x="3658171" y="371792"/>
                  <a:pt x="3490808" y="317288"/>
                  <a:pt x="3351394" y="369332"/>
                </a:cubicBezTo>
                <a:cubicBezTo>
                  <a:pt x="3211980" y="421376"/>
                  <a:pt x="3017974" y="321502"/>
                  <a:pt x="2805565" y="369332"/>
                </a:cubicBezTo>
                <a:cubicBezTo>
                  <a:pt x="2593156" y="417162"/>
                  <a:pt x="2479196" y="316820"/>
                  <a:pt x="2259735" y="369332"/>
                </a:cubicBezTo>
                <a:cubicBezTo>
                  <a:pt x="2040274" y="421844"/>
                  <a:pt x="1893783" y="349661"/>
                  <a:pt x="1752113" y="369332"/>
                </a:cubicBezTo>
                <a:cubicBezTo>
                  <a:pt x="1610443" y="389003"/>
                  <a:pt x="1296096" y="302168"/>
                  <a:pt x="1129868" y="369332"/>
                </a:cubicBezTo>
                <a:cubicBezTo>
                  <a:pt x="963640" y="436496"/>
                  <a:pt x="773330" y="319364"/>
                  <a:pt x="507622" y="369332"/>
                </a:cubicBezTo>
                <a:cubicBezTo>
                  <a:pt x="241914" y="419300"/>
                  <a:pt x="177678" y="328543"/>
                  <a:pt x="0" y="369332"/>
                </a:cubicBezTo>
                <a:cubicBezTo>
                  <a:pt x="-38655" y="245768"/>
                  <a:pt x="11552" y="91692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Expected Utility Theory</a:t>
            </a:r>
          </a:p>
        </p:txBody>
      </p:sp>
    </p:spTree>
    <p:extLst>
      <p:ext uri="{BB962C8B-B14F-4D97-AF65-F5344CB8AC3E}">
        <p14:creationId xmlns:p14="http://schemas.microsoft.com/office/powerpoint/2010/main" val="146303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30308-CB48-40FB-C14D-41802190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5" name="Rectangle 15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wireframe of lines and dots&#10;&#10;Description automatically generated">
            <a:extLst>
              <a:ext uri="{FF2B5EF4-FFF2-40B4-BE49-F238E27FC236}">
                <a16:creationId xmlns:a16="http://schemas.microsoft.com/office/drawing/2014/main" id="{7E1CBD58-C2FE-7606-BF8F-01A18B21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3333" r="-1" b="2900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56" name="Rectangle 155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7C143-D24B-2579-EAE4-77E25638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C00000"/>
                </a:solidFill>
              </a:rPr>
              <a:t>MODULE 3</a:t>
            </a:r>
            <a:r>
              <a:rPr lang="en-IN" sz="4800" dirty="0">
                <a:solidFill>
                  <a:srgbClr val="C00000"/>
                </a:solidFill>
              </a:rPr>
              <a:t> </a:t>
            </a:r>
            <a:r>
              <a:rPr lang="en-IN" sz="4800" dirty="0">
                <a:solidFill>
                  <a:srgbClr val="0070C0"/>
                </a:solidFill>
                <a:latin typeface="Segoe Script" panose="030B0504020000000003" pitchFamily="66" charset="0"/>
              </a:rPr>
              <a:t>Continuous</a:t>
            </a:r>
            <a:r>
              <a:rPr lang="en-IN" sz="4800" dirty="0"/>
              <a:t> </a:t>
            </a:r>
            <a:r>
              <a:rPr lang="en-IN" sz="4800" dirty="0">
                <a:solidFill>
                  <a:srgbClr val="00B050"/>
                </a:solidFill>
              </a:rPr>
              <a:t>Outcome</a:t>
            </a:r>
            <a:r>
              <a:rPr lang="en-IN" sz="4800" dirty="0"/>
              <a:t> Spaces</a:t>
            </a:r>
            <a:endParaRPr lang="en-US" sz="4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D9B63-23B4-2D77-5E46-1A2042072E02}"/>
              </a:ext>
            </a:extLst>
          </p:cNvPr>
          <p:cNvGrpSpPr/>
          <p:nvPr/>
        </p:nvGrpSpPr>
        <p:grpSpPr>
          <a:xfrm rot="492825">
            <a:off x="10327660" y="345713"/>
            <a:ext cx="1430031" cy="1702330"/>
            <a:chOff x="669036" y="2023164"/>
            <a:chExt cx="3371850" cy="3343275"/>
          </a:xfrm>
        </p:grpSpPr>
        <p:pic>
          <p:nvPicPr>
            <p:cNvPr id="5" name="Picture 4" descr="Orange Juice Bottle Cartoon Vector Illustration">
              <a:extLst>
                <a:ext uri="{FF2B5EF4-FFF2-40B4-BE49-F238E27FC236}">
                  <a16:creationId xmlns:a16="http://schemas.microsoft.com/office/drawing/2014/main" id="{0F5E645A-D8BD-77F5-3B3E-E9ACF4C4BF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7" r="22683"/>
            <a:stretch/>
          </p:blipFill>
          <p:spPr bwMode="auto">
            <a:xfrm>
              <a:off x="669036" y="2023164"/>
              <a:ext cx="3371850" cy="334327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D6FB57F-FC44-974E-FF24-CEBEDB96CEB0}"/>
                </a:ext>
              </a:extLst>
            </p:cNvPr>
            <p:cNvSpPr/>
            <p:nvPr/>
          </p:nvSpPr>
          <p:spPr>
            <a:xfrm>
              <a:off x="1710528" y="3584928"/>
              <a:ext cx="1402049" cy="872846"/>
            </a:xfrm>
            <a:prstGeom prst="round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500 mL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040931-79D1-5C3C-CDA7-751352F0D5AD}"/>
              </a:ext>
            </a:extLst>
          </p:cNvPr>
          <p:cNvSpPr txBox="1"/>
          <p:nvPr/>
        </p:nvSpPr>
        <p:spPr>
          <a:xfrm>
            <a:off x="7848284" y="4785631"/>
            <a:ext cx="1640457" cy="369332"/>
          </a:xfrm>
          <a:custGeom>
            <a:avLst/>
            <a:gdLst>
              <a:gd name="csX0" fmla="*/ 0 w 1640457"/>
              <a:gd name="csY0" fmla="*/ 0 h 369332"/>
              <a:gd name="csX1" fmla="*/ 579628 w 1640457"/>
              <a:gd name="csY1" fmla="*/ 0 h 369332"/>
              <a:gd name="csX2" fmla="*/ 1142852 w 1640457"/>
              <a:gd name="csY2" fmla="*/ 0 h 369332"/>
              <a:gd name="csX3" fmla="*/ 1640457 w 1640457"/>
              <a:gd name="csY3" fmla="*/ 0 h 369332"/>
              <a:gd name="csX4" fmla="*/ 1640457 w 1640457"/>
              <a:gd name="csY4" fmla="*/ 369332 h 369332"/>
              <a:gd name="csX5" fmla="*/ 1126447 w 1640457"/>
              <a:gd name="csY5" fmla="*/ 369332 h 369332"/>
              <a:gd name="csX6" fmla="*/ 579628 w 1640457"/>
              <a:gd name="csY6" fmla="*/ 369332 h 369332"/>
              <a:gd name="csX7" fmla="*/ 0 w 1640457"/>
              <a:gd name="csY7" fmla="*/ 369332 h 369332"/>
              <a:gd name="csX8" fmla="*/ 0 w 1640457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40457" h="369332" fill="none" extrusionOk="0">
                <a:moveTo>
                  <a:pt x="0" y="0"/>
                </a:moveTo>
                <a:cubicBezTo>
                  <a:pt x="137291" y="-13830"/>
                  <a:pt x="331732" y="63635"/>
                  <a:pt x="579628" y="0"/>
                </a:cubicBezTo>
                <a:cubicBezTo>
                  <a:pt x="827524" y="-63635"/>
                  <a:pt x="997264" y="6387"/>
                  <a:pt x="1142852" y="0"/>
                </a:cubicBezTo>
                <a:cubicBezTo>
                  <a:pt x="1288440" y="-6387"/>
                  <a:pt x="1527963" y="3504"/>
                  <a:pt x="1640457" y="0"/>
                </a:cubicBezTo>
                <a:cubicBezTo>
                  <a:pt x="1644495" y="158233"/>
                  <a:pt x="1604163" y="205698"/>
                  <a:pt x="1640457" y="369332"/>
                </a:cubicBezTo>
                <a:cubicBezTo>
                  <a:pt x="1443730" y="424981"/>
                  <a:pt x="1236081" y="312131"/>
                  <a:pt x="1126447" y="369332"/>
                </a:cubicBezTo>
                <a:cubicBezTo>
                  <a:pt x="1016813" y="426533"/>
                  <a:pt x="822940" y="319241"/>
                  <a:pt x="579628" y="369332"/>
                </a:cubicBezTo>
                <a:cubicBezTo>
                  <a:pt x="336316" y="419423"/>
                  <a:pt x="209677" y="322365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640457" h="369332" stroke="0" extrusionOk="0">
                <a:moveTo>
                  <a:pt x="0" y="0"/>
                </a:moveTo>
                <a:cubicBezTo>
                  <a:pt x="154035" y="-31128"/>
                  <a:pt x="307935" y="15565"/>
                  <a:pt x="530414" y="0"/>
                </a:cubicBezTo>
                <a:cubicBezTo>
                  <a:pt x="752893" y="-15565"/>
                  <a:pt x="870245" y="26105"/>
                  <a:pt x="1028020" y="0"/>
                </a:cubicBezTo>
                <a:cubicBezTo>
                  <a:pt x="1185795" y="-26105"/>
                  <a:pt x="1377513" y="50648"/>
                  <a:pt x="1640457" y="0"/>
                </a:cubicBezTo>
                <a:cubicBezTo>
                  <a:pt x="1676045" y="113493"/>
                  <a:pt x="1613650" y="197069"/>
                  <a:pt x="1640457" y="369332"/>
                </a:cubicBezTo>
                <a:cubicBezTo>
                  <a:pt x="1461832" y="391016"/>
                  <a:pt x="1236997" y="337857"/>
                  <a:pt x="1126447" y="369332"/>
                </a:cubicBezTo>
                <a:cubicBezTo>
                  <a:pt x="1015897" y="400807"/>
                  <a:pt x="717302" y="354126"/>
                  <a:pt x="546819" y="369332"/>
                </a:cubicBezTo>
                <a:cubicBezTo>
                  <a:pt x="376336" y="384538"/>
                  <a:pt x="233779" y="31238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4A1FC-B638-319F-A364-C6B27A97581E}"/>
              </a:ext>
            </a:extLst>
          </p:cNvPr>
          <p:cNvSpPr txBox="1"/>
          <p:nvPr/>
        </p:nvSpPr>
        <p:spPr>
          <a:xfrm>
            <a:off x="9545643" y="5760919"/>
            <a:ext cx="2326317" cy="646331"/>
          </a:xfrm>
          <a:custGeom>
            <a:avLst/>
            <a:gdLst>
              <a:gd name="csX0" fmla="*/ 0 w 2326317"/>
              <a:gd name="csY0" fmla="*/ 0 h 646331"/>
              <a:gd name="csX1" fmla="*/ 558316 w 2326317"/>
              <a:gd name="csY1" fmla="*/ 0 h 646331"/>
              <a:gd name="csX2" fmla="*/ 1139895 w 2326317"/>
              <a:gd name="csY2" fmla="*/ 0 h 646331"/>
              <a:gd name="csX3" fmla="*/ 1744738 w 2326317"/>
              <a:gd name="csY3" fmla="*/ 0 h 646331"/>
              <a:gd name="csX4" fmla="*/ 2326317 w 2326317"/>
              <a:gd name="csY4" fmla="*/ 0 h 646331"/>
              <a:gd name="csX5" fmla="*/ 2326317 w 2326317"/>
              <a:gd name="csY5" fmla="*/ 329629 h 646331"/>
              <a:gd name="csX6" fmla="*/ 2326317 w 2326317"/>
              <a:gd name="csY6" fmla="*/ 646331 h 646331"/>
              <a:gd name="csX7" fmla="*/ 1698211 w 2326317"/>
              <a:gd name="csY7" fmla="*/ 646331 h 646331"/>
              <a:gd name="csX8" fmla="*/ 1070106 w 2326317"/>
              <a:gd name="csY8" fmla="*/ 646331 h 646331"/>
              <a:gd name="csX9" fmla="*/ 0 w 2326317"/>
              <a:gd name="csY9" fmla="*/ 646331 h 646331"/>
              <a:gd name="csX10" fmla="*/ 0 w 2326317"/>
              <a:gd name="csY10" fmla="*/ 329629 h 646331"/>
              <a:gd name="csX11" fmla="*/ 0 w 2326317"/>
              <a:gd name="csY11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326317" h="646331" fill="none" extrusionOk="0">
                <a:moveTo>
                  <a:pt x="0" y="0"/>
                </a:moveTo>
                <a:cubicBezTo>
                  <a:pt x="149355" y="-59183"/>
                  <a:pt x="360315" y="41327"/>
                  <a:pt x="558316" y="0"/>
                </a:cubicBezTo>
                <a:cubicBezTo>
                  <a:pt x="756317" y="-41327"/>
                  <a:pt x="951139" y="5151"/>
                  <a:pt x="1139895" y="0"/>
                </a:cubicBezTo>
                <a:cubicBezTo>
                  <a:pt x="1328651" y="-5151"/>
                  <a:pt x="1589156" y="69575"/>
                  <a:pt x="1744738" y="0"/>
                </a:cubicBezTo>
                <a:cubicBezTo>
                  <a:pt x="1900320" y="-69575"/>
                  <a:pt x="2054718" y="48017"/>
                  <a:pt x="2326317" y="0"/>
                </a:cubicBezTo>
                <a:cubicBezTo>
                  <a:pt x="2357756" y="138098"/>
                  <a:pt x="2310740" y="172318"/>
                  <a:pt x="2326317" y="329629"/>
                </a:cubicBezTo>
                <a:cubicBezTo>
                  <a:pt x="2341894" y="486940"/>
                  <a:pt x="2291128" y="518547"/>
                  <a:pt x="2326317" y="646331"/>
                </a:cubicBezTo>
                <a:cubicBezTo>
                  <a:pt x="2070675" y="720637"/>
                  <a:pt x="1964123" y="607209"/>
                  <a:pt x="1698211" y="646331"/>
                </a:cubicBezTo>
                <a:cubicBezTo>
                  <a:pt x="1432299" y="685453"/>
                  <a:pt x="1379944" y="584142"/>
                  <a:pt x="1070106" y="646331"/>
                </a:cubicBezTo>
                <a:cubicBezTo>
                  <a:pt x="760268" y="708520"/>
                  <a:pt x="302628" y="641737"/>
                  <a:pt x="0" y="646331"/>
                </a:cubicBezTo>
                <a:cubicBezTo>
                  <a:pt x="-33952" y="494166"/>
                  <a:pt x="19450" y="412375"/>
                  <a:pt x="0" y="329629"/>
                </a:cubicBezTo>
                <a:cubicBezTo>
                  <a:pt x="-19450" y="246883"/>
                  <a:pt x="11518" y="109323"/>
                  <a:pt x="0" y="0"/>
                </a:cubicBezTo>
                <a:close/>
              </a:path>
              <a:path w="2326317" h="646331" stroke="0" extrusionOk="0">
                <a:moveTo>
                  <a:pt x="0" y="0"/>
                </a:moveTo>
                <a:cubicBezTo>
                  <a:pt x="184094" y="-42899"/>
                  <a:pt x="280750" y="21301"/>
                  <a:pt x="558316" y="0"/>
                </a:cubicBezTo>
                <a:cubicBezTo>
                  <a:pt x="835882" y="-21301"/>
                  <a:pt x="871068" y="39543"/>
                  <a:pt x="1070106" y="0"/>
                </a:cubicBezTo>
                <a:cubicBezTo>
                  <a:pt x="1269144" y="-39543"/>
                  <a:pt x="1462361" y="27772"/>
                  <a:pt x="1698211" y="0"/>
                </a:cubicBezTo>
                <a:cubicBezTo>
                  <a:pt x="1934061" y="-27772"/>
                  <a:pt x="2025762" y="62259"/>
                  <a:pt x="2326317" y="0"/>
                </a:cubicBezTo>
                <a:cubicBezTo>
                  <a:pt x="2335000" y="66160"/>
                  <a:pt x="2301605" y="249942"/>
                  <a:pt x="2326317" y="316702"/>
                </a:cubicBezTo>
                <a:cubicBezTo>
                  <a:pt x="2351029" y="383462"/>
                  <a:pt x="2304476" y="564609"/>
                  <a:pt x="2326317" y="646331"/>
                </a:cubicBezTo>
                <a:cubicBezTo>
                  <a:pt x="2069519" y="700703"/>
                  <a:pt x="1920408" y="603980"/>
                  <a:pt x="1744738" y="646331"/>
                </a:cubicBezTo>
                <a:cubicBezTo>
                  <a:pt x="1569068" y="688682"/>
                  <a:pt x="1375375" y="627766"/>
                  <a:pt x="1116632" y="646331"/>
                </a:cubicBezTo>
                <a:cubicBezTo>
                  <a:pt x="857889" y="664896"/>
                  <a:pt x="847342" y="596202"/>
                  <a:pt x="604842" y="646331"/>
                </a:cubicBezTo>
                <a:cubicBezTo>
                  <a:pt x="362342" y="696460"/>
                  <a:pt x="146067" y="584913"/>
                  <a:pt x="0" y="646331"/>
                </a:cubicBezTo>
                <a:cubicBezTo>
                  <a:pt x="-5824" y="570951"/>
                  <a:pt x="1433" y="401953"/>
                  <a:pt x="0" y="323166"/>
                </a:cubicBezTo>
                <a:cubicBezTo>
                  <a:pt x="-1433" y="244380"/>
                  <a:pt x="23279" y="115607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Infinitely-many outcomes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DBCF13-EAFD-DE1C-A747-62AE3F87A07F}"/>
              </a:ext>
            </a:extLst>
          </p:cNvPr>
          <p:cNvSpPr/>
          <p:nvPr/>
        </p:nvSpPr>
        <p:spPr>
          <a:xfrm>
            <a:off x="9060873" y="5190836"/>
            <a:ext cx="618836" cy="554651"/>
          </a:xfrm>
          <a:custGeom>
            <a:avLst/>
            <a:gdLst>
              <a:gd name="connsiteX0" fmla="*/ 0 w 618836"/>
              <a:gd name="connsiteY0" fmla="*/ 0 h 554651"/>
              <a:gd name="connsiteX1" fmla="*/ 175491 w 618836"/>
              <a:gd name="connsiteY1" fmla="*/ 258619 h 554651"/>
              <a:gd name="connsiteX2" fmla="*/ 221672 w 618836"/>
              <a:gd name="connsiteY2" fmla="*/ 323273 h 554651"/>
              <a:gd name="connsiteX3" fmla="*/ 286327 w 618836"/>
              <a:gd name="connsiteY3" fmla="*/ 369455 h 554651"/>
              <a:gd name="connsiteX4" fmla="*/ 378691 w 618836"/>
              <a:gd name="connsiteY4" fmla="*/ 443346 h 554651"/>
              <a:gd name="connsiteX5" fmla="*/ 434109 w 618836"/>
              <a:gd name="connsiteY5" fmla="*/ 480291 h 554651"/>
              <a:gd name="connsiteX6" fmla="*/ 471054 w 618836"/>
              <a:gd name="connsiteY6" fmla="*/ 489528 h 554651"/>
              <a:gd name="connsiteX7" fmla="*/ 563418 w 618836"/>
              <a:gd name="connsiteY7" fmla="*/ 535709 h 554651"/>
              <a:gd name="connsiteX8" fmla="*/ 618836 w 618836"/>
              <a:gd name="connsiteY8" fmla="*/ 554182 h 55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8836" h="554651">
                <a:moveTo>
                  <a:pt x="0" y="0"/>
                </a:moveTo>
                <a:cubicBezTo>
                  <a:pt x="127811" y="237367"/>
                  <a:pt x="-9433" y="-278"/>
                  <a:pt x="175491" y="258619"/>
                </a:cubicBezTo>
                <a:cubicBezTo>
                  <a:pt x="190885" y="280170"/>
                  <a:pt x="202945" y="304546"/>
                  <a:pt x="221672" y="323273"/>
                </a:cubicBezTo>
                <a:cubicBezTo>
                  <a:pt x="240400" y="342001"/>
                  <a:pt x="265334" y="353307"/>
                  <a:pt x="286327" y="369455"/>
                </a:cubicBezTo>
                <a:cubicBezTo>
                  <a:pt x="352463" y="420329"/>
                  <a:pt x="323217" y="404515"/>
                  <a:pt x="378691" y="443346"/>
                </a:cubicBezTo>
                <a:cubicBezTo>
                  <a:pt x="396879" y="456078"/>
                  <a:pt x="414252" y="470362"/>
                  <a:pt x="434109" y="480291"/>
                </a:cubicBezTo>
                <a:cubicBezTo>
                  <a:pt x="445463" y="485968"/>
                  <a:pt x="458739" y="486449"/>
                  <a:pt x="471054" y="489528"/>
                </a:cubicBezTo>
                <a:cubicBezTo>
                  <a:pt x="599512" y="566602"/>
                  <a:pt x="437712" y="472857"/>
                  <a:pt x="563418" y="535709"/>
                </a:cubicBezTo>
                <a:cubicBezTo>
                  <a:pt x="610612" y="559305"/>
                  <a:pt x="570209" y="554182"/>
                  <a:pt x="618836" y="554182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03F486-9039-4D78-237C-93C41F466214}"/>
              </a:ext>
            </a:extLst>
          </p:cNvPr>
          <p:cNvSpPr txBox="1"/>
          <p:nvPr/>
        </p:nvSpPr>
        <p:spPr>
          <a:xfrm rot="20929282">
            <a:off x="7660599" y="5647854"/>
            <a:ext cx="1397079" cy="646331"/>
          </a:xfrm>
          <a:custGeom>
            <a:avLst/>
            <a:gdLst>
              <a:gd name="csX0" fmla="*/ 0 w 1397079"/>
              <a:gd name="csY0" fmla="*/ 0 h 646331"/>
              <a:gd name="csX1" fmla="*/ 451722 w 1397079"/>
              <a:gd name="csY1" fmla="*/ 0 h 646331"/>
              <a:gd name="csX2" fmla="*/ 875503 w 1397079"/>
              <a:gd name="csY2" fmla="*/ 0 h 646331"/>
              <a:gd name="csX3" fmla="*/ 1397079 w 1397079"/>
              <a:gd name="csY3" fmla="*/ 0 h 646331"/>
              <a:gd name="csX4" fmla="*/ 1397079 w 1397079"/>
              <a:gd name="csY4" fmla="*/ 316702 h 646331"/>
              <a:gd name="csX5" fmla="*/ 1397079 w 1397079"/>
              <a:gd name="csY5" fmla="*/ 646331 h 646331"/>
              <a:gd name="csX6" fmla="*/ 959328 w 1397079"/>
              <a:gd name="csY6" fmla="*/ 646331 h 646331"/>
              <a:gd name="csX7" fmla="*/ 521576 w 1397079"/>
              <a:gd name="csY7" fmla="*/ 646331 h 646331"/>
              <a:gd name="csX8" fmla="*/ 0 w 1397079"/>
              <a:gd name="csY8" fmla="*/ 646331 h 646331"/>
              <a:gd name="csX9" fmla="*/ 0 w 1397079"/>
              <a:gd name="csY9" fmla="*/ 342555 h 646331"/>
              <a:gd name="csX10" fmla="*/ 0 w 1397079"/>
              <a:gd name="csY1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7079" h="646331" extrusionOk="0">
                <a:moveTo>
                  <a:pt x="0" y="0"/>
                </a:moveTo>
                <a:cubicBezTo>
                  <a:pt x="128446" y="-50572"/>
                  <a:pt x="356211" y="15232"/>
                  <a:pt x="451722" y="0"/>
                </a:cubicBezTo>
                <a:cubicBezTo>
                  <a:pt x="547233" y="-15232"/>
                  <a:pt x="768843" y="29220"/>
                  <a:pt x="875503" y="0"/>
                </a:cubicBezTo>
                <a:cubicBezTo>
                  <a:pt x="982163" y="-29220"/>
                  <a:pt x="1224979" y="1374"/>
                  <a:pt x="1397079" y="0"/>
                </a:cubicBezTo>
                <a:cubicBezTo>
                  <a:pt x="1424462" y="121065"/>
                  <a:pt x="1383509" y="238935"/>
                  <a:pt x="1397079" y="316702"/>
                </a:cubicBezTo>
                <a:cubicBezTo>
                  <a:pt x="1410649" y="394469"/>
                  <a:pt x="1390222" y="514100"/>
                  <a:pt x="1397079" y="646331"/>
                </a:cubicBezTo>
                <a:cubicBezTo>
                  <a:pt x="1240230" y="650220"/>
                  <a:pt x="1077676" y="644830"/>
                  <a:pt x="959328" y="646331"/>
                </a:cubicBezTo>
                <a:cubicBezTo>
                  <a:pt x="840980" y="647832"/>
                  <a:pt x="627649" y="632077"/>
                  <a:pt x="521576" y="646331"/>
                </a:cubicBezTo>
                <a:cubicBezTo>
                  <a:pt x="415503" y="660585"/>
                  <a:pt x="151237" y="611455"/>
                  <a:pt x="0" y="646331"/>
                </a:cubicBezTo>
                <a:cubicBezTo>
                  <a:pt x="-26174" y="508757"/>
                  <a:pt x="23894" y="459392"/>
                  <a:pt x="0" y="342555"/>
                </a:cubicBezTo>
                <a:cubicBezTo>
                  <a:pt x="-23894" y="225718"/>
                  <a:pt x="27255" y="138134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Expected payoffs?</a:t>
            </a:r>
          </a:p>
        </p:txBody>
      </p:sp>
    </p:spTree>
    <p:extLst>
      <p:ext uri="{BB962C8B-B14F-4D97-AF65-F5344CB8AC3E}">
        <p14:creationId xmlns:p14="http://schemas.microsoft.com/office/powerpoint/2010/main" val="104963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125A2-12F2-84BC-9A2E-0712B1FA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4FC8082-0AD8-2A64-EC48-FBB4AC2B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351DFF6-917B-458C-7E63-8C3D93594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Content Placeholder 10" descr="A cartoon of a hand holding a lottery ticket&#10;&#10;Description automatically generated">
            <a:extLst>
              <a:ext uri="{FF2B5EF4-FFF2-40B4-BE49-F238E27FC236}">
                <a16:creationId xmlns:a16="http://schemas.microsoft.com/office/drawing/2014/main" id="{F39B63CC-6D6F-0A80-605B-EB968A2BD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7931" r="14912" b="10017"/>
          <a:stretch/>
        </p:blipFill>
        <p:spPr>
          <a:xfrm>
            <a:off x="9127026" y="2111715"/>
            <a:ext cx="1879600" cy="2130215"/>
          </a:xfr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DF83118-9B37-6EBF-5F4E-E358D537A7B0}"/>
              </a:ext>
            </a:extLst>
          </p:cNvPr>
          <p:cNvGrpSpPr/>
          <p:nvPr/>
        </p:nvGrpSpPr>
        <p:grpSpPr>
          <a:xfrm>
            <a:off x="922826" y="2503618"/>
            <a:ext cx="3128350" cy="369332"/>
            <a:chOff x="838200" y="1690688"/>
            <a:chExt cx="3128350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030234-AB10-401F-AB92-0A2633A4E18D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F7C617-6947-3C19-7E58-16D25452EF46}"/>
                    </a:ext>
                  </a:extLst>
                </p:cNvPr>
                <p:cNvSpPr txBox="1"/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F7C617-6947-3C19-7E58-16D25452E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61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5D50BDF-3E16-BE71-B192-41882FFC6D37}"/>
              </a:ext>
            </a:extLst>
          </p:cNvPr>
          <p:cNvGrpSpPr/>
          <p:nvPr/>
        </p:nvGrpSpPr>
        <p:grpSpPr>
          <a:xfrm>
            <a:off x="3864994" y="2832547"/>
            <a:ext cx="4466145" cy="759872"/>
            <a:chOff x="3864994" y="2832547"/>
            <a:chExt cx="4466145" cy="75987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83006E3-E0E8-1DEC-6D41-B8F5C8AA4FB9}"/>
                </a:ext>
              </a:extLst>
            </p:cNvPr>
            <p:cNvGrpSpPr/>
            <p:nvPr/>
          </p:nvGrpSpPr>
          <p:grpSpPr>
            <a:xfrm>
              <a:off x="3864994" y="2832547"/>
              <a:ext cx="2527300" cy="759872"/>
              <a:chOff x="3780368" y="2019617"/>
              <a:chExt cx="2527300" cy="75987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AEC29E7-7192-15AE-2877-347F8FCBCFE0}"/>
                  </a:ext>
                </a:extLst>
              </p:cNvPr>
              <p:cNvSpPr txBox="1"/>
              <p:nvPr/>
            </p:nvSpPr>
            <p:spPr>
              <a:xfrm>
                <a:off x="4428067" y="2133158"/>
                <a:ext cx="1879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Nothing changes</a:t>
                </a: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BC360C2-C9C3-3FE8-1775-9706C120B16E}"/>
                  </a:ext>
                </a:extLst>
              </p:cNvPr>
              <p:cNvSpPr/>
              <p:nvPr/>
            </p:nvSpPr>
            <p:spPr>
              <a:xfrm>
                <a:off x="3780368" y="2019617"/>
                <a:ext cx="647699" cy="331718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4DB19C4-730E-3620-C916-2E6A02040BCC}"/>
                </a:ext>
              </a:extLst>
            </p:cNvPr>
            <p:cNvGrpSpPr/>
            <p:nvPr/>
          </p:nvGrpSpPr>
          <p:grpSpPr>
            <a:xfrm>
              <a:off x="6244125" y="2915283"/>
              <a:ext cx="2087014" cy="646331"/>
              <a:chOff x="6159499" y="2102353"/>
              <a:chExt cx="2087014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F01E4298-A3CC-1E71-56DE-F554E93574CF}"/>
                      </a:ext>
                    </a:extLst>
                  </p:cNvPr>
                  <p:cNvSpPr txBox="1"/>
                  <p:nvPr/>
                </p:nvSpPr>
                <p:spPr>
                  <a:xfrm>
                    <a:off x="7103554" y="2102353"/>
                    <a:ext cx="1142959" cy="646331"/>
                  </a:xfrm>
                  <a:custGeom>
                    <a:avLst/>
                    <a:gdLst>
                      <a:gd name="csX0" fmla="*/ 0 w 1142959"/>
                      <a:gd name="csY0" fmla="*/ 0 h 646331"/>
                      <a:gd name="csX1" fmla="*/ 594339 w 1142959"/>
                      <a:gd name="csY1" fmla="*/ 0 h 646331"/>
                      <a:gd name="csX2" fmla="*/ 1142959 w 1142959"/>
                      <a:gd name="csY2" fmla="*/ 0 h 646331"/>
                      <a:gd name="csX3" fmla="*/ 1142959 w 1142959"/>
                      <a:gd name="csY3" fmla="*/ 303776 h 646331"/>
                      <a:gd name="csX4" fmla="*/ 1142959 w 1142959"/>
                      <a:gd name="csY4" fmla="*/ 646331 h 646331"/>
                      <a:gd name="csX5" fmla="*/ 594339 w 1142959"/>
                      <a:gd name="csY5" fmla="*/ 646331 h 646331"/>
                      <a:gd name="csX6" fmla="*/ 0 w 1142959"/>
                      <a:gd name="csY6" fmla="*/ 646331 h 646331"/>
                      <a:gd name="csX7" fmla="*/ 0 w 1142959"/>
                      <a:gd name="csY7" fmla="*/ 329629 h 646331"/>
                      <a:gd name="csX8" fmla="*/ 0 w 1142959"/>
                      <a:gd name="csY8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142959" h="646331" fill="none" extrusionOk="0">
                        <a:moveTo>
                          <a:pt x="0" y="0"/>
                        </a:moveTo>
                        <a:cubicBezTo>
                          <a:pt x="214580" y="-18932"/>
                          <a:pt x="303398" y="52442"/>
                          <a:pt x="594339" y="0"/>
                        </a:cubicBezTo>
                        <a:cubicBezTo>
                          <a:pt x="885280" y="-52442"/>
                          <a:pt x="971834" y="11491"/>
                          <a:pt x="1142959" y="0"/>
                        </a:cubicBezTo>
                        <a:cubicBezTo>
                          <a:pt x="1172697" y="110808"/>
                          <a:pt x="1140731" y="165823"/>
                          <a:pt x="1142959" y="303776"/>
                        </a:cubicBezTo>
                        <a:cubicBezTo>
                          <a:pt x="1145187" y="441729"/>
                          <a:pt x="1126324" y="488908"/>
                          <a:pt x="1142959" y="646331"/>
                        </a:cubicBezTo>
                        <a:cubicBezTo>
                          <a:pt x="1003708" y="700906"/>
                          <a:pt x="752495" y="608700"/>
                          <a:pt x="594339" y="646331"/>
                        </a:cubicBezTo>
                        <a:cubicBezTo>
                          <a:pt x="436183" y="683962"/>
                          <a:pt x="156109" y="597740"/>
                          <a:pt x="0" y="646331"/>
                        </a:cubicBezTo>
                        <a:cubicBezTo>
                          <a:pt x="-13477" y="536566"/>
                          <a:pt x="22304" y="455694"/>
                          <a:pt x="0" y="329629"/>
                        </a:cubicBezTo>
                        <a:cubicBezTo>
                          <a:pt x="-22304" y="203564"/>
                          <a:pt x="31332" y="92530"/>
                          <a:pt x="0" y="0"/>
                        </a:cubicBezTo>
                        <a:close/>
                      </a:path>
                      <a:path w="1142959" h="646331" stroke="0" extrusionOk="0">
                        <a:moveTo>
                          <a:pt x="0" y="0"/>
                        </a:moveTo>
                        <a:cubicBezTo>
                          <a:pt x="173839" y="-66049"/>
                          <a:pt x="295925" y="5015"/>
                          <a:pt x="560050" y="0"/>
                        </a:cubicBezTo>
                        <a:cubicBezTo>
                          <a:pt x="824175" y="-5015"/>
                          <a:pt x="1001716" y="30520"/>
                          <a:pt x="1142959" y="0"/>
                        </a:cubicBezTo>
                        <a:cubicBezTo>
                          <a:pt x="1168823" y="103642"/>
                          <a:pt x="1123989" y="210933"/>
                          <a:pt x="1142959" y="336092"/>
                        </a:cubicBezTo>
                        <a:cubicBezTo>
                          <a:pt x="1161929" y="461251"/>
                          <a:pt x="1134275" y="578943"/>
                          <a:pt x="1142959" y="646331"/>
                        </a:cubicBezTo>
                        <a:cubicBezTo>
                          <a:pt x="891362" y="684053"/>
                          <a:pt x="822427" y="627326"/>
                          <a:pt x="594339" y="646331"/>
                        </a:cubicBezTo>
                        <a:cubicBezTo>
                          <a:pt x="366251" y="665336"/>
                          <a:pt x="231654" y="640935"/>
                          <a:pt x="0" y="646331"/>
                        </a:cubicBezTo>
                        <a:cubicBezTo>
                          <a:pt x="-34512" y="535132"/>
                          <a:pt x="5955" y="435208"/>
                          <a:pt x="0" y="336092"/>
                        </a:cubicBezTo>
                        <a:cubicBezTo>
                          <a:pt x="-5955" y="236976"/>
                          <a:pt x="20435" y="987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20000"/>
                      <a:lumOff val="80000"/>
                    </a:schemeClr>
                  </a:solidFill>
                  <a:ln w="1270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rect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Payoff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F01E4298-A3CC-1E71-56DE-F554E93574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3554" y="2102353"/>
                    <a:ext cx="1142959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1219033472">
                          <a:custGeom>
                            <a:avLst/>
                            <a:gdLst>
                              <a:gd name="connsiteX0" fmla="*/ 0 w 1142959"/>
                              <a:gd name="connsiteY0" fmla="*/ 0 h 646331"/>
                              <a:gd name="connsiteX1" fmla="*/ 594339 w 1142959"/>
                              <a:gd name="connsiteY1" fmla="*/ 0 h 646331"/>
                              <a:gd name="connsiteX2" fmla="*/ 1142959 w 1142959"/>
                              <a:gd name="connsiteY2" fmla="*/ 0 h 646331"/>
                              <a:gd name="connsiteX3" fmla="*/ 1142959 w 1142959"/>
                              <a:gd name="connsiteY3" fmla="*/ 303776 h 646331"/>
                              <a:gd name="connsiteX4" fmla="*/ 1142959 w 1142959"/>
                              <a:gd name="connsiteY4" fmla="*/ 646331 h 646331"/>
                              <a:gd name="connsiteX5" fmla="*/ 594339 w 1142959"/>
                              <a:gd name="connsiteY5" fmla="*/ 646331 h 646331"/>
                              <a:gd name="connsiteX6" fmla="*/ 0 w 1142959"/>
                              <a:gd name="connsiteY6" fmla="*/ 646331 h 646331"/>
                              <a:gd name="connsiteX7" fmla="*/ 0 w 1142959"/>
                              <a:gd name="connsiteY7" fmla="*/ 329629 h 646331"/>
                              <a:gd name="connsiteX8" fmla="*/ 0 w 1142959"/>
                              <a:gd name="connsiteY8" fmla="*/ 0 h 64633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142959" h="646331" fill="none" extrusionOk="0">
                                <a:moveTo>
                                  <a:pt x="0" y="0"/>
                                </a:moveTo>
                                <a:cubicBezTo>
                                  <a:pt x="214580" y="-18932"/>
                                  <a:pt x="303398" y="52442"/>
                                  <a:pt x="594339" y="0"/>
                                </a:cubicBezTo>
                                <a:cubicBezTo>
                                  <a:pt x="885280" y="-52442"/>
                                  <a:pt x="971834" y="11491"/>
                                  <a:pt x="1142959" y="0"/>
                                </a:cubicBezTo>
                                <a:cubicBezTo>
                                  <a:pt x="1172697" y="110808"/>
                                  <a:pt x="1140731" y="165823"/>
                                  <a:pt x="1142959" y="303776"/>
                                </a:cubicBezTo>
                                <a:cubicBezTo>
                                  <a:pt x="1145187" y="441729"/>
                                  <a:pt x="1126324" y="488908"/>
                                  <a:pt x="1142959" y="646331"/>
                                </a:cubicBezTo>
                                <a:cubicBezTo>
                                  <a:pt x="1003708" y="700906"/>
                                  <a:pt x="752495" y="608700"/>
                                  <a:pt x="594339" y="646331"/>
                                </a:cubicBezTo>
                                <a:cubicBezTo>
                                  <a:pt x="436183" y="683962"/>
                                  <a:pt x="156109" y="597740"/>
                                  <a:pt x="0" y="646331"/>
                                </a:cubicBezTo>
                                <a:cubicBezTo>
                                  <a:pt x="-13477" y="536566"/>
                                  <a:pt x="22304" y="455694"/>
                                  <a:pt x="0" y="329629"/>
                                </a:cubicBezTo>
                                <a:cubicBezTo>
                                  <a:pt x="-22304" y="203564"/>
                                  <a:pt x="31332" y="92530"/>
                                  <a:pt x="0" y="0"/>
                                </a:cubicBezTo>
                                <a:close/>
                              </a:path>
                              <a:path w="1142959" h="646331" stroke="0" extrusionOk="0">
                                <a:moveTo>
                                  <a:pt x="0" y="0"/>
                                </a:moveTo>
                                <a:cubicBezTo>
                                  <a:pt x="173839" y="-66049"/>
                                  <a:pt x="295925" y="5015"/>
                                  <a:pt x="560050" y="0"/>
                                </a:cubicBezTo>
                                <a:cubicBezTo>
                                  <a:pt x="824175" y="-5015"/>
                                  <a:pt x="1001716" y="30520"/>
                                  <a:pt x="1142959" y="0"/>
                                </a:cubicBezTo>
                                <a:cubicBezTo>
                                  <a:pt x="1168823" y="103642"/>
                                  <a:pt x="1123989" y="210933"/>
                                  <a:pt x="1142959" y="336092"/>
                                </a:cubicBezTo>
                                <a:cubicBezTo>
                                  <a:pt x="1161929" y="461251"/>
                                  <a:pt x="1134275" y="578943"/>
                                  <a:pt x="1142959" y="646331"/>
                                </a:cubicBezTo>
                                <a:cubicBezTo>
                                  <a:pt x="891362" y="684053"/>
                                  <a:pt x="822427" y="627326"/>
                                  <a:pt x="594339" y="646331"/>
                                </a:cubicBezTo>
                                <a:cubicBezTo>
                                  <a:pt x="366251" y="665336"/>
                                  <a:pt x="231654" y="640935"/>
                                  <a:pt x="0" y="646331"/>
                                </a:cubicBezTo>
                                <a:cubicBezTo>
                                  <a:pt x="-34512" y="535132"/>
                                  <a:pt x="5955" y="435208"/>
                                  <a:pt x="0" y="336092"/>
                                </a:cubicBezTo>
                                <a:cubicBezTo>
                                  <a:pt x="-5955" y="236976"/>
                                  <a:pt x="20435" y="987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0D58907-C595-1EA1-8CD9-0F7AFF1A23A3}"/>
                  </a:ext>
                </a:extLst>
              </p:cNvPr>
              <p:cNvSpPr/>
              <p:nvPr/>
            </p:nvSpPr>
            <p:spPr>
              <a:xfrm flipV="1">
                <a:off x="6159499" y="2410603"/>
                <a:ext cx="969434" cy="45719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B8802A9-7CC2-A97B-EAAA-4B915CF89FE2}"/>
              </a:ext>
            </a:extLst>
          </p:cNvPr>
          <p:cNvSpPr txBox="1"/>
          <p:nvPr/>
        </p:nvSpPr>
        <p:spPr>
          <a:xfrm>
            <a:off x="9516391" y="4303621"/>
            <a:ext cx="149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Price: ₹1000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95D6A6-6812-CE57-DB9A-3FFAA0E7E78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70213D0C-62A3-A9B7-CEAB-BBD1AB9E49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6EC135-AD97-3100-D5F9-B800C1C7420A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BAC3EF-5FFB-1C7F-AC3A-64E4A384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Continuous</a:t>
            </a:r>
            <a:r>
              <a:rPr lang="en-US" sz="5400" dirty="0"/>
              <a:t> Sample Space of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9937C66-032F-7629-017A-EFBC608907D7}"/>
              </a:ext>
            </a:extLst>
          </p:cNvPr>
          <p:cNvGrpSpPr/>
          <p:nvPr/>
        </p:nvGrpSpPr>
        <p:grpSpPr>
          <a:xfrm>
            <a:off x="1938794" y="2790516"/>
            <a:ext cx="1879601" cy="1954968"/>
            <a:chOff x="1938794" y="2790516"/>
            <a:chExt cx="1879601" cy="19549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BF033A-35E6-63FA-EF6F-C11A637DCDA7}"/>
                </a:ext>
              </a:extLst>
            </p:cNvPr>
            <p:cNvSpPr/>
            <p:nvPr/>
          </p:nvSpPr>
          <p:spPr>
            <a:xfrm flipH="1">
              <a:off x="2967610" y="2790516"/>
              <a:ext cx="626470" cy="1234938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B9F9E2-52EC-F55B-4169-8A9D2EE93F67}"/>
                    </a:ext>
                  </a:extLst>
                </p:cNvPr>
                <p:cNvSpPr txBox="1"/>
                <p:nvPr/>
              </p:nvSpPr>
              <p:spPr>
                <a:xfrm>
                  <a:off x="1938794" y="4099153"/>
                  <a:ext cx="187960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Outcome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0, 10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B9F9E2-52EC-F55B-4169-8A9D2EE93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794" y="4099153"/>
                  <a:ext cx="1879601" cy="646331"/>
                </a:xfrm>
                <a:prstGeom prst="rect">
                  <a:avLst/>
                </a:prstGeom>
                <a:blipFill>
                  <a:blip r:embed="rId6"/>
                  <a:stretch>
                    <a:fillRect t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88CCAA-17D1-F2C1-3CD9-BA34CB826F19}"/>
              </a:ext>
            </a:extLst>
          </p:cNvPr>
          <p:cNvSpPr txBox="1"/>
          <p:nvPr/>
        </p:nvSpPr>
        <p:spPr>
          <a:xfrm>
            <a:off x="4005271" y="5120291"/>
            <a:ext cx="272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Infinitely many outcomes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66D583-CFCF-EBDB-2711-E8001CE802EF}"/>
              </a:ext>
            </a:extLst>
          </p:cNvPr>
          <p:cNvGrpSpPr/>
          <p:nvPr/>
        </p:nvGrpSpPr>
        <p:grpSpPr>
          <a:xfrm>
            <a:off x="2085060" y="5120291"/>
            <a:ext cx="1831201" cy="369332"/>
            <a:chOff x="2085060" y="5120291"/>
            <a:chExt cx="1831201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A4FB20-D7CD-61CF-6A7B-B5632E42AA1D}"/>
                </a:ext>
              </a:extLst>
            </p:cNvPr>
            <p:cNvSpPr txBox="1"/>
            <p:nvPr/>
          </p:nvSpPr>
          <p:spPr>
            <a:xfrm>
              <a:off x="2085060" y="5120291"/>
              <a:ext cx="1285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One Action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FFA2C87B-FB78-D95F-3DC9-668C9B03AC64}"/>
                </a:ext>
              </a:extLst>
            </p:cNvPr>
            <p:cNvSpPr/>
            <p:nvPr/>
          </p:nvSpPr>
          <p:spPr>
            <a:xfrm>
              <a:off x="3459165" y="5260642"/>
              <a:ext cx="457096" cy="163902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D72FCA-873B-2EB7-29D5-67E5BCEAFA37}"/>
              </a:ext>
            </a:extLst>
          </p:cNvPr>
          <p:cNvGrpSpPr/>
          <p:nvPr/>
        </p:nvGrpSpPr>
        <p:grpSpPr>
          <a:xfrm>
            <a:off x="3398808" y="4099153"/>
            <a:ext cx="2879220" cy="646331"/>
            <a:chOff x="3398808" y="4099153"/>
            <a:chExt cx="2879220" cy="6463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9BD795-C070-7B06-68F3-832936F764D0}"/>
                </a:ext>
              </a:extLst>
            </p:cNvPr>
            <p:cNvSpPr txBox="1"/>
            <p:nvPr/>
          </p:nvSpPr>
          <p:spPr>
            <a:xfrm>
              <a:off x="4081155" y="4099153"/>
              <a:ext cx="21968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Continuous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sample space of outcomes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ECEE148-20C2-9344-42A7-4D9173AFEE15}"/>
                </a:ext>
              </a:extLst>
            </p:cNvPr>
            <p:cNvSpPr/>
            <p:nvPr/>
          </p:nvSpPr>
          <p:spPr>
            <a:xfrm>
              <a:off x="3398808" y="4408098"/>
              <a:ext cx="690113" cy="217754"/>
            </a:xfrm>
            <a:custGeom>
              <a:avLst/>
              <a:gdLst>
                <a:gd name="connsiteX0" fmla="*/ 690113 w 690113"/>
                <a:gd name="connsiteY0" fmla="*/ 0 h 217754"/>
                <a:gd name="connsiteX1" fmla="*/ 646981 w 690113"/>
                <a:gd name="connsiteY1" fmla="*/ 34506 h 217754"/>
                <a:gd name="connsiteX2" fmla="*/ 457200 w 690113"/>
                <a:gd name="connsiteY2" fmla="*/ 120770 h 217754"/>
                <a:gd name="connsiteX3" fmla="*/ 405441 w 690113"/>
                <a:gd name="connsiteY3" fmla="*/ 138023 h 217754"/>
                <a:gd name="connsiteX4" fmla="*/ 301924 w 690113"/>
                <a:gd name="connsiteY4" fmla="*/ 172528 h 217754"/>
                <a:gd name="connsiteX5" fmla="*/ 258792 w 690113"/>
                <a:gd name="connsiteY5" fmla="*/ 198408 h 217754"/>
                <a:gd name="connsiteX6" fmla="*/ 172528 w 690113"/>
                <a:gd name="connsiteY6" fmla="*/ 207034 h 217754"/>
                <a:gd name="connsiteX7" fmla="*/ 0 w 690113"/>
                <a:gd name="connsiteY7" fmla="*/ 215660 h 21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0113" h="217754">
                  <a:moveTo>
                    <a:pt x="690113" y="0"/>
                  </a:moveTo>
                  <a:cubicBezTo>
                    <a:pt x="675736" y="11502"/>
                    <a:pt x="662769" y="25033"/>
                    <a:pt x="646981" y="34506"/>
                  </a:cubicBezTo>
                  <a:cubicBezTo>
                    <a:pt x="599054" y="63262"/>
                    <a:pt x="506939" y="101427"/>
                    <a:pt x="457200" y="120770"/>
                  </a:cubicBezTo>
                  <a:cubicBezTo>
                    <a:pt x="440250" y="127362"/>
                    <a:pt x="422228" y="131028"/>
                    <a:pt x="405441" y="138023"/>
                  </a:cubicBezTo>
                  <a:cubicBezTo>
                    <a:pt x="315572" y="175468"/>
                    <a:pt x="393082" y="157336"/>
                    <a:pt x="301924" y="172528"/>
                  </a:cubicBezTo>
                  <a:cubicBezTo>
                    <a:pt x="287547" y="181155"/>
                    <a:pt x="274993" y="194088"/>
                    <a:pt x="258792" y="198408"/>
                  </a:cubicBezTo>
                  <a:cubicBezTo>
                    <a:pt x="230870" y="205854"/>
                    <a:pt x="201173" y="203215"/>
                    <a:pt x="172528" y="207034"/>
                  </a:cubicBezTo>
                  <a:cubicBezTo>
                    <a:pt x="44388" y="224119"/>
                    <a:pt x="269710" y="215660"/>
                    <a:pt x="0" y="21566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9AF0E22-B493-8777-C084-1824018EE6C6}"/>
              </a:ext>
            </a:extLst>
          </p:cNvPr>
          <p:cNvSpPr txBox="1"/>
          <p:nvPr/>
        </p:nvSpPr>
        <p:spPr>
          <a:xfrm>
            <a:off x="3115420" y="5613640"/>
            <a:ext cx="105949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Lottery?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2E4400-87D5-4B9A-3BFC-1CD84A3DE761}"/>
              </a:ext>
            </a:extLst>
          </p:cNvPr>
          <p:cNvGrpSpPr/>
          <p:nvPr/>
        </p:nvGrpSpPr>
        <p:grpSpPr>
          <a:xfrm>
            <a:off x="4843421" y="5457930"/>
            <a:ext cx="2446917" cy="996918"/>
            <a:chOff x="2924449" y="3721518"/>
            <a:chExt cx="2446917" cy="99691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4C2B23-9798-A5FC-1AA1-A201FCA1CC65}"/>
                </a:ext>
              </a:extLst>
            </p:cNvPr>
            <p:cNvSpPr txBox="1"/>
            <p:nvPr/>
          </p:nvSpPr>
          <p:spPr>
            <a:xfrm>
              <a:off x="2924449" y="4072105"/>
              <a:ext cx="24469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Only one outcome will occur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B4B23AA-C9D0-5209-EAFA-44BB36E5D322}"/>
                </a:ext>
              </a:extLst>
            </p:cNvPr>
            <p:cNvSpPr/>
            <p:nvPr/>
          </p:nvSpPr>
          <p:spPr>
            <a:xfrm flipH="1" flipV="1">
              <a:off x="3567502" y="3721518"/>
              <a:ext cx="70263" cy="374738"/>
            </a:xfrm>
            <a:custGeom>
              <a:avLst/>
              <a:gdLst>
                <a:gd name="connsiteX0" fmla="*/ 690113 w 690113"/>
                <a:gd name="connsiteY0" fmla="*/ 0 h 217754"/>
                <a:gd name="connsiteX1" fmla="*/ 646981 w 690113"/>
                <a:gd name="connsiteY1" fmla="*/ 34506 h 217754"/>
                <a:gd name="connsiteX2" fmla="*/ 457200 w 690113"/>
                <a:gd name="connsiteY2" fmla="*/ 120770 h 217754"/>
                <a:gd name="connsiteX3" fmla="*/ 405441 w 690113"/>
                <a:gd name="connsiteY3" fmla="*/ 138023 h 217754"/>
                <a:gd name="connsiteX4" fmla="*/ 301924 w 690113"/>
                <a:gd name="connsiteY4" fmla="*/ 172528 h 217754"/>
                <a:gd name="connsiteX5" fmla="*/ 258792 w 690113"/>
                <a:gd name="connsiteY5" fmla="*/ 198408 h 217754"/>
                <a:gd name="connsiteX6" fmla="*/ 172528 w 690113"/>
                <a:gd name="connsiteY6" fmla="*/ 207034 h 217754"/>
                <a:gd name="connsiteX7" fmla="*/ 0 w 690113"/>
                <a:gd name="connsiteY7" fmla="*/ 215660 h 21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0113" h="217754">
                  <a:moveTo>
                    <a:pt x="690113" y="0"/>
                  </a:moveTo>
                  <a:cubicBezTo>
                    <a:pt x="675736" y="11502"/>
                    <a:pt x="662769" y="25033"/>
                    <a:pt x="646981" y="34506"/>
                  </a:cubicBezTo>
                  <a:cubicBezTo>
                    <a:pt x="599054" y="63262"/>
                    <a:pt x="506939" y="101427"/>
                    <a:pt x="457200" y="120770"/>
                  </a:cubicBezTo>
                  <a:cubicBezTo>
                    <a:pt x="440250" y="127362"/>
                    <a:pt x="422228" y="131028"/>
                    <a:pt x="405441" y="138023"/>
                  </a:cubicBezTo>
                  <a:cubicBezTo>
                    <a:pt x="315572" y="175468"/>
                    <a:pt x="393082" y="157336"/>
                    <a:pt x="301924" y="172528"/>
                  </a:cubicBezTo>
                  <a:cubicBezTo>
                    <a:pt x="287547" y="181155"/>
                    <a:pt x="274993" y="194088"/>
                    <a:pt x="258792" y="198408"/>
                  </a:cubicBezTo>
                  <a:cubicBezTo>
                    <a:pt x="230870" y="205854"/>
                    <a:pt x="201173" y="203215"/>
                    <a:pt x="172528" y="207034"/>
                  </a:cubicBezTo>
                  <a:cubicBezTo>
                    <a:pt x="44388" y="224119"/>
                    <a:pt x="269710" y="215660"/>
                    <a:pt x="0" y="215660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914A18-F072-6DF3-9AD3-439D6CCC6CE5}"/>
              </a:ext>
            </a:extLst>
          </p:cNvPr>
          <p:cNvSpPr txBox="1"/>
          <p:nvPr/>
        </p:nvSpPr>
        <p:spPr>
          <a:xfrm>
            <a:off x="714351" y="6132894"/>
            <a:ext cx="3798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‘Nature’ has infinitely many ‘actions’ to choose from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A41722B-F2F7-012B-2D39-7507B4A8BBB4}"/>
              </a:ext>
            </a:extLst>
          </p:cNvPr>
          <p:cNvGrpSpPr/>
          <p:nvPr/>
        </p:nvGrpSpPr>
        <p:grpSpPr>
          <a:xfrm>
            <a:off x="838200" y="2869117"/>
            <a:ext cx="4821827" cy="2496333"/>
            <a:chOff x="838200" y="2869117"/>
            <a:chExt cx="4821827" cy="249633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E3CA73B-00FE-115B-CF2A-8B0DD384BF28}"/>
                </a:ext>
              </a:extLst>
            </p:cNvPr>
            <p:cNvGrpSpPr/>
            <p:nvPr/>
          </p:nvGrpSpPr>
          <p:grpSpPr>
            <a:xfrm>
              <a:off x="2154643" y="2869117"/>
              <a:ext cx="2002449" cy="1803836"/>
              <a:chOff x="2070017" y="2056187"/>
              <a:chExt cx="2002449" cy="1803836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3BCE203-B7BA-9A50-C909-767E23997E6B}"/>
                  </a:ext>
                </a:extLst>
              </p:cNvPr>
              <p:cNvSpPr/>
              <p:nvPr/>
            </p:nvSpPr>
            <p:spPr>
              <a:xfrm>
                <a:off x="3424767" y="2102353"/>
                <a:ext cx="647699" cy="1233514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502A583-AFFF-0921-4CEE-F6CB0BC041EB}"/>
                  </a:ext>
                </a:extLst>
              </p:cNvPr>
              <p:cNvSpPr/>
              <p:nvPr/>
            </p:nvSpPr>
            <p:spPr>
              <a:xfrm flipH="1">
                <a:off x="2992967" y="2056187"/>
                <a:ext cx="435102" cy="1803836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6876521-D216-535E-DA43-8608D301563E}"/>
                  </a:ext>
                </a:extLst>
              </p:cNvPr>
              <p:cNvSpPr/>
              <p:nvPr/>
            </p:nvSpPr>
            <p:spPr>
              <a:xfrm flipH="1">
                <a:off x="2070017" y="2133159"/>
                <a:ext cx="1354750" cy="1210397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79BE7B6-A41A-DDC5-0EF8-5F10806FA3A7}"/>
                </a:ext>
              </a:extLst>
            </p:cNvPr>
            <p:cNvGrpSpPr/>
            <p:nvPr/>
          </p:nvGrpSpPr>
          <p:grpSpPr>
            <a:xfrm>
              <a:off x="838200" y="3961099"/>
              <a:ext cx="4821827" cy="1404351"/>
              <a:chOff x="753574" y="3148169"/>
              <a:chExt cx="4821827" cy="1404351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A356D6-D23E-390F-010E-E3B50F80D95C}"/>
                  </a:ext>
                </a:extLst>
              </p:cNvPr>
              <p:cNvSpPr txBox="1"/>
              <p:nvPr/>
            </p:nvSpPr>
            <p:spPr>
              <a:xfrm>
                <a:off x="4085166" y="3175002"/>
                <a:ext cx="1490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Win ₹1 Crore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247B1B7-6D37-B7C1-4727-1F25655FF268}"/>
                  </a:ext>
                </a:extLst>
              </p:cNvPr>
              <p:cNvSpPr txBox="1"/>
              <p:nvPr/>
            </p:nvSpPr>
            <p:spPr>
              <a:xfrm>
                <a:off x="2296583" y="3906189"/>
                <a:ext cx="13927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2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Win ₹1 Lakh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0B72870-DF7E-45A9-6641-421D933A1D3F}"/>
                  </a:ext>
                </a:extLst>
              </p:cNvPr>
              <p:cNvSpPr txBox="1"/>
              <p:nvPr/>
            </p:nvSpPr>
            <p:spPr>
              <a:xfrm>
                <a:off x="753574" y="3148169"/>
                <a:ext cx="13927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Lose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5D6E031-2A8C-6F1A-E8FC-B66D88BA758A}"/>
                </a:ext>
              </a:extLst>
            </p:cNvPr>
            <p:cNvGrpSpPr/>
            <p:nvPr/>
          </p:nvGrpSpPr>
          <p:grpSpPr>
            <a:xfrm>
              <a:off x="2404980" y="3453919"/>
              <a:ext cx="1987557" cy="767555"/>
              <a:chOff x="2404980" y="3453919"/>
              <a:chExt cx="1987557" cy="7675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1CECC112-DCAD-B0DE-4B06-A02EDAD6101C}"/>
                      </a:ext>
                    </a:extLst>
                  </p:cNvPr>
                  <p:cNvSpPr txBox="1"/>
                  <p:nvPr/>
                </p:nvSpPr>
                <p:spPr>
                  <a:xfrm>
                    <a:off x="2404980" y="3453919"/>
                    <a:ext cx="592342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B5A4AA70-C068-1F8E-7D79-A32278F134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04980" y="3453919"/>
                    <a:ext cx="59234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0309" b="-266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AFE17954-F3C9-66EA-FB4D-B6A4CB9C53D6}"/>
                      </a:ext>
                    </a:extLst>
                  </p:cNvPr>
                  <p:cNvSpPr txBox="1"/>
                  <p:nvPr/>
                </p:nvSpPr>
                <p:spPr>
                  <a:xfrm>
                    <a:off x="2779279" y="3944475"/>
                    <a:ext cx="592342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55109EA-E08B-0A1D-7F7C-AF95179FD0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9279" y="3944475"/>
                    <a:ext cx="59234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309" b="-266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CEC2F5AF-72AB-9A9D-F5D7-90471D6C74DC}"/>
                      </a:ext>
                    </a:extLst>
                  </p:cNvPr>
                  <p:cNvSpPr txBox="1"/>
                  <p:nvPr/>
                </p:nvSpPr>
                <p:spPr>
                  <a:xfrm>
                    <a:off x="3800195" y="3531066"/>
                    <a:ext cx="592342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A4BC4D9-E87D-98BA-AD1C-C1B8F40AAE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0195" y="3531066"/>
                    <a:ext cx="59234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204" b="-2391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2D34351-46C0-A458-6598-D4E7B0682FA2}"/>
              </a:ext>
            </a:extLst>
          </p:cNvPr>
          <p:cNvSpPr txBox="1"/>
          <p:nvPr/>
        </p:nvSpPr>
        <p:spPr>
          <a:xfrm>
            <a:off x="7547625" y="4734644"/>
            <a:ext cx="4146614" cy="923330"/>
          </a:xfrm>
          <a:custGeom>
            <a:avLst/>
            <a:gdLst>
              <a:gd name="csX0" fmla="*/ 0 w 4146614"/>
              <a:gd name="csY0" fmla="*/ 0 h 923330"/>
              <a:gd name="csX1" fmla="*/ 550907 w 4146614"/>
              <a:gd name="csY1" fmla="*/ 0 h 923330"/>
              <a:gd name="csX2" fmla="*/ 1018882 w 4146614"/>
              <a:gd name="csY2" fmla="*/ 0 h 923330"/>
              <a:gd name="csX3" fmla="*/ 1694188 w 4146614"/>
              <a:gd name="csY3" fmla="*/ 0 h 923330"/>
              <a:gd name="csX4" fmla="*/ 2245095 w 4146614"/>
              <a:gd name="csY4" fmla="*/ 0 h 923330"/>
              <a:gd name="csX5" fmla="*/ 2796003 w 4146614"/>
              <a:gd name="csY5" fmla="*/ 0 h 923330"/>
              <a:gd name="csX6" fmla="*/ 3471308 w 4146614"/>
              <a:gd name="csY6" fmla="*/ 0 h 923330"/>
              <a:gd name="csX7" fmla="*/ 4146614 w 4146614"/>
              <a:gd name="csY7" fmla="*/ 0 h 923330"/>
              <a:gd name="csX8" fmla="*/ 4146614 w 4146614"/>
              <a:gd name="csY8" fmla="*/ 480132 h 923330"/>
              <a:gd name="csX9" fmla="*/ 4146614 w 4146614"/>
              <a:gd name="csY9" fmla="*/ 923330 h 923330"/>
              <a:gd name="csX10" fmla="*/ 3637173 w 4146614"/>
              <a:gd name="csY10" fmla="*/ 923330 h 923330"/>
              <a:gd name="csX11" fmla="*/ 3044799 w 4146614"/>
              <a:gd name="csY11" fmla="*/ 923330 h 923330"/>
              <a:gd name="csX12" fmla="*/ 2493892 w 4146614"/>
              <a:gd name="csY12" fmla="*/ 923330 h 923330"/>
              <a:gd name="csX13" fmla="*/ 1818586 w 4146614"/>
              <a:gd name="csY13" fmla="*/ 923330 h 923330"/>
              <a:gd name="csX14" fmla="*/ 1143281 w 4146614"/>
              <a:gd name="csY14" fmla="*/ 923330 h 923330"/>
              <a:gd name="csX15" fmla="*/ 633840 w 4146614"/>
              <a:gd name="csY15" fmla="*/ 923330 h 923330"/>
              <a:gd name="csX16" fmla="*/ 0 w 4146614"/>
              <a:gd name="csY16" fmla="*/ 923330 h 923330"/>
              <a:gd name="csX17" fmla="*/ 0 w 4146614"/>
              <a:gd name="csY17" fmla="*/ 443198 h 923330"/>
              <a:gd name="csX18" fmla="*/ 0 w 4146614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46614" h="923330" extrusionOk="0">
                <a:moveTo>
                  <a:pt x="0" y="0"/>
                </a:moveTo>
                <a:cubicBezTo>
                  <a:pt x="212195" y="-51673"/>
                  <a:pt x="432543" y="42901"/>
                  <a:pt x="550907" y="0"/>
                </a:cubicBezTo>
                <a:cubicBezTo>
                  <a:pt x="669271" y="-42901"/>
                  <a:pt x="817031" y="52613"/>
                  <a:pt x="1018882" y="0"/>
                </a:cubicBezTo>
                <a:cubicBezTo>
                  <a:pt x="1220733" y="-52613"/>
                  <a:pt x="1483331" y="8073"/>
                  <a:pt x="1694188" y="0"/>
                </a:cubicBezTo>
                <a:cubicBezTo>
                  <a:pt x="1905045" y="-8073"/>
                  <a:pt x="2090496" y="46290"/>
                  <a:pt x="2245095" y="0"/>
                </a:cubicBezTo>
                <a:cubicBezTo>
                  <a:pt x="2399694" y="-46290"/>
                  <a:pt x="2673730" y="41005"/>
                  <a:pt x="2796003" y="0"/>
                </a:cubicBezTo>
                <a:cubicBezTo>
                  <a:pt x="2918276" y="-41005"/>
                  <a:pt x="3207109" y="26979"/>
                  <a:pt x="3471308" y="0"/>
                </a:cubicBezTo>
                <a:cubicBezTo>
                  <a:pt x="3735508" y="-26979"/>
                  <a:pt x="3913399" y="65851"/>
                  <a:pt x="4146614" y="0"/>
                </a:cubicBezTo>
                <a:cubicBezTo>
                  <a:pt x="4203447" y="184709"/>
                  <a:pt x="4143544" y="362508"/>
                  <a:pt x="4146614" y="480132"/>
                </a:cubicBezTo>
                <a:cubicBezTo>
                  <a:pt x="4149684" y="597756"/>
                  <a:pt x="4135290" y="715809"/>
                  <a:pt x="4146614" y="923330"/>
                </a:cubicBezTo>
                <a:cubicBezTo>
                  <a:pt x="3927305" y="932895"/>
                  <a:pt x="3756387" y="883352"/>
                  <a:pt x="3637173" y="923330"/>
                </a:cubicBezTo>
                <a:cubicBezTo>
                  <a:pt x="3517959" y="963308"/>
                  <a:pt x="3188589" y="889056"/>
                  <a:pt x="3044799" y="923330"/>
                </a:cubicBezTo>
                <a:cubicBezTo>
                  <a:pt x="2901009" y="957604"/>
                  <a:pt x="2616756" y="882289"/>
                  <a:pt x="2493892" y="923330"/>
                </a:cubicBezTo>
                <a:cubicBezTo>
                  <a:pt x="2371028" y="964371"/>
                  <a:pt x="1983442" y="862651"/>
                  <a:pt x="1818586" y="923330"/>
                </a:cubicBezTo>
                <a:cubicBezTo>
                  <a:pt x="1653730" y="984009"/>
                  <a:pt x="1472772" y="875045"/>
                  <a:pt x="1143281" y="923330"/>
                </a:cubicBezTo>
                <a:cubicBezTo>
                  <a:pt x="813790" y="971615"/>
                  <a:pt x="865939" y="909056"/>
                  <a:pt x="633840" y="923330"/>
                </a:cubicBezTo>
                <a:cubicBezTo>
                  <a:pt x="401741" y="937604"/>
                  <a:pt x="257812" y="866034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do we assign a single expected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with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infinitely many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interval?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C1A04-44BC-1D0D-789B-A1CBC41E6647}"/>
              </a:ext>
            </a:extLst>
          </p:cNvPr>
          <p:cNvSpPr txBox="1"/>
          <p:nvPr/>
        </p:nvSpPr>
        <p:spPr>
          <a:xfrm>
            <a:off x="1271851" y="103808"/>
            <a:ext cx="2649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00249-5063-B133-86F5-EB8A3E849D9F}"/>
              </a:ext>
            </a:extLst>
          </p:cNvPr>
          <p:cNvSpPr txBox="1"/>
          <p:nvPr/>
        </p:nvSpPr>
        <p:spPr>
          <a:xfrm>
            <a:off x="7518273" y="5782893"/>
            <a:ext cx="4175965" cy="923330"/>
          </a:xfrm>
          <a:custGeom>
            <a:avLst/>
            <a:gdLst>
              <a:gd name="csX0" fmla="*/ 0 w 4175965"/>
              <a:gd name="csY0" fmla="*/ 0 h 923330"/>
              <a:gd name="csX1" fmla="*/ 513047 w 4175965"/>
              <a:gd name="csY1" fmla="*/ 0 h 923330"/>
              <a:gd name="csX2" fmla="*/ 1151373 w 4175965"/>
              <a:gd name="csY2" fmla="*/ 0 h 923330"/>
              <a:gd name="csX3" fmla="*/ 1706180 w 4175965"/>
              <a:gd name="csY3" fmla="*/ 0 h 923330"/>
              <a:gd name="csX4" fmla="*/ 2219227 w 4175965"/>
              <a:gd name="csY4" fmla="*/ 0 h 923330"/>
              <a:gd name="csX5" fmla="*/ 2857553 w 4175965"/>
              <a:gd name="csY5" fmla="*/ 0 h 923330"/>
              <a:gd name="csX6" fmla="*/ 3454120 w 4175965"/>
              <a:gd name="csY6" fmla="*/ 0 h 923330"/>
              <a:gd name="csX7" fmla="*/ 4175965 w 4175965"/>
              <a:gd name="csY7" fmla="*/ 0 h 923330"/>
              <a:gd name="csX8" fmla="*/ 4175965 w 4175965"/>
              <a:gd name="csY8" fmla="*/ 480132 h 923330"/>
              <a:gd name="csX9" fmla="*/ 4175965 w 4175965"/>
              <a:gd name="csY9" fmla="*/ 923330 h 923330"/>
              <a:gd name="csX10" fmla="*/ 3662918 w 4175965"/>
              <a:gd name="csY10" fmla="*/ 923330 h 923330"/>
              <a:gd name="csX11" fmla="*/ 3191630 w 4175965"/>
              <a:gd name="csY11" fmla="*/ 923330 h 923330"/>
              <a:gd name="csX12" fmla="*/ 2553304 w 4175965"/>
              <a:gd name="csY12" fmla="*/ 923330 h 923330"/>
              <a:gd name="csX13" fmla="*/ 2040257 w 4175965"/>
              <a:gd name="csY13" fmla="*/ 923330 h 923330"/>
              <a:gd name="csX14" fmla="*/ 1401931 w 4175965"/>
              <a:gd name="csY14" fmla="*/ 923330 h 923330"/>
              <a:gd name="csX15" fmla="*/ 721845 w 4175965"/>
              <a:gd name="csY15" fmla="*/ 923330 h 923330"/>
              <a:gd name="csX16" fmla="*/ 0 w 4175965"/>
              <a:gd name="csY16" fmla="*/ 923330 h 923330"/>
              <a:gd name="csX17" fmla="*/ 0 w 4175965"/>
              <a:gd name="csY17" fmla="*/ 443198 h 923330"/>
              <a:gd name="csX18" fmla="*/ 0 w 4175965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75965" h="923330" fill="none" extrusionOk="0">
                <a:moveTo>
                  <a:pt x="0" y="0"/>
                </a:moveTo>
                <a:cubicBezTo>
                  <a:pt x="247152" y="-14122"/>
                  <a:pt x="380629" y="20431"/>
                  <a:pt x="513047" y="0"/>
                </a:cubicBezTo>
                <a:cubicBezTo>
                  <a:pt x="645465" y="-20431"/>
                  <a:pt x="979908" y="62923"/>
                  <a:pt x="1151373" y="0"/>
                </a:cubicBezTo>
                <a:cubicBezTo>
                  <a:pt x="1322838" y="-62923"/>
                  <a:pt x="1563725" y="33089"/>
                  <a:pt x="1706180" y="0"/>
                </a:cubicBezTo>
                <a:cubicBezTo>
                  <a:pt x="1848635" y="-33089"/>
                  <a:pt x="2090547" y="32463"/>
                  <a:pt x="2219227" y="0"/>
                </a:cubicBezTo>
                <a:cubicBezTo>
                  <a:pt x="2347907" y="-32463"/>
                  <a:pt x="2624084" y="8616"/>
                  <a:pt x="2857553" y="0"/>
                </a:cubicBezTo>
                <a:cubicBezTo>
                  <a:pt x="3091022" y="-8616"/>
                  <a:pt x="3181945" y="4115"/>
                  <a:pt x="3454120" y="0"/>
                </a:cubicBezTo>
                <a:cubicBezTo>
                  <a:pt x="3726295" y="-4115"/>
                  <a:pt x="3890922" y="59407"/>
                  <a:pt x="4175965" y="0"/>
                </a:cubicBezTo>
                <a:cubicBezTo>
                  <a:pt x="4218197" y="110959"/>
                  <a:pt x="4164068" y="375462"/>
                  <a:pt x="4175965" y="480132"/>
                </a:cubicBezTo>
                <a:cubicBezTo>
                  <a:pt x="4187862" y="584802"/>
                  <a:pt x="4123231" y="786854"/>
                  <a:pt x="4175965" y="923330"/>
                </a:cubicBezTo>
                <a:cubicBezTo>
                  <a:pt x="4037901" y="974208"/>
                  <a:pt x="3833800" y="922813"/>
                  <a:pt x="3662918" y="923330"/>
                </a:cubicBezTo>
                <a:cubicBezTo>
                  <a:pt x="3492036" y="923847"/>
                  <a:pt x="3296305" y="919897"/>
                  <a:pt x="3191630" y="923330"/>
                </a:cubicBezTo>
                <a:cubicBezTo>
                  <a:pt x="3086955" y="926763"/>
                  <a:pt x="2853328" y="861769"/>
                  <a:pt x="2553304" y="923330"/>
                </a:cubicBezTo>
                <a:cubicBezTo>
                  <a:pt x="2253280" y="984891"/>
                  <a:pt x="2245609" y="908413"/>
                  <a:pt x="2040257" y="923330"/>
                </a:cubicBezTo>
                <a:cubicBezTo>
                  <a:pt x="1834905" y="938247"/>
                  <a:pt x="1677946" y="866939"/>
                  <a:pt x="1401931" y="923330"/>
                </a:cubicBezTo>
                <a:cubicBezTo>
                  <a:pt x="1125916" y="979721"/>
                  <a:pt x="988529" y="868894"/>
                  <a:pt x="721845" y="923330"/>
                </a:cubicBezTo>
                <a:cubicBezTo>
                  <a:pt x="455161" y="977766"/>
                  <a:pt x="204746" y="890868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4175965" h="923330" stroke="0" extrusionOk="0">
                <a:moveTo>
                  <a:pt x="0" y="0"/>
                </a:moveTo>
                <a:cubicBezTo>
                  <a:pt x="202129" y="-2160"/>
                  <a:pt x="297154" y="5027"/>
                  <a:pt x="554807" y="0"/>
                </a:cubicBezTo>
                <a:cubicBezTo>
                  <a:pt x="812460" y="-5027"/>
                  <a:pt x="791437" y="15150"/>
                  <a:pt x="1026094" y="0"/>
                </a:cubicBezTo>
                <a:cubicBezTo>
                  <a:pt x="1260751" y="-15150"/>
                  <a:pt x="1472483" y="52719"/>
                  <a:pt x="1706180" y="0"/>
                </a:cubicBezTo>
                <a:cubicBezTo>
                  <a:pt x="1939877" y="-52719"/>
                  <a:pt x="2094847" y="37519"/>
                  <a:pt x="2260987" y="0"/>
                </a:cubicBezTo>
                <a:cubicBezTo>
                  <a:pt x="2427127" y="-37519"/>
                  <a:pt x="2621049" y="59300"/>
                  <a:pt x="2815794" y="0"/>
                </a:cubicBezTo>
                <a:cubicBezTo>
                  <a:pt x="3010539" y="-59300"/>
                  <a:pt x="3257909" y="34097"/>
                  <a:pt x="3495879" y="0"/>
                </a:cubicBezTo>
                <a:cubicBezTo>
                  <a:pt x="3733849" y="-34097"/>
                  <a:pt x="3913538" y="52413"/>
                  <a:pt x="4175965" y="0"/>
                </a:cubicBezTo>
                <a:cubicBezTo>
                  <a:pt x="4232798" y="184709"/>
                  <a:pt x="4172895" y="362508"/>
                  <a:pt x="4175965" y="480132"/>
                </a:cubicBezTo>
                <a:cubicBezTo>
                  <a:pt x="4179035" y="597756"/>
                  <a:pt x="4164641" y="715809"/>
                  <a:pt x="4175965" y="923330"/>
                </a:cubicBezTo>
                <a:cubicBezTo>
                  <a:pt x="3978156" y="950897"/>
                  <a:pt x="3833617" y="896413"/>
                  <a:pt x="3662918" y="923330"/>
                </a:cubicBezTo>
                <a:cubicBezTo>
                  <a:pt x="3492219" y="950247"/>
                  <a:pt x="3263674" y="883872"/>
                  <a:pt x="3066351" y="923330"/>
                </a:cubicBezTo>
                <a:cubicBezTo>
                  <a:pt x="2869028" y="962788"/>
                  <a:pt x="2639908" y="876493"/>
                  <a:pt x="2511545" y="923330"/>
                </a:cubicBezTo>
                <a:cubicBezTo>
                  <a:pt x="2383182" y="970167"/>
                  <a:pt x="2144948" y="917644"/>
                  <a:pt x="1831459" y="923330"/>
                </a:cubicBezTo>
                <a:cubicBezTo>
                  <a:pt x="1517970" y="929016"/>
                  <a:pt x="1362393" y="898922"/>
                  <a:pt x="1151373" y="923330"/>
                </a:cubicBezTo>
                <a:cubicBezTo>
                  <a:pt x="940353" y="947738"/>
                  <a:pt x="877061" y="907025"/>
                  <a:pt x="638326" y="923330"/>
                </a:cubicBezTo>
                <a:cubicBezTo>
                  <a:pt x="399591" y="939635"/>
                  <a:pt x="246287" y="857180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average of payoffs weighted by the probability of each outcome</a:t>
            </a:r>
          </a:p>
        </p:txBody>
      </p:sp>
    </p:spTree>
    <p:extLst>
      <p:ext uri="{BB962C8B-B14F-4D97-AF65-F5344CB8AC3E}">
        <p14:creationId xmlns:p14="http://schemas.microsoft.com/office/powerpoint/2010/main" val="174122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15" grpId="0"/>
      <p:bldP spid="23" grpId="0" animBg="1"/>
      <p:bldP spid="30" grpId="0"/>
      <p:bldP spid="71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1E707-BFF6-56F8-A951-A87F67AB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FB9E37-D5F9-C11D-E9F7-9E646D30B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D78FFC-5085-9C05-E8B8-268F7851A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0F51B8-6C4E-0BF6-0F50-AF3C5E496FCD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36795B03-923B-D1EA-20FB-B1096E6521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A892E8-9705-AC13-C3BE-7A2315060A4E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A34816-5DE5-CE57-1CE2-78967381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865A1-320E-871E-396E-D35D59F58DAC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7148-8D36-6EDC-2D1D-6EEB2634A884}"/>
              </a:ext>
            </a:extLst>
          </p:cNvPr>
          <p:cNvSpPr txBox="1"/>
          <p:nvPr/>
        </p:nvSpPr>
        <p:spPr>
          <a:xfrm>
            <a:off x="4696362" y="1379105"/>
            <a:ext cx="160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A, B, C, D,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98778-F10A-A630-441A-1C799445D212}"/>
              </a:ext>
            </a:extLst>
          </p:cNvPr>
          <p:cNvSpPr txBox="1"/>
          <p:nvPr/>
        </p:nvSpPr>
        <p:spPr>
          <a:xfrm>
            <a:off x="669036" y="2729802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CDFC-03C8-B5F3-801B-F22B0218EEDE}"/>
              </a:ext>
            </a:extLst>
          </p:cNvPr>
          <p:cNvSpPr txBox="1"/>
          <p:nvPr/>
        </p:nvSpPr>
        <p:spPr>
          <a:xfrm>
            <a:off x="1628266" y="2729802"/>
            <a:ext cx="402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a single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6DDD4-A0CA-FCAC-D5A4-1AC508F26502}"/>
              </a:ext>
            </a:extLst>
          </p:cNvPr>
          <p:cNvSpPr txBox="1"/>
          <p:nvPr/>
        </p:nvSpPr>
        <p:spPr>
          <a:xfrm>
            <a:off x="6617453" y="2729801"/>
            <a:ext cx="4095371" cy="369332"/>
          </a:xfrm>
          <a:custGeom>
            <a:avLst/>
            <a:gdLst>
              <a:gd name="csX0" fmla="*/ 0 w 4095371"/>
              <a:gd name="csY0" fmla="*/ 0 h 369332"/>
              <a:gd name="csX1" fmla="*/ 544099 w 4095371"/>
              <a:gd name="csY1" fmla="*/ 0 h 369332"/>
              <a:gd name="csX2" fmla="*/ 1006291 w 4095371"/>
              <a:gd name="csY2" fmla="*/ 0 h 369332"/>
              <a:gd name="csX3" fmla="*/ 1509437 w 4095371"/>
              <a:gd name="csY3" fmla="*/ 0 h 369332"/>
              <a:gd name="csX4" fmla="*/ 2135443 w 4095371"/>
              <a:gd name="csY4" fmla="*/ 0 h 369332"/>
              <a:gd name="csX5" fmla="*/ 2679543 w 4095371"/>
              <a:gd name="csY5" fmla="*/ 0 h 369332"/>
              <a:gd name="csX6" fmla="*/ 3182688 w 4095371"/>
              <a:gd name="csY6" fmla="*/ 0 h 369332"/>
              <a:gd name="csX7" fmla="*/ 4095371 w 4095371"/>
              <a:gd name="csY7" fmla="*/ 0 h 369332"/>
              <a:gd name="csX8" fmla="*/ 4095371 w 4095371"/>
              <a:gd name="csY8" fmla="*/ 369332 h 369332"/>
              <a:gd name="csX9" fmla="*/ 3510318 w 4095371"/>
              <a:gd name="csY9" fmla="*/ 369332 h 369332"/>
              <a:gd name="csX10" fmla="*/ 3007172 w 4095371"/>
              <a:gd name="csY10" fmla="*/ 369332 h 369332"/>
              <a:gd name="csX11" fmla="*/ 2340212 w 4095371"/>
              <a:gd name="csY11" fmla="*/ 369332 h 369332"/>
              <a:gd name="csX12" fmla="*/ 1796113 w 4095371"/>
              <a:gd name="csY12" fmla="*/ 369332 h 369332"/>
              <a:gd name="csX13" fmla="*/ 1333921 w 4095371"/>
              <a:gd name="csY13" fmla="*/ 369332 h 369332"/>
              <a:gd name="csX14" fmla="*/ 707914 w 4095371"/>
              <a:gd name="csY14" fmla="*/ 369332 h 369332"/>
              <a:gd name="csX15" fmla="*/ 0 w 4095371"/>
              <a:gd name="csY15" fmla="*/ 369332 h 369332"/>
              <a:gd name="csX16" fmla="*/ 0 w 4095371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095371" h="369332" fill="none" extrusionOk="0">
                <a:moveTo>
                  <a:pt x="0" y="0"/>
                </a:moveTo>
                <a:cubicBezTo>
                  <a:pt x="263380" y="-55661"/>
                  <a:pt x="300698" y="7505"/>
                  <a:pt x="544099" y="0"/>
                </a:cubicBezTo>
                <a:cubicBezTo>
                  <a:pt x="787500" y="-7505"/>
                  <a:pt x="885207" y="22498"/>
                  <a:pt x="1006291" y="0"/>
                </a:cubicBezTo>
                <a:cubicBezTo>
                  <a:pt x="1127375" y="-22498"/>
                  <a:pt x="1331174" y="57326"/>
                  <a:pt x="1509437" y="0"/>
                </a:cubicBezTo>
                <a:cubicBezTo>
                  <a:pt x="1687700" y="-57326"/>
                  <a:pt x="1907540" y="2710"/>
                  <a:pt x="2135443" y="0"/>
                </a:cubicBezTo>
                <a:cubicBezTo>
                  <a:pt x="2363346" y="-2710"/>
                  <a:pt x="2542251" y="12157"/>
                  <a:pt x="2679543" y="0"/>
                </a:cubicBezTo>
                <a:cubicBezTo>
                  <a:pt x="2816835" y="-12157"/>
                  <a:pt x="3042554" y="54011"/>
                  <a:pt x="3182688" y="0"/>
                </a:cubicBezTo>
                <a:cubicBezTo>
                  <a:pt x="3322823" y="-54011"/>
                  <a:pt x="3872175" y="56724"/>
                  <a:pt x="4095371" y="0"/>
                </a:cubicBezTo>
                <a:cubicBezTo>
                  <a:pt x="4104829" y="157059"/>
                  <a:pt x="4082311" y="189560"/>
                  <a:pt x="4095371" y="369332"/>
                </a:cubicBezTo>
                <a:cubicBezTo>
                  <a:pt x="3862400" y="386073"/>
                  <a:pt x="3740911" y="324224"/>
                  <a:pt x="3510318" y="369332"/>
                </a:cubicBezTo>
                <a:cubicBezTo>
                  <a:pt x="3279725" y="414440"/>
                  <a:pt x="3116199" y="310524"/>
                  <a:pt x="3007172" y="369332"/>
                </a:cubicBezTo>
                <a:cubicBezTo>
                  <a:pt x="2898145" y="428140"/>
                  <a:pt x="2644272" y="303865"/>
                  <a:pt x="2340212" y="369332"/>
                </a:cubicBezTo>
                <a:cubicBezTo>
                  <a:pt x="2036152" y="434799"/>
                  <a:pt x="1930407" y="335731"/>
                  <a:pt x="1796113" y="369332"/>
                </a:cubicBezTo>
                <a:cubicBezTo>
                  <a:pt x="1661819" y="402933"/>
                  <a:pt x="1556242" y="333240"/>
                  <a:pt x="1333921" y="369332"/>
                </a:cubicBezTo>
                <a:cubicBezTo>
                  <a:pt x="1111600" y="405424"/>
                  <a:pt x="886901" y="345437"/>
                  <a:pt x="707914" y="369332"/>
                </a:cubicBezTo>
                <a:cubicBezTo>
                  <a:pt x="528927" y="393227"/>
                  <a:pt x="262019" y="299577"/>
                  <a:pt x="0" y="369332"/>
                </a:cubicBezTo>
                <a:cubicBezTo>
                  <a:pt x="-4874" y="252959"/>
                  <a:pt x="30731" y="108862"/>
                  <a:pt x="0" y="0"/>
                </a:cubicBezTo>
                <a:close/>
              </a:path>
              <a:path w="4095371" h="369332" stroke="0" extrusionOk="0">
                <a:moveTo>
                  <a:pt x="0" y="0"/>
                </a:moveTo>
                <a:cubicBezTo>
                  <a:pt x="121994" y="-57187"/>
                  <a:pt x="348902" y="26668"/>
                  <a:pt x="544099" y="0"/>
                </a:cubicBezTo>
                <a:cubicBezTo>
                  <a:pt x="739296" y="-26668"/>
                  <a:pt x="843616" y="23605"/>
                  <a:pt x="1006291" y="0"/>
                </a:cubicBezTo>
                <a:cubicBezTo>
                  <a:pt x="1168966" y="-23605"/>
                  <a:pt x="1372027" y="22217"/>
                  <a:pt x="1673252" y="0"/>
                </a:cubicBezTo>
                <a:cubicBezTo>
                  <a:pt x="1974477" y="-22217"/>
                  <a:pt x="2014296" y="47237"/>
                  <a:pt x="2217351" y="0"/>
                </a:cubicBezTo>
                <a:cubicBezTo>
                  <a:pt x="2420406" y="-47237"/>
                  <a:pt x="2532431" y="19584"/>
                  <a:pt x="2761450" y="0"/>
                </a:cubicBezTo>
                <a:cubicBezTo>
                  <a:pt x="2990469" y="-19584"/>
                  <a:pt x="3257461" y="23256"/>
                  <a:pt x="3428411" y="0"/>
                </a:cubicBezTo>
                <a:cubicBezTo>
                  <a:pt x="3599361" y="-23256"/>
                  <a:pt x="3897414" y="39685"/>
                  <a:pt x="4095371" y="0"/>
                </a:cubicBezTo>
                <a:cubicBezTo>
                  <a:pt x="4134445" y="170087"/>
                  <a:pt x="4051317" y="228284"/>
                  <a:pt x="4095371" y="369332"/>
                </a:cubicBezTo>
                <a:cubicBezTo>
                  <a:pt x="3970501" y="394530"/>
                  <a:pt x="3835623" y="342100"/>
                  <a:pt x="3592225" y="369332"/>
                </a:cubicBezTo>
                <a:cubicBezTo>
                  <a:pt x="3348827" y="396564"/>
                  <a:pt x="3241982" y="309155"/>
                  <a:pt x="3007172" y="369332"/>
                </a:cubicBezTo>
                <a:cubicBezTo>
                  <a:pt x="2772362" y="429509"/>
                  <a:pt x="2618457" y="354026"/>
                  <a:pt x="2422119" y="369332"/>
                </a:cubicBezTo>
                <a:cubicBezTo>
                  <a:pt x="2225781" y="384638"/>
                  <a:pt x="2087285" y="316850"/>
                  <a:pt x="1878020" y="369332"/>
                </a:cubicBezTo>
                <a:cubicBezTo>
                  <a:pt x="1668755" y="421814"/>
                  <a:pt x="1488382" y="297418"/>
                  <a:pt x="1211060" y="369332"/>
                </a:cubicBezTo>
                <a:cubicBezTo>
                  <a:pt x="933738" y="441246"/>
                  <a:pt x="739964" y="361069"/>
                  <a:pt x="544099" y="369332"/>
                </a:cubicBezTo>
                <a:cubicBezTo>
                  <a:pt x="348234" y="377595"/>
                  <a:pt x="186303" y="327942"/>
                  <a:pt x="0" y="369332"/>
                </a:cubicBezTo>
                <a:cubicBezTo>
                  <a:pt x="-38655" y="245768"/>
                  <a:pt x="11552" y="91692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deterministic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1977FB-AB2C-2F30-F90F-43F249CB7CE6}"/>
              </a:ext>
            </a:extLst>
          </p:cNvPr>
          <p:cNvSpPr/>
          <p:nvPr/>
        </p:nvSpPr>
        <p:spPr>
          <a:xfrm>
            <a:off x="5780711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DCB01-D68F-BC18-472B-1FB56D473298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3FC6834-1A37-C0EC-A3A3-359D73A401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76505" y="3456509"/>
              <a:ext cx="7209283" cy="21234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902018">
                      <a:extLst>
                        <a:ext uri="{9D8B030D-6E8A-4147-A177-3AD203B41FA5}">
                          <a16:colId xmlns:a16="http://schemas.microsoft.com/office/drawing/2014/main" val="1673943165"/>
                        </a:ext>
                      </a:extLst>
                    </a:gridCol>
                    <a:gridCol w="2243265">
                      <a:extLst>
                        <a:ext uri="{9D8B030D-6E8A-4147-A177-3AD203B41FA5}">
                          <a16:colId xmlns:a16="http://schemas.microsoft.com/office/drawing/2014/main" val="2704024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Outcome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Payoff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 Point)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Don’t study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chapters 1 &amp;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all 3 chapters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3FC6834-1A37-C0EC-A3A3-359D73A401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513694"/>
                  </p:ext>
                </p:extLst>
              </p:nvPr>
            </p:nvGraphicFramePr>
            <p:xfrm>
              <a:off x="1776505" y="3456509"/>
              <a:ext cx="7209283" cy="21234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902018">
                      <a:extLst>
                        <a:ext uri="{9D8B030D-6E8A-4147-A177-3AD203B41FA5}">
                          <a16:colId xmlns:a16="http://schemas.microsoft.com/office/drawing/2014/main" val="1673943165"/>
                        </a:ext>
                      </a:extLst>
                    </a:gridCol>
                    <a:gridCol w="2243265">
                      <a:extLst>
                        <a:ext uri="{9D8B030D-6E8A-4147-A177-3AD203B41FA5}">
                          <a16:colId xmlns:a16="http://schemas.microsoft.com/office/drawing/2014/main" val="2704024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Outcome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Payoff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 Point)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78689" r="-700676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Don’t study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178689" r="-10060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178689" r="-299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278689" r="-70067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278689" r="-10060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278689" r="-299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78689" r="-70067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chapters 1 &amp;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378689" r="-100601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378689" r="-299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478689" r="-70067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all 3 chapters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478689" r="-10060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478689" r="-299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6AA3972B-D078-A39A-A71E-6CEB85D5C504}"/>
              </a:ext>
            </a:extLst>
          </p:cNvPr>
          <p:cNvSpPr/>
          <p:nvPr/>
        </p:nvSpPr>
        <p:spPr>
          <a:xfrm>
            <a:off x="1776505" y="5197583"/>
            <a:ext cx="868083" cy="3576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E681DF-8141-A67E-1203-2AC141AD7CF4}"/>
              </a:ext>
            </a:extLst>
          </p:cNvPr>
          <p:cNvSpPr/>
          <p:nvPr/>
        </p:nvSpPr>
        <p:spPr>
          <a:xfrm>
            <a:off x="7573605" y="5197582"/>
            <a:ext cx="868083" cy="3576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7337A0-A4DD-049C-6BB1-298F6493C0A0}"/>
                  </a:ext>
                </a:extLst>
              </p:cNvPr>
              <p:cNvSpPr txBox="1"/>
              <p:nvPr/>
            </p:nvSpPr>
            <p:spPr>
              <a:xfrm>
                <a:off x="10426766" y="3179510"/>
                <a:ext cx="1096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7337A0-A4DD-049C-6BB1-298F6493C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6766" y="3179510"/>
                <a:ext cx="1096198" cy="276999"/>
              </a:xfrm>
              <a:prstGeom prst="rect">
                <a:avLst/>
              </a:prstGeom>
              <a:blipFill>
                <a:blip r:embed="rId4"/>
                <a:stretch>
                  <a:fillRect l="-5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85D50FA0-8DAD-B366-CF7D-09B49FF66449}"/>
              </a:ext>
            </a:extLst>
          </p:cNvPr>
          <p:cNvSpPr txBox="1"/>
          <p:nvPr/>
        </p:nvSpPr>
        <p:spPr>
          <a:xfrm>
            <a:off x="9731787" y="3745428"/>
            <a:ext cx="2142633" cy="369332"/>
          </a:xfrm>
          <a:custGeom>
            <a:avLst/>
            <a:gdLst>
              <a:gd name="csX0" fmla="*/ 0 w 2142633"/>
              <a:gd name="csY0" fmla="*/ 0 h 369332"/>
              <a:gd name="csX1" fmla="*/ 514232 w 2142633"/>
              <a:gd name="csY1" fmla="*/ 0 h 369332"/>
              <a:gd name="csX2" fmla="*/ 985611 w 2142633"/>
              <a:gd name="csY2" fmla="*/ 0 h 369332"/>
              <a:gd name="csX3" fmla="*/ 1564122 w 2142633"/>
              <a:gd name="csY3" fmla="*/ 0 h 369332"/>
              <a:gd name="csX4" fmla="*/ 2142633 w 2142633"/>
              <a:gd name="csY4" fmla="*/ 0 h 369332"/>
              <a:gd name="csX5" fmla="*/ 2142633 w 2142633"/>
              <a:gd name="csY5" fmla="*/ 369332 h 369332"/>
              <a:gd name="csX6" fmla="*/ 1649827 w 2142633"/>
              <a:gd name="csY6" fmla="*/ 369332 h 369332"/>
              <a:gd name="csX7" fmla="*/ 1157022 w 2142633"/>
              <a:gd name="csY7" fmla="*/ 369332 h 369332"/>
              <a:gd name="csX8" fmla="*/ 578511 w 2142633"/>
              <a:gd name="csY8" fmla="*/ 369332 h 369332"/>
              <a:gd name="csX9" fmla="*/ 0 w 2142633"/>
              <a:gd name="csY9" fmla="*/ 369332 h 369332"/>
              <a:gd name="csX10" fmla="*/ 0 w 2142633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42633" h="369332" extrusionOk="0">
                <a:moveTo>
                  <a:pt x="0" y="0"/>
                </a:moveTo>
                <a:cubicBezTo>
                  <a:pt x="110879" y="-20906"/>
                  <a:pt x="304534" y="45786"/>
                  <a:pt x="514232" y="0"/>
                </a:cubicBezTo>
                <a:cubicBezTo>
                  <a:pt x="723930" y="-45786"/>
                  <a:pt x="833145" y="13514"/>
                  <a:pt x="985611" y="0"/>
                </a:cubicBezTo>
                <a:cubicBezTo>
                  <a:pt x="1138077" y="-13514"/>
                  <a:pt x="1414895" y="49609"/>
                  <a:pt x="1564122" y="0"/>
                </a:cubicBezTo>
                <a:cubicBezTo>
                  <a:pt x="1713349" y="-49609"/>
                  <a:pt x="1895209" y="68351"/>
                  <a:pt x="2142633" y="0"/>
                </a:cubicBezTo>
                <a:cubicBezTo>
                  <a:pt x="2163432" y="91456"/>
                  <a:pt x="2127553" y="211595"/>
                  <a:pt x="2142633" y="369332"/>
                </a:cubicBezTo>
                <a:cubicBezTo>
                  <a:pt x="1936138" y="426321"/>
                  <a:pt x="1768729" y="366680"/>
                  <a:pt x="1649827" y="369332"/>
                </a:cubicBezTo>
                <a:cubicBezTo>
                  <a:pt x="1530925" y="371984"/>
                  <a:pt x="1381504" y="351107"/>
                  <a:pt x="1157022" y="369332"/>
                </a:cubicBezTo>
                <a:cubicBezTo>
                  <a:pt x="932541" y="387557"/>
                  <a:pt x="717598" y="329713"/>
                  <a:pt x="578511" y="369332"/>
                </a:cubicBezTo>
                <a:cubicBezTo>
                  <a:pt x="439424" y="408951"/>
                  <a:pt x="239348" y="359932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Outcome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BF9EC5-4F37-4952-DE4D-8E2178E1D6C3}"/>
              </a:ext>
            </a:extLst>
          </p:cNvPr>
          <p:cNvSpPr txBox="1"/>
          <p:nvPr/>
        </p:nvSpPr>
        <p:spPr>
          <a:xfrm>
            <a:off x="9735104" y="4241502"/>
            <a:ext cx="2142633" cy="369332"/>
          </a:xfrm>
          <a:custGeom>
            <a:avLst/>
            <a:gdLst>
              <a:gd name="csX0" fmla="*/ 0 w 2142633"/>
              <a:gd name="csY0" fmla="*/ 0 h 369332"/>
              <a:gd name="csX1" fmla="*/ 514232 w 2142633"/>
              <a:gd name="csY1" fmla="*/ 0 h 369332"/>
              <a:gd name="csX2" fmla="*/ 985611 w 2142633"/>
              <a:gd name="csY2" fmla="*/ 0 h 369332"/>
              <a:gd name="csX3" fmla="*/ 1564122 w 2142633"/>
              <a:gd name="csY3" fmla="*/ 0 h 369332"/>
              <a:gd name="csX4" fmla="*/ 2142633 w 2142633"/>
              <a:gd name="csY4" fmla="*/ 0 h 369332"/>
              <a:gd name="csX5" fmla="*/ 2142633 w 2142633"/>
              <a:gd name="csY5" fmla="*/ 369332 h 369332"/>
              <a:gd name="csX6" fmla="*/ 1649827 w 2142633"/>
              <a:gd name="csY6" fmla="*/ 369332 h 369332"/>
              <a:gd name="csX7" fmla="*/ 1157022 w 2142633"/>
              <a:gd name="csY7" fmla="*/ 369332 h 369332"/>
              <a:gd name="csX8" fmla="*/ 578511 w 2142633"/>
              <a:gd name="csY8" fmla="*/ 369332 h 369332"/>
              <a:gd name="csX9" fmla="*/ 0 w 2142633"/>
              <a:gd name="csY9" fmla="*/ 369332 h 369332"/>
              <a:gd name="csX10" fmla="*/ 0 w 2142633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42633" h="369332" extrusionOk="0">
                <a:moveTo>
                  <a:pt x="0" y="0"/>
                </a:moveTo>
                <a:cubicBezTo>
                  <a:pt x="110879" y="-20906"/>
                  <a:pt x="304534" y="45786"/>
                  <a:pt x="514232" y="0"/>
                </a:cubicBezTo>
                <a:cubicBezTo>
                  <a:pt x="723930" y="-45786"/>
                  <a:pt x="833145" y="13514"/>
                  <a:pt x="985611" y="0"/>
                </a:cubicBezTo>
                <a:cubicBezTo>
                  <a:pt x="1138077" y="-13514"/>
                  <a:pt x="1414895" y="49609"/>
                  <a:pt x="1564122" y="0"/>
                </a:cubicBezTo>
                <a:cubicBezTo>
                  <a:pt x="1713349" y="-49609"/>
                  <a:pt x="1895209" y="68351"/>
                  <a:pt x="2142633" y="0"/>
                </a:cubicBezTo>
                <a:cubicBezTo>
                  <a:pt x="2163432" y="91456"/>
                  <a:pt x="2127553" y="211595"/>
                  <a:pt x="2142633" y="369332"/>
                </a:cubicBezTo>
                <a:cubicBezTo>
                  <a:pt x="1936138" y="426321"/>
                  <a:pt x="1768729" y="366680"/>
                  <a:pt x="1649827" y="369332"/>
                </a:cubicBezTo>
                <a:cubicBezTo>
                  <a:pt x="1530925" y="371984"/>
                  <a:pt x="1381504" y="351107"/>
                  <a:pt x="1157022" y="369332"/>
                </a:cubicBezTo>
                <a:cubicBezTo>
                  <a:pt x="932541" y="387557"/>
                  <a:pt x="717598" y="329713"/>
                  <a:pt x="578511" y="369332"/>
                </a:cubicBezTo>
                <a:cubicBezTo>
                  <a:pt x="439424" y="408951"/>
                  <a:pt x="239348" y="359932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No uncertainty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651DE7-8019-B2D6-0AC4-9B4264564B66}"/>
              </a:ext>
            </a:extLst>
          </p:cNvPr>
          <p:cNvGrpSpPr/>
          <p:nvPr/>
        </p:nvGrpSpPr>
        <p:grpSpPr>
          <a:xfrm>
            <a:off x="669036" y="1924776"/>
            <a:ext cx="2766026" cy="369332"/>
            <a:chOff x="838200" y="1690688"/>
            <a:chExt cx="2766026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D4F57D3-1302-70E1-19EA-E55BABB91BD7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836AAA8-3005-F510-0394-46AA31FD5752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836AAA8-3005-F510-0394-46AA31FD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F904752-B9BF-8E62-54EB-FD20E47C2B7D}"/>
              </a:ext>
            </a:extLst>
          </p:cNvPr>
          <p:cNvSpPr txBox="1"/>
          <p:nvPr/>
        </p:nvSpPr>
        <p:spPr>
          <a:xfrm>
            <a:off x="4186517" y="1922579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6E95C-6D1A-9BDB-4CA0-E22E4055D813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EB94E4-3C1D-0E19-564D-F922883D21A1}"/>
              </a:ext>
            </a:extLst>
          </p:cNvPr>
          <p:cNvSpPr/>
          <p:nvPr/>
        </p:nvSpPr>
        <p:spPr>
          <a:xfrm>
            <a:off x="2276061" y="5605670"/>
            <a:ext cx="5606327" cy="387964"/>
          </a:xfrm>
          <a:custGeom>
            <a:avLst/>
            <a:gdLst>
              <a:gd name="csX0" fmla="*/ 0 w 5606327"/>
              <a:gd name="csY0" fmla="*/ 49695 h 387964"/>
              <a:gd name="csX1" fmla="*/ 29817 w 5606327"/>
              <a:gd name="csY1" fmla="*/ 99391 h 387964"/>
              <a:gd name="csX2" fmla="*/ 69574 w 5606327"/>
              <a:gd name="csY2" fmla="*/ 149087 h 387964"/>
              <a:gd name="csX3" fmla="*/ 89452 w 5606327"/>
              <a:gd name="csY3" fmla="*/ 198782 h 387964"/>
              <a:gd name="csX4" fmla="*/ 129209 w 5606327"/>
              <a:gd name="csY4" fmla="*/ 238539 h 387964"/>
              <a:gd name="csX5" fmla="*/ 149087 w 5606327"/>
              <a:gd name="csY5" fmla="*/ 268356 h 387964"/>
              <a:gd name="csX6" fmla="*/ 198782 w 5606327"/>
              <a:gd name="csY6" fmla="*/ 298173 h 387964"/>
              <a:gd name="csX7" fmla="*/ 347869 w 5606327"/>
              <a:gd name="csY7" fmla="*/ 347869 h 387964"/>
              <a:gd name="csX8" fmla="*/ 397565 w 5606327"/>
              <a:gd name="csY8" fmla="*/ 367747 h 387964"/>
              <a:gd name="csX9" fmla="*/ 934278 w 5606327"/>
              <a:gd name="csY9" fmla="*/ 367747 h 387964"/>
              <a:gd name="csX10" fmla="*/ 1282148 w 5606327"/>
              <a:gd name="csY10" fmla="*/ 377687 h 387964"/>
              <a:gd name="csX11" fmla="*/ 1590261 w 5606327"/>
              <a:gd name="csY11" fmla="*/ 387626 h 387964"/>
              <a:gd name="csX12" fmla="*/ 2216426 w 5606327"/>
              <a:gd name="csY12" fmla="*/ 357808 h 387964"/>
              <a:gd name="csX13" fmla="*/ 4065104 w 5606327"/>
              <a:gd name="csY13" fmla="*/ 357808 h 387964"/>
              <a:gd name="csX14" fmla="*/ 4144617 w 5606327"/>
              <a:gd name="csY14" fmla="*/ 347869 h 387964"/>
              <a:gd name="csX15" fmla="*/ 4363278 w 5606327"/>
              <a:gd name="csY15" fmla="*/ 337930 h 387964"/>
              <a:gd name="csX16" fmla="*/ 4691269 w 5606327"/>
              <a:gd name="csY16" fmla="*/ 318052 h 387964"/>
              <a:gd name="csX17" fmla="*/ 4800600 w 5606327"/>
              <a:gd name="csY17" fmla="*/ 298173 h 387964"/>
              <a:gd name="csX18" fmla="*/ 4890052 w 5606327"/>
              <a:gd name="csY18" fmla="*/ 288234 h 387964"/>
              <a:gd name="csX19" fmla="*/ 4969565 w 5606327"/>
              <a:gd name="csY19" fmla="*/ 258417 h 387964"/>
              <a:gd name="csX20" fmla="*/ 5049078 w 5606327"/>
              <a:gd name="csY20" fmla="*/ 238539 h 387964"/>
              <a:gd name="csX21" fmla="*/ 5108713 w 5606327"/>
              <a:gd name="csY21" fmla="*/ 208721 h 387964"/>
              <a:gd name="csX22" fmla="*/ 5247861 w 5606327"/>
              <a:gd name="csY22" fmla="*/ 188843 h 387964"/>
              <a:gd name="csX23" fmla="*/ 5396948 w 5606327"/>
              <a:gd name="csY23" fmla="*/ 139147 h 387964"/>
              <a:gd name="csX24" fmla="*/ 5436704 w 5606327"/>
              <a:gd name="csY24" fmla="*/ 119269 h 387964"/>
              <a:gd name="csX25" fmla="*/ 5546035 w 5606327"/>
              <a:gd name="csY25" fmla="*/ 69573 h 387964"/>
              <a:gd name="csX26" fmla="*/ 5605669 w 5606327"/>
              <a:gd name="csY26" fmla="*/ 9939 h 387964"/>
              <a:gd name="csX27" fmla="*/ 5605669 w 5606327"/>
              <a:gd name="csY27" fmla="*/ 0 h 387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606327" h="387964">
                <a:moveTo>
                  <a:pt x="0" y="49695"/>
                </a:moveTo>
                <a:cubicBezTo>
                  <a:pt x="9939" y="66260"/>
                  <a:pt x="18739" y="83565"/>
                  <a:pt x="29817" y="99391"/>
                </a:cubicBezTo>
                <a:cubicBezTo>
                  <a:pt x="41982" y="116770"/>
                  <a:pt x="58659" y="130896"/>
                  <a:pt x="69574" y="149087"/>
                </a:cubicBezTo>
                <a:cubicBezTo>
                  <a:pt x="78753" y="164386"/>
                  <a:pt x="79556" y="183937"/>
                  <a:pt x="89452" y="198782"/>
                </a:cubicBezTo>
                <a:cubicBezTo>
                  <a:pt x="99848" y="214376"/>
                  <a:pt x="117012" y="224309"/>
                  <a:pt x="129209" y="238539"/>
                </a:cubicBezTo>
                <a:cubicBezTo>
                  <a:pt x="136983" y="247608"/>
                  <a:pt x="140018" y="260582"/>
                  <a:pt x="149087" y="268356"/>
                </a:cubicBezTo>
                <a:cubicBezTo>
                  <a:pt x="163754" y="280928"/>
                  <a:pt x="181504" y="289534"/>
                  <a:pt x="198782" y="298173"/>
                </a:cubicBezTo>
                <a:cubicBezTo>
                  <a:pt x="288673" y="343118"/>
                  <a:pt x="267152" y="334416"/>
                  <a:pt x="347869" y="347869"/>
                </a:cubicBezTo>
                <a:cubicBezTo>
                  <a:pt x="364434" y="354495"/>
                  <a:pt x="379995" y="364646"/>
                  <a:pt x="397565" y="367747"/>
                </a:cubicBezTo>
                <a:cubicBezTo>
                  <a:pt x="535582" y="392103"/>
                  <a:pt x="895477" y="368671"/>
                  <a:pt x="934278" y="367747"/>
                </a:cubicBezTo>
                <a:lnTo>
                  <a:pt x="1282148" y="377687"/>
                </a:lnTo>
                <a:cubicBezTo>
                  <a:pt x="1384859" y="380800"/>
                  <a:pt x="1487526" y="389812"/>
                  <a:pt x="1590261" y="387626"/>
                </a:cubicBezTo>
                <a:cubicBezTo>
                  <a:pt x="1799172" y="383181"/>
                  <a:pt x="2007704" y="367747"/>
                  <a:pt x="2216426" y="357808"/>
                </a:cubicBezTo>
                <a:cubicBezTo>
                  <a:pt x="3089054" y="367613"/>
                  <a:pt x="3169418" y="374868"/>
                  <a:pt x="4065104" y="357808"/>
                </a:cubicBezTo>
                <a:cubicBezTo>
                  <a:pt x="4091810" y="357299"/>
                  <a:pt x="4117966" y="349646"/>
                  <a:pt x="4144617" y="347869"/>
                </a:cubicBezTo>
                <a:cubicBezTo>
                  <a:pt x="4217418" y="343016"/>
                  <a:pt x="4290424" y="341904"/>
                  <a:pt x="4363278" y="337930"/>
                </a:cubicBezTo>
                <a:lnTo>
                  <a:pt x="4691269" y="318052"/>
                </a:lnTo>
                <a:cubicBezTo>
                  <a:pt x="4727713" y="311426"/>
                  <a:pt x="4763969" y="303668"/>
                  <a:pt x="4800600" y="298173"/>
                </a:cubicBezTo>
                <a:cubicBezTo>
                  <a:pt x="4830269" y="293723"/>
                  <a:pt x="4860849" y="295105"/>
                  <a:pt x="4890052" y="288234"/>
                </a:cubicBezTo>
                <a:cubicBezTo>
                  <a:pt x="4917606" y="281751"/>
                  <a:pt x="4942547" y="266860"/>
                  <a:pt x="4969565" y="258417"/>
                </a:cubicBezTo>
                <a:cubicBezTo>
                  <a:pt x="4995641" y="250268"/>
                  <a:pt x="5022574" y="245165"/>
                  <a:pt x="5049078" y="238539"/>
                </a:cubicBezTo>
                <a:cubicBezTo>
                  <a:pt x="5068956" y="228600"/>
                  <a:pt x="5087629" y="215749"/>
                  <a:pt x="5108713" y="208721"/>
                </a:cubicBezTo>
                <a:cubicBezTo>
                  <a:pt x="5125909" y="202989"/>
                  <a:pt x="5239522" y="189885"/>
                  <a:pt x="5247861" y="188843"/>
                </a:cubicBezTo>
                <a:cubicBezTo>
                  <a:pt x="5362937" y="142813"/>
                  <a:pt x="5312263" y="156085"/>
                  <a:pt x="5396948" y="139147"/>
                </a:cubicBezTo>
                <a:cubicBezTo>
                  <a:pt x="5410200" y="132521"/>
                  <a:pt x="5423165" y="125286"/>
                  <a:pt x="5436704" y="119269"/>
                </a:cubicBezTo>
                <a:cubicBezTo>
                  <a:pt x="5488123" y="96416"/>
                  <a:pt x="5494001" y="100794"/>
                  <a:pt x="5546035" y="69573"/>
                </a:cubicBezTo>
                <a:cubicBezTo>
                  <a:pt x="5575668" y="51793"/>
                  <a:pt x="5590793" y="39691"/>
                  <a:pt x="5605669" y="9939"/>
                </a:cubicBezTo>
                <a:cubicBezTo>
                  <a:pt x="5607151" y="6976"/>
                  <a:pt x="5605669" y="3313"/>
                  <a:pt x="5605669" y="0"/>
                </a:cubicBezTo>
              </a:path>
            </a:pathLst>
          </a:custGeom>
          <a:noFill/>
          <a:ln>
            <a:headEnd type="stealth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0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24" grpId="0" animBg="1"/>
      <p:bldP spid="25" grpId="0" animBg="1"/>
      <p:bldP spid="33" grpId="0" animBg="1"/>
      <p:bldP spid="34" grpId="0" animBg="1"/>
      <p:bldP spid="36" grpId="0"/>
      <p:bldP spid="45" grpId="0" animBg="1"/>
      <p:bldP spid="46" grpId="0" animBg="1"/>
      <p:bldP spid="51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3B91E-40B0-8D5E-98D9-0D49C2D4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34B818-B716-C7F2-F7AD-0ACA607E2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4997EBA3-DF23-BB11-4860-7E59F73B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8A191D-C9A8-4392-771A-F8538A494FE3}"/>
              </a:ext>
            </a:extLst>
          </p:cNvPr>
          <p:cNvGrpSpPr/>
          <p:nvPr/>
        </p:nvGrpSpPr>
        <p:grpSpPr>
          <a:xfrm>
            <a:off x="669036" y="1924776"/>
            <a:ext cx="2766026" cy="369332"/>
            <a:chOff x="838200" y="1690688"/>
            <a:chExt cx="2766026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C109FA-8143-993B-FBF2-F0F5C66F53F3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0FAE187-B691-DC82-7B3F-5E807B6CB788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0FAE187-B691-DC82-7B3F-5E807B6CB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2997ED-FFB7-11FC-031F-1FA01FCE39E8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0FB1DCA4-036F-62EC-2FEC-7B4F93D042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3316AD-3257-CF28-005C-69B4D0C0B3C4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E040EB-CFCF-AC95-5778-A4A20582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F539E-8C78-402B-38E7-7360ED53D315}"/>
              </a:ext>
            </a:extLst>
          </p:cNvPr>
          <p:cNvSpPr txBox="1"/>
          <p:nvPr/>
        </p:nvSpPr>
        <p:spPr>
          <a:xfrm>
            <a:off x="4186517" y="1922579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824AD-9DD1-74F0-B04F-7B391EA22B97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4A15D-F885-2A0A-3E15-FB0A63AEE713}"/>
              </a:ext>
            </a:extLst>
          </p:cNvPr>
          <p:cNvSpPr txBox="1"/>
          <p:nvPr/>
        </p:nvSpPr>
        <p:spPr>
          <a:xfrm>
            <a:off x="4696362" y="1379105"/>
            <a:ext cx="160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A, B, C, D,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3E5B9-C75D-D98A-C3F6-FC2E113BCB2E}"/>
              </a:ext>
            </a:extLst>
          </p:cNvPr>
          <p:cNvSpPr txBox="1"/>
          <p:nvPr/>
        </p:nvSpPr>
        <p:spPr>
          <a:xfrm>
            <a:off x="555812" y="2729802"/>
            <a:ext cx="112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2.1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50F614-C416-67E7-D78B-51B4C8959876}"/>
              </a:ext>
            </a:extLst>
          </p:cNvPr>
          <p:cNvSpPr txBox="1"/>
          <p:nvPr/>
        </p:nvSpPr>
        <p:spPr>
          <a:xfrm>
            <a:off x="1628266" y="2729802"/>
            <a:ext cx="435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multiple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CF51B-9F1C-48E8-870D-86ABAC689813}"/>
              </a:ext>
            </a:extLst>
          </p:cNvPr>
          <p:cNvSpPr txBox="1"/>
          <p:nvPr/>
        </p:nvSpPr>
        <p:spPr>
          <a:xfrm>
            <a:off x="6823641" y="2729801"/>
            <a:ext cx="3581185" cy="369332"/>
          </a:xfrm>
          <a:custGeom>
            <a:avLst/>
            <a:gdLst>
              <a:gd name="csX0" fmla="*/ 0 w 3581185"/>
              <a:gd name="csY0" fmla="*/ 0 h 369332"/>
              <a:gd name="csX1" fmla="*/ 668488 w 3581185"/>
              <a:gd name="csY1" fmla="*/ 0 h 369332"/>
              <a:gd name="csX2" fmla="*/ 1301164 w 3581185"/>
              <a:gd name="csY2" fmla="*/ 0 h 369332"/>
              <a:gd name="csX3" fmla="*/ 1933840 w 3581185"/>
              <a:gd name="csY3" fmla="*/ 0 h 369332"/>
              <a:gd name="csX4" fmla="*/ 2423269 w 3581185"/>
              <a:gd name="csY4" fmla="*/ 0 h 369332"/>
              <a:gd name="csX5" fmla="*/ 2948509 w 3581185"/>
              <a:gd name="csY5" fmla="*/ 0 h 369332"/>
              <a:gd name="csX6" fmla="*/ 3581185 w 3581185"/>
              <a:gd name="csY6" fmla="*/ 0 h 369332"/>
              <a:gd name="csX7" fmla="*/ 3581185 w 3581185"/>
              <a:gd name="csY7" fmla="*/ 369332 h 369332"/>
              <a:gd name="csX8" fmla="*/ 2984321 w 3581185"/>
              <a:gd name="csY8" fmla="*/ 369332 h 369332"/>
              <a:gd name="csX9" fmla="*/ 2494892 w 3581185"/>
              <a:gd name="csY9" fmla="*/ 369332 h 369332"/>
              <a:gd name="csX10" fmla="*/ 2005464 w 3581185"/>
              <a:gd name="csY10" fmla="*/ 369332 h 369332"/>
              <a:gd name="csX11" fmla="*/ 1372788 w 3581185"/>
              <a:gd name="csY11" fmla="*/ 369332 h 369332"/>
              <a:gd name="csX12" fmla="*/ 847547 w 3581185"/>
              <a:gd name="csY12" fmla="*/ 369332 h 369332"/>
              <a:gd name="csX13" fmla="*/ 0 w 3581185"/>
              <a:gd name="csY13" fmla="*/ 369332 h 369332"/>
              <a:gd name="csX14" fmla="*/ 0 w 358118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81185" h="369332" fill="none" extrusionOk="0">
                <a:moveTo>
                  <a:pt x="0" y="0"/>
                </a:moveTo>
                <a:cubicBezTo>
                  <a:pt x="226137" y="-54471"/>
                  <a:pt x="357444" y="34301"/>
                  <a:pt x="668488" y="0"/>
                </a:cubicBezTo>
                <a:cubicBezTo>
                  <a:pt x="979532" y="-34301"/>
                  <a:pt x="1132443" y="47940"/>
                  <a:pt x="1301164" y="0"/>
                </a:cubicBezTo>
                <a:cubicBezTo>
                  <a:pt x="1469885" y="-47940"/>
                  <a:pt x="1771418" y="48375"/>
                  <a:pt x="1933840" y="0"/>
                </a:cubicBezTo>
                <a:cubicBezTo>
                  <a:pt x="2096262" y="-48375"/>
                  <a:pt x="2262334" y="13931"/>
                  <a:pt x="2423269" y="0"/>
                </a:cubicBezTo>
                <a:cubicBezTo>
                  <a:pt x="2584204" y="-13931"/>
                  <a:pt x="2766475" y="52781"/>
                  <a:pt x="2948509" y="0"/>
                </a:cubicBezTo>
                <a:cubicBezTo>
                  <a:pt x="3130543" y="-52781"/>
                  <a:pt x="3382216" y="29870"/>
                  <a:pt x="3581185" y="0"/>
                </a:cubicBezTo>
                <a:cubicBezTo>
                  <a:pt x="3600716" y="147089"/>
                  <a:pt x="3539967" y="212636"/>
                  <a:pt x="3581185" y="369332"/>
                </a:cubicBezTo>
                <a:cubicBezTo>
                  <a:pt x="3301882" y="399918"/>
                  <a:pt x="3184752" y="364752"/>
                  <a:pt x="2984321" y="369332"/>
                </a:cubicBezTo>
                <a:cubicBezTo>
                  <a:pt x="2783890" y="373912"/>
                  <a:pt x="2683600" y="363332"/>
                  <a:pt x="2494892" y="369332"/>
                </a:cubicBezTo>
                <a:cubicBezTo>
                  <a:pt x="2306184" y="375332"/>
                  <a:pt x="2244975" y="362490"/>
                  <a:pt x="2005464" y="369332"/>
                </a:cubicBezTo>
                <a:cubicBezTo>
                  <a:pt x="1765953" y="376174"/>
                  <a:pt x="1635487" y="348036"/>
                  <a:pt x="1372788" y="369332"/>
                </a:cubicBezTo>
                <a:cubicBezTo>
                  <a:pt x="1110089" y="390628"/>
                  <a:pt x="1052810" y="313771"/>
                  <a:pt x="847547" y="369332"/>
                </a:cubicBezTo>
                <a:cubicBezTo>
                  <a:pt x="642284" y="424893"/>
                  <a:pt x="289961" y="304208"/>
                  <a:pt x="0" y="369332"/>
                </a:cubicBezTo>
                <a:cubicBezTo>
                  <a:pt x="-34692" y="235166"/>
                  <a:pt x="26681" y="80336"/>
                  <a:pt x="0" y="0"/>
                </a:cubicBezTo>
                <a:close/>
              </a:path>
              <a:path w="3581185" h="369332" stroke="0" extrusionOk="0">
                <a:moveTo>
                  <a:pt x="0" y="0"/>
                </a:moveTo>
                <a:cubicBezTo>
                  <a:pt x="129900" y="-19001"/>
                  <a:pt x="430746" y="13814"/>
                  <a:pt x="561052" y="0"/>
                </a:cubicBezTo>
                <a:cubicBezTo>
                  <a:pt x="691358" y="-13814"/>
                  <a:pt x="928679" y="31419"/>
                  <a:pt x="1050481" y="0"/>
                </a:cubicBezTo>
                <a:cubicBezTo>
                  <a:pt x="1172283" y="-31419"/>
                  <a:pt x="1522368" y="30743"/>
                  <a:pt x="1718969" y="0"/>
                </a:cubicBezTo>
                <a:cubicBezTo>
                  <a:pt x="1915570" y="-30743"/>
                  <a:pt x="2110215" y="52267"/>
                  <a:pt x="2280021" y="0"/>
                </a:cubicBezTo>
                <a:cubicBezTo>
                  <a:pt x="2449827" y="-52267"/>
                  <a:pt x="2592938" y="54208"/>
                  <a:pt x="2841073" y="0"/>
                </a:cubicBezTo>
                <a:cubicBezTo>
                  <a:pt x="3089208" y="-54208"/>
                  <a:pt x="3293296" y="86582"/>
                  <a:pt x="3581185" y="0"/>
                </a:cubicBezTo>
                <a:cubicBezTo>
                  <a:pt x="3602864" y="103222"/>
                  <a:pt x="3548024" y="284950"/>
                  <a:pt x="3581185" y="369332"/>
                </a:cubicBezTo>
                <a:cubicBezTo>
                  <a:pt x="3362327" y="407541"/>
                  <a:pt x="3104279" y="303833"/>
                  <a:pt x="2984321" y="369332"/>
                </a:cubicBezTo>
                <a:cubicBezTo>
                  <a:pt x="2864363" y="434831"/>
                  <a:pt x="2656737" y="359045"/>
                  <a:pt x="2494892" y="369332"/>
                </a:cubicBezTo>
                <a:cubicBezTo>
                  <a:pt x="2333047" y="379619"/>
                  <a:pt x="2114110" y="312210"/>
                  <a:pt x="1898028" y="369332"/>
                </a:cubicBezTo>
                <a:cubicBezTo>
                  <a:pt x="1681946" y="426454"/>
                  <a:pt x="1421091" y="347263"/>
                  <a:pt x="1301164" y="369332"/>
                </a:cubicBezTo>
                <a:cubicBezTo>
                  <a:pt x="1181237" y="391401"/>
                  <a:pt x="992038" y="324318"/>
                  <a:pt x="740112" y="369332"/>
                </a:cubicBezTo>
                <a:cubicBezTo>
                  <a:pt x="488186" y="414346"/>
                  <a:pt x="346109" y="353151"/>
                  <a:pt x="0" y="369332"/>
                </a:cubicBezTo>
                <a:cubicBezTo>
                  <a:pt x="-8026" y="274434"/>
                  <a:pt x="20480" y="1244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5AF5643-37BC-316D-C7C6-B13B0B8FF391}"/>
              </a:ext>
            </a:extLst>
          </p:cNvPr>
          <p:cNvSpPr/>
          <p:nvPr/>
        </p:nvSpPr>
        <p:spPr>
          <a:xfrm>
            <a:off x="5986899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CF518-A031-241B-F2F8-147B79562CAD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422F4-5D46-AA83-3C6D-841CF5943BE3}"/>
                  </a:ext>
                </a:extLst>
              </p:cNvPr>
              <p:cNvSpPr txBox="1"/>
              <p:nvPr/>
            </p:nvSpPr>
            <p:spPr>
              <a:xfrm>
                <a:off x="1248731" y="4701567"/>
                <a:ext cx="6099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422F4-5D46-AA83-3C6D-841CF5943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731" y="4701567"/>
                <a:ext cx="609975" cy="276999"/>
              </a:xfrm>
              <a:prstGeom prst="rect">
                <a:avLst/>
              </a:prstGeom>
              <a:blipFill>
                <a:blip r:embed="rId4"/>
                <a:stretch>
                  <a:fillRect l="-6000" r="-9000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EE2A2D-24DD-5C23-2387-C880A70D8706}"/>
                  </a:ext>
                </a:extLst>
              </p:cNvPr>
              <p:cNvSpPr txBox="1"/>
              <p:nvPr/>
            </p:nvSpPr>
            <p:spPr>
              <a:xfrm>
                <a:off x="2786857" y="3627391"/>
                <a:ext cx="719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EE2A2D-24DD-5C23-2387-C880A70D8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3627391"/>
                <a:ext cx="719171" cy="276999"/>
              </a:xfrm>
              <a:prstGeom prst="rect">
                <a:avLst/>
              </a:prstGeom>
              <a:blipFill>
                <a:blip r:embed="rId5"/>
                <a:stretch>
                  <a:fillRect l="-5085" r="-8475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8486A-6FE9-6BC2-064A-C27E48CDBED7}"/>
                  </a:ext>
                </a:extLst>
              </p:cNvPr>
              <p:cNvSpPr txBox="1"/>
              <p:nvPr/>
            </p:nvSpPr>
            <p:spPr>
              <a:xfrm>
                <a:off x="2786857" y="4106477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8486A-6FE9-6BC2-064A-C27E48CD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4106477"/>
                <a:ext cx="729559" cy="276999"/>
              </a:xfrm>
              <a:prstGeom prst="rect">
                <a:avLst/>
              </a:prstGeom>
              <a:blipFill>
                <a:blip r:embed="rId6"/>
                <a:stretch>
                  <a:fillRect l="-5000" r="-750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6899A3-77C8-8BBE-177D-5BFF9FF386F3}"/>
                  </a:ext>
                </a:extLst>
              </p:cNvPr>
              <p:cNvSpPr txBox="1"/>
              <p:nvPr/>
            </p:nvSpPr>
            <p:spPr>
              <a:xfrm>
                <a:off x="2786857" y="4619630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6899A3-77C8-8BBE-177D-5BFF9FF3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4619630"/>
                <a:ext cx="729559" cy="276999"/>
              </a:xfrm>
              <a:prstGeom prst="rect">
                <a:avLst/>
              </a:prstGeom>
              <a:blipFill>
                <a:blip r:embed="rId7"/>
                <a:stretch>
                  <a:fillRect l="-4167" r="-6667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C87335-896C-F511-A481-DD94791120F4}"/>
                  </a:ext>
                </a:extLst>
              </p:cNvPr>
              <p:cNvSpPr txBox="1"/>
              <p:nvPr/>
            </p:nvSpPr>
            <p:spPr>
              <a:xfrm>
                <a:off x="2786857" y="5098716"/>
                <a:ext cx="7434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C87335-896C-F511-A481-DD9479112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5098716"/>
                <a:ext cx="743409" cy="276999"/>
              </a:xfrm>
              <a:prstGeom prst="rect">
                <a:avLst/>
              </a:prstGeom>
              <a:blipFill>
                <a:blip r:embed="rId8"/>
                <a:stretch>
                  <a:fillRect l="-4918" r="-655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D6E35D-6DF4-D449-F09D-6DD1A3AE41A5}"/>
                  </a:ext>
                </a:extLst>
              </p:cNvPr>
              <p:cNvSpPr txBox="1"/>
              <p:nvPr/>
            </p:nvSpPr>
            <p:spPr>
              <a:xfrm>
                <a:off x="2776469" y="5614806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D6E35D-6DF4-D449-F09D-6DD1A3AE4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469" y="5614806"/>
                <a:ext cx="729559" cy="276999"/>
              </a:xfrm>
              <a:prstGeom prst="rect">
                <a:avLst/>
              </a:prstGeom>
              <a:blipFill>
                <a:blip r:embed="rId9"/>
                <a:stretch>
                  <a:fillRect l="-4167" r="-666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5DD8E4-69D1-E150-D36B-DA3ACE51C085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858706" y="3765891"/>
            <a:ext cx="928151" cy="1074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B9D4CE-93B6-76DA-E6ED-9F9E13C6D851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1858706" y="4244977"/>
            <a:ext cx="928151" cy="595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8310D4-6693-4364-8083-9BBEC0A53AC8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1858706" y="4758130"/>
            <a:ext cx="928151" cy="81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1B1950-2341-DA0A-6A5D-1CE49EE071E2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1858706" y="4840067"/>
            <a:ext cx="928151" cy="397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FD786E-08A4-F58A-ADF9-94843761B410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1858706" y="4840067"/>
            <a:ext cx="917763" cy="913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D569E47-CC7E-784C-D499-DA1866E2C090}"/>
              </a:ext>
            </a:extLst>
          </p:cNvPr>
          <p:cNvSpPr txBox="1"/>
          <p:nvPr/>
        </p:nvSpPr>
        <p:spPr>
          <a:xfrm>
            <a:off x="7628133" y="2441969"/>
            <a:ext cx="1235629" cy="369332"/>
          </a:xfrm>
          <a:custGeom>
            <a:avLst/>
            <a:gdLst>
              <a:gd name="csX0" fmla="*/ 0 w 1235629"/>
              <a:gd name="csY0" fmla="*/ 0 h 369332"/>
              <a:gd name="csX1" fmla="*/ 436589 w 1235629"/>
              <a:gd name="csY1" fmla="*/ 0 h 369332"/>
              <a:gd name="csX2" fmla="*/ 860822 w 1235629"/>
              <a:gd name="csY2" fmla="*/ 0 h 369332"/>
              <a:gd name="csX3" fmla="*/ 1235629 w 1235629"/>
              <a:gd name="csY3" fmla="*/ 0 h 369332"/>
              <a:gd name="csX4" fmla="*/ 1235629 w 1235629"/>
              <a:gd name="csY4" fmla="*/ 369332 h 369332"/>
              <a:gd name="csX5" fmla="*/ 848465 w 1235629"/>
              <a:gd name="csY5" fmla="*/ 369332 h 369332"/>
              <a:gd name="csX6" fmla="*/ 436589 w 1235629"/>
              <a:gd name="csY6" fmla="*/ 369332 h 369332"/>
              <a:gd name="csX7" fmla="*/ 0 w 1235629"/>
              <a:gd name="csY7" fmla="*/ 369332 h 369332"/>
              <a:gd name="csX8" fmla="*/ 0 w 1235629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629" h="369332" fill="none" extrusionOk="0">
                <a:moveTo>
                  <a:pt x="0" y="0"/>
                </a:moveTo>
                <a:cubicBezTo>
                  <a:pt x="113402" y="-27444"/>
                  <a:pt x="287934" y="41868"/>
                  <a:pt x="436589" y="0"/>
                </a:cubicBezTo>
                <a:cubicBezTo>
                  <a:pt x="585244" y="-41868"/>
                  <a:pt x="662471" y="41348"/>
                  <a:pt x="860822" y="0"/>
                </a:cubicBezTo>
                <a:cubicBezTo>
                  <a:pt x="1059173" y="-41348"/>
                  <a:pt x="1082296" y="16383"/>
                  <a:pt x="1235629" y="0"/>
                </a:cubicBezTo>
                <a:cubicBezTo>
                  <a:pt x="1239667" y="158233"/>
                  <a:pt x="1199335" y="205698"/>
                  <a:pt x="1235629" y="369332"/>
                </a:cubicBezTo>
                <a:cubicBezTo>
                  <a:pt x="1153345" y="377767"/>
                  <a:pt x="1022454" y="342813"/>
                  <a:pt x="848465" y="369332"/>
                </a:cubicBezTo>
                <a:cubicBezTo>
                  <a:pt x="674476" y="395851"/>
                  <a:pt x="560279" y="353536"/>
                  <a:pt x="436589" y="369332"/>
                </a:cubicBezTo>
                <a:cubicBezTo>
                  <a:pt x="312899" y="385128"/>
                  <a:pt x="170037" y="317989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235629" h="369332" stroke="0" extrusionOk="0">
                <a:moveTo>
                  <a:pt x="0" y="0"/>
                </a:moveTo>
                <a:cubicBezTo>
                  <a:pt x="117179" y="-10026"/>
                  <a:pt x="236558" y="29565"/>
                  <a:pt x="399520" y="0"/>
                </a:cubicBezTo>
                <a:cubicBezTo>
                  <a:pt x="562482" y="-29565"/>
                  <a:pt x="636643" y="13709"/>
                  <a:pt x="774328" y="0"/>
                </a:cubicBezTo>
                <a:cubicBezTo>
                  <a:pt x="912013" y="-13709"/>
                  <a:pt x="1112601" y="24938"/>
                  <a:pt x="1235629" y="0"/>
                </a:cubicBezTo>
                <a:cubicBezTo>
                  <a:pt x="1271217" y="113493"/>
                  <a:pt x="1208822" y="197069"/>
                  <a:pt x="1235629" y="369332"/>
                </a:cubicBezTo>
                <a:cubicBezTo>
                  <a:pt x="1111767" y="385420"/>
                  <a:pt x="936497" y="334321"/>
                  <a:pt x="848465" y="369332"/>
                </a:cubicBezTo>
                <a:cubicBezTo>
                  <a:pt x="760433" y="404343"/>
                  <a:pt x="515837" y="333191"/>
                  <a:pt x="411876" y="369332"/>
                </a:cubicBezTo>
                <a:cubicBezTo>
                  <a:pt x="307915" y="405473"/>
                  <a:pt x="120411" y="324068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DISCRETE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CB3314-76B3-E170-B269-FD291009A526}"/>
                  </a:ext>
                </a:extLst>
              </p:cNvPr>
              <p:cNvSpPr txBox="1"/>
              <p:nvPr/>
            </p:nvSpPr>
            <p:spPr>
              <a:xfrm>
                <a:off x="4186517" y="3627391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=0.3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CB3314-76B3-E170-B269-FD291009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3627391"/>
                <a:ext cx="1198277" cy="276999"/>
              </a:xfrm>
              <a:prstGeom prst="rect">
                <a:avLst/>
              </a:prstGeom>
              <a:blipFill>
                <a:blip r:embed="rId10"/>
                <a:stretch>
                  <a:fillRect l="-4592" r="-4592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D4CFF-DBBC-11C0-BEF5-BB200ECA90B3}"/>
                  </a:ext>
                </a:extLst>
              </p:cNvPr>
              <p:cNvSpPr txBox="1"/>
              <p:nvPr/>
            </p:nvSpPr>
            <p:spPr>
              <a:xfrm>
                <a:off x="4186517" y="4106476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=0.5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D4CFF-DBBC-11C0-BEF5-BB200ECA9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4106476"/>
                <a:ext cx="1198277" cy="276999"/>
              </a:xfrm>
              <a:prstGeom prst="rect">
                <a:avLst/>
              </a:prstGeom>
              <a:blipFill>
                <a:blip r:embed="rId11"/>
                <a:stretch>
                  <a:fillRect l="-5102" r="-5612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8D13C7-B8EC-14BB-63C9-E420867886DF}"/>
                  </a:ext>
                </a:extLst>
              </p:cNvPr>
              <p:cNvSpPr txBox="1"/>
              <p:nvPr/>
            </p:nvSpPr>
            <p:spPr>
              <a:xfrm>
                <a:off x="4186517" y="4619630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8D13C7-B8EC-14BB-63C9-E42086788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4619630"/>
                <a:ext cx="1198277" cy="276999"/>
              </a:xfrm>
              <a:prstGeom prst="rect">
                <a:avLst/>
              </a:prstGeom>
              <a:blipFill>
                <a:blip r:embed="rId12"/>
                <a:stretch>
                  <a:fillRect l="-5102" r="-5102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3E3889-47B6-6336-B472-EC9F4E21E97F}"/>
                  </a:ext>
                </a:extLst>
              </p:cNvPr>
              <p:cNvSpPr txBox="1"/>
              <p:nvPr/>
            </p:nvSpPr>
            <p:spPr>
              <a:xfrm>
                <a:off x="4186517" y="5098716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3E3889-47B6-6336-B472-EC9F4E21E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5098716"/>
                <a:ext cx="1198277" cy="276999"/>
              </a:xfrm>
              <a:prstGeom prst="rect">
                <a:avLst/>
              </a:prstGeom>
              <a:blipFill>
                <a:blip r:embed="rId13"/>
                <a:stretch>
                  <a:fillRect l="-5102" r="-5102" b="-23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510E99-30CA-C82D-775B-1136E46DB537}"/>
                  </a:ext>
                </a:extLst>
              </p:cNvPr>
              <p:cNvSpPr txBox="1"/>
              <p:nvPr/>
            </p:nvSpPr>
            <p:spPr>
              <a:xfrm>
                <a:off x="4186517" y="5614806"/>
                <a:ext cx="12035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510E99-30CA-C82D-775B-1136E46DB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5614806"/>
                <a:ext cx="1203599" cy="276999"/>
              </a:xfrm>
              <a:prstGeom prst="rect">
                <a:avLst/>
              </a:prstGeom>
              <a:blipFill>
                <a:blip r:embed="rId14"/>
                <a:stretch>
                  <a:fillRect l="-4569" r="-4569" b="-23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5E3E68-308B-3959-BF2B-0FCA801DCB71}"/>
                  </a:ext>
                </a:extLst>
              </p:cNvPr>
              <p:cNvSpPr txBox="1"/>
              <p:nvPr/>
            </p:nvSpPr>
            <p:spPr>
              <a:xfrm>
                <a:off x="6312277" y="3634593"/>
                <a:ext cx="1158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5E3E68-308B-3959-BF2B-0FCA801DC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3634593"/>
                <a:ext cx="1158009" cy="276999"/>
              </a:xfrm>
              <a:prstGeom prst="rect">
                <a:avLst/>
              </a:prstGeom>
              <a:blipFill>
                <a:blip r:embed="rId15"/>
                <a:stretch>
                  <a:fillRect l="-2632" r="-526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ADC615-EA52-1D94-1556-140BE6FAD5C9}"/>
                  </a:ext>
                </a:extLst>
              </p:cNvPr>
              <p:cNvSpPr txBox="1"/>
              <p:nvPr/>
            </p:nvSpPr>
            <p:spPr>
              <a:xfrm>
                <a:off x="6312277" y="411367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=8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ADC615-EA52-1D94-1556-140BE6FAD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4113678"/>
                <a:ext cx="1035092" cy="276999"/>
              </a:xfrm>
              <a:prstGeom prst="rect">
                <a:avLst/>
              </a:prstGeom>
              <a:blipFill>
                <a:blip r:embed="rId16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055C7-6B4F-7338-3502-94EB0A922177}"/>
                  </a:ext>
                </a:extLst>
              </p:cNvPr>
              <p:cNvSpPr txBox="1"/>
              <p:nvPr/>
            </p:nvSpPr>
            <p:spPr>
              <a:xfrm>
                <a:off x="6312277" y="4626832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055C7-6B4F-7338-3502-94EB0A922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4626832"/>
                <a:ext cx="1035092" cy="276999"/>
              </a:xfrm>
              <a:prstGeom prst="rect">
                <a:avLst/>
              </a:prstGeom>
              <a:blipFill>
                <a:blip r:embed="rId17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424C72-7162-98A8-70B9-8CCAEB0F40D4}"/>
                  </a:ext>
                </a:extLst>
              </p:cNvPr>
              <p:cNvSpPr txBox="1"/>
              <p:nvPr/>
            </p:nvSpPr>
            <p:spPr>
              <a:xfrm>
                <a:off x="6312277" y="510591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424C72-7162-98A8-70B9-8CCAEB0F4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5105918"/>
                <a:ext cx="1035092" cy="276999"/>
              </a:xfrm>
              <a:prstGeom prst="rect">
                <a:avLst/>
              </a:prstGeom>
              <a:blipFill>
                <a:blip r:embed="rId18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B99CC6-5758-DE0E-13C5-9E9FD5467BEC}"/>
                  </a:ext>
                </a:extLst>
              </p:cNvPr>
              <p:cNvSpPr txBox="1"/>
              <p:nvPr/>
            </p:nvSpPr>
            <p:spPr>
              <a:xfrm>
                <a:off x="6312277" y="562200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B99CC6-5758-DE0E-13C5-9E9FD5467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5622008"/>
                <a:ext cx="1035092" cy="276999"/>
              </a:xfrm>
              <a:prstGeom prst="rect">
                <a:avLst/>
              </a:prstGeom>
              <a:blipFill>
                <a:blip r:embed="rId19"/>
                <a:stretch>
                  <a:fillRect l="-2941" r="-529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154E35B-0216-522F-AF08-90D2A44781B1}"/>
                  </a:ext>
                </a:extLst>
              </p:cNvPr>
              <p:cNvSpPr txBox="1"/>
              <p:nvPr/>
            </p:nvSpPr>
            <p:spPr>
              <a:xfrm>
                <a:off x="8002095" y="3377331"/>
                <a:ext cx="2321918" cy="78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p>
                        <m:e>
                          <m:r>
                            <a:rPr lang="en-IN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154E35B-0216-522F-AF08-90D2A4478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095" y="3377331"/>
                <a:ext cx="2321918" cy="7826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0E7334-C32D-A9FF-476B-49ADA5244D2B}"/>
                  </a:ext>
                </a:extLst>
              </p:cNvPr>
              <p:cNvSpPr txBox="1"/>
              <p:nvPr/>
            </p:nvSpPr>
            <p:spPr>
              <a:xfrm>
                <a:off x="8002095" y="4432757"/>
                <a:ext cx="3607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0.5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0.2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0E7334-C32D-A9FF-476B-49ADA524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095" y="4432757"/>
                <a:ext cx="3607846" cy="276999"/>
              </a:xfrm>
              <a:prstGeom prst="rect">
                <a:avLst/>
              </a:prstGeom>
              <a:blipFill>
                <a:blip r:embed="rId21"/>
                <a:stretch>
                  <a:fillRect l="-1182" r="-10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B4D445-42ED-DE7E-4681-206C52ED28D2}"/>
                  </a:ext>
                </a:extLst>
              </p:cNvPr>
              <p:cNvSpPr txBox="1"/>
              <p:nvPr/>
            </p:nvSpPr>
            <p:spPr>
              <a:xfrm>
                <a:off x="7997894" y="4966973"/>
                <a:ext cx="1328377" cy="276999"/>
              </a:xfrm>
              <a:custGeom>
                <a:avLst/>
                <a:gdLst>
                  <a:gd name="csX0" fmla="*/ 0 w 1328377"/>
                  <a:gd name="csY0" fmla="*/ 0 h 276999"/>
                  <a:gd name="csX1" fmla="*/ 469360 w 1328377"/>
                  <a:gd name="csY1" fmla="*/ 0 h 276999"/>
                  <a:gd name="csX2" fmla="*/ 925436 w 1328377"/>
                  <a:gd name="csY2" fmla="*/ 0 h 276999"/>
                  <a:gd name="csX3" fmla="*/ 1328377 w 1328377"/>
                  <a:gd name="csY3" fmla="*/ 0 h 276999"/>
                  <a:gd name="csX4" fmla="*/ 1328377 w 1328377"/>
                  <a:gd name="csY4" fmla="*/ 276999 h 276999"/>
                  <a:gd name="csX5" fmla="*/ 912152 w 1328377"/>
                  <a:gd name="csY5" fmla="*/ 276999 h 276999"/>
                  <a:gd name="csX6" fmla="*/ 469360 w 1328377"/>
                  <a:gd name="csY6" fmla="*/ 276999 h 276999"/>
                  <a:gd name="csX7" fmla="*/ 0 w 1328377"/>
                  <a:gd name="csY7" fmla="*/ 276999 h 276999"/>
                  <a:gd name="csX8" fmla="*/ 0 w 1328377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8377" h="276999" fill="none" extrusionOk="0">
                    <a:moveTo>
                      <a:pt x="0" y="0"/>
                    </a:moveTo>
                    <a:cubicBezTo>
                      <a:pt x="105515" y="-12075"/>
                      <a:pt x="251383" y="10702"/>
                      <a:pt x="469360" y="0"/>
                    </a:cubicBezTo>
                    <a:cubicBezTo>
                      <a:pt x="687337" y="-10702"/>
                      <a:pt x="802892" y="3982"/>
                      <a:pt x="925436" y="0"/>
                    </a:cubicBezTo>
                    <a:cubicBezTo>
                      <a:pt x="1047980" y="-3982"/>
                      <a:pt x="1228677" y="37641"/>
                      <a:pt x="1328377" y="0"/>
                    </a:cubicBezTo>
                    <a:cubicBezTo>
                      <a:pt x="1354575" y="80700"/>
                      <a:pt x="1314243" y="202672"/>
                      <a:pt x="1328377" y="276999"/>
                    </a:cubicBezTo>
                    <a:cubicBezTo>
                      <a:pt x="1173127" y="279163"/>
                      <a:pt x="1059140" y="245405"/>
                      <a:pt x="912152" y="276999"/>
                    </a:cubicBezTo>
                    <a:cubicBezTo>
                      <a:pt x="765165" y="308593"/>
                      <a:pt x="577267" y="248181"/>
                      <a:pt x="469360" y="276999"/>
                    </a:cubicBezTo>
                    <a:cubicBezTo>
                      <a:pt x="361453" y="305817"/>
                      <a:pt x="196890" y="245135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328377" h="276999" stroke="0" extrusionOk="0">
                    <a:moveTo>
                      <a:pt x="0" y="0"/>
                    </a:moveTo>
                    <a:cubicBezTo>
                      <a:pt x="144170" y="-50563"/>
                      <a:pt x="287148" y="34946"/>
                      <a:pt x="429509" y="0"/>
                    </a:cubicBezTo>
                    <a:cubicBezTo>
                      <a:pt x="571870" y="-34946"/>
                      <a:pt x="746505" y="6204"/>
                      <a:pt x="832450" y="0"/>
                    </a:cubicBezTo>
                    <a:cubicBezTo>
                      <a:pt x="918395" y="-6204"/>
                      <a:pt x="1156433" y="22713"/>
                      <a:pt x="1328377" y="0"/>
                    </a:cubicBezTo>
                    <a:cubicBezTo>
                      <a:pt x="1341805" y="90708"/>
                      <a:pt x="1312650" y="144548"/>
                      <a:pt x="1328377" y="276999"/>
                    </a:cubicBezTo>
                    <a:cubicBezTo>
                      <a:pt x="1219832" y="323647"/>
                      <a:pt x="1107056" y="266582"/>
                      <a:pt x="912152" y="276999"/>
                    </a:cubicBezTo>
                    <a:cubicBezTo>
                      <a:pt x="717248" y="287416"/>
                      <a:pt x="568268" y="268221"/>
                      <a:pt x="442792" y="276999"/>
                    </a:cubicBezTo>
                    <a:cubicBezTo>
                      <a:pt x="317316" y="285777"/>
                      <a:pt x="137973" y="270990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∴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=8.2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B4D445-42ED-DE7E-4681-206C52ED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894" y="4966973"/>
                <a:ext cx="1328377" cy="276999"/>
              </a:xfrm>
              <a:prstGeom prst="rect">
                <a:avLst/>
              </a:prstGeom>
              <a:blipFill>
                <a:blip r:embed="rId22"/>
                <a:stretch>
                  <a:fillRect l="-1345" r="-2242"/>
                </a:stretch>
              </a:blipFill>
              <a:ln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328377"/>
                          <a:gd name="csY0" fmla="*/ 0 h 276999"/>
                          <a:gd name="csX1" fmla="*/ 469360 w 1328377"/>
                          <a:gd name="csY1" fmla="*/ 0 h 276999"/>
                          <a:gd name="csX2" fmla="*/ 925436 w 1328377"/>
                          <a:gd name="csY2" fmla="*/ 0 h 276999"/>
                          <a:gd name="csX3" fmla="*/ 1328377 w 1328377"/>
                          <a:gd name="csY3" fmla="*/ 0 h 276999"/>
                          <a:gd name="csX4" fmla="*/ 1328377 w 1328377"/>
                          <a:gd name="csY4" fmla="*/ 276999 h 276999"/>
                          <a:gd name="csX5" fmla="*/ 912152 w 1328377"/>
                          <a:gd name="csY5" fmla="*/ 276999 h 276999"/>
                          <a:gd name="csX6" fmla="*/ 469360 w 1328377"/>
                          <a:gd name="csY6" fmla="*/ 276999 h 276999"/>
                          <a:gd name="csX7" fmla="*/ 0 w 1328377"/>
                          <a:gd name="csY7" fmla="*/ 276999 h 276999"/>
                          <a:gd name="csX8" fmla="*/ 0 w 1328377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328377" h="276999" fill="none" extrusionOk="0">
                            <a:moveTo>
                              <a:pt x="0" y="0"/>
                            </a:moveTo>
                            <a:cubicBezTo>
                              <a:pt x="105515" y="-12075"/>
                              <a:pt x="251383" y="10702"/>
                              <a:pt x="469360" y="0"/>
                            </a:cubicBezTo>
                            <a:cubicBezTo>
                              <a:pt x="687337" y="-10702"/>
                              <a:pt x="802892" y="3982"/>
                              <a:pt x="925436" y="0"/>
                            </a:cubicBezTo>
                            <a:cubicBezTo>
                              <a:pt x="1047980" y="-3982"/>
                              <a:pt x="1228677" y="37641"/>
                              <a:pt x="1328377" y="0"/>
                            </a:cubicBezTo>
                            <a:cubicBezTo>
                              <a:pt x="1354575" y="80700"/>
                              <a:pt x="1314243" y="202672"/>
                              <a:pt x="1328377" y="276999"/>
                            </a:cubicBezTo>
                            <a:cubicBezTo>
                              <a:pt x="1173127" y="279163"/>
                              <a:pt x="1059140" y="245405"/>
                              <a:pt x="912152" y="276999"/>
                            </a:cubicBezTo>
                            <a:cubicBezTo>
                              <a:pt x="765165" y="308593"/>
                              <a:pt x="577267" y="248181"/>
                              <a:pt x="469360" y="276999"/>
                            </a:cubicBezTo>
                            <a:cubicBezTo>
                              <a:pt x="361453" y="305817"/>
                              <a:pt x="196890" y="245135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328377" h="276999" stroke="0" extrusionOk="0">
                            <a:moveTo>
                              <a:pt x="0" y="0"/>
                            </a:moveTo>
                            <a:cubicBezTo>
                              <a:pt x="144170" y="-50563"/>
                              <a:pt x="287148" y="34946"/>
                              <a:pt x="429509" y="0"/>
                            </a:cubicBezTo>
                            <a:cubicBezTo>
                              <a:pt x="571870" y="-34946"/>
                              <a:pt x="746505" y="6204"/>
                              <a:pt x="832450" y="0"/>
                            </a:cubicBezTo>
                            <a:cubicBezTo>
                              <a:pt x="918395" y="-6204"/>
                              <a:pt x="1156433" y="22713"/>
                              <a:pt x="1328377" y="0"/>
                            </a:cubicBezTo>
                            <a:cubicBezTo>
                              <a:pt x="1341805" y="90708"/>
                              <a:pt x="1312650" y="144548"/>
                              <a:pt x="1328377" y="276999"/>
                            </a:cubicBezTo>
                            <a:cubicBezTo>
                              <a:pt x="1219832" y="323647"/>
                              <a:pt x="1107056" y="266582"/>
                              <a:pt x="912152" y="276999"/>
                            </a:cubicBezTo>
                            <a:cubicBezTo>
                              <a:pt x="717248" y="287416"/>
                              <a:pt x="568268" y="268221"/>
                              <a:pt x="442792" y="276999"/>
                            </a:cubicBezTo>
                            <a:cubicBezTo>
                              <a:pt x="317316" y="285777"/>
                              <a:pt x="137973" y="270990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B07E5E0-96C3-1B20-E48D-DE602C382125}"/>
              </a:ext>
            </a:extLst>
          </p:cNvPr>
          <p:cNvSpPr txBox="1"/>
          <p:nvPr/>
        </p:nvSpPr>
        <p:spPr>
          <a:xfrm>
            <a:off x="7714264" y="5494293"/>
            <a:ext cx="42307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…and so on for the remaining three actions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786016-3065-F326-997D-08086005B101}"/>
              </a:ext>
            </a:extLst>
          </p:cNvPr>
          <p:cNvSpPr txBox="1"/>
          <p:nvPr/>
        </p:nvSpPr>
        <p:spPr>
          <a:xfrm>
            <a:off x="4291267" y="6127960"/>
            <a:ext cx="98877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Lottery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C7C610-1335-76A9-38B9-4068D366B045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pic>
        <p:nvPicPr>
          <p:cNvPr id="1026" name="Picture 2" descr="Measuring Beliefs about Risk | St. Louis Fed">
            <a:extLst>
              <a:ext uri="{FF2B5EF4-FFF2-40B4-BE49-F238E27FC236}">
                <a16:creationId xmlns:a16="http://schemas.microsoft.com/office/drawing/2014/main" id="{D5A883C9-68EF-B3AD-9317-8AFE25C5B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1" r="9842"/>
          <a:stretch/>
        </p:blipFill>
        <p:spPr bwMode="auto">
          <a:xfrm>
            <a:off x="10661470" y="1692603"/>
            <a:ext cx="1268074" cy="136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2E9127-E322-EA83-932A-8BB8D6C51280}"/>
              </a:ext>
            </a:extLst>
          </p:cNvPr>
          <p:cNvSpPr txBox="1"/>
          <p:nvPr/>
        </p:nvSpPr>
        <p:spPr>
          <a:xfrm>
            <a:off x="70946" y="5980053"/>
            <a:ext cx="4092131" cy="830997"/>
          </a:xfrm>
          <a:custGeom>
            <a:avLst/>
            <a:gdLst>
              <a:gd name="csX0" fmla="*/ 0 w 4092131"/>
              <a:gd name="csY0" fmla="*/ 0 h 830997"/>
              <a:gd name="csX1" fmla="*/ 543669 w 4092131"/>
              <a:gd name="csY1" fmla="*/ 0 h 830997"/>
              <a:gd name="csX2" fmla="*/ 1005495 w 4092131"/>
              <a:gd name="csY2" fmla="*/ 0 h 830997"/>
              <a:gd name="csX3" fmla="*/ 1671928 w 4092131"/>
              <a:gd name="csY3" fmla="*/ 0 h 830997"/>
              <a:gd name="csX4" fmla="*/ 2215597 w 4092131"/>
              <a:gd name="csY4" fmla="*/ 0 h 830997"/>
              <a:gd name="csX5" fmla="*/ 2759265 w 4092131"/>
              <a:gd name="csY5" fmla="*/ 0 h 830997"/>
              <a:gd name="csX6" fmla="*/ 3425698 w 4092131"/>
              <a:gd name="csY6" fmla="*/ 0 h 830997"/>
              <a:gd name="csX7" fmla="*/ 4092131 w 4092131"/>
              <a:gd name="csY7" fmla="*/ 0 h 830997"/>
              <a:gd name="csX8" fmla="*/ 4092131 w 4092131"/>
              <a:gd name="csY8" fmla="*/ 432118 h 830997"/>
              <a:gd name="csX9" fmla="*/ 4092131 w 4092131"/>
              <a:gd name="csY9" fmla="*/ 830997 h 830997"/>
              <a:gd name="csX10" fmla="*/ 3589383 w 4092131"/>
              <a:gd name="csY10" fmla="*/ 830997 h 830997"/>
              <a:gd name="csX11" fmla="*/ 3004793 w 4092131"/>
              <a:gd name="csY11" fmla="*/ 830997 h 830997"/>
              <a:gd name="csX12" fmla="*/ 2461125 w 4092131"/>
              <a:gd name="csY12" fmla="*/ 830997 h 830997"/>
              <a:gd name="csX13" fmla="*/ 1794692 w 4092131"/>
              <a:gd name="csY13" fmla="*/ 830997 h 830997"/>
              <a:gd name="csX14" fmla="*/ 1128259 w 4092131"/>
              <a:gd name="csY14" fmla="*/ 830997 h 830997"/>
              <a:gd name="csX15" fmla="*/ 625511 w 4092131"/>
              <a:gd name="csY15" fmla="*/ 830997 h 830997"/>
              <a:gd name="csX16" fmla="*/ 0 w 4092131"/>
              <a:gd name="csY16" fmla="*/ 830997 h 830997"/>
              <a:gd name="csX17" fmla="*/ 0 w 4092131"/>
              <a:gd name="csY17" fmla="*/ 398879 h 830997"/>
              <a:gd name="csX18" fmla="*/ 0 w 4092131"/>
              <a:gd name="csY18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092131" h="830997" extrusionOk="0">
                <a:moveTo>
                  <a:pt x="0" y="0"/>
                </a:moveTo>
                <a:cubicBezTo>
                  <a:pt x="129374" y="-62720"/>
                  <a:pt x="322779" y="46581"/>
                  <a:pt x="543669" y="0"/>
                </a:cubicBezTo>
                <a:cubicBezTo>
                  <a:pt x="764559" y="-46581"/>
                  <a:pt x="883747" y="52654"/>
                  <a:pt x="1005495" y="0"/>
                </a:cubicBezTo>
                <a:cubicBezTo>
                  <a:pt x="1127243" y="-52654"/>
                  <a:pt x="1383141" y="70747"/>
                  <a:pt x="1671928" y="0"/>
                </a:cubicBezTo>
                <a:cubicBezTo>
                  <a:pt x="1960715" y="-70747"/>
                  <a:pt x="2005600" y="55647"/>
                  <a:pt x="2215597" y="0"/>
                </a:cubicBezTo>
                <a:cubicBezTo>
                  <a:pt x="2425594" y="-55647"/>
                  <a:pt x="2523984" y="31213"/>
                  <a:pt x="2759265" y="0"/>
                </a:cubicBezTo>
                <a:cubicBezTo>
                  <a:pt x="2994546" y="-31213"/>
                  <a:pt x="3276796" y="21651"/>
                  <a:pt x="3425698" y="0"/>
                </a:cubicBezTo>
                <a:cubicBezTo>
                  <a:pt x="3574600" y="-21651"/>
                  <a:pt x="3950482" y="19894"/>
                  <a:pt x="4092131" y="0"/>
                </a:cubicBezTo>
                <a:cubicBezTo>
                  <a:pt x="4097041" y="91743"/>
                  <a:pt x="4086625" y="224361"/>
                  <a:pt x="4092131" y="432118"/>
                </a:cubicBezTo>
                <a:cubicBezTo>
                  <a:pt x="4097637" y="639875"/>
                  <a:pt x="4091153" y="668997"/>
                  <a:pt x="4092131" y="830997"/>
                </a:cubicBezTo>
                <a:cubicBezTo>
                  <a:pt x="3948403" y="882066"/>
                  <a:pt x="3799484" y="827557"/>
                  <a:pt x="3589383" y="830997"/>
                </a:cubicBezTo>
                <a:cubicBezTo>
                  <a:pt x="3379282" y="834437"/>
                  <a:pt x="3281026" y="798359"/>
                  <a:pt x="3004793" y="830997"/>
                </a:cubicBezTo>
                <a:cubicBezTo>
                  <a:pt x="2728560" y="863635"/>
                  <a:pt x="2651858" y="771147"/>
                  <a:pt x="2461125" y="830997"/>
                </a:cubicBezTo>
                <a:cubicBezTo>
                  <a:pt x="2270392" y="890847"/>
                  <a:pt x="2025034" y="756044"/>
                  <a:pt x="1794692" y="830997"/>
                </a:cubicBezTo>
                <a:cubicBezTo>
                  <a:pt x="1564350" y="905950"/>
                  <a:pt x="1296780" y="763614"/>
                  <a:pt x="1128259" y="830997"/>
                </a:cubicBezTo>
                <a:cubicBezTo>
                  <a:pt x="959738" y="898380"/>
                  <a:pt x="845579" y="812746"/>
                  <a:pt x="625511" y="830997"/>
                </a:cubicBezTo>
                <a:cubicBezTo>
                  <a:pt x="405443" y="849248"/>
                  <a:pt x="171440" y="783150"/>
                  <a:pt x="0" y="830997"/>
                </a:cubicBezTo>
                <a:cubicBezTo>
                  <a:pt x="-32050" y="724287"/>
                  <a:pt x="46237" y="606371"/>
                  <a:pt x="0" y="398879"/>
                </a:cubicBezTo>
                <a:cubicBezTo>
                  <a:pt x="-46237" y="191387"/>
                  <a:pt x="42725" y="185550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 Probability of each outcome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srgbClr val="E97132">
                    <a:lumMod val="50000"/>
                  </a:srgbClr>
                </a:solidFill>
                <a:latin typeface="Segoe Script" panose="030B0504020000000003" pitchFamily="66" charset="0"/>
              </a:rPr>
              <a:t>+ Cardinal payoff of each outcome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50000"/>
                </a:srgbClr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= Expected payoff of 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F91B2-572A-33B4-1DF7-4F4BE8F08CCD}"/>
              </a:ext>
            </a:extLst>
          </p:cNvPr>
          <p:cNvSpPr txBox="1"/>
          <p:nvPr/>
        </p:nvSpPr>
        <p:spPr>
          <a:xfrm>
            <a:off x="5346056" y="6090878"/>
            <a:ext cx="4092130" cy="584775"/>
          </a:xfrm>
          <a:custGeom>
            <a:avLst/>
            <a:gdLst>
              <a:gd name="csX0" fmla="*/ 0 w 4092130"/>
              <a:gd name="csY0" fmla="*/ 0 h 584775"/>
              <a:gd name="csX1" fmla="*/ 543669 w 4092130"/>
              <a:gd name="csY1" fmla="*/ 0 h 584775"/>
              <a:gd name="csX2" fmla="*/ 1005495 w 4092130"/>
              <a:gd name="csY2" fmla="*/ 0 h 584775"/>
              <a:gd name="csX3" fmla="*/ 1671927 w 4092130"/>
              <a:gd name="csY3" fmla="*/ 0 h 584775"/>
              <a:gd name="csX4" fmla="*/ 2215596 w 4092130"/>
              <a:gd name="csY4" fmla="*/ 0 h 584775"/>
              <a:gd name="csX5" fmla="*/ 2759265 w 4092130"/>
              <a:gd name="csY5" fmla="*/ 0 h 584775"/>
              <a:gd name="csX6" fmla="*/ 3425697 w 4092130"/>
              <a:gd name="csY6" fmla="*/ 0 h 584775"/>
              <a:gd name="csX7" fmla="*/ 4092130 w 4092130"/>
              <a:gd name="csY7" fmla="*/ 0 h 584775"/>
              <a:gd name="csX8" fmla="*/ 4092130 w 4092130"/>
              <a:gd name="csY8" fmla="*/ 584775 h 584775"/>
              <a:gd name="csX9" fmla="*/ 3589383 w 4092130"/>
              <a:gd name="csY9" fmla="*/ 584775 h 584775"/>
              <a:gd name="csX10" fmla="*/ 3004793 w 4092130"/>
              <a:gd name="csY10" fmla="*/ 584775 h 584775"/>
              <a:gd name="csX11" fmla="*/ 2420203 w 4092130"/>
              <a:gd name="csY11" fmla="*/ 584775 h 584775"/>
              <a:gd name="csX12" fmla="*/ 1876534 w 4092130"/>
              <a:gd name="csY12" fmla="*/ 584775 h 584775"/>
              <a:gd name="csX13" fmla="*/ 1210101 w 4092130"/>
              <a:gd name="csY13" fmla="*/ 584775 h 584775"/>
              <a:gd name="csX14" fmla="*/ 543669 w 4092130"/>
              <a:gd name="csY14" fmla="*/ 584775 h 584775"/>
              <a:gd name="csX15" fmla="*/ 0 w 4092130"/>
              <a:gd name="csY15" fmla="*/ 584775 h 584775"/>
              <a:gd name="csX16" fmla="*/ 0 w 4092130"/>
              <a:gd name="csY1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092130" h="584775" extrusionOk="0">
                <a:moveTo>
                  <a:pt x="0" y="0"/>
                </a:moveTo>
                <a:cubicBezTo>
                  <a:pt x="129374" y="-62720"/>
                  <a:pt x="322779" y="46581"/>
                  <a:pt x="543669" y="0"/>
                </a:cubicBezTo>
                <a:cubicBezTo>
                  <a:pt x="764559" y="-46581"/>
                  <a:pt x="883747" y="52654"/>
                  <a:pt x="1005495" y="0"/>
                </a:cubicBezTo>
                <a:cubicBezTo>
                  <a:pt x="1127243" y="-52654"/>
                  <a:pt x="1385437" y="75841"/>
                  <a:pt x="1671927" y="0"/>
                </a:cubicBezTo>
                <a:cubicBezTo>
                  <a:pt x="1958417" y="-75841"/>
                  <a:pt x="2005599" y="55647"/>
                  <a:pt x="2215596" y="0"/>
                </a:cubicBezTo>
                <a:cubicBezTo>
                  <a:pt x="2425593" y="-55647"/>
                  <a:pt x="2522105" y="26339"/>
                  <a:pt x="2759265" y="0"/>
                </a:cubicBezTo>
                <a:cubicBezTo>
                  <a:pt x="2996425" y="-26339"/>
                  <a:pt x="3281764" y="26044"/>
                  <a:pt x="3425697" y="0"/>
                </a:cubicBezTo>
                <a:cubicBezTo>
                  <a:pt x="3569630" y="-26044"/>
                  <a:pt x="3950481" y="19894"/>
                  <a:pt x="4092130" y="0"/>
                </a:cubicBezTo>
                <a:cubicBezTo>
                  <a:pt x="4145935" y="188898"/>
                  <a:pt x="4079816" y="349755"/>
                  <a:pt x="4092130" y="584775"/>
                </a:cubicBezTo>
                <a:cubicBezTo>
                  <a:pt x="3970590" y="613017"/>
                  <a:pt x="3703717" y="563300"/>
                  <a:pt x="3589383" y="584775"/>
                </a:cubicBezTo>
                <a:cubicBezTo>
                  <a:pt x="3475049" y="606250"/>
                  <a:pt x="3246939" y="567983"/>
                  <a:pt x="3004793" y="584775"/>
                </a:cubicBezTo>
                <a:cubicBezTo>
                  <a:pt x="2762647" y="601567"/>
                  <a:pt x="2696436" y="552137"/>
                  <a:pt x="2420203" y="584775"/>
                </a:cubicBezTo>
                <a:cubicBezTo>
                  <a:pt x="2143970" y="617413"/>
                  <a:pt x="2070340" y="529942"/>
                  <a:pt x="1876534" y="584775"/>
                </a:cubicBezTo>
                <a:cubicBezTo>
                  <a:pt x="1682728" y="639608"/>
                  <a:pt x="1440443" y="509822"/>
                  <a:pt x="1210101" y="584775"/>
                </a:cubicBezTo>
                <a:cubicBezTo>
                  <a:pt x="979759" y="659728"/>
                  <a:pt x="706075" y="516522"/>
                  <a:pt x="543669" y="584775"/>
                </a:cubicBezTo>
                <a:cubicBezTo>
                  <a:pt x="381263" y="653028"/>
                  <a:pt x="192821" y="553640"/>
                  <a:pt x="0" y="584775"/>
                </a:cubicBezTo>
                <a:cubicBezTo>
                  <a:pt x="-37908" y="447747"/>
                  <a:pt x="53521" y="2334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outcomes 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97132">
                    <a:lumMod val="50000"/>
                  </a:srgbClr>
                </a:solidFill>
                <a:latin typeface="Segoe Script" panose="030B0504020000000003" pitchFamily="66" charset="0"/>
              </a:rPr>
              <a:t>Discrete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 distribution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5B1EC-DF97-EBEC-E38D-F2855CF687F5}"/>
              </a:ext>
            </a:extLst>
          </p:cNvPr>
          <p:cNvSpPr txBox="1"/>
          <p:nvPr/>
        </p:nvSpPr>
        <p:spPr>
          <a:xfrm>
            <a:off x="2051350" y="2954368"/>
            <a:ext cx="314005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Same outcome-payoffs</a:t>
            </a:r>
            <a:endParaRPr lang="en-US" sz="1600" dirty="0">
              <a:solidFill>
                <a:srgbClr val="E97132">
                  <a:lumMod val="50000"/>
                </a:srgbClr>
              </a:solidFill>
              <a:latin typeface="Segoe Script" panose="030B0504020000000003" pitchFamily="66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Different lottery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769529-EDF9-0828-BD08-EAAE58A015C9}"/>
              </a:ext>
            </a:extLst>
          </p:cNvPr>
          <p:cNvSpPr/>
          <p:nvPr/>
        </p:nvSpPr>
        <p:spPr>
          <a:xfrm>
            <a:off x="2921347" y="2593669"/>
            <a:ext cx="395926" cy="386499"/>
          </a:xfrm>
          <a:custGeom>
            <a:avLst/>
            <a:gdLst>
              <a:gd name="csX0" fmla="*/ 395926 w 395926"/>
              <a:gd name="csY0" fmla="*/ 386499 h 386499"/>
              <a:gd name="csX1" fmla="*/ 282804 w 395926"/>
              <a:gd name="csY1" fmla="*/ 226243 h 386499"/>
              <a:gd name="csX2" fmla="*/ 216817 w 395926"/>
              <a:gd name="csY2" fmla="*/ 169682 h 386499"/>
              <a:gd name="csX3" fmla="*/ 179110 w 395926"/>
              <a:gd name="csY3" fmla="*/ 131975 h 386499"/>
              <a:gd name="csX4" fmla="*/ 94268 w 395926"/>
              <a:gd name="csY4" fmla="*/ 75414 h 386499"/>
              <a:gd name="csX5" fmla="*/ 47134 w 395926"/>
              <a:gd name="csY5" fmla="*/ 37707 h 386499"/>
              <a:gd name="csX6" fmla="*/ 0 w 395926"/>
              <a:gd name="csY6" fmla="*/ 0 h 38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5926" h="386499">
                <a:moveTo>
                  <a:pt x="395926" y="386499"/>
                </a:moveTo>
                <a:cubicBezTo>
                  <a:pt x="337334" y="294425"/>
                  <a:pt x="343845" y="294913"/>
                  <a:pt x="282804" y="226243"/>
                </a:cubicBezTo>
                <a:cubicBezTo>
                  <a:pt x="242587" y="180999"/>
                  <a:pt x="266164" y="212861"/>
                  <a:pt x="216817" y="169682"/>
                </a:cubicBezTo>
                <a:cubicBezTo>
                  <a:pt x="203440" y="157977"/>
                  <a:pt x="193199" y="142813"/>
                  <a:pt x="179110" y="131975"/>
                </a:cubicBezTo>
                <a:cubicBezTo>
                  <a:pt x="152169" y="111252"/>
                  <a:pt x="94268" y="75414"/>
                  <a:pt x="94268" y="75414"/>
                </a:cubicBezTo>
                <a:cubicBezTo>
                  <a:pt x="40239" y="-5631"/>
                  <a:pt x="112181" y="89744"/>
                  <a:pt x="47134" y="37707"/>
                </a:cubicBezTo>
                <a:cubicBezTo>
                  <a:pt x="-13780" y="-11024"/>
                  <a:pt x="71086" y="23695"/>
                  <a:pt x="0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0760DA2-86DE-D30B-BBD7-669850F24FD1}"/>
              </a:ext>
            </a:extLst>
          </p:cNvPr>
          <p:cNvSpPr/>
          <p:nvPr/>
        </p:nvSpPr>
        <p:spPr>
          <a:xfrm rot="5400000">
            <a:off x="2774512" y="1985680"/>
            <a:ext cx="315668" cy="8856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4" grpId="0" animBg="1"/>
      <p:bldP spid="25" grpId="0" animBg="1"/>
      <p:bldP spid="3" grpId="0"/>
      <p:bldP spid="4" grpId="0"/>
      <p:bldP spid="11" grpId="0"/>
      <p:bldP spid="12" grpId="0"/>
      <p:bldP spid="13" grpId="0"/>
      <p:bldP spid="14" grpId="0"/>
      <p:bldP spid="35" grpId="0" animBg="1"/>
      <p:bldP spid="36" grpId="0"/>
      <p:bldP spid="37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9" grpId="0"/>
      <p:bldP spid="62" grpId="0"/>
      <p:bldP spid="63" grpId="0" animBg="1"/>
      <p:bldP spid="64" grpId="0"/>
      <p:bldP spid="65" grpId="0" animBg="1"/>
      <p:bldP spid="21" grpId="0"/>
      <p:bldP spid="23" grpId="0"/>
      <p:bldP spid="27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1E707-BFF6-56F8-A951-A87F67AB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FB9E37-D5F9-C11D-E9F7-9E646D30B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D78FFC-5085-9C05-E8B8-268F7851A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34816-5DE5-CE57-1CE2-78967381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Action-Outcome Correspondence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DCB01-D68F-BC18-472B-1FB56D473298}"/>
              </a:ext>
            </a:extLst>
          </p:cNvPr>
          <p:cNvSpPr txBox="1"/>
          <p:nvPr/>
        </p:nvSpPr>
        <p:spPr>
          <a:xfrm>
            <a:off x="5235101" y="1988956"/>
            <a:ext cx="1718749" cy="338554"/>
          </a:xfrm>
          <a:custGeom>
            <a:avLst/>
            <a:gdLst>
              <a:gd name="csX0" fmla="*/ 0 w 1718749"/>
              <a:gd name="csY0" fmla="*/ 0 h 338554"/>
              <a:gd name="csX1" fmla="*/ 607291 w 1718749"/>
              <a:gd name="csY1" fmla="*/ 0 h 338554"/>
              <a:gd name="csX2" fmla="*/ 1197395 w 1718749"/>
              <a:gd name="csY2" fmla="*/ 0 h 338554"/>
              <a:gd name="csX3" fmla="*/ 1718749 w 1718749"/>
              <a:gd name="csY3" fmla="*/ 0 h 338554"/>
              <a:gd name="csX4" fmla="*/ 1718749 w 1718749"/>
              <a:gd name="csY4" fmla="*/ 338554 h 338554"/>
              <a:gd name="csX5" fmla="*/ 1180208 w 1718749"/>
              <a:gd name="csY5" fmla="*/ 338554 h 338554"/>
              <a:gd name="csX6" fmla="*/ 607291 w 1718749"/>
              <a:gd name="csY6" fmla="*/ 338554 h 338554"/>
              <a:gd name="csX7" fmla="*/ 0 w 1718749"/>
              <a:gd name="csY7" fmla="*/ 338554 h 338554"/>
              <a:gd name="csX8" fmla="*/ 0 w 1718749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18749" h="338554" fill="none" extrusionOk="0">
                <a:moveTo>
                  <a:pt x="0" y="0"/>
                </a:moveTo>
                <a:cubicBezTo>
                  <a:pt x="180796" y="-36638"/>
                  <a:pt x="319115" y="37460"/>
                  <a:pt x="607291" y="0"/>
                </a:cubicBezTo>
                <a:cubicBezTo>
                  <a:pt x="895467" y="-37460"/>
                  <a:pt x="1035798" y="41044"/>
                  <a:pt x="1197395" y="0"/>
                </a:cubicBezTo>
                <a:cubicBezTo>
                  <a:pt x="1358992" y="-41044"/>
                  <a:pt x="1571151" y="26268"/>
                  <a:pt x="1718749" y="0"/>
                </a:cubicBezTo>
                <a:cubicBezTo>
                  <a:pt x="1742503" y="115344"/>
                  <a:pt x="1715124" y="246378"/>
                  <a:pt x="1718749" y="338554"/>
                </a:cubicBezTo>
                <a:cubicBezTo>
                  <a:pt x="1541561" y="349363"/>
                  <a:pt x="1382248" y="285058"/>
                  <a:pt x="1180208" y="338554"/>
                </a:cubicBezTo>
                <a:cubicBezTo>
                  <a:pt x="978168" y="392050"/>
                  <a:pt x="735014" y="328509"/>
                  <a:pt x="607291" y="338554"/>
                </a:cubicBezTo>
                <a:cubicBezTo>
                  <a:pt x="479568" y="348599"/>
                  <a:pt x="303465" y="293932"/>
                  <a:pt x="0" y="338554"/>
                </a:cubicBezTo>
                <a:cubicBezTo>
                  <a:pt x="-10732" y="255260"/>
                  <a:pt x="38809" y="159055"/>
                  <a:pt x="0" y="0"/>
                </a:cubicBezTo>
                <a:close/>
              </a:path>
              <a:path w="1718749" h="338554" stroke="0" extrusionOk="0">
                <a:moveTo>
                  <a:pt x="0" y="0"/>
                </a:moveTo>
                <a:cubicBezTo>
                  <a:pt x="129556" y="-59057"/>
                  <a:pt x="442468" y="41182"/>
                  <a:pt x="555729" y="0"/>
                </a:cubicBezTo>
                <a:cubicBezTo>
                  <a:pt x="668990" y="-41182"/>
                  <a:pt x="963008" y="37853"/>
                  <a:pt x="1077083" y="0"/>
                </a:cubicBezTo>
                <a:cubicBezTo>
                  <a:pt x="1191158" y="-37853"/>
                  <a:pt x="1539455" y="33948"/>
                  <a:pt x="1718749" y="0"/>
                </a:cubicBezTo>
                <a:cubicBezTo>
                  <a:pt x="1754327" y="98340"/>
                  <a:pt x="1690936" y="172793"/>
                  <a:pt x="1718749" y="338554"/>
                </a:cubicBezTo>
                <a:cubicBezTo>
                  <a:pt x="1520691" y="362367"/>
                  <a:pt x="1421283" y="289765"/>
                  <a:pt x="1180208" y="338554"/>
                </a:cubicBezTo>
                <a:cubicBezTo>
                  <a:pt x="939133" y="387343"/>
                  <a:pt x="863104" y="286996"/>
                  <a:pt x="572916" y="338554"/>
                </a:cubicBezTo>
                <a:cubicBezTo>
                  <a:pt x="282728" y="390112"/>
                  <a:pt x="133400" y="287132"/>
                  <a:pt x="0" y="338554"/>
                </a:cubicBezTo>
                <a:cubicBezTo>
                  <a:pt x="-3130" y="256353"/>
                  <a:pt x="8384" y="77906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652E3-54A3-1484-DB87-D96B648C1ADA}"/>
              </a:ext>
            </a:extLst>
          </p:cNvPr>
          <p:cNvSpPr txBox="1"/>
          <p:nvPr/>
        </p:nvSpPr>
        <p:spPr>
          <a:xfrm>
            <a:off x="2720369" y="2853953"/>
            <a:ext cx="1718749" cy="338554"/>
          </a:xfrm>
          <a:custGeom>
            <a:avLst/>
            <a:gdLst>
              <a:gd name="csX0" fmla="*/ 0 w 1718749"/>
              <a:gd name="csY0" fmla="*/ 0 h 338554"/>
              <a:gd name="csX1" fmla="*/ 607291 w 1718749"/>
              <a:gd name="csY1" fmla="*/ 0 h 338554"/>
              <a:gd name="csX2" fmla="*/ 1197395 w 1718749"/>
              <a:gd name="csY2" fmla="*/ 0 h 338554"/>
              <a:gd name="csX3" fmla="*/ 1718749 w 1718749"/>
              <a:gd name="csY3" fmla="*/ 0 h 338554"/>
              <a:gd name="csX4" fmla="*/ 1718749 w 1718749"/>
              <a:gd name="csY4" fmla="*/ 338554 h 338554"/>
              <a:gd name="csX5" fmla="*/ 1180208 w 1718749"/>
              <a:gd name="csY5" fmla="*/ 338554 h 338554"/>
              <a:gd name="csX6" fmla="*/ 607291 w 1718749"/>
              <a:gd name="csY6" fmla="*/ 338554 h 338554"/>
              <a:gd name="csX7" fmla="*/ 0 w 1718749"/>
              <a:gd name="csY7" fmla="*/ 338554 h 338554"/>
              <a:gd name="csX8" fmla="*/ 0 w 1718749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18749" h="338554" fill="none" extrusionOk="0">
                <a:moveTo>
                  <a:pt x="0" y="0"/>
                </a:moveTo>
                <a:cubicBezTo>
                  <a:pt x="180796" y="-36638"/>
                  <a:pt x="319115" y="37460"/>
                  <a:pt x="607291" y="0"/>
                </a:cubicBezTo>
                <a:cubicBezTo>
                  <a:pt x="895467" y="-37460"/>
                  <a:pt x="1035798" y="41044"/>
                  <a:pt x="1197395" y="0"/>
                </a:cubicBezTo>
                <a:cubicBezTo>
                  <a:pt x="1358992" y="-41044"/>
                  <a:pt x="1571151" y="26268"/>
                  <a:pt x="1718749" y="0"/>
                </a:cubicBezTo>
                <a:cubicBezTo>
                  <a:pt x="1742503" y="115344"/>
                  <a:pt x="1715124" y="246378"/>
                  <a:pt x="1718749" y="338554"/>
                </a:cubicBezTo>
                <a:cubicBezTo>
                  <a:pt x="1541561" y="349363"/>
                  <a:pt x="1382248" y="285058"/>
                  <a:pt x="1180208" y="338554"/>
                </a:cubicBezTo>
                <a:cubicBezTo>
                  <a:pt x="978168" y="392050"/>
                  <a:pt x="735014" y="328509"/>
                  <a:pt x="607291" y="338554"/>
                </a:cubicBezTo>
                <a:cubicBezTo>
                  <a:pt x="479568" y="348599"/>
                  <a:pt x="303465" y="293932"/>
                  <a:pt x="0" y="338554"/>
                </a:cubicBezTo>
                <a:cubicBezTo>
                  <a:pt x="-10732" y="255260"/>
                  <a:pt x="38809" y="159055"/>
                  <a:pt x="0" y="0"/>
                </a:cubicBezTo>
                <a:close/>
              </a:path>
              <a:path w="1718749" h="338554" stroke="0" extrusionOk="0">
                <a:moveTo>
                  <a:pt x="0" y="0"/>
                </a:moveTo>
                <a:cubicBezTo>
                  <a:pt x="129556" y="-59057"/>
                  <a:pt x="442468" y="41182"/>
                  <a:pt x="555729" y="0"/>
                </a:cubicBezTo>
                <a:cubicBezTo>
                  <a:pt x="668990" y="-41182"/>
                  <a:pt x="963008" y="37853"/>
                  <a:pt x="1077083" y="0"/>
                </a:cubicBezTo>
                <a:cubicBezTo>
                  <a:pt x="1191158" y="-37853"/>
                  <a:pt x="1539455" y="33948"/>
                  <a:pt x="1718749" y="0"/>
                </a:cubicBezTo>
                <a:cubicBezTo>
                  <a:pt x="1754327" y="98340"/>
                  <a:pt x="1690936" y="172793"/>
                  <a:pt x="1718749" y="338554"/>
                </a:cubicBezTo>
                <a:cubicBezTo>
                  <a:pt x="1520691" y="362367"/>
                  <a:pt x="1421283" y="289765"/>
                  <a:pt x="1180208" y="338554"/>
                </a:cubicBezTo>
                <a:cubicBezTo>
                  <a:pt x="939133" y="387343"/>
                  <a:pt x="863104" y="286996"/>
                  <a:pt x="572916" y="338554"/>
                </a:cubicBezTo>
                <a:cubicBezTo>
                  <a:pt x="282728" y="390112"/>
                  <a:pt x="133400" y="287132"/>
                  <a:pt x="0" y="338554"/>
                </a:cubicBezTo>
                <a:cubicBezTo>
                  <a:pt x="-3130" y="256353"/>
                  <a:pt x="8384" y="77906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21F40-E653-334E-AA81-B57662061AD9}"/>
              </a:ext>
            </a:extLst>
          </p:cNvPr>
          <p:cNvSpPr txBox="1"/>
          <p:nvPr/>
        </p:nvSpPr>
        <p:spPr>
          <a:xfrm>
            <a:off x="7430210" y="2853953"/>
            <a:ext cx="2041421" cy="338554"/>
          </a:xfrm>
          <a:custGeom>
            <a:avLst/>
            <a:gdLst>
              <a:gd name="csX0" fmla="*/ 0 w 2041421"/>
              <a:gd name="csY0" fmla="*/ 0 h 338554"/>
              <a:gd name="csX1" fmla="*/ 489941 w 2041421"/>
              <a:gd name="csY1" fmla="*/ 0 h 338554"/>
              <a:gd name="csX2" fmla="*/ 1000296 w 2041421"/>
              <a:gd name="csY2" fmla="*/ 0 h 338554"/>
              <a:gd name="csX3" fmla="*/ 1510652 w 2041421"/>
              <a:gd name="csY3" fmla="*/ 0 h 338554"/>
              <a:gd name="csX4" fmla="*/ 2041421 w 2041421"/>
              <a:gd name="csY4" fmla="*/ 0 h 338554"/>
              <a:gd name="csX5" fmla="*/ 2041421 w 2041421"/>
              <a:gd name="csY5" fmla="*/ 338554 h 338554"/>
              <a:gd name="csX6" fmla="*/ 1531066 w 2041421"/>
              <a:gd name="csY6" fmla="*/ 338554 h 338554"/>
              <a:gd name="csX7" fmla="*/ 1061539 w 2041421"/>
              <a:gd name="csY7" fmla="*/ 338554 h 338554"/>
              <a:gd name="csX8" fmla="*/ 592012 w 2041421"/>
              <a:gd name="csY8" fmla="*/ 338554 h 338554"/>
              <a:gd name="csX9" fmla="*/ 0 w 2041421"/>
              <a:gd name="csY9" fmla="*/ 338554 h 338554"/>
              <a:gd name="csX10" fmla="*/ 0 w 2041421"/>
              <a:gd name="csY10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41421" h="338554" fill="none" extrusionOk="0">
                <a:moveTo>
                  <a:pt x="0" y="0"/>
                </a:moveTo>
                <a:cubicBezTo>
                  <a:pt x="146791" y="-21905"/>
                  <a:pt x="345840" y="21439"/>
                  <a:pt x="489941" y="0"/>
                </a:cubicBezTo>
                <a:cubicBezTo>
                  <a:pt x="634042" y="-21439"/>
                  <a:pt x="763398" y="7920"/>
                  <a:pt x="1000296" y="0"/>
                </a:cubicBezTo>
                <a:cubicBezTo>
                  <a:pt x="1237195" y="-7920"/>
                  <a:pt x="1373464" y="19288"/>
                  <a:pt x="1510652" y="0"/>
                </a:cubicBezTo>
                <a:cubicBezTo>
                  <a:pt x="1647840" y="-19288"/>
                  <a:pt x="1928040" y="25916"/>
                  <a:pt x="2041421" y="0"/>
                </a:cubicBezTo>
                <a:cubicBezTo>
                  <a:pt x="2049056" y="121961"/>
                  <a:pt x="2025061" y="264573"/>
                  <a:pt x="2041421" y="338554"/>
                </a:cubicBezTo>
                <a:cubicBezTo>
                  <a:pt x="1891473" y="394814"/>
                  <a:pt x="1741230" y="334542"/>
                  <a:pt x="1531066" y="338554"/>
                </a:cubicBezTo>
                <a:cubicBezTo>
                  <a:pt x="1320903" y="342566"/>
                  <a:pt x="1171830" y="295146"/>
                  <a:pt x="1061539" y="338554"/>
                </a:cubicBezTo>
                <a:cubicBezTo>
                  <a:pt x="951248" y="381962"/>
                  <a:pt x="695832" y="290017"/>
                  <a:pt x="592012" y="338554"/>
                </a:cubicBezTo>
                <a:cubicBezTo>
                  <a:pt x="488192" y="387091"/>
                  <a:pt x="276511" y="333097"/>
                  <a:pt x="0" y="338554"/>
                </a:cubicBezTo>
                <a:cubicBezTo>
                  <a:pt x="-15365" y="176273"/>
                  <a:pt x="26819" y="90267"/>
                  <a:pt x="0" y="0"/>
                </a:cubicBezTo>
                <a:close/>
              </a:path>
              <a:path w="2041421" h="338554" stroke="0" extrusionOk="0">
                <a:moveTo>
                  <a:pt x="0" y="0"/>
                </a:moveTo>
                <a:cubicBezTo>
                  <a:pt x="105400" y="-7923"/>
                  <a:pt x="304850" y="26656"/>
                  <a:pt x="489941" y="0"/>
                </a:cubicBezTo>
                <a:cubicBezTo>
                  <a:pt x="675032" y="-26656"/>
                  <a:pt x="815756" y="16507"/>
                  <a:pt x="939054" y="0"/>
                </a:cubicBezTo>
                <a:cubicBezTo>
                  <a:pt x="1062352" y="-16507"/>
                  <a:pt x="1230479" y="25898"/>
                  <a:pt x="1490237" y="0"/>
                </a:cubicBezTo>
                <a:cubicBezTo>
                  <a:pt x="1749995" y="-25898"/>
                  <a:pt x="1826302" y="40938"/>
                  <a:pt x="2041421" y="0"/>
                </a:cubicBezTo>
                <a:cubicBezTo>
                  <a:pt x="2052224" y="85468"/>
                  <a:pt x="2015694" y="270253"/>
                  <a:pt x="2041421" y="338554"/>
                </a:cubicBezTo>
                <a:cubicBezTo>
                  <a:pt x="1850998" y="369964"/>
                  <a:pt x="1698071" y="310232"/>
                  <a:pt x="1571894" y="338554"/>
                </a:cubicBezTo>
                <a:cubicBezTo>
                  <a:pt x="1445717" y="366876"/>
                  <a:pt x="1245702" y="324560"/>
                  <a:pt x="1102367" y="338554"/>
                </a:cubicBezTo>
                <a:cubicBezTo>
                  <a:pt x="959032" y="352548"/>
                  <a:pt x="815589" y="293569"/>
                  <a:pt x="551184" y="338554"/>
                </a:cubicBezTo>
                <a:cubicBezTo>
                  <a:pt x="286779" y="383539"/>
                  <a:pt x="217174" y="319740"/>
                  <a:pt x="0" y="338554"/>
                </a:cubicBezTo>
                <a:cubicBezTo>
                  <a:pt x="-33712" y="261899"/>
                  <a:pt x="29170" y="67847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Many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E13B0-1301-DF7C-B6A1-6D971C6242D2}"/>
              </a:ext>
            </a:extLst>
          </p:cNvPr>
          <p:cNvSpPr txBox="1"/>
          <p:nvPr/>
        </p:nvSpPr>
        <p:spPr>
          <a:xfrm>
            <a:off x="4696362" y="4203401"/>
            <a:ext cx="2331472" cy="338554"/>
          </a:xfrm>
          <a:custGeom>
            <a:avLst/>
            <a:gdLst>
              <a:gd name="csX0" fmla="*/ 0 w 2331472"/>
              <a:gd name="csY0" fmla="*/ 0 h 338554"/>
              <a:gd name="csX1" fmla="*/ 559553 w 2331472"/>
              <a:gd name="csY1" fmla="*/ 0 h 338554"/>
              <a:gd name="csX2" fmla="*/ 1142421 w 2331472"/>
              <a:gd name="csY2" fmla="*/ 0 h 338554"/>
              <a:gd name="csX3" fmla="*/ 1725289 w 2331472"/>
              <a:gd name="csY3" fmla="*/ 0 h 338554"/>
              <a:gd name="csX4" fmla="*/ 2331472 w 2331472"/>
              <a:gd name="csY4" fmla="*/ 0 h 338554"/>
              <a:gd name="csX5" fmla="*/ 2331472 w 2331472"/>
              <a:gd name="csY5" fmla="*/ 338554 h 338554"/>
              <a:gd name="csX6" fmla="*/ 1748604 w 2331472"/>
              <a:gd name="csY6" fmla="*/ 338554 h 338554"/>
              <a:gd name="csX7" fmla="*/ 1212365 w 2331472"/>
              <a:gd name="csY7" fmla="*/ 338554 h 338554"/>
              <a:gd name="csX8" fmla="*/ 676127 w 2331472"/>
              <a:gd name="csY8" fmla="*/ 338554 h 338554"/>
              <a:gd name="csX9" fmla="*/ 0 w 2331472"/>
              <a:gd name="csY9" fmla="*/ 338554 h 338554"/>
              <a:gd name="csX10" fmla="*/ 0 w 2331472"/>
              <a:gd name="csY10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331472" h="338554" fill="none" extrusionOk="0">
                <a:moveTo>
                  <a:pt x="0" y="0"/>
                </a:moveTo>
                <a:cubicBezTo>
                  <a:pt x="202217" y="-64606"/>
                  <a:pt x="343137" y="14766"/>
                  <a:pt x="559553" y="0"/>
                </a:cubicBezTo>
                <a:cubicBezTo>
                  <a:pt x="775969" y="-14766"/>
                  <a:pt x="864516" y="62424"/>
                  <a:pt x="1142421" y="0"/>
                </a:cubicBezTo>
                <a:cubicBezTo>
                  <a:pt x="1420326" y="-62424"/>
                  <a:pt x="1552435" y="36258"/>
                  <a:pt x="1725289" y="0"/>
                </a:cubicBezTo>
                <a:cubicBezTo>
                  <a:pt x="1898143" y="-36258"/>
                  <a:pt x="2132683" y="33207"/>
                  <a:pt x="2331472" y="0"/>
                </a:cubicBezTo>
                <a:cubicBezTo>
                  <a:pt x="2339107" y="121961"/>
                  <a:pt x="2315112" y="264573"/>
                  <a:pt x="2331472" y="338554"/>
                </a:cubicBezTo>
                <a:cubicBezTo>
                  <a:pt x="2175043" y="381377"/>
                  <a:pt x="1912892" y="321417"/>
                  <a:pt x="1748604" y="338554"/>
                </a:cubicBezTo>
                <a:cubicBezTo>
                  <a:pt x="1584316" y="355691"/>
                  <a:pt x="1409631" y="296921"/>
                  <a:pt x="1212365" y="338554"/>
                </a:cubicBezTo>
                <a:cubicBezTo>
                  <a:pt x="1015099" y="380187"/>
                  <a:pt x="899885" y="325800"/>
                  <a:pt x="676127" y="338554"/>
                </a:cubicBezTo>
                <a:cubicBezTo>
                  <a:pt x="452369" y="351308"/>
                  <a:pt x="166720" y="295284"/>
                  <a:pt x="0" y="338554"/>
                </a:cubicBezTo>
                <a:cubicBezTo>
                  <a:pt x="-15365" y="176273"/>
                  <a:pt x="26819" y="90267"/>
                  <a:pt x="0" y="0"/>
                </a:cubicBezTo>
                <a:close/>
              </a:path>
              <a:path w="2331472" h="338554" stroke="0" extrusionOk="0">
                <a:moveTo>
                  <a:pt x="0" y="0"/>
                </a:moveTo>
                <a:cubicBezTo>
                  <a:pt x="273755" y="-29392"/>
                  <a:pt x="388873" y="21527"/>
                  <a:pt x="559553" y="0"/>
                </a:cubicBezTo>
                <a:cubicBezTo>
                  <a:pt x="730233" y="-21527"/>
                  <a:pt x="859120" y="1801"/>
                  <a:pt x="1072477" y="0"/>
                </a:cubicBezTo>
                <a:cubicBezTo>
                  <a:pt x="1285834" y="-1801"/>
                  <a:pt x="1470134" y="52527"/>
                  <a:pt x="1701975" y="0"/>
                </a:cubicBezTo>
                <a:cubicBezTo>
                  <a:pt x="1933816" y="-52527"/>
                  <a:pt x="2061264" y="38724"/>
                  <a:pt x="2331472" y="0"/>
                </a:cubicBezTo>
                <a:cubicBezTo>
                  <a:pt x="2342275" y="85468"/>
                  <a:pt x="2305745" y="270253"/>
                  <a:pt x="2331472" y="338554"/>
                </a:cubicBezTo>
                <a:cubicBezTo>
                  <a:pt x="2138809" y="379892"/>
                  <a:pt x="2033269" y="313333"/>
                  <a:pt x="1795233" y="338554"/>
                </a:cubicBezTo>
                <a:cubicBezTo>
                  <a:pt x="1557197" y="363775"/>
                  <a:pt x="1410407" y="337725"/>
                  <a:pt x="1258995" y="338554"/>
                </a:cubicBezTo>
                <a:cubicBezTo>
                  <a:pt x="1107583" y="339383"/>
                  <a:pt x="824927" y="271603"/>
                  <a:pt x="629497" y="338554"/>
                </a:cubicBezTo>
                <a:cubicBezTo>
                  <a:pt x="434067" y="405505"/>
                  <a:pt x="215056" y="286008"/>
                  <a:pt x="0" y="338554"/>
                </a:cubicBezTo>
                <a:cubicBezTo>
                  <a:pt x="-33712" y="261899"/>
                  <a:pt x="29170" y="6784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Outcomes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515C2-435D-F6B9-B58F-BABC83515D68}"/>
              </a:ext>
            </a:extLst>
          </p:cNvPr>
          <p:cNvSpPr txBox="1"/>
          <p:nvPr/>
        </p:nvSpPr>
        <p:spPr>
          <a:xfrm>
            <a:off x="7430210" y="5063889"/>
            <a:ext cx="2578189" cy="338554"/>
          </a:xfrm>
          <a:custGeom>
            <a:avLst/>
            <a:gdLst>
              <a:gd name="csX0" fmla="*/ 0 w 2578189"/>
              <a:gd name="csY0" fmla="*/ 0 h 338554"/>
              <a:gd name="csX1" fmla="*/ 489856 w 2578189"/>
              <a:gd name="csY1" fmla="*/ 0 h 338554"/>
              <a:gd name="csX2" fmla="*/ 1005494 w 2578189"/>
              <a:gd name="csY2" fmla="*/ 0 h 338554"/>
              <a:gd name="csX3" fmla="*/ 1546913 w 2578189"/>
              <a:gd name="csY3" fmla="*/ 0 h 338554"/>
              <a:gd name="csX4" fmla="*/ 2088333 w 2578189"/>
              <a:gd name="csY4" fmla="*/ 0 h 338554"/>
              <a:gd name="csX5" fmla="*/ 2578189 w 2578189"/>
              <a:gd name="csY5" fmla="*/ 0 h 338554"/>
              <a:gd name="csX6" fmla="*/ 2578189 w 2578189"/>
              <a:gd name="csY6" fmla="*/ 338554 h 338554"/>
              <a:gd name="csX7" fmla="*/ 2010987 w 2578189"/>
              <a:gd name="csY7" fmla="*/ 338554 h 338554"/>
              <a:gd name="csX8" fmla="*/ 1443786 w 2578189"/>
              <a:gd name="csY8" fmla="*/ 338554 h 338554"/>
              <a:gd name="csX9" fmla="*/ 928148 w 2578189"/>
              <a:gd name="csY9" fmla="*/ 338554 h 338554"/>
              <a:gd name="csX10" fmla="*/ 0 w 2578189"/>
              <a:gd name="csY10" fmla="*/ 338554 h 338554"/>
              <a:gd name="csX11" fmla="*/ 0 w 2578189"/>
              <a:gd name="csY11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78189" h="338554" fill="none" extrusionOk="0">
                <a:moveTo>
                  <a:pt x="0" y="0"/>
                </a:moveTo>
                <a:cubicBezTo>
                  <a:pt x="200295" y="-14548"/>
                  <a:pt x="280528" y="19873"/>
                  <a:pt x="489856" y="0"/>
                </a:cubicBezTo>
                <a:cubicBezTo>
                  <a:pt x="699184" y="-19873"/>
                  <a:pt x="846084" y="31783"/>
                  <a:pt x="1005494" y="0"/>
                </a:cubicBezTo>
                <a:cubicBezTo>
                  <a:pt x="1164904" y="-31783"/>
                  <a:pt x="1338740" y="44822"/>
                  <a:pt x="1546913" y="0"/>
                </a:cubicBezTo>
                <a:cubicBezTo>
                  <a:pt x="1755086" y="-44822"/>
                  <a:pt x="1968451" y="26625"/>
                  <a:pt x="2088333" y="0"/>
                </a:cubicBezTo>
                <a:cubicBezTo>
                  <a:pt x="2208215" y="-26625"/>
                  <a:pt x="2446293" y="48772"/>
                  <a:pt x="2578189" y="0"/>
                </a:cubicBezTo>
                <a:cubicBezTo>
                  <a:pt x="2580006" y="77933"/>
                  <a:pt x="2563136" y="265755"/>
                  <a:pt x="2578189" y="338554"/>
                </a:cubicBezTo>
                <a:cubicBezTo>
                  <a:pt x="2363624" y="400665"/>
                  <a:pt x="2171150" y="330017"/>
                  <a:pt x="2010987" y="338554"/>
                </a:cubicBezTo>
                <a:cubicBezTo>
                  <a:pt x="1850824" y="347091"/>
                  <a:pt x="1724720" y="296744"/>
                  <a:pt x="1443786" y="338554"/>
                </a:cubicBezTo>
                <a:cubicBezTo>
                  <a:pt x="1162852" y="380364"/>
                  <a:pt x="1152359" y="287142"/>
                  <a:pt x="928148" y="338554"/>
                </a:cubicBezTo>
                <a:cubicBezTo>
                  <a:pt x="703937" y="389966"/>
                  <a:pt x="297137" y="324788"/>
                  <a:pt x="0" y="338554"/>
                </a:cubicBezTo>
                <a:cubicBezTo>
                  <a:pt x="-25383" y="268392"/>
                  <a:pt x="11879" y="129557"/>
                  <a:pt x="0" y="0"/>
                </a:cubicBezTo>
                <a:close/>
              </a:path>
              <a:path w="2578189" h="338554" stroke="0" extrusionOk="0">
                <a:moveTo>
                  <a:pt x="0" y="0"/>
                </a:moveTo>
                <a:cubicBezTo>
                  <a:pt x="174894" y="-45265"/>
                  <a:pt x="291646" y="19066"/>
                  <a:pt x="489856" y="0"/>
                </a:cubicBezTo>
                <a:cubicBezTo>
                  <a:pt x="688066" y="-19066"/>
                  <a:pt x="745555" y="31304"/>
                  <a:pt x="928148" y="0"/>
                </a:cubicBezTo>
                <a:cubicBezTo>
                  <a:pt x="1110741" y="-31304"/>
                  <a:pt x="1323557" y="52258"/>
                  <a:pt x="1495350" y="0"/>
                </a:cubicBezTo>
                <a:cubicBezTo>
                  <a:pt x="1667143" y="-52258"/>
                  <a:pt x="1792531" y="50141"/>
                  <a:pt x="1985206" y="0"/>
                </a:cubicBezTo>
                <a:cubicBezTo>
                  <a:pt x="2177881" y="-50141"/>
                  <a:pt x="2358856" y="9931"/>
                  <a:pt x="2578189" y="0"/>
                </a:cubicBezTo>
                <a:cubicBezTo>
                  <a:pt x="2607773" y="121780"/>
                  <a:pt x="2562473" y="199125"/>
                  <a:pt x="2578189" y="338554"/>
                </a:cubicBezTo>
                <a:cubicBezTo>
                  <a:pt x="2349068" y="342569"/>
                  <a:pt x="2168315" y="279432"/>
                  <a:pt x="2062551" y="338554"/>
                </a:cubicBezTo>
                <a:cubicBezTo>
                  <a:pt x="1956787" y="397676"/>
                  <a:pt x="1701107" y="326324"/>
                  <a:pt x="1495350" y="338554"/>
                </a:cubicBezTo>
                <a:cubicBezTo>
                  <a:pt x="1289593" y="350784"/>
                  <a:pt x="1163705" y="314104"/>
                  <a:pt x="1057057" y="338554"/>
                </a:cubicBezTo>
                <a:cubicBezTo>
                  <a:pt x="950409" y="363004"/>
                  <a:pt x="653912" y="337706"/>
                  <a:pt x="541420" y="338554"/>
                </a:cubicBezTo>
                <a:cubicBezTo>
                  <a:pt x="428928" y="339402"/>
                  <a:pt x="211446" y="277028"/>
                  <a:pt x="0" y="338554"/>
                </a:cubicBezTo>
                <a:cubicBezTo>
                  <a:pt x="-26584" y="242476"/>
                  <a:pt x="34659" y="12293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Continuous Outcomes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FB28C9-FBFE-C6C6-3E7B-4FBDE0B94D07}"/>
              </a:ext>
            </a:extLst>
          </p:cNvPr>
          <p:cNvCxnSpPr>
            <a:stCxn id="25" idx="2"/>
            <a:endCxn id="4" idx="0"/>
          </p:cNvCxnSpPr>
          <p:nvPr/>
        </p:nvCxnSpPr>
        <p:spPr>
          <a:xfrm flipH="1">
            <a:off x="3579744" y="2327510"/>
            <a:ext cx="2514732" cy="526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9E9934-0FC3-6DE7-EC5B-67483C01ED1B}"/>
              </a:ext>
            </a:extLst>
          </p:cNvPr>
          <p:cNvCxnSpPr>
            <a:cxnSpLocks/>
            <a:stCxn id="25" idx="2"/>
            <a:endCxn id="5" idx="0"/>
          </p:cNvCxnSpPr>
          <p:nvPr/>
        </p:nvCxnSpPr>
        <p:spPr>
          <a:xfrm>
            <a:off x="6094476" y="2327510"/>
            <a:ext cx="2356445" cy="526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42EF9B-F502-0DB7-66AB-E8EA900CB01D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450921" y="3192507"/>
            <a:ext cx="268384" cy="1871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F2219D-431E-8649-1708-025C8A887F5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5862098" y="3192507"/>
            <a:ext cx="2588823" cy="10108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7B10A1-3470-ED0B-85E1-ED839473C244}"/>
              </a:ext>
            </a:extLst>
          </p:cNvPr>
          <p:cNvSpPr txBox="1"/>
          <p:nvPr/>
        </p:nvSpPr>
        <p:spPr>
          <a:xfrm>
            <a:off x="477472" y="3448864"/>
            <a:ext cx="5244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 of the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= payoff of the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outcome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02560E-E101-D95B-1B98-DE63AA98EFAF}"/>
              </a:ext>
            </a:extLst>
          </p:cNvPr>
          <p:cNvSpPr txBox="1"/>
          <p:nvPr/>
        </p:nvSpPr>
        <p:spPr>
          <a:xfrm>
            <a:off x="951438" y="4450998"/>
            <a:ext cx="6321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Expected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of the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probability-weighted average of payoffs of all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outcomes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BB27E4-B326-B668-D4B3-A77A67820965}"/>
              </a:ext>
            </a:extLst>
          </p:cNvPr>
          <p:cNvSpPr txBox="1"/>
          <p:nvPr/>
        </p:nvSpPr>
        <p:spPr>
          <a:xfrm>
            <a:off x="6437376" y="5531265"/>
            <a:ext cx="5085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Univers" panose="020B0503020202020204" pitchFamily="34" charset="0"/>
              </a:rPr>
              <a:t>Assign probabilities to individual outcomes?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1600" dirty="0">
                <a:solidFill>
                  <a:schemeClr val="accent2">
                    <a:lumMod val="50000"/>
                  </a:schemeClr>
                </a:solidFill>
                <a:latin typeface="Univers" panose="020B0503020202020204" pitchFamily="34" charset="0"/>
              </a:rPr>
              <a:t>Define payoffs for continuous outcome spaces?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Univers" panose="020B0503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" panose="020B0503020202020204" pitchFamily="34" charset="0"/>
              </a:rPr>
              <a:t>Determine the expected payoff of the action</a:t>
            </a:r>
          </a:p>
        </p:txBody>
      </p:sp>
      <p:pic>
        <p:nvPicPr>
          <p:cNvPr id="57" name="Graphic 56" descr="Badge Question Mark outline">
            <a:extLst>
              <a:ext uri="{FF2B5EF4-FFF2-40B4-BE49-F238E27FC236}">
                <a16:creationId xmlns:a16="http://schemas.microsoft.com/office/drawing/2014/main" id="{AFA662F6-D9F2-8B94-5E40-C53A45355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536" y="5450713"/>
            <a:ext cx="745878" cy="74587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BD81EA3-0D54-D9F2-337F-E204E383AFA0}"/>
              </a:ext>
            </a:extLst>
          </p:cNvPr>
          <p:cNvSpPr txBox="1"/>
          <p:nvPr/>
        </p:nvSpPr>
        <p:spPr>
          <a:xfrm>
            <a:off x="3788544" y="3100659"/>
            <a:ext cx="1490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sng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Uncertainty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C18225-0F52-D109-1FAF-D59C64ECE2D9}"/>
              </a:ext>
            </a:extLst>
          </p:cNvPr>
          <p:cNvSpPr txBox="1"/>
          <p:nvPr/>
        </p:nvSpPr>
        <p:spPr>
          <a:xfrm>
            <a:off x="9128665" y="3092636"/>
            <a:ext cx="1490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202622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14058</TotalTime>
  <Words>1819</Words>
  <Application>Microsoft Office PowerPoint</Application>
  <PresentationFormat>Widescreen</PresentationFormat>
  <Paragraphs>518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Aptos</vt:lpstr>
      <vt:lpstr>Aptos Display</vt:lpstr>
      <vt:lpstr>Arial</vt:lpstr>
      <vt:lpstr>Bahnschrift</vt:lpstr>
      <vt:lpstr>Bradley Hand ITC</vt:lpstr>
      <vt:lpstr>Calibri</vt:lpstr>
      <vt:lpstr>Calibri Light</vt:lpstr>
      <vt:lpstr>Cambria Math</vt:lpstr>
      <vt:lpstr>Russo One</vt:lpstr>
      <vt:lpstr>Segoe Script</vt:lpstr>
      <vt:lpstr>Univers</vt:lpstr>
      <vt:lpstr>Univers Condensed</vt:lpstr>
      <vt:lpstr>Wingdings</vt:lpstr>
      <vt:lpstr>Office Theme</vt:lpstr>
      <vt:lpstr>RetrospectVTI</vt:lpstr>
      <vt:lpstr>1_Office Theme</vt:lpstr>
      <vt:lpstr>TOPIC 2  The Expected Utility Theory</vt:lpstr>
      <vt:lpstr>Logistics Exams and Grading Scheme</vt:lpstr>
      <vt:lpstr>A Simple Lottery</vt:lpstr>
      <vt:lpstr>Lottery on a Decision Tree</vt:lpstr>
      <vt:lpstr>MODULE 2 Expected Payoff</vt:lpstr>
      <vt:lpstr>A Single-Person Decision Problem</vt:lpstr>
      <vt:lpstr>From Payoff to Expected Payoff</vt:lpstr>
      <vt:lpstr>From Payoff to Expected Payoff</vt:lpstr>
      <vt:lpstr>From Payoff to Expected Payoff</vt:lpstr>
      <vt:lpstr>From Payoff to Expected Payoff</vt:lpstr>
      <vt:lpstr>Expected Payoff</vt:lpstr>
      <vt:lpstr>The Payoff Function: Ordinal Construct</vt:lpstr>
      <vt:lpstr>Expected Payoff: Cardinal construct</vt:lpstr>
      <vt:lpstr>Risk Attitudes</vt:lpstr>
      <vt:lpstr>Expected Utility Theory</vt:lpstr>
      <vt:lpstr>A Rational Player</vt:lpstr>
      <vt:lpstr>MODULE 3 Continuous Outcome Spaces</vt:lpstr>
      <vt:lpstr>Continuous Sample Space of Outcomes</vt:lpstr>
      <vt:lpstr>DECISION PROBLEM Exam Prep &amp; Grades</vt:lpstr>
      <vt:lpstr>DECISION PROBLEM Exam Prep &amp; Grades</vt:lpstr>
      <vt:lpstr>Action-Outcome Correspondence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8</cp:revision>
  <dcterms:created xsi:type="dcterms:W3CDTF">2024-10-23T01:19:00Z</dcterms:created>
  <dcterms:modified xsi:type="dcterms:W3CDTF">2026-01-27T12:54:31Z</dcterms:modified>
</cp:coreProperties>
</file>