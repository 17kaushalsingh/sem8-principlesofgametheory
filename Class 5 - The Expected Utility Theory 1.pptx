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488" r:id="rId3"/>
    <p:sldId id="502" r:id="rId4"/>
    <p:sldId id="489" r:id="rId5"/>
    <p:sldId id="266" r:id="rId6"/>
    <p:sldId id="490" r:id="rId7"/>
    <p:sldId id="491" r:id="rId8"/>
    <p:sldId id="492" r:id="rId9"/>
    <p:sldId id="493" r:id="rId10"/>
    <p:sldId id="301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75E7E-52E8-48F9-968A-D2A9750CB8B1}" v="858" dt="2026-01-23T07:02:40.055"/>
    <p1510:client id="{A33E9727-8784-40C0-BF4E-88201706BCB2}" v="138" dt="2026-01-22T12:06:30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S::parag@che.iith.ac.in::45f730c0-1703-4ce0-909b-efb17736071d" providerId="AD" clId="Web-{5E3CF18E-00FA-1947-7945-B1C2F252F085}"/>
    <pc:docChg chg="modSld">
      <pc:chgData name="Dr Parag D. Pawar" userId="S::parag@che.iith.ac.in::45f730c0-1703-4ce0-909b-efb17736071d" providerId="AD" clId="Web-{5E3CF18E-00FA-1947-7945-B1C2F252F085}" dt="2026-01-10T21:26:25.851" v="6"/>
      <pc:docMkLst>
        <pc:docMk/>
      </pc:docMkLst>
    </pc:docChg>
  </pc:docChgLst>
  <pc:docChgLst>
    <pc:chgData name="Dr Parag D. Pawar" userId="45f730c0-1703-4ce0-909b-efb17736071d" providerId="ADAL" clId="{629D698C-9F10-422F-9730-D8DB01D503EC}"/>
    <pc:docChg chg="undo custSel addSld delSld modSld">
      <pc:chgData name="Dr Parag D. Pawar" userId="45f730c0-1703-4ce0-909b-efb17736071d" providerId="ADAL" clId="{629D698C-9F10-422F-9730-D8DB01D503EC}" dt="2026-01-23T11:04:01.529" v="4670" actId="47"/>
      <pc:docMkLst>
        <pc:docMk/>
      </pc:docMkLst>
      <pc:sldChg chg="addSp delSp modSp mod addAnim delAnim modAnim">
        <pc:chgData name="Dr Parag D. Pawar" userId="45f730c0-1703-4ce0-909b-efb17736071d" providerId="ADAL" clId="{629D698C-9F10-422F-9730-D8DB01D503EC}" dt="2026-01-22T20:05:08.848" v="4085" actId="688"/>
        <pc:sldMkLst>
          <pc:docMk/>
          <pc:sldMk cId="337489126" sldId="266"/>
        </pc:sldMkLst>
        <pc:spChg chg="mod">
          <ac:chgData name="Dr Parag D. Pawar" userId="45f730c0-1703-4ce0-909b-efb17736071d" providerId="ADAL" clId="{629D698C-9F10-422F-9730-D8DB01D503EC}" dt="2026-01-22T13:41:43.535" v="3642" actId="20577"/>
          <ac:spMkLst>
            <pc:docMk/>
            <pc:sldMk cId="337489126" sldId="266"/>
            <ac:spMk id="2" creationId="{6EFC6F5B-A4E2-FDF7-791C-8529724959AC}"/>
          </ac:spMkLst>
        </pc:spChg>
        <pc:spChg chg="add mod">
          <ac:chgData name="Dr Parag D. Pawar" userId="45f730c0-1703-4ce0-909b-efb17736071d" providerId="ADAL" clId="{629D698C-9F10-422F-9730-D8DB01D503EC}" dt="2026-01-22T13:42:20.966" v="3649" actId="207"/>
          <ac:spMkLst>
            <pc:docMk/>
            <pc:sldMk cId="337489126" sldId="266"/>
            <ac:spMk id="17" creationId="{5053E843-9915-1F2E-28EB-707A505EF305}"/>
          </ac:spMkLst>
        </pc:spChg>
        <pc:spChg chg="add mod">
          <ac:chgData name="Dr Parag D. Pawar" userId="45f730c0-1703-4ce0-909b-efb17736071d" providerId="ADAL" clId="{629D698C-9F10-422F-9730-D8DB01D503EC}" dt="2026-01-22T13:58:07.376" v="3721" actId="1076"/>
          <ac:spMkLst>
            <pc:docMk/>
            <pc:sldMk cId="337489126" sldId="266"/>
            <ac:spMk id="18" creationId="{0685CAC9-9457-4C2C-D5C0-ADA0B50D52CF}"/>
          </ac:spMkLst>
        </pc:spChg>
        <pc:spChg chg="add">
          <ac:chgData name="Dr Parag D. Pawar" userId="45f730c0-1703-4ce0-909b-efb17736071d" providerId="ADAL" clId="{629D698C-9F10-422F-9730-D8DB01D503EC}" dt="2026-01-22T13:58:02.492" v="3720" actId="11529"/>
          <ac:spMkLst>
            <pc:docMk/>
            <pc:sldMk cId="337489126" sldId="266"/>
            <ac:spMk id="19" creationId="{9842A82F-9659-C994-2E9D-05425ED2146E}"/>
          </ac:spMkLst>
        </pc:spChg>
        <pc:spChg chg="add mod">
          <ac:chgData name="Dr Parag D. Pawar" userId="45f730c0-1703-4ce0-909b-efb17736071d" providerId="ADAL" clId="{629D698C-9F10-422F-9730-D8DB01D503EC}" dt="2026-01-22T20:03:30.906" v="4057" actId="122"/>
          <ac:spMkLst>
            <pc:docMk/>
            <pc:sldMk cId="337489126" sldId="266"/>
            <ac:spMk id="23" creationId="{8324F655-74A4-EE31-6B24-DD91E932E1AA}"/>
          </ac:spMkLst>
        </pc:spChg>
        <pc:spChg chg="add mod">
          <ac:chgData name="Dr Parag D. Pawar" userId="45f730c0-1703-4ce0-909b-efb17736071d" providerId="ADAL" clId="{629D698C-9F10-422F-9730-D8DB01D503EC}" dt="2026-01-22T20:03:28.180" v="4056" actId="122"/>
          <ac:spMkLst>
            <pc:docMk/>
            <pc:sldMk cId="337489126" sldId="266"/>
            <ac:spMk id="24" creationId="{96D9E0D8-94AD-926B-EA2D-E7543B951644}"/>
          </ac:spMkLst>
        </pc:spChg>
        <pc:spChg chg="add mod">
          <ac:chgData name="Dr Parag D. Pawar" userId="45f730c0-1703-4ce0-909b-efb17736071d" providerId="ADAL" clId="{629D698C-9F10-422F-9730-D8DB01D503EC}" dt="2026-01-22T20:05:08.848" v="4085" actId="688"/>
          <ac:spMkLst>
            <pc:docMk/>
            <pc:sldMk cId="337489126" sldId="266"/>
            <ac:spMk id="25" creationId="{2A16953B-9EC1-75DD-6863-C79256A4F5C6}"/>
          </ac:spMkLst>
        </pc:spChg>
        <pc:picChg chg="mod">
          <ac:chgData name="Dr Parag D. Pawar" userId="45f730c0-1703-4ce0-909b-efb17736071d" providerId="ADAL" clId="{629D698C-9F10-422F-9730-D8DB01D503EC}" dt="2026-01-22T20:02:46.058" v="4043" actId="1076"/>
          <ac:picMkLst>
            <pc:docMk/>
            <pc:sldMk cId="337489126" sldId="266"/>
            <ac:picMk id="5" creationId="{4A98D372-F2ED-02FF-1CB4-2F19494E9B59}"/>
          </ac:picMkLst>
        </pc:picChg>
        <pc:picChg chg="add del mod">
          <ac:chgData name="Dr Parag D. Pawar" userId="45f730c0-1703-4ce0-909b-efb17736071d" providerId="ADAL" clId="{629D698C-9F10-422F-9730-D8DB01D503EC}" dt="2026-01-22T20:01:45.460" v="4018" actId="478"/>
          <ac:picMkLst>
            <pc:docMk/>
            <pc:sldMk cId="337489126" sldId="266"/>
            <ac:picMk id="20" creationId="{490A9286-2727-D37C-EEE3-5BDA750BDFF6}"/>
          </ac:picMkLst>
        </pc:picChg>
        <pc:picChg chg="add del mod">
          <ac:chgData name="Dr Parag D. Pawar" userId="45f730c0-1703-4ce0-909b-efb17736071d" providerId="ADAL" clId="{629D698C-9F10-422F-9730-D8DB01D503EC}" dt="2026-01-22T20:02:29.311" v="4035" actId="478"/>
          <ac:picMkLst>
            <pc:docMk/>
            <pc:sldMk cId="337489126" sldId="266"/>
            <ac:picMk id="21" creationId="{76F4E96A-E6E4-5B78-57D1-B0F7F3513A89}"/>
          </ac:picMkLst>
        </pc:picChg>
        <pc:picChg chg="add del mod ord">
          <ac:chgData name="Dr Parag D. Pawar" userId="45f730c0-1703-4ce0-909b-efb17736071d" providerId="ADAL" clId="{629D698C-9F10-422F-9730-D8DB01D503EC}" dt="2026-01-22T20:03:17.648" v="4051" actId="478"/>
          <ac:picMkLst>
            <pc:docMk/>
            <pc:sldMk cId="337489126" sldId="266"/>
            <ac:picMk id="22" creationId="{69474049-E87F-FFD1-0A2C-EF48FDD6F087}"/>
          </ac:picMkLst>
        </pc:picChg>
      </pc:sldChg>
      <pc:sldChg chg="addSp delSp modSp mod delAnim modAnim">
        <pc:chgData name="Dr Parag D. Pawar" userId="45f730c0-1703-4ce0-909b-efb17736071d" providerId="ADAL" clId="{629D698C-9F10-422F-9730-D8DB01D503EC}" dt="2026-01-22T21:48:18.542" v="4530"/>
        <pc:sldMkLst>
          <pc:docMk/>
          <pc:sldMk cId="1017518467" sldId="301"/>
        </pc:sldMkLst>
        <pc:spChg chg="mod">
          <ac:chgData name="Dr Parag D. Pawar" userId="45f730c0-1703-4ce0-909b-efb17736071d" providerId="ADAL" clId="{629D698C-9F10-422F-9730-D8DB01D503EC}" dt="2026-01-22T14:03:35.933" v="3874" actId="207"/>
          <ac:spMkLst>
            <pc:docMk/>
            <pc:sldMk cId="1017518467" sldId="301"/>
            <ac:spMk id="2" creationId="{C77EA33F-1916-E308-73A0-A876AE380D17}"/>
          </ac:spMkLst>
        </pc:spChg>
        <pc:spChg chg="add del mod">
          <ac:chgData name="Dr Parag D. Pawar" userId="45f730c0-1703-4ce0-909b-efb17736071d" providerId="ADAL" clId="{629D698C-9F10-422F-9730-D8DB01D503EC}" dt="2026-01-22T14:01:37.837" v="3833" actId="21"/>
          <ac:spMkLst>
            <pc:docMk/>
            <pc:sldMk cId="1017518467" sldId="301"/>
            <ac:spMk id="14" creationId="{3DA3664F-FC61-0B49-78D1-74AE61C6F2E1}"/>
          </ac:spMkLst>
        </pc:spChg>
        <pc:spChg chg="add del mod">
          <ac:chgData name="Dr Parag D. Pawar" userId="45f730c0-1703-4ce0-909b-efb17736071d" providerId="ADAL" clId="{629D698C-9F10-422F-9730-D8DB01D503EC}" dt="2026-01-22T14:01:37.837" v="3833" actId="21"/>
          <ac:spMkLst>
            <pc:docMk/>
            <pc:sldMk cId="1017518467" sldId="301"/>
            <ac:spMk id="15" creationId="{09FBE917-D936-D655-CE97-10B4D9F0316D}"/>
          </ac:spMkLst>
        </pc:spChg>
        <pc:spChg chg="add del mod">
          <ac:chgData name="Dr Parag D. Pawar" userId="45f730c0-1703-4ce0-909b-efb17736071d" providerId="ADAL" clId="{629D698C-9F10-422F-9730-D8DB01D503EC}" dt="2026-01-22T14:01:57.515" v="3835" actId="21"/>
          <ac:spMkLst>
            <pc:docMk/>
            <pc:sldMk cId="1017518467" sldId="301"/>
            <ac:spMk id="16" creationId="{3DA3664F-FC61-0B49-78D1-74AE61C6F2E1}"/>
          </ac:spMkLst>
        </pc:spChg>
        <pc:spChg chg="add del mod">
          <ac:chgData name="Dr Parag D. Pawar" userId="45f730c0-1703-4ce0-909b-efb17736071d" providerId="ADAL" clId="{629D698C-9F10-422F-9730-D8DB01D503EC}" dt="2026-01-22T14:01:57.515" v="3835" actId="21"/>
          <ac:spMkLst>
            <pc:docMk/>
            <pc:sldMk cId="1017518467" sldId="301"/>
            <ac:spMk id="17" creationId="{09FBE917-D936-D655-CE97-10B4D9F0316D}"/>
          </ac:spMkLst>
        </pc:spChg>
        <pc:spChg chg="mod">
          <ac:chgData name="Dr Parag D. Pawar" userId="45f730c0-1703-4ce0-909b-efb17736071d" providerId="ADAL" clId="{629D698C-9F10-422F-9730-D8DB01D503EC}" dt="2026-01-22T21:48:18.542" v="4530"/>
          <ac:spMkLst>
            <pc:docMk/>
            <pc:sldMk cId="1017518467" sldId="301"/>
            <ac:spMk id="51" creationId="{0EFA6199-115B-8E10-759A-9B3004C3E53C}"/>
          </ac:spMkLst>
        </pc:spChg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741220985" sldId="332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600712541" sldId="342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958623345" sldId="343"/>
        </pc:sldMkLst>
      </pc:sldChg>
      <pc:sldChg chg="addSp modSp add del mod modAnim">
        <pc:chgData name="Dr Parag D. Pawar" userId="45f730c0-1703-4ce0-909b-efb17736071d" providerId="ADAL" clId="{629D698C-9F10-422F-9730-D8DB01D503EC}" dt="2026-01-23T11:04:01.529" v="4670" actId="47"/>
        <pc:sldMkLst>
          <pc:docMk/>
          <pc:sldMk cId="3337909250" sldId="344"/>
        </pc:sldMkLst>
        <pc:spChg chg="mod">
          <ac:chgData name="Dr Parag D. Pawar" userId="45f730c0-1703-4ce0-909b-efb17736071d" providerId="ADAL" clId="{629D698C-9F10-422F-9730-D8DB01D503EC}" dt="2026-01-22T21:40:46.834" v="4502" actId="113"/>
          <ac:spMkLst>
            <pc:docMk/>
            <pc:sldMk cId="3337909250" sldId="344"/>
            <ac:spMk id="28" creationId="{461C3C9E-F549-8C7D-3D52-FB72785048B7}"/>
          </ac:spMkLst>
        </pc:spChg>
        <pc:spChg chg="mod">
          <ac:chgData name="Dr Parag D. Pawar" userId="45f730c0-1703-4ce0-909b-efb17736071d" providerId="ADAL" clId="{629D698C-9F10-422F-9730-D8DB01D503EC}" dt="2026-01-22T21:40:49.736" v="4504" actId="207"/>
          <ac:spMkLst>
            <pc:docMk/>
            <pc:sldMk cId="3337909250" sldId="344"/>
            <ac:spMk id="30" creationId="{042DF6F0-2B50-6250-F91F-158B6A5D7EFC}"/>
          </ac:spMkLst>
        </pc:spChg>
        <pc:spChg chg="mod">
          <ac:chgData name="Dr Parag D. Pawar" userId="45f730c0-1703-4ce0-909b-efb17736071d" providerId="ADAL" clId="{629D698C-9F10-422F-9730-D8DB01D503EC}" dt="2026-01-22T21:42:47.502" v="4526" actId="207"/>
          <ac:spMkLst>
            <pc:docMk/>
            <pc:sldMk cId="3337909250" sldId="344"/>
            <ac:spMk id="43" creationId="{606FF48E-37C5-1E1C-CDD5-B2E6E88C0FA3}"/>
          </ac:spMkLst>
        </pc:spChg>
        <pc:spChg chg="mod">
          <ac:chgData name="Dr Parag D. Pawar" userId="45f730c0-1703-4ce0-909b-efb17736071d" providerId="ADAL" clId="{629D698C-9F10-422F-9730-D8DB01D503EC}" dt="2026-01-22T21:42:40.031" v="4524" actId="207"/>
          <ac:spMkLst>
            <pc:docMk/>
            <pc:sldMk cId="3337909250" sldId="344"/>
            <ac:spMk id="45" creationId="{CC415A05-C0DE-89DE-9C91-344FF110F813}"/>
          </ac:spMkLst>
        </pc:spChg>
        <pc:spChg chg="add mod">
          <ac:chgData name="Dr Parag D. Pawar" userId="45f730c0-1703-4ce0-909b-efb17736071d" providerId="ADAL" clId="{629D698C-9F10-422F-9730-D8DB01D503EC}" dt="2026-01-22T20:21:18.983" v="4174" actId="1076"/>
          <ac:spMkLst>
            <pc:docMk/>
            <pc:sldMk cId="3337909250" sldId="344"/>
            <ac:spMk id="47" creationId="{99FF67CB-085A-84D7-3FB3-B187D455723A}"/>
          </ac:spMkLst>
        </pc:spChg>
        <pc:spChg chg="add mod">
          <ac:chgData name="Dr Parag D. Pawar" userId="45f730c0-1703-4ce0-909b-efb17736071d" providerId="ADAL" clId="{629D698C-9F10-422F-9730-D8DB01D503EC}" dt="2026-01-22T20:21:07.509" v="4171" actId="1076"/>
          <ac:spMkLst>
            <pc:docMk/>
            <pc:sldMk cId="3337909250" sldId="344"/>
            <ac:spMk id="48" creationId="{0C1F734F-8264-AF8D-5802-B993EC45B0B9}"/>
          </ac:spMkLst>
        </pc:spChg>
        <pc:cxnChg chg="add mod">
          <ac:chgData name="Dr Parag D. Pawar" userId="45f730c0-1703-4ce0-909b-efb17736071d" providerId="ADAL" clId="{629D698C-9F10-422F-9730-D8DB01D503EC}" dt="2026-01-22T20:21:18.983" v="4174" actId="1076"/>
          <ac:cxnSpMkLst>
            <pc:docMk/>
            <pc:sldMk cId="3337909250" sldId="344"/>
            <ac:cxnSpMk id="54" creationId="{2D61A3B0-E54E-395A-E569-DE471D42FD8D}"/>
          </ac:cxnSpMkLst>
        </pc:cxnChg>
        <pc:cxnChg chg="add mod">
          <ac:chgData name="Dr Parag D. Pawar" userId="45f730c0-1703-4ce0-909b-efb17736071d" providerId="ADAL" clId="{629D698C-9F10-422F-9730-D8DB01D503EC}" dt="2026-01-22T20:21:10.447" v="4172" actId="14100"/>
          <ac:cxnSpMkLst>
            <pc:docMk/>
            <pc:sldMk cId="3337909250" sldId="344"/>
            <ac:cxnSpMk id="61" creationId="{21C189DB-0D7D-A39A-F1E7-C6D7E608C146}"/>
          </ac:cxnSpMkLst>
        </pc:cxnChg>
      </pc:sldChg>
      <pc:sldChg chg="modSp add del mod">
        <pc:chgData name="Dr Parag D. Pawar" userId="45f730c0-1703-4ce0-909b-efb17736071d" providerId="ADAL" clId="{629D698C-9F10-422F-9730-D8DB01D503EC}" dt="2026-01-23T11:04:01.529" v="4670" actId="47"/>
        <pc:sldMkLst>
          <pc:docMk/>
          <pc:sldMk cId="3978306282" sldId="345"/>
        </pc:sldMkLst>
        <pc:spChg chg="mod">
          <ac:chgData name="Dr Parag D. Pawar" userId="45f730c0-1703-4ce0-909b-efb17736071d" providerId="ADAL" clId="{629D698C-9F10-422F-9730-D8DB01D503EC}" dt="2026-01-22T21:40:54.219" v="4506" actId="207"/>
          <ac:spMkLst>
            <pc:docMk/>
            <pc:sldMk cId="3978306282" sldId="345"/>
            <ac:spMk id="28" creationId="{032BCB9B-CA1D-4F6A-D7A8-AF0FBE5F026C}"/>
          </ac:spMkLst>
        </pc:spChg>
        <pc:spChg chg="mod">
          <ac:chgData name="Dr Parag D. Pawar" userId="45f730c0-1703-4ce0-909b-efb17736071d" providerId="ADAL" clId="{629D698C-9F10-422F-9730-D8DB01D503EC}" dt="2026-01-22T21:40:56.813" v="4508" actId="207"/>
          <ac:spMkLst>
            <pc:docMk/>
            <pc:sldMk cId="3978306282" sldId="345"/>
            <ac:spMk id="30" creationId="{34F89CBE-615D-AC0F-88A8-9D8B653C13F3}"/>
          </ac:spMkLst>
        </pc:spChg>
      </pc:sldChg>
      <pc:sldChg chg="modSp add del mod">
        <pc:chgData name="Dr Parag D. Pawar" userId="45f730c0-1703-4ce0-909b-efb17736071d" providerId="ADAL" clId="{629D698C-9F10-422F-9730-D8DB01D503EC}" dt="2026-01-23T11:04:01.529" v="4670" actId="47"/>
        <pc:sldMkLst>
          <pc:docMk/>
          <pc:sldMk cId="1506868411" sldId="346"/>
        </pc:sldMkLst>
        <pc:spChg chg="mod">
          <ac:chgData name="Dr Parag D. Pawar" userId="45f730c0-1703-4ce0-909b-efb17736071d" providerId="ADAL" clId="{629D698C-9F10-422F-9730-D8DB01D503EC}" dt="2026-01-22T21:41:01.669" v="4510" actId="113"/>
          <ac:spMkLst>
            <pc:docMk/>
            <pc:sldMk cId="1506868411" sldId="346"/>
            <ac:spMk id="28" creationId="{81881F9C-016F-B5E8-2224-9BAF7653CF50}"/>
          </ac:spMkLst>
        </pc:spChg>
        <pc:spChg chg="mod">
          <ac:chgData name="Dr Parag D. Pawar" userId="45f730c0-1703-4ce0-909b-efb17736071d" providerId="ADAL" clId="{629D698C-9F10-422F-9730-D8DB01D503EC}" dt="2026-01-22T21:41:04.243" v="4512" actId="207"/>
          <ac:spMkLst>
            <pc:docMk/>
            <pc:sldMk cId="1506868411" sldId="346"/>
            <ac:spMk id="30" creationId="{C4E89EB7-3BFE-0B87-696F-55667BF34092}"/>
          </ac:spMkLst>
        </pc:spChg>
      </pc:sldChg>
      <pc:sldChg chg="addSp delSp modSp add del mod addAnim delAnim modAnim">
        <pc:chgData name="Dr Parag D. Pawar" userId="45f730c0-1703-4ce0-909b-efb17736071d" providerId="ADAL" clId="{629D698C-9F10-422F-9730-D8DB01D503EC}" dt="2026-01-23T11:04:01.529" v="4670" actId="47"/>
        <pc:sldMkLst>
          <pc:docMk/>
          <pc:sldMk cId="2821162837" sldId="347"/>
        </pc:sldMkLst>
        <pc:spChg chg="mod">
          <ac:chgData name="Dr Parag D. Pawar" userId="45f730c0-1703-4ce0-909b-efb17736071d" providerId="ADAL" clId="{629D698C-9F10-422F-9730-D8DB01D503EC}" dt="2026-01-22T21:41:08.197" v="4514" actId="207"/>
          <ac:spMkLst>
            <pc:docMk/>
            <pc:sldMk cId="2821162837" sldId="347"/>
            <ac:spMk id="28" creationId="{C2675F2C-2B71-526F-3446-A03920C7E6FE}"/>
          </ac:spMkLst>
        </pc:spChg>
        <pc:spChg chg="mod">
          <ac:chgData name="Dr Parag D. Pawar" userId="45f730c0-1703-4ce0-909b-efb17736071d" providerId="ADAL" clId="{629D698C-9F10-422F-9730-D8DB01D503EC}" dt="2026-01-22T21:41:11.935" v="4516" actId="207"/>
          <ac:spMkLst>
            <pc:docMk/>
            <pc:sldMk cId="2821162837" sldId="347"/>
            <ac:spMk id="30" creationId="{E3012875-8A90-33B3-4BB0-A54D2F903E2A}"/>
          </ac:spMkLst>
        </pc:spChg>
        <pc:spChg chg="add del mod">
          <ac:chgData name="Dr Parag D. Pawar" userId="45f730c0-1703-4ce0-909b-efb17736071d" providerId="ADAL" clId="{629D698C-9F10-422F-9730-D8DB01D503EC}" dt="2026-01-22T20:20:38.495" v="4164" actId="21"/>
          <ac:spMkLst>
            <pc:docMk/>
            <pc:sldMk cId="2821162837" sldId="347"/>
            <ac:spMk id="45" creationId="{99FF67CB-085A-84D7-3FB3-B187D455723A}"/>
          </ac:spMkLst>
        </pc:spChg>
        <pc:spChg chg="add del mod">
          <ac:chgData name="Dr Parag D. Pawar" userId="45f730c0-1703-4ce0-909b-efb17736071d" providerId="ADAL" clId="{629D698C-9F10-422F-9730-D8DB01D503EC}" dt="2026-01-22T20:20:38.495" v="4164" actId="21"/>
          <ac:spMkLst>
            <pc:docMk/>
            <pc:sldMk cId="2821162837" sldId="347"/>
            <ac:spMk id="48" creationId="{0C1F734F-8264-AF8D-5802-B993EC45B0B9}"/>
          </ac:spMkLst>
        </pc:spChg>
        <pc:spChg chg="add del mod">
          <ac:chgData name="Dr Parag D. Pawar" userId="45f730c0-1703-4ce0-909b-efb17736071d" providerId="ADAL" clId="{629D698C-9F10-422F-9730-D8DB01D503EC}" dt="2026-01-22T20:18:56.761" v="4137" actId="478"/>
          <ac:spMkLst>
            <pc:docMk/>
            <pc:sldMk cId="2821162837" sldId="347"/>
            <ac:spMk id="55" creationId="{E70754D2-23AD-BAC6-DB2B-1B9090A4F276}"/>
          </ac:spMkLst>
        </pc:spChg>
        <pc:cxnChg chg="add del mod">
          <ac:chgData name="Dr Parag D. Pawar" userId="45f730c0-1703-4ce0-909b-efb17736071d" providerId="ADAL" clId="{629D698C-9F10-422F-9730-D8DB01D503EC}" dt="2026-01-22T20:20:38.495" v="4164" actId="21"/>
          <ac:cxnSpMkLst>
            <pc:docMk/>
            <pc:sldMk cId="2821162837" sldId="347"/>
            <ac:cxnSpMk id="54" creationId="{2D61A3B0-E54E-395A-E569-DE471D42FD8D}"/>
          </ac:cxnSpMkLst>
        </pc:cxnChg>
        <pc:cxnChg chg="add del mod">
          <ac:chgData name="Dr Parag D. Pawar" userId="45f730c0-1703-4ce0-909b-efb17736071d" providerId="ADAL" clId="{629D698C-9F10-422F-9730-D8DB01D503EC}" dt="2026-01-22T20:20:38.495" v="4164" actId="21"/>
          <ac:cxnSpMkLst>
            <pc:docMk/>
            <pc:sldMk cId="2821162837" sldId="347"/>
            <ac:cxnSpMk id="60" creationId="{21C189DB-0D7D-A39A-F1E7-C6D7E608C146}"/>
          </ac:cxnSpMkLst>
        </pc:cxnChg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805496168" sldId="348"/>
        </pc:sldMkLst>
      </pc:sldChg>
      <pc:sldChg chg="addSp delSp modSp add del mod modAnim">
        <pc:chgData name="Dr Parag D. Pawar" userId="45f730c0-1703-4ce0-909b-efb17736071d" providerId="ADAL" clId="{629D698C-9F10-422F-9730-D8DB01D503EC}" dt="2026-01-23T11:04:01.529" v="4670" actId="47"/>
        <pc:sldMkLst>
          <pc:docMk/>
          <pc:sldMk cId="4021150647" sldId="349"/>
        </pc:sldMkLst>
        <pc:spChg chg="mod">
          <ac:chgData name="Dr Parag D. Pawar" userId="45f730c0-1703-4ce0-909b-efb17736071d" providerId="ADAL" clId="{629D698C-9F10-422F-9730-D8DB01D503EC}" dt="2026-01-22T21:41:17.620" v="4518" actId="207"/>
          <ac:spMkLst>
            <pc:docMk/>
            <pc:sldMk cId="4021150647" sldId="349"/>
            <ac:spMk id="28" creationId="{271FE9CC-EEEC-942B-791A-93C614100D49}"/>
          </ac:spMkLst>
        </pc:spChg>
        <pc:spChg chg="mod">
          <ac:chgData name="Dr Parag D. Pawar" userId="45f730c0-1703-4ce0-909b-efb17736071d" providerId="ADAL" clId="{629D698C-9F10-422F-9730-D8DB01D503EC}" dt="2026-01-22T21:41:20.134" v="4520" actId="207"/>
          <ac:spMkLst>
            <pc:docMk/>
            <pc:sldMk cId="4021150647" sldId="349"/>
            <ac:spMk id="30" creationId="{2F5D8ECE-9542-D3A7-B7BA-0EAC4B582FED}"/>
          </ac:spMkLst>
        </pc:spChg>
        <pc:spChg chg="add del mod">
          <ac:chgData name="Dr Parag D. Pawar" userId="45f730c0-1703-4ce0-909b-efb17736071d" providerId="ADAL" clId="{629D698C-9F10-422F-9730-D8DB01D503EC}" dt="2026-01-22T20:18:38.228" v="4134" actId="21"/>
          <ac:spMkLst>
            <pc:docMk/>
            <pc:sldMk cId="4021150647" sldId="349"/>
            <ac:spMk id="43" creationId="{99FF67CB-085A-84D7-3FB3-B187D455723A}"/>
          </ac:spMkLst>
        </pc:spChg>
        <pc:spChg chg="add mod">
          <ac:chgData name="Dr Parag D. Pawar" userId="45f730c0-1703-4ce0-909b-efb17736071d" providerId="ADAL" clId="{629D698C-9F10-422F-9730-D8DB01D503EC}" dt="2026-01-22T21:53:12.108" v="4541" actId="20577"/>
          <ac:spMkLst>
            <pc:docMk/>
            <pc:sldMk cId="4021150647" sldId="349"/>
            <ac:spMk id="43" creationId="{C610499E-C74D-4F88-7D50-75F520065D32}"/>
          </ac:spMkLst>
        </pc:spChg>
        <pc:spChg chg="add del mod">
          <ac:chgData name="Dr Parag D. Pawar" userId="45f730c0-1703-4ce0-909b-efb17736071d" providerId="ADAL" clId="{629D698C-9F10-422F-9730-D8DB01D503EC}" dt="2026-01-22T20:18:38.228" v="4134" actId="21"/>
          <ac:spMkLst>
            <pc:docMk/>
            <pc:sldMk cId="4021150647" sldId="349"/>
            <ac:spMk id="45" creationId="{0C1F734F-8264-AF8D-5802-B993EC45B0B9}"/>
          </ac:spMkLst>
        </pc:spChg>
        <pc:spChg chg="add del mod">
          <ac:chgData name="Dr Parag D. Pawar" userId="45f730c0-1703-4ce0-909b-efb17736071d" providerId="ADAL" clId="{629D698C-9F10-422F-9730-D8DB01D503EC}" dt="2026-01-22T20:18:38.228" v="4134" actId="21"/>
          <ac:spMkLst>
            <pc:docMk/>
            <pc:sldMk cId="4021150647" sldId="349"/>
            <ac:spMk id="55" creationId="{E70754D2-23AD-BAC6-DB2B-1B9090A4F276}"/>
          </ac:spMkLst>
        </pc:spChg>
        <pc:spChg chg="mod">
          <ac:chgData name="Dr Parag D. Pawar" userId="45f730c0-1703-4ce0-909b-efb17736071d" providerId="ADAL" clId="{629D698C-9F10-422F-9730-D8DB01D503EC}" dt="2026-01-22T20:17:37.448" v="4097" actId="1076"/>
          <ac:spMkLst>
            <pc:docMk/>
            <pc:sldMk cId="4021150647" sldId="349"/>
            <ac:spMk id="79" creationId="{B3ED7B54-6F5B-B73F-FCDE-B479D76DDEBA}"/>
          </ac:spMkLst>
        </pc:spChg>
        <pc:cxnChg chg="add del mod">
          <ac:chgData name="Dr Parag D. Pawar" userId="45f730c0-1703-4ce0-909b-efb17736071d" providerId="ADAL" clId="{629D698C-9F10-422F-9730-D8DB01D503EC}" dt="2026-01-22T20:18:38.228" v="4134" actId="21"/>
          <ac:cxnSpMkLst>
            <pc:docMk/>
            <pc:sldMk cId="4021150647" sldId="349"/>
            <ac:cxnSpMk id="59" creationId="{2D61A3B0-E54E-395A-E569-DE471D42FD8D}"/>
          </ac:cxnSpMkLst>
        </pc:cxnChg>
        <pc:cxnChg chg="add del mod">
          <ac:chgData name="Dr Parag D. Pawar" userId="45f730c0-1703-4ce0-909b-efb17736071d" providerId="ADAL" clId="{629D698C-9F10-422F-9730-D8DB01D503EC}" dt="2026-01-22T20:18:38.228" v="4134" actId="21"/>
          <ac:cxnSpMkLst>
            <pc:docMk/>
            <pc:sldMk cId="4021150647" sldId="349"/>
            <ac:cxnSpMk id="60" creationId="{21C189DB-0D7D-A39A-F1E7-C6D7E608C146}"/>
          </ac:cxnSpMkLst>
        </pc:cxnChg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2823170720" sldId="350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463032060" sldId="351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341103859" sldId="354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3831798435" sldId="355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130192957" sldId="358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3380550929" sldId="359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049634138" sldId="367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2026226802" sldId="369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1563337103" sldId="371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2564479647" sldId="372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2169172515" sldId="373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3566167810" sldId="374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839425313" sldId="375"/>
        </pc:sldMkLst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781210740" sldId="376"/>
        </pc:sldMkLst>
      </pc:sldChg>
      <pc:sldChg chg="modSp 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696775344" sldId="486"/>
        </pc:sldMkLst>
        <pc:spChg chg="mod">
          <ac:chgData name="Dr Parag D. Pawar" userId="45f730c0-1703-4ce0-909b-efb17736071d" providerId="ADAL" clId="{629D698C-9F10-422F-9730-D8DB01D503EC}" dt="2026-01-22T21:48:00.770" v="4528"/>
          <ac:spMkLst>
            <pc:docMk/>
            <pc:sldMk cId="696775344" sldId="486"/>
            <ac:spMk id="36" creationId="{7F859414-770B-FCC3-DB97-72B7F4B58EE2}"/>
          </ac:spMkLst>
        </pc:spChg>
      </pc:sldChg>
      <pc:sldChg chg="add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4155893163" sldId="487"/>
        </pc:sldMkLst>
      </pc:sldChg>
      <pc:sldChg chg="addSp delSp modSp mod addAnim delAnim modAnim">
        <pc:chgData name="Dr Parag D. Pawar" userId="45f730c0-1703-4ce0-909b-efb17736071d" providerId="ADAL" clId="{629D698C-9F10-422F-9730-D8DB01D503EC}" dt="2026-01-23T07:02:41.625" v="4669"/>
        <pc:sldMkLst>
          <pc:docMk/>
          <pc:sldMk cId="2218517040" sldId="488"/>
        </pc:sldMkLst>
        <pc:spChg chg="add mod">
          <ac:chgData name="Dr Parag D. Pawar" userId="45f730c0-1703-4ce0-909b-efb17736071d" providerId="ADAL" clId="{629D698C-9F10-422F-9730-D8DB01D503EC}" dt="2026-01-22T19:44:07.141" v="3979" actId="14100"/>
          <ac:spMkLst>
            <pc:docMk/>
            <pc:sldMk cId="2218517040" sldId="488"/>
            <ac:spMk id="2" creationId="{83E62A06-8D48-601D-A7F8-3E621573BE0C}"/>
          </ac:spMkLst>
        </pc:spChg>
        <pc:spChg chg="add mod">
          <ac:chgData name="Dr Parag D. Pawar" userId="45f730c0-1703-4ce0-909b-efb17736071d" providerId="ADAL" clId="{629D698C-9F10-422F-9730-D8DB01D503EC}" dt="2026-01-22T13:08:39.198" v="3348" actId="1076"/>
          <ac:spMkLst>
            <pc:docMk/>
            <pc:sldMk cId="2218517040" sldId="488"/>
            <ac:spMk id="4" creationId="{2F87872E-C3B9-237D-FA6C-CD210F23379E}"/>
          </ac:spMkLst>
        </pc:spChg>
        <pc:spChg chg="add mod">
          <ac:chgData name="Dr Parag D. Pawar" userId="45f730c0-1703-4ce0-909b-efb17736071d" providerId="ADAL" clId="{629D698C-9F10-422F-9730-D8DB01D503EC}" dt="2026-01-22T12:54:24.428" v="3064" actId="207"/>
          <ac:spMkLst>
            <pc:docMk/>
            <pc:sldMk cId="2218517040" sldId="488"/>
            <ac:spMk id="6" creationId="{97FC0B64-1D44-66BA-CEDF-3D59A6B8A021}"/>
          </ac:spMkLst>
        </pc:spChg>
        <pc:spChg chg="add mod">
          <ac:chgData name="Dr Parag D. Pawar" userId="45f730c0-1703-4ce0-909b-efb17736071d" providerId="ADAL" clId="{629D698C-9F10-422F-9730-D8DB01D503EC}" dt="2026-01-22T12:54:57.614" v="3071" actId="1076"/>
          <ac:spMkLst>
            <pc:docMk/>
            <pc:sldMk cId="2218517040" sldId="488"/>
            <ac:spMk id="9" creationId="{B150EE61-69FA-0C52-93AE-98971E3E212D}"/>
          </ac:spMkLst>
        </pc:spChg>
        <pc:spChg chg="add mod">
          <ac:chgData name="Dr Parag D. Pawar" userId="45f730c0-1703-4ce0-909b-efb17736071d" providerId="ADAL" clId="{629D698C-9F10-422F-9730-D8DB01D503EC}" dt="2026-01-22T13:15:55.442" v="3385" actId="13822"/>
          <ac:spMkLst>
            <pc:docMk/>
            <pc:sldMk cId="2218517040" sldId="488"/>
            <ac:spMk id="10" creationId="{E2D39A69-D6D1-4534-1A03-39A9F578A2CC}"/>
          </ac:spMkLst>
        </pc:spChg>
        <pc:spChg chg="add mod">
          <ac:chgData name="Dr Parag D. Pawar" userId="45f730c0-1703-4ce0-909b-efb17736071d" providerId="ADAL" clId="{629D698C-9F10-422F-9730-D8DB01D503EC}" dt="2026-01-22T13:02:46.570" v="3116" actId="692"/>
          <ac:spMkLst>
            <pc:docMk/>
            <pc:sldMk cId="2218517040" sldId="488"/>
            <ac:spMk id="13" creationId="{C10D7486-919F-18BF-1A57-620C1FF6B99A}"/>
          </ac:spMkLst>
        </pc:spChg>
        <pc:spChg chg="add mod">
          <ac:chgData name="Dr Parag D. Pawar" userId="45f730c0-1703-4ce0-909b-efb17736071d" providerId="ADAL" clId="{629D698C-9F10-422F-9730-D8DB01D503EC}" dt="2026-01-22T21:50:47.478" v="4535" actId="207"/>
          <ac:spMkLst>
            <pc:docMk/>
            <pc:sldMk cId="2218517040" sldId="488"/>
            <ac:spMk id="14" creationId="{BC5D6103-EECE-4694-7D20-5381BE38F435}"/>
          </ac:spMkLst>
        </pc:spChg>
        <pc:spChg chg="add mod">
          <ac:chgData name="Dr Parag D. Pawar" userId="45f730c0-1703-4ce0-909b-efb17736071d" providerId="ADAL" clId="{629D698C-9F10-422F-9730-D8DB01D503EC}" dt="2026-01-22T21:53:40.475" v="4542" actId="20577"/>
          <ac:spMkLst>
            <pc:docMk/>
            <pc:sldMk cId="2218517040" sldId="488"/>
            <ac:spMk id="15" creationId="{E7C1903A-2D43-9A63-9731-FA604A9B8E2A}"/>
          </ac:spMkLst>
        </pc:spChg>
        <pc:spChg chg="add mod">
          <ac:chgData name="Dr Parag D. Pawar" userId="45f730c0-1703-4ce0-909b-efb17736071d" providerId="ADAL" clId="{629D698C-9F10-422F-9730-D8DB01D503EC}" dt="2026-01-22T13:05:52.716" v="3291" actId="1036"/>
          <ac:spMkLst>
            <pc:docMk/>
            <pc:sldMk cId="2218517040" sldId="488"/>
            <ac:spMk id="16" creationId="{B5C890DE-273D-CAC9-5197-3567D0AFF489}"/>
          </ac:spMkLst>
        </pc:spChg>
        <pc:spChg chg="add del">
          <ac:chgData name="Dr Parag D. Pawar" userId="45f730c0-1703-4ce0-909b-efb17736071d" providerId="ADAL" clId="{629D698C-9F10-422F-9730-D8DB01D503EC}" dt="2026-01-22T13:06:21.759" v="3296" actId="478"/>
          <ac:spMkLst>
            <pc:docMk/>
            <pc:sldMk cId="2218517040" sldId="488"/>
            <ac:spMk id="17" creationId="{136E1AD3-D74C-318A-312C-58ED5D8024CD}"/>
          </ac:spMkLst>
        </pc:spChg>
        <pc:spChg chg="add mod">
          <ac:chgData name="Dr Parag D. Pawar" userId="45f730c0-1703-4ce0-909b-efb17736071d" providerId="ADAL" clId="{629D698C-9F10-422F-9730-D8DB01D503EC}" dt="2026-01-23T03:26:06.054" v="4583" actId="1076"/>
          <ac:spMkLst>
            <pc:docMk/>
            <pc:sldMk cId="2218517040" sldId="488"/>
            <ac:spMk id="17" creationId="{58934D46-5D9C-F2D2-BF52-29F1B65E5388}"/>
          </ac:spMkLst>
        </pc:spChg>
        <pc:spChg chg="add mod">
          <ac:chgData name="Dr Parag D. Pawar" userId="45f730c0-1703-4ce0-909b-efb17736071d" providerId="ADAL" clId="{629D698C-9F10-422F-9730-D8DB01D503EC}" dt="2026-01-22T13:06:31.354" v="3299" actId="692"/>
          <ac:spMkLst>
            <pc:docMk/>
            <pc:sldMk cId="2218517040" sldId="488"/>
            <ac:spMk id="18" creationId="{0308F2CF-6F5E-34F2-A2DB-FBC2F7FB44BB}"/>
          </ac:spMkLst>
        </pc:spChg>
        <pc:spChg chg="add mod">
          <ac:chgData name="Dr Parag D. Pawar" userId="45f730c0-1703-4ce0-909b-efb17736071d" providerId="ADAL" clId="{629D698C-9F10-422F-9730-D8DB01D503EC}" dt="2026-01-22T13:06:42.522" v="3303" actId="692"/>
          <ac:spMkLst>
            <pc:docMk/>
            <pc:sldMk cId="2218517040" sldId="488"/>
            <ac:spMk id="26" creationId="{64446072-53E7-9848-2DF0-BFF09C27811B}"/>
          </ac:spMkLst>
        </pc:spChg>
        <pc:spChg chg="add mod">
          <ac:chgData name="Dr Parag D. Pawar" userId="45f730c0-1703-4ce0-909b-efb17736071d" providerId="ADAL" clId="{629D698C-9F10-422F-9730-D8DB01D503EC}" dt="2026-01-22T13:16:25.586" v="3391" actId="114"/>
          <ac:spMkLst>
            <pc:docMk/>
            <pc:sldMk cId="2218517040" sldId="488"/>
            <ac:spMk id="30" creationId="{18BB015E-2AD0-5774-2C6E-0F32F5AEAF7C}"/>
          </ac:spMkLst>
        </pc:spChg>
        <pc:spChg chg="add mod">
          <ac:chgData name="Dr Parag D. Pawar" userId="45f730c0-1703-4ce0-909b-efb17736071d" providerId="ADAL" clId="{629D698C-9F10-422F-9730-D8DB01D503EC}" dt="2026-01-23T03:26:01.524" v="4582" actId="1076"/>
          <ac:spMkLst>
            <pc:docMk/>
            <pc:sldMk cId="2218517040" sldId="488"/>
            <ac:spMk id="31" creationId="{02FFA83D-99B2-9813-31F6-BD70F2531CDF}"/>
          </ac:spMkLst>
        </pc:spChg>
        <pc:spChg chg="add mod">
          <ac:chgData name="Dr Parag D. Pawar" userId="45f730c0-1703-4ce0-909b-efb17736071d" providerId="ADAL" clId="{629D698C-9F10-422F-9730-D8DB01D503EC}" dt="2026-01-23T07:02:14.615" v="4666" actId="1076"/>
          <ac:spMkLst>
            <pc:docMk/>
            <pc:sldMk cId="2218517040" sldId="488"/>
            <ac:spMk id="34" creationId="{13E7D497-B959-B5CC-88A8-4D2B1D5A72B6}"/>
          </ac:spMkLst>
        </pc:spChg>
        <pc:spChg chg="add mod">
          <ac:chgData name="Dr Parag D. Pawar" userId="45f730c0-1703-4ce0-909b-efb17736071d" providerId="ADAL" clId="{629D698C-9F10-422F-9730-D8DB01D503EC}" dt="2026-01-22T19:46:49.211" v="4003" actId="1076"/>
          <ac:spMkLst>
            <pc:docMk/>
            <pc:sldMk cId="2218517040" sldId="488"/>
            <ac:spMk id="36" creationId="{801666E8-3DA1-4BAC-533F-6C274CED3D20}"/>
          </ac:spMkLst>
        </pc:spChg>
        <pc:spChg chg="add mod">
          <ac:chgData name="Dr Parag D. Pawar" userId="45f730c0-1703-4ce0-909b-efb17736071d" providerId="ADAL" clId="{629D698C-9F10-422F-9730-D8DB01D503EC}" dt="2026-01-23T07:01:52.350" v="4665" actId="1076"/>
          <ac:spMkLst>
            <pc:docMk/>
            <pc:sldMk cId="2218517040" sldId="488"/>
            <ac:spMk id="37" creationId="{688316D7-8B87-817A-D652-AA7C8840E34A}"/>
          </ac:spMkLst>
        </pc:spChg>
        <pc:spChg chg="mod">
          <ac:chgData name="Dr Parag D. Pawar" userId="45f730c0-1703-4ce0-909b-efb17736071d" providerId="ADAL" clId="{629D698C-9F10-422F-9730-D8DB01D503EC}" dt="2026-01-23T03:33:21.579" v="4638" actId="1076"/>
          <ac:spMkLst>
            <pc:docMk/>
            <pc:sldMk cId="2218517040" sldId="488"/>
            <ac:spMk id="42" creationId="{CB75002E-9B27-EDB9-84D8-A7C8BAD0B973}"/>
          </ac:spMkLst>
        </pc:spChg>
        <pc:spChg chg="add del mod">
          <ac:chgData name="Dr Parag D. Pawar" userId="45f730c0-1703-4ce0-909b-efb17736071d" providerId="ADAL" clId="{629D698C-9F10-422F-9730-D8DB01D503EC}" dt="2026-01-23T07:01:27.143" v="4648" actId="478"/>
          <ac:spMkLst>
            <pc:docMk/>
            <pc:sldMk cId="2218517040" sldId="488"/>
            <ac:spMk id="45" creationId="{2907A41B-01BD-E9D3-C4E7-9808630AFA5E}"/>
          </ac:spMkLst>
        </pc:spChg>
        <pc:spChg chg="mod">
          <ac:chgData name="Dr Parag D. Pawar" userId="45f730c0-1703-4ce0-909b-efb17736071d" providerId="ADAL" clId="{629D698C-9F10-422F-9730-D8DB01D503EC}" dt="2026-01-22T21:50:47.478" v="4535" actId="207"/>
          <ac:spMkLst>
            <pc:docMk/>
            <pc:sldMk cId="2218517040" sldId="488"/>
            <ac:spMk id="54" creationId="{68F6E64A-3B21-5AB0-A8C4-9E1D3E19A2C5}"/>
          </ac:spMkLst>
        </pc:spChg>
        <pc:picChg chg="add mod">
          <ac:chgData name="Dr Parag D. Pawar" userId="45f730c0-1703-4ce0-909b-efb17736071d" providerId="ADAL" clId="{629D698C-9F10-422F-9730-D8DB01D503EC}" dt="2026-01-22T13:13:10.711" v="3376" actId="1076"/>
          <ac:picMkLst>
            <pc:docMk/>
            <pc:sldMk cId="2218517040" sldId="488"/>
            <ac:picMk id="33" creationId="{044B7A4D-6A83-4DCF-6AEB-FAF76C6DF881}"/>
          </ac:picMkLst>
        </pc:picChg>
        <pc:picChg chg="add mod">
          <ac:chgData name="Dr Parag D. Pawar" userId="45f730c0-1703-4ce0-909b-efb17736071d" providerId="ADAL" clId="{629D698C-9F10-422F-9730-D8DB01D503EC}" dt="2026-01-23T07:01:52.350" v="4665" actId="1076"/>
          <ac:picMkLst>
            <pc:docMk/>
            <pc:sldMk cId="2218517040" sldId="488"/>
            <ac:picMk id="40" creationId="{1DC6B66E-A378-1003-7732-4B5433661B53}"/>
          </ac:picMkLst>
        </pc:picChg>
      </pc:sldChg>
      <pc:sldChg chg="addSp modSp mod addAnim delAnim modAnim">
        <pc:chgData name="Dr Parag D. Pawar" userId="45f730c0-1703-4ce0-909b-efb17736071d" providerId="ADAL" clId="{629D698C-9F10-422F-9730-D8DB01D503EC}" dt="2026-01-23T04:08:19.253" v="4645"/>
        <pc:sldMkLst>
          <pc:docMk/>
          <pc:sldMk cId="4166085515" sldId="490"/>
        </pc:sldMkLst>
        <pc:spChg chg="mod">
          <ac:chgData name="Dr Parag D. Pawar" userId="45f730c0-1703-4ce0-909b-efb17736071d" providerId="ADAL" clId="{629D698C-9F10-422F-9730-D8DB01D503EC}" dt="2026-01-22T13:54:24.960" v="3681" actId="207"/>
          <ac:spMkLst>
            <pc:docMk/>
            <pc:sldMk cId="4166085515" sldId="490"/>
            <ac:spMk id="6" creationId="{5FB4A70F-3E36-68EC-BC98-0EF48265AAF9}"/>
          </ac:spMkLst>
        </pc:spChg>
        <pc:spChg chg="add mod">
          <ac:chgData name="Dr Parag D. Pawar" userId="45f730c0-1703-4ce0-909b-efb17736071d" providerId="ADAL" clId="{629D698C-9F10-422F-9730-D8DB01D503EC}" dt="2026-01-22T21:51:05.960" v="4537" actId="207"/>
          <ac:spMkLst>
            <pc:docMk/>
            <pc:sldMk cId="4166085515" sldId="490"/>
            <ac:spMk id="20" creationId="{42680499-C7EA-BF7A-6B59-DA0FDB53184F}"/>
          </ac:spMkLst>
        </pc:spChg>
        <pc:spChg chg="add mod">
          <ac:chgData name="Dr Parag D. Pawar" userId="45f730c0-1703-4ce0-909b-efb17736071d" providerId="ADAL" clId="{629D698C-9F10-422F-9730-D8DB01D503EC}" dt="2026-01-22T20:44:26.309" v="4300" actId="1076"/>
          <ac:spMkLst>
            <pc:docMk/>
            <pc:sldMk cId="4166085515" sldId="490"/>
            <ac:spMk id="21" creationId="{D5CCC653-547B-93C2-EDA7-AA693C6B9100}"/>
          </ac:spMkLst>
        </pc:spChg>
        <pc:spChg chg="mod">
          <ac:chgData name="Dr Parag D. Pawar" userId="45f730c0-1703-4ce0-909b-efb17736071d" providerId="ADAL" clId="{629D698C-9F10-422F-9730-D8DB01D503EC}" dt="2026-01-22T13:53:09.400" v="3667" actId="20577"/>
          <ac:spMkLst>
            <pc:docMk/>
            <pc:sldMk cId="4166085515" sldId="490"/>
            <ac:spMk id="82" creationId="{355EDE21-5B91-E6C1-7565-992C230FFF72}"/>
          </ac:spMkLst>
        </pc:spChg>
        <pc:spChg chg="mod">
          <ac:chgData name="Dr Parag D. Pawar" userId="45f730c0-1703-4ce0-909b-efb17736071d" providerId="ADAL" clId="{629D698C-9F10-422F-9730-D8DB01D503EC}" dt="2026-01-22T20:43:29.254" v="4294" actId="1076"/>
          <ac:spMkLst>
            <pc:docMk/>
            <pc:sldMk cId="4166085515" sldId="490"/>
            <ac:spMk id="85" creationId="{BCDB9E99-3E2E-8E43-A521-EC3332029F4C}"/>
          </ac:spMkLst>
        </pc:spChg>
        <pc:grpChg chg="mod">
          <ac:chgData name="Dr Parag D. Pawar" userId="45f730c0-1703-4ce0-909b-efb17736071d" providerId="ADAL" clId="{629D698C-9F10-422F-9730-D8DB01D503EC}" dt="2026-01-22T20:43:24.328" v="4293" actId="1076"/>
          <ac:grpSpMkLst>
            <pc:docMk/>
            <pc:sldMk cId="4166085515" sldId="490"/>
            <ac:grpSpMk id="88" creationId="{D346E22C-40CC-0F7A-4784-C5BD55EEAA5B}"/>
          </ac:grpSpMkLst>
        </pc:grpChg>
      </pc:sldChg>
      <pc:sldChg chg="modSp mod">
        <pc:chgData name="Dr Parag D. Pawar" userId="45f730c0-1703-4ce0-909b-efb17736071d" providerId="ADAL" clId="{629D698C-9F10-422F-9730-D8DB01D503EC}" dt="2026-01-22T20:56:22.794" v="4301" actId="207"/>
        <pc:sldMkLst>
          <pc:docMk/>
          <pc:sldMk cId="2586986000" sldId="493"/>
        </pc:sldMkLst>
        <pc:spChg chg="mod">
          <ac:chgData name="Dr Parag D. Pawar" userId="45f730c0-1703-4ce0-909b-efb17736071d" providerId="ADAL" clId="{629D698C-9F10-422F-9730-D8DB01D503EC}" dt="2026-01-22T20:56:22.794" v="4301" actId="207"/>
          <ac:spMkLst>
            <pc:docMk/>
            <pc:sldMk cId="2586986000" sldId="493"/>
            <ac:spMk id="2" creationId="{5F44CC05-D607-3145-21EB-526FF1FF1516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1-22T21:07:05.617" v="4314" actId="207"/>
        <pc:sldMkLst>
          <pc:docMk/>
          <pc:sldMk cId="3927860330" sldId="494"/>
        </pc:sldMkLst>
        <pc:spChg chg="mod">
          <ac:chgData name="Dr Parag D. Pawar" userId="45f730c0-1703-4ce0-909b-efb17736071d" providerId="ADAL" clId="{629D698C-9F10-422F-9730-D8DB01D503EC}" dt="2026-01-22T14:03:15.135" v="3846" actId="207"/>
          <ac:spMkLst>
            <pc:docMk/>
            <pc:sldMk cId="3927860330" sldId="494"/>
            <ac:spMk id="2" creationId="{CF343134-565C-DB9C-4AC9-430310721882}"/>
          </ac:spMkLst>
        </pc:spChg>
        <pc:spChg chg="add mod">
          <ac:chgData name="Dr Parag D. Pawar" userId="45f730c0-1703-4ce0-909b-efb17736071d" providerId="ADAL" clId="{629D698C-9F10-422F-9730-D8DB01D503EC}" dt="2026-01-22T14:02:17.034" v="3838" actId="1076"/>
          <ac:spMkLst>
            <pc:docMk/>
            <pc:sldMk cId="3927860330" sldId="494"/>
            <ac:spMk id="5" creationId="{3DA3664F-FC61-0B49-78D1-74AE61C6F2E1}"/>
          </ac:spMkLst>
        </pc:spChg>
        <pc:spChg chg="add mod">
          <ac:chgData name="Dr Parag D. Pawar" userId="45f730c0-1703-4ce0-909b-efb17736071d" providerId="ADAL" clId="{629D698C-9F10-422F-9730-D8DB01D503EC}" dt="2026-01-22T21:07:05.617" v="4314" actId="207"/>
          <ac:spMkLst>
            <pc:docMk/>
            <pc:sldMk cId="3927860330" sldId="494"/>
            <ac:spMk id="6" creationId="{09FBE917-D936-D655-CE97-10B4D9F0316D}"/>
          </ac:spMkLst>
        </pc:spChg>
        <pc:spChg chg="mod">
          <ac:chgData name="Dr Parag D. Pawar" userId="45f730c0-1703-4ce0-909b-efb17736071d" providerId="ADAL" clId="{629D698C-9F10-422F-9730-D8DB01D503EC}" dt="2026-01-22T14:06:01.686" v="3896" actId="20577"/>
          <ac:spMkLst>
            <pc:docMk/>
            <pc:sldMk cId="3927860330" sldId="494"/>
            <ac:spMk id="97" creationId="{BCE6DF39-66ED-8D75-26BC-2C1A84F643CA}"/>
          </ac:spMkLst>
        </pc:spChg>
        <pc:spChg chg="mod">
          <ac:chgData name="Dr Parag D. Pawar" userId="45f730c0-1703-4ce0-909b-efb17736071d" providerId="ADAL" clId="{629D698C-9F10-422F-9730-D8DB01D503EC}" dt="2026-01-22T14:05:57.035" v="3895" actId="20577"/>
          <ac:spMkLst>
            <pc:docMk/>
            <pc:sldMk cId="3927860330" sldId="494"/>
            <ac:spMk id="98" creationId="{E0C69C11-6056-6BE2-A244-92E2D1518A09}"/>
          </ac:spMkLst>
        </pc:spChg>
        <pc:spChg chg="mod">
          <ac:chgData name="Dr Parag D. Pawar" userId="45f730c0-1703-4ce0-909b-efb17736071d" providerId="ADAL" clId="{629D698C-9F10-422F-9730-D8DB01D503EC}" dt="2026-01-22T14:06:39.299" v="3898" actId="20577"/>
          <ac:spMkLst>
            <pc:docMk/>
            <pc:sldMk cId="3927860330" sldId="494"/>
            <ac:spMk id="99" creationId="{17FFF39C-257A-E9B4-DB0C-C18819235A3C}"/>
          </ac:spMkLst>
        </pc:spChg>
        <pc:spChg chg="mod">
          <ac:chgData name="Dr Parag D. Pawar" userId="45f730c0-1703-4ce0-909b-efb17736071d" providerId="ADAL" clId="{629D698C-9F10-422F-9730-D8DB01D503EC}" dt="2026-01-22T14:07:18.458" v="3961" actId="20577"/>
          <ac:spMkLst>
            <pc:docMk/>
            <pc:sldMk cId="3927860330" sldId="494"/>
            <ac:spMk id="100" creationId="{EC413B6F-C34B-AC6C-528C-085FD52CBBE3}"/>
          </ac:spMkLst>
        </pc:spChg>
        <pc:spChg chg="mod">
          <ac:chgData name="Dr Parag D. Pawar" userId="45f730c0-1703-4ce0-909b-efb17736071d" providerId="ADAL" clId="{629D698C-9F10-422F-9730-D8DB01D503EC}" dt="2026-01-22T14:07:06.942" v="3948" actId="20577"/>
          <ac:spMkLst>
            <pc:docMk/>
            <pc:sldMk cId="3927860330" sldId="494"/>
            <ac:spMk id="101" creationId="{B7BE24C3-FBEA-2696-4A2E-3B90EC0DCD9C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1-22T21:13:12.727" v="4336" actId="20577"/>
        <pc:sldMkLst>
          <pc:docMk/>
          <pc:sldMk cId="2444447507" sldId="495"/>
        </pc:sldMkLst>
        <pc:spChg chg="mod">
          <ac:chgData name="Dr Parag D. Pawar" userId="45f730c0-1703-4ce0-909b-efb17736071d" providerId="ADAL" clId="{629D698C-9F10-422F-9730-D8DB01D503EC}" dt="2026-01-22T21:13:12.727" v="4336" actId="20577"/>
          <ac:spMkLst>
            <pc:docMk/>
            <pc:sldMk cId="2444447507" sldId="495"/>
            <ac:spMk id="43" creationId="{98D31A97-C469-5406-612B-026F3EA8127D}"/>
          </ac:spMkLst>
        </pc:spChg>
        <pc:spChg chg="add mod">
          <ac:chgData name="Dr Parag D. Pawar" userId="45f730c0-1703-4ce0-909b-efb17736071d" providerId="ADAL" clId="{629D698C-9F10-422F-9730-D8DB01D503EC}" dt="2026-01-22T21:03:55.773" v="4308" actId="20577"/>
          <ac:spMkLst>
            <pc:docMk/>
            <pc:sldMk cId="2444447507" sldId="495"/>
            <ac:spMk id="64" creationId="{1BF0CC09-5EE6-2289-5169-36D4FE7A35EE}"/>
          </ac:spMkLst>
        </pc:spChg>
        <pc:spChg chg="add mod">
          <ac:chgData name="Dr Parag D. Pawar" userId="45f730c0-1703-4ce0-909b-efb17736071d" providerId="ADAL" clId="{629D698C-9F10-422F-9730-D8DB01D503EC}" dt="2026-01-22T21:06:42.141" v="4313" actId="207"/>
          <ac:spMkLst>
            <pc:docMk/>
            <pc:sldMk cId="2444447507" sldId="495"/>
            <ac:spMk id="65" creationId="{C85B8D48-0C6F-3C4E-65D4-AC73D3E6B145}"/>
          </ac:spMkLst>
        </pc:spChg>
        <pc:spChg chg="add mod">
          <ac:chgData name="Dr Parag D. Pawar" userId="45f730c0-1703-4ce0-909b-efb17736071d" providerId="ADAL" clId="{629D698C-9F10-422F-9730-D8DB01D503EC}" dt="2026-01-22T21:11:46.900" v="4319" actId="1076"/>
          <ac:spMkLst>
            <pc:docMk/>
            <pc:sldMk cId="2444447507" sldId="495"/>
            <ac:spMk id="66" creationId="{99F89DBE-E58E-6B6B-0AB1-4CE353DB3DD7}"/>
          </ac:spMkLst>
        </pc:spChg>
        <pc:spChg chg="add mod">
          <ac:chgData name="Dr Parag D. Pawar" userId="45f730c0-1703-4ce0-909b-efb17736071d" providerId="ADAL" clId="{629D698C-9F10-422F-9730-D8DB01D503EC}" dt="2026-01-22T21:11:51.685" v="4321" actId="1076"/>
          <ac:spMkLst>
            <pc:docMk/>
            <pc:sldMk cId="2444447507" sldId="495"/>
            <ac:spMk id="67" creationId="{11DB3BD1-47D2-D8D1-4783-31716CB5586C}"/>
          </ac:spMkLst>
        </pc:spChg>
      </pc:sldChg>
      <pc:sldChg chg="modSp mod">
        <pc:chgData name="Dr Parag D. Pawar" userId="45f730c0-1703-4ce0-909b-efb17736071d" providerId="ADAL" clId="{629D698C-9F10-422F-9730-D8DB01D503EC}" dt="2026-01-22T14:09:23.081" v="3965" actId="113"/>
        <pc:sldMkLst>
          <pc:docMk/>
          <pc:sldMk cId="2578607159" sldId="496"/>
        </pc:sldMkLst>
        <pc:spChg chg="mod">
          <ac:chgData name="Dr Parag D. Pawar" userId="45f730c0-1703-4ce0-909b-efb17736071d" providerId="ADAL" clId="{629D698C-9F10-422F-9730-D8DB01D503EC}" dt="2026-01-22T14:09:21.219" v="3964" actId="113"/>
          <ac:spMkLst>
            <pc:docMk/>
            <pc:sldMk cId="2578607159" sldId="496"/>
            <ac:spMk id="28" creationId="{EDA15584-4EB9-5C88-800D-C6017E8B4A93}"/>
          </ac:spMkLst>
        </pc:spChg>
        <pc:spChg chg="mod">
          <ac:chgData name="Dr Parag D. Pawar" userId="45f730c0-1703-4ce0-909b-efb17736071d" providerId="ADAL" clId="{629D698C-9F10-422F-9730-D8DB01D503EC}" dt="2026-01-22T14:09:23.081" v="3965" actId="113"/>
          <ac:spMkLst>
            <pc:docMk/>
            <pc:sldMk cId="2578607159" sldId="496"/>
            <ac:spMk id="30" creationId="{2D59ABD9-C5E6-FE0C-5E15-DFF981D0A92A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1-22T21:26:44.201" v="4450" actId="1036"/>
        <pc:sldMkLst>
          <pc:docMk/>
          <pc:sldMk cId="2860645396" sldId="498"/>
        </pc:sldMkLst>
        <pc:spChg chg="mod ord">
          <ac:chgData name="Dr Parag D. Pawar" userId="45f730c0-1703-4ce0-909b-efb17736071d" providerId="ADAL" clId="{629D698C-9F10-422F-9730-D8DB01D503EC}" dt="2026-01-22T21:24:01.017" v="4402" actId="167"/>
          <ac:spMkLst>
            <pc:docMk/>
            <pc:sldMk cId="2860645396" sldId="498"/>
            <ac:spMk id="8" creationId="{91B42539-CD31-5748-B187-3A097FF08C2D}"/>
          </ac:spMkLst>
        </pc:spChg>
        <pc:spChg chg="mod">
          <ac:chgData name="Dr Parag D. Pawar" userId="45f730c0-1703-4ce0-909b-efb17736071d" providerId="ADAL" clId="{629D698C-9F10-422F-9730-D8DB01D503EC}" dt="2026-01-22T21:19:37.896" v="4378" actId="20577"/>
          <ac:spMkLst>
            <pc:docMk/>
            <pc:sldMk cId="2860645396" sldId="498"/>
            <ac:spMk id="97" creationId="{73772858-3EF4-6C91-DF77-7DA27127DF61}"/>
          </ac:spMkLst>
        </pc:spChg>
        <pc:spChg chg="mod">
          <ac:chgData name="Dr Parag D. Pawar" userId="45f730c0-1703-4ce0-909b-efb17736071d" providerId="ADAL" clId="{629D698C-9F10-422F-9730-D8DB01D503EC}" dt="2026-01-22T21:19:33.567" v="4377" actId="20577"/>
          <ac:spMkLst>
            <pc:docMk/>
            <pc:sldMk cId="2860645396" sldId="498"/>
            <ac:spMk id="98" creationId="{6D1EB67D-EE31-E8C7-DFCC-9B3414FFD1D4}"/>
          </ac:spMkLst>
        </pc:spChg>
        <pc:spChg chg="mod">
          <ac:chgData name="Dr Parag D. Pawar" userId="45f730c0-1703-4ce0-909b-efb17736071d" providerId="ADAL" clId="{629D698C-9F10-422F-9730-D8DB01D503EC}" dt="2026-01-22T21:20:22.105" v="4382" actId="20577"/>
          <ac:spMkLst>
            <pc:docMk/>
            <pc:sldMk cId="2860645396" sldId="498"/>
            <ac:spMk id="99" creationId="{30B56C3D-A049-A7DA-583E-17390D98A332}"/>
          </ac:spMkLst>
        </pc:spChg>
        <pc:spChg chg="mod">
          <ac:chgData name="Dr Parag D. Pawar" userId="45f730c0-1703-4ce0-909b-efb17736071d" providerId="ADAL" clId="{629D698C-9F10-422F-9730-D8DB01D503EC}" dt="2026-01-22T21:20:15.718" v="4381"/>
          <ac:spMkLst>
            <pc:docMk/>
            <pc:sldMk cId="2860645396" sldId="498"/>
            <ac:spMk id="100" creationId="{38F1A000-387B-AC3C-0DDB-0142FF8DF973}"/>
          </ac:spMkLst>
        </pc:spChg>
        <pc:picChg chg="add mod">
          <ac:chgData name="Dr Parag D. Pawar" userId="45f730c0-1703-4ce0-909b-efb17736071d" providerId="ADAL" clId="{629D698C-9F10-422F-9730-D8DB01D503EC}" dt="2026-01-22T21:26:12.967" v="4430" actId="1036"/>
          <ac:picMkLst>
            <pc:docMk/>
            <pc:sldMk cId="2860645396" sldId="498"/>
            <ac:picMk id="5" creationId="{4D767665-1AF5-EF27-0BEE-AB18E286E001}"/>
          </ac:picMkLst>
        </pc:picChg>
        <pc:picChg chg="add mod">
          <ac:chgData name="Dr Parag D. Pawar" userId="45f730c0-1703-4ce0-909b-efb17736071d" providerId="ADAL" clId="{629D698C-9F10-422F-9730-D8DB01D503EC}" dt="2026-01-22T21:26:44.201" v="4450" actId="1036"/>
          <ac:picMkLst>
            <pc:docMk/>
            <pc:sldMk cId="2860645396" sldId="498"/>
            <ac:picMk id="10" creationId="{44630C22-A33C-C18A-5015-EE164FB84593}"/>
          </ac:picMkLst>
        </pc:picChg>
        <pc:cxnChg chg="mod">
          <ac:chgData name="Dr Parag D. Pawar" userId="45f730c0-1703-4ce0-909b-efb17736071d" providerId="ADAL" clId="{629D698C-9F10-422F-9730-D8DB01D503EC}" dt="2026-01-22T21:20:52.107" v="4393" actId="692"/>
          <ac:cxnSpMkLst>
            <pc:docMk/>
            <pc:sldMk cId="2860645396" sldId="498"/>
            <ac:cxnSpMk id="4" creationId="{208C4242-C001-7425-DA16-E7EF9FA8EF1C}"/>
          </ac:cxnSpMkLst>
        </pc:cxnChg>
      </pc:sldChg>
      <pc:sldChg chg="addSp modSp mod modAnim">
        <pc:chgData name="Dr Parag D. Pawar" userId="45f730c0-1703-4ce0-909b-efb17736071d" providerId="ADAL" clId="{629D698C-9F10-422F-9730-D8DB01D503EC}" dt="2026-01-22T21:34:40.749" v="4497"/>
        <pc:sldMkLst>
          <pc:docMk/>
          <pc:sldMk cId="977252254" sldId="499"/>
        </pc:sldMkLst>
        <pc:spChg chg="add mod">
          <ac:chgData name="Dr Parag D. Pawar" userId="45f730c0-1703-4ce0-909b-efb17736071d" providerId="ADAL" clId="{629D698C-9F10-422F-9730-D8DB01D503EC}" dt="2026-01-22T21:32:25.264" v="4484" actId="1076"/>
          <ac:spMkLst>
            <pc:docMk/>
            <pc:sldMk cId="977252254" sldId="499"/>
            <ac:spMk id="27" creationId="{61E6337D-ED42-C2A1-E389-88709D97AA03}"/>
          </ac:spMkLst>
        </pc:spChg>
        <pc:spChg chg="mod">
          <ac:chgData name="Dr Parag D. Pawar" userId="45f730c0-1703-4ce0-909b-efb17736071d" providerId="ADAL" clId="{629D698C-9F10-422F-9730-D8DB01D503EC}" dt="2026-01-22T21:27:28.035" v="4453" actId="113"/>
          <ac:spMkLst>
            <pc:docMk/>
            <pc:sldMk cId="977252254" sldId="499"/>
            <ac:spMk id="28" creationId="{26A5F64A-ED3A-D677-7F1C-BFD3DF88176E}"/>
          </ac:spMkLst>
        </pc:spChg>
        <pc:spChg chg="mod">
          <ac:chgData name="Dr Parag D. Pawar" userId="45f730c0-1703-4ce0-909b-efb17736071d" providerId="ADAL" clId="{629D698C-9F10-422F-9730-D8DB01D503EC}" dt="2026-01-22T21:27:31.087" v="4454" actId="113"/>
          <ac:spMkLst>
            <pc:docMk/>
            <pc:sldMk cId="977252254" sldId="499"/>
            <ac:spMk id="30" creationId="{06468DB5-3FEF-7D35-38E3-59353AE8D1EC}"/>
          </ac:spMkLst>
        </pc:spChg>
        <pc:spChg chg="add mod">
          <ac:chgData name="Dr Parag D. Pawar" userId="45f730c0-1703-4ce0-909b-efb17736071d" providerId="ADAL" clId="{629D698C-9F10-422F-9730-D8DB01D503EC}" dt="2026-01-22T21:32:19.623" v="4483" actId="20577"/>
          <ac:spMkLst>
            <pc:docMk/>
            <pc:sldMk cId="977252254" sldId="499"/>
            <ac:spMk id="34" creationId="{765FBC27-0387-04CC-A350-F3E607B93571}"/>
          </ac:spMkLst>
        </pc:spChg>
        <pc:spChg chg="add mod">
          <ac:chgData name="Dr Parag D. Pawar" userId="45f730c0-1703-4ce0-909b-efb17736071d" providerId="ADAL" clId="{629D698C-9F10-422F-9730-D8DB01D503EC}" dt="2026-01-22T21:34:23.091" v="4493" actId="1076"/>
          <ac:spMkLst>
            <pc:docMk/>
            <pc:sldMk cId="977252254" sldId="499"/>
            <ac:spMk id="41" creationId="{1B173A39-90D0-4C1D-8720-CB81AA0DA1B0}"/>
          </ac:spMkLst>
        </pc:spChg>
        <pc:spChg chg="mod">
          <ac:chgData name="Dr Parag D. Pawar" userId="45f730c0-1703-4ce0-909b-efb17736071d" providerId="ADAL" clId="{629D698C-9F10-422F-9730-D8DB01D503EC}" dt="2026-01-22T21:34:16.326" v="4491" actId="20577"/>
          <ac:spMkLst>
            <pc:docMk/>
            <pc:sldMk cId="977252254" sldId="499"/>
            <ac:spMk id="43" creationId="{EF7D0BCE-3407-39B8-3750-9FE50B14C9FC}"/>
          </ac:spMkLst>
        </pc:spChg>
      </pc:sldChg>
      <pc:sldChg chg="addSp modSp mod modAnim">
        <pc:chgData name="Dr Parag D. Pawar" userId="45f730c0-1703-4ce0-909b-efb17736071d" providerId="ADAL" clId="{629D698C-9F10-422F-9730-D8DB01D503EC}" dt="2026-01-22T21:36:40.165" v="4500" actId="1076"/>
        <pc:sldMkLst>
          <pc:docMk/>
          <pc:sldMk cId="4262089607" sldId="501"/>
        </pc:sldMkLst>
        <pc:spChg chg="add mod">
          <ac:chgData name="Dr Parag D. Pawar" userId="45f730c0-1703-4ce0-909b-efb17736071d" providerId="ADAL" clId="{629D698C-9F10-422F-9730-D8DB01D503EC}" dt="2026-01-22T21:36:40.165" v="4500" actId="1076"/>
          <ac:spMkLst>
            <pc:docMk/>
            <pc:sldMk cId="4262089607" sldId="501"/>
            <ac:spMk id="9" creationId="{FB1B9F72-6B8C-D87C-CBB5-8EFD64E44011}"/>
          </ac:spMkLst>
        </pc:spChg>
        <pc:spChg chg="mod">
          <ac:chgData name="Dr Parag D. Pawar" userId="45f730c0-1703-4ce0-909b-efb17736071d" providerId="ADAL" clId="{629D698C-9F10-422F-9730-D8DB01D503EC}" dt="2026-01-22T21:36:35.673" v="4499" actId="1076"/>
          <ac:spMkLst>
            <pc:docMk/>
            <pc:sldMk cId="4262089607" sldId="501"/>
            <ac:spMk id="30" creationId="{9A9A6900-ADCD-09F0-FABA-9F7B9D5831E0}"/>
          </ac:spMkLst>
        </pc:spChg>
      </pc:sldChg>
      <pc:sldChg chg="addSp modSp mod addAnim delAnim modAnim">
        <pc:chgData name="Dr Parag D. Pawar" userId="45f730c0-1703-4ce0-909b-efb17736071d" providerId="ADAL" clId="{629D698C-9F10-422F-9730-D8DB01D503EC}" dt="2026-01-23T04:01:18.770" v="4641"/>
        <pc:sldMkLst>
          <pc:docMk/>
          <pc:sldMk cId="2182265387" sldId="502"/>
        </pc:sldMkLst>
        <pc:spChg chg="add mod">
          <ac:chgData name="Dr Parag D. Pawar" userId="45f730c0-1703-4ce0-909b-efb17736071d" providerId="ADAL" clId="{629D698C-9F10-422F-9730-D8DB01D503EC}" dt="2026-01-22T13:22:40.250" v="3506" actId="14100"/>
          <ac:spMkLst>
            <pc:docMk/>
            <pc:sldMk cId="2182265387" sldId="502"/>
            <ac:spMk id="6" creationId="{6A922C6E-21E7-0840-8812-B99B32637382}"/>
          </ac:spMkLst>
        </pc:spChg>
        <pc:spChg chg="add mod">
          <ac:chgData name="Dr Parag D. Pawar" userId="45f730c0-1703-4ce0-909b-efb17736071d" providerId="ADAL" clId="{629D698C-9F10-422F-9730-D8DB01D503EC}" dt="2026-01-22T13:18:24.988" v="3489" actId="692"/>
          <ac:spMkLst>
            <pc:docMk/>
            <pc:sldMk cId="2182265387" sldId="502"/>
            <ac:spMk id="14" creationId="{EA154CD4-87EC-9035-A881-D4AA68E20C1E}"/>
          </ac:spMkLst>
        </pc:spChg>
        <pc:spChg chg="add mod">
          <ac:chgData name="Dr Parag D. Pawar" userId="45f730c0-1703-4ce0-909b-efb17736071d" providerId="ADAL" clId="{629D698C-9F10-422F-9730-D8DB01D503EC}" dt="2026-01-22T13:25:25.340" v="3549" actId="1076"/>
          <ac:spMkLst>
            <pc:docMk/>
            <pc:sldMk cId="2182265387" sldId="502"/>
            <ac:spMk id="17" creationId="{9DB72E28-E545-83EE-5359-CB6110B5C929}"/>
          </ac:spMkLst>
        </pc:spChg>
        <pc:spChg chg="add mod">
          <ac:chgData name="Dr Parag D. Pawar" userId="45f730c0-1703-4ce0-909b-efb17736071d" providerId="ADAL" clId="{629D698C-9F10-422F-9730-D8DB01D503EC}" dt="2026-01-22T13:29:14.043" v="3637" actId="207"/>
          <ac:spMkLst>
            <pc:docMk/>
            <pc:sldMk cId="2182265387" sldId="502"/>
            <ac:spMk id="24" creationId="{9EA3A999-0C50-CDEE-9B45-2E5AE1698B38}"/>
          </ac:spMkLst>
        </pc:spChg>
        <pc:picChg chg="add mod">
          <ac:chgData name="Dr Parag D. Pawar" userId="45f730c0-1703-4ce0-909b-efb17736071d" providerId="ADAL" clId="{629D698C-9F10-422F-9730-D8DB01D503EC}" dt="2026-01-22T13:24:29.968" v="3519" actId="1440"/>
          <ac:picMkLst>
            <pc:docMk/>
            <pc:sldMk cId="2182265387" sldId="502"/>
            <ac:picMk id="15" creationId="{36D10D63-5EDE-F8A4-B727-0AD52024489A}"/>
          </ac:picMkLst>
        </pc:picChg>
        <pc:picChg chg="add mod">
          <ac:chgData name="Dr Parag D. Pawar" userId="45f730c0-1703-4ce0-909b-efb17736071d" providerId="ADAL" clId="{629D698C-9F10-422F-9730-D8DB01D503EC}" dt="2026-01-22T13:24:35.627" v="3520" actId="1076"/>
          <ac:picMkLst>
            <pc:docMk/>
            <pc:sldMk cId="2182265387" sldId="502"/>
            <ac:picMk id="16" creationId="{F52D0296-762B-FB1B-9A0A-ADA3EA277C31}"/>
          </ac:picMkLst>
        </pc:picChg>
        <pc:picChg chg="add mod">
          <ac:chgData name="Dr Parag D. Pawar" userId="45f730c0-1703-4ce0-909b-efb17736071d" providerId="ADAL" clId="{629D698C-9F10-422F-9730-D8DB01D503EC}" dt="2026-01-23T04:01:14.954" v="4640" actId="1076"/>
          <ac:picMkLst>
            <pc:docMk/>
            <pc:sldMk cId="2182265387" sldId="502"/>
            <ac:picMk id="18" creationId="{F38F0AF2-9F60-4755-A9B4-7A178F56579B}"/>
          </ac:picMkLst>
        </pc:picChg>
        <pc:cxnChg chg="add mod">
          <ac:chgData name="Dr Parag D. Pawar" userId="45f730c0-1703-4ce0-909b-efb17736071d" providerId="ADAL" clId="{629D698C-9F10-422F-9730-D8DB01D503EC}" dt="2026-01-22T13:25:25.340" v="3549" actId="1076"/>
          <ac:cxnSpMkLst>
            <pc:docMk/>
            <pc:sldMk cId="2182265387" sldId="502"/>
            <ac:cxnSpMk id="19" creationId="{2BA6A02E-5721-0F09-4AA7-49E3FEFC6DC1}"/>
          </ac:cxnSpMkLst>
        </pc:cxnChg>
        <pc:cxnChg chg="add mod">
          <ac:chgData name="Dr Parag D. Pawar" userId="45f730c0-1703-4ce0-909b-efb17736071d" providerId="ADAL" clId="{629D698C-9F10-422F-9730-D8DB01D503EC}" dt="2026-01-22T13:28:54.067" v="3628" actId="1076"/>
          <ac:cxnSpMkLst>
            <pc:docMk/>
            <pc:sldMk cId="2182265387" sldId="502"/>
            <ac:cxnSpMk id="20" creationId="{B6409C8E-3AE0-E095-1ADB-FF9839C1D87F}"/>
          </ac:cxnSpMkLst>
        </pc:cxnChg>
      </pc:sldChg>
      <pc:sldChg chg="new del">
        <pc:chgData name="Dr Parag D. Pawar" userId="45f730c0-1703-4ce0-909b-efb17736071d" providerId="ADAL" clId="{629D698C-9F10-422F-9730-D8DB01D503EC}" dt="2026-01-23T11:04:01.529" v="4670" actId="47"/>
        <pc:sldMkLst>
          <pc:docMk/>
          <pc:sldMk cId="2477663164" sldId="503"/>
        </pc:sldMkLst>
      </pc:sldChg>
    </pc:docChg>
  </pc:docChgLst>
  <pc:docChgLst>
    <pc:chgData name="Dr Parag D. Pawar" userId="45f730c0-1703-4ce0-909b-efb17736071d" providerId="ADAL" clId="{CD4D9D87-25C2-47DB-AE56-A86177B2B98E}"/>
    <pc:docChg chg="undo redo custSel addSld delSld modSld sldOrd delMainMaster">
      <pc:chgData name="Dr Parag D. Pawar" userId="45f730c0-1703-4ce0-909b-efb17736071d" providerId="ADAL" clId="{CD4D9D87-25C2-47DB-AE56-A86177B2B98E}" dt="2026-01-22T12:06:30.533" v="2733" actId="20577"/>
      <pc:docMkLst>
        <pc:docMk/>
      </pc:docMkLst>
      <pc:sldChg chg="delSp modSp add del mod addAnim delAnim modAnim">
        <pc:chgData name="Dr Parag D. Pawar" userId="45f730c0-1703-4ce0-909b-efb17736071d" providerId="ADAL" clId="{CD4D9D87-25C2-47DB-AE56-A86177B2B98E}" dt="2026-01-21T11:56:36.842" v="2286"/>
        <pc:sldMkLst>
          <pc:docMk/>
          <pc:sldMk cId="337489126" sldId="266"/>
        </pc:sldMkLst>
        <pc:spChg chg="mod">
          <ac:chgData name="Dr Parag D. Pawar" userId="45f730c0-1703-4ce0-909b-efb17736071d" providerId="ADAL" clId="{CD4D9D87-25C2-47DB-AE56-A86177B2B98E}" dt="2026-01-21T04:56:24.680" v="2248" actId="207"/>
          <ac:spMkLst>
            <pc:docMk/>
            <pc:sldMk cId="337489126" sldId="266"/>
            <ac:spMk id="2" creationId="{6EFC6F5B-A4E2-FDF7-791C-8529724959AC}"/>
          </ac:spMkLst>
        </pc:spChg>
        <pc:spChg chg="mod">
          <ac:chgData name="Dr Parag D. Pawar" userId="45f730c0-1703-4ce0-909b-efb17736071d" providerId="ADAL" clId="{CD4D9D87-25C2-47DB-AE56-A86177B2B98E}" dt="2026-01-21T04:56:10.458" v="2244" actId="207"/>
          <ac:spMkLst>
            <pc:docMk/>
            <pc:sldMk cId="337489126" sldId="266"/>
            <ac:spMk id="7" creationId="{7FA2725E-F49C-F2A5-5F0B-B63BDA6CEDBA}"/>
          </ac:spMkLst>
        </pc:spChg>
      </pc:sldChg>
      <pc:sldChg chg="modSp add mod">
        <pc:chgData name="Dr Parag D. Pawar" userId="45f730c0-1703-4ce0-909b-efb17736071d" providerId="ADAL" clId="{CD4D9D87-25C2-47DB-AE56-A86177B2B98E}" dt="2026-01-21T05:16:22.844" v="2250" actId="13822"/>
        <pc:sldMkLst>
          <pc:docMk/>
          <pc:sldMk cId="1017518467" sldId="301"/>
        </pc:sldMkLst>
        <pc:spChg chg="mod">
          <ac:chgData name="Dr Parag D. Pawar" userId="45f730c0-1703-4ce0-909b-efb17736071d" providerId="ADAL" clId="{CD4D9D87-25C2-47DB-AE56-A86177B2B98E}" dt="2026-01-21T05:16:22.844" v="2250" actId="13822"/>
          <ac:spMkLst>
            <pc:docMk/>
            <pc:sldMk cId="1017518467" sldId="301"/>
            <ac:spMk id="3" creationId="{529FAE82-3C5C-8903-8ECB-0D7F37AA958A}"/>
          </ac:spMkLst>
        </pc:spChg>
      </pc:sldChg>
      <pc:sldChg chg="addSp delSp modSp add mod addAnim delAnim modAnim">
        <pc:chgData name="Dr Parag D. Pawar" userId="45f730c0-1703-4ce0-909b-efb17736071d" providerId="ADAL" clId="{CD4D9D87-25C2-47DB-AE56-A86177B2B98E}" dt="2026-01-22T11:55:06.903" v="2727" actId="1076"/>
        <pc:sldMkLst>
          <pc:docMk/>
          <pc:sldMk cId="2218517040" sldId="488"/>
        </pc:sldMkLst>
        <pc:spChg chg="del mod">
          <ac:chgData name="Dr Parag D. Pawar" userId="45f730c0-1703-4ce0-909b-efb17736071d" providerId="ADAL" clId="{CD4D9D87-25C2-47DB-AE56-A86177B2B98E}" dt="2026-01-22T02:32:20.528" v="2293" actId="478"/>
          <ac:spMkLst>
            <pc:docMk/>
            <pc:sldMk cId="2218517040" sldId="488"/>
            <ac:spMk id="2" creationId="{CD96A709-8C6B-4440-44F1-C157AD0C31C7}"/>
          </ac:spMkLst>
        </pc:spChg>
        <pc:spChg chg="mod">
          <ac:chgData name="Dr Parag D. Pawar" userId="45f730c0-1703-4ce0-909b-efb17736071d" providerId="ADAL" clId="{CD4D9D87-25C2-47DB-AE56-A86177B2B98E}" dt="2026-01-21T04:40:50.444" v="2008" actId="20577"/>
          <ac:spMkLst>
            <pc:docMk/>
            <pc:sldMk cId="2218517040" sldId="488"/>
            <ac:spMk id="3" creationId="{800686E8-70B4-A3D4-0F28-79D9BD2AF6CD}"/>
          </ac:spMkLst>
        </pc:spChg>
        <pc:spChg chg="mod topLvl">
          <ac:chgData name="Dr Parag D. Pawar" userId="45f730c0-1703-4ce0-909b-efb17736071d" providerId="ADAL" clId="{CD4D9D87-25C2-47DB-AE56-A86177B2B98E}" dt="2026-01-21T04:43:56.351" v="2223" actId="1076"/>
          <ac:spMkLst>
            <pc:docMk/>
            <pc:sldMk cId="2218517040" sldId="488"/>
            <ac:spMk id="5" creationId="{695D8C28-34C5-A960-D62E-15C929ADADD9}"/>
          </ac:spMkLst>
        </pc:spChg>
        <pc:spChg chg="mod topLvl">
          <ac:chgData name="Dr Parag D. Pawar" userId="45f730c0-1703-4ce0-909b-efb17736071d" providerId="ADAL" clId="{CD4D9D87-25C2-47DB-AE56-A86177B2B98E}" dt="2026-01-21T04:42:08.143" v="2028" actId="165"/>
          <ac:spMkLst>
            <pc:docMk/>
            <pc:sldMk cId="2218517040" sldId="488"/>
            <ac:spMk id="7" creationId="{9ADACDD2-4327-718B-2C4F-E7D28E7D2397}"/>
          </ac:spMkLst>
        </pc:spChg>
        <pc:spChg chg="mod topLvl">
          <ac:chgData name="Dr Parag D. Pawar" userId="45f730c0-1703-4ce0-909b-efb17736071d" providerId="ADAL" clId="{CD4D9D87-25C2-47DB-AE56-A86177B2B98E}" dt="2026-01-21T04:43:20.632" v="2213" actId="1076"/>
          <ac:spMkLst>
            <pc:docMk/>
            <pc:sldMk cId="2218517040" sldId="488"/>
            <ac:spMk id="8" creationId="{F17B01E0-933B-9E0A-A709-F3975EBE3200}"/>
          </ac:spMkLst>
        </pc:spChg>
        <pc:spChg chg="del mod">
          <ac:chgData name="Dr Parag D. Pawar" userId="45f730c0-1703-4ce0-909b-efb17736071d" providerId="ADAL" clId="{CD4D9D87-25C2-47DB-AE56-A86177B2B98E}" dt="2026-01-22T02:32:32.919" v="2298" actId="478"/>
          <ac:spMkLst>
            <pc:docMk/>
            <pc:sldMk cId="2218517040" sldId="488"/>
            <ac:spMk id="9" creationId="{BF01363A-8FD3-0199-31DA-F7949ABE7BFA}"/>
          </ac:spMkLst>
        </pc:spChg>
        <pc:spChg chg="add del mod">
          <ac:chgData name="Dr Parag D. Pawar" userId="45f730c0-1703-4ce0-909b-efb17736071d" providerId="ADAL" clId="{CD4D9D87-25C2-47DB-AE56-A86177B2B98E}" dt="2026-01-22T02:32:30.023" v="2297" actId="478"/>
          <ac:spMkLst>
            <pc:docMk/>
            <pc:sldMk cId="2218517040" sldId="488"/>
            <ac:spMk id="10" creationId="{DD526D8F-9D3A-1BC9-103F-B724B876C165}"/>
          </ac:spMkLst>
        </pc:spChg>
        <pc:spChg chg="add mod">
          <ac:chgData name="Dr Parag D. Pawar" userId="45f730c0-1703-4ce0-909b-efb17736071d" providerId="ADAL" clId="{CD4D9D87-25C2-47DB-AE56-A86177B2B98E}" dt="2026-01-22T03:05:15.467" v="2713" actId="207"/>
          <ac:spMkLst>
            <pc:docMk/>
            <pc:sldMk cId="2218517040" sldId="488"/>
            <ac:spMk id="11" creationId="{6792C9DF-5205-19D7-FF10-D96378260FFE}"/>
          </ac:spMkLst>
        </pc:spChg>
        <pc:spChg chg="add">
          <ac:chgData name="Dr Parag D. Pawar" userId="45f730c0-1703-4ce0-909b-efb17736071d" providerId="ADAL" clId="{CD4D9D87-25C2-47DB-AE56-A86177B2B98E}" dt="2026-01-21T04:43:54.301" v="2222" actId="11529"/>
          <ac:spMkLst>
            <pc:docMk/>
            <pc:sldMk cId="2218517040" sldId="488"/>
            <ac:spMk id="12" creationId="{F79C0E01-8BDE-37EF-E9A8-03A24AD858DB}"/>
          </ac:spMkLst>
        </pc:spChg>
        <pc:spChg chg="add del mod">
          <ac:chgData name="Dr Parag D. Pawar" userId="45f730c0-1703-4ce0-909b-efb17736071d" providerId="ADAL" clId="{CD4D9D87-25C2-47DB-AE56-A86177B2B98E}" dt="2026-01-22T02:32:23.156" v="2294" actId="478"/>
          <ac:spMkLst>
            <pc:docMk/>
            <pc:sldMk cId="2218517040" sldId="488"/>
            <ac:spMk id="18" creationId="{10B33FB5-21E9-95B7-B1E4-3DCD4FAE9E6A}"/>
          </ac:spMkLst>
        </pc:spChg>
        <pc:spChg chg="add mod">
          <ac:chgData name="Dr Parag D. Pawar" userId="45f730c0-1703-4ce0-909b-efb17736071d" providerId="ADAL" clId="{CD4D9D87-25C2-47DB-AE56-A86177B2B98E}" dt="2026-01-22T02:33:01.437" v="2323" actId="1076"/>
          <ac:spMkLst>
            <pc:docMk/>
            <pc:sldMk cId="2218517040" sldId="488"/>
            <ac:spMk id="19" creationId="{23E31EF2-1AFF-AA39-08C1-8E7A156E00CC}"/>
          </ac:spMkLst>
        </pc:spChg>
        <pc:spChg chg="add mod">
          <ac:chgData name="Dr Parag D. Pawar" userId="45f730c0-1703-4ce0-909b-efb17736071d" providerId="ADAL" clId="{CD4D9D87-25C2-47DB-AE56-A86177B2B98E}" dt="2026-01-22T02:46:06.385" v="2510" actId="1076"/>
          <ac:spMkLst>
            <pc:docMk/>
            <pc:sldMk cId="2218517040" sldId="488"/>
            <ac:spMk id="20" creationId="{07B3C3A5-2711-D0DD-CE69-7CAA35135423}"/>
          </ac:spMkLst>
        </pc:spChg>
        <pc:spChg chg="add mod">
          <ac:chgData name="Dr Parag D. Pawar" userId="45f730c0-1703-4ce0-909b-efb17736071d" providerId="ADAL" clId="{CD4D9D87-25C2-47DB-AE56-A86177B2B98E}" dt="2026-01-22T02:38:37.772" v="2470" actId="207"/>
          <ac:spMkLst>
            <pc:docMk/>
            <pc:sldMk cId="2218517040" sldId="488"/>
            <ac:spMk id="21" creationId="{1C0066A3-A1D4-78B3-0191-C7DB73774213}"/>
          </ac:spMkLst>
        </pc:spChg>
        <pc:spChg chg="add mod">
          <ac:chgData name="Dr Parag D. Pawar" userId="45f730c0-1703-4ce0-909b-efb17736071d" providerId="ADAL" clId="{CD4D9D87-25C2-47DB-AE56-A86177B2B98E}" dt="2026-01-22T02:38:44.214" v="2473" actId="207"/>
          <ac:spMkLst>
            <pc:docMk/>
            <pc:sldMk cId="2218517040" sldId="488"/>
            <ac:spMk id="22" creationId="{1F1D7DB6-0AA7-6473-3B03-251605F9799C}"/>
          </ac:spMkLst>
        </pc:spChg>
        <pc:spChg chg="add mod">
          <ac:chgData name="Dr Parag D. Pawar" userId="45f730c0-1703-4ce0-909b-efb17736071d" providerId="ADAL" clId="{CD4D9D87-25C2-47DB-AE56-A86177B2B98E}" dt="2026-01-22T02:38:41.566" v="2472" actId="207"/>
          <ac:spMkLst>
            <pc:docMk/>
            <pc:sldMk cId="2218517040" sldId="488"/>
            <ac:spMk id="23" creationId="{F7CB3468-AB68-ABD7-044B-2B8C6094D3F1}"/>
          </ac:spMkLst>
        </pc:spChg>
        <pc:spChg chg="add mod">
          <ac:chgData name="Dr Parag D. Pawar" userId="45f730c0-1703-4ce0-909b-efb17736071d" providerId="ADAL" clId="{CD4D9D87-25C2-47DB-AE56-A86177B2B98E}" dt="2026-01-22T02:38:40.287" v="2471" actId="207"/>
          <ac:spMkLst>
            <pc:docMk/>
            <pc:sldMk cId="2218517040" sldId="488"/>
            <ac:spMk id="24" creationId="{A87AFC82-39A8-FAD1-9549-3E36E6B8AFA0}"/>
          </ac:spMkLst>
        </pc:spChg>
        <pc:spChg chg="add del mod">
          <ac:chgData name="Dr Parag D. Pawar" userId="45f730c0-1703-4ce0-909b-efb17736071d" providerId="ADAL" clId="{CD4D9D87-25C2-47DB-AE56-A86177B2B98E}" dt="2026-01-22T11:55:06.903" v="2727" actId="1076"/>
          <ac:spMkLst>
            <pc:docMk/>
            <pc:sldMk cId="2218517040" sldId="488"/>
            <ac:spMk id="41" creationId="{41F9C5FA-AC74-868A-06F4-627F281F2186}"/>
          </ac:spMkLst>
        </pc:spChg>
        <pc:spChg chg="add mod">
          <ac:chgData name="Dr Parag D. Pawar" userId="45f730c0-1703-4ce0-909b-efb17736071d" providerId="ADAL" clId="{CD4D9D87-25C2-47DB-AE56-A86177B2B98E}" dt="2026-01-22T02:38:16.809" v="2465" actId="14100"/>
          <ac:spMkLst>
            <pc:docMk/>
            <pc:sldMk cId="2218517040" sldId="488"/>
            <ac:spMk id="42" creationId="{CB75002E-9B27-EDB9-84D8-A7C8BAD0B973}"/>
          </ac:spMkLst>
        </pc:spChg>
        <pc:spChg chg="add mod">
          <ac:chgData name="Dr Parag D. Pawar" userId="45f730c0-1703-4ce0-909b-efb17736071d" providerId="ADAL" clId="{CD4D9D87-25C2-47DB-AE56-A86177B2B98E}" dt="2026-01-22T02:38:05.707" v="2463" actId="13822"/>
          <ac:spMkLst>
            <pc:docMk/>
            <pc:sldMk cId="2218517040" sldId="488"/>
            <ac:spMk id="43" creationId="{CDB5295F-5E92-DD15-D19A-DBB25473B475}"/>
          </ac:spMkLst>
        </pc:spChg>
        <pc:spChg chg="add mod">
          <ac:chgData name="Dr Parag D. Pawar" userId="45f730c0-1703-4ce0-909b-efb17736071d" providerId="ADAL" clId="{CD4D9D87-25C2-47DB-AE56-A86177B2B98E}" dt="2026-01-22T02:46:08.855" v="2511" actId="1076"/>
          <ac:spMkLst>
            <pc:docMk/>
            <pc:sldMk cId="2218517040" sldId="488"/>
            <ac:spMk id="44" creationId="{80CC0FCC-7284-6541-3032-FAE2E54D6E3C}"/>
          </ac:spMkLst>
        </pc:spChg>
        <pc:spChg chg="add del mod">
          <ac:chgData name="Dr Parag D. Pawar" userId="45f730c0-1703-4ce0-909b-efb17736071d" providerId="ADAL" clId="{CD4D9D87-25C2-47DB-AE56-A86177B2B98E}" dt="2026-01-22T02:54:36.597" v="2599" actId="478"/>
          <ac:spMkLst>
            <pc:docMk/>
            <pc:sldMk cId="2218517040" sldId="488"/>
            <ac:spMk id="48" creationId="{37E11B1D-7D36-0303-1E63-82F885CB9402}"/>
          </ac:spMkLst>
        </pc:spChg>
        <pc:spChg chg="add mod">
          <ac:chgData name="Dr Parag D. Pawar" userId="45f730c0-1703-4ce0-909b-efb17736071d" providerId="ADAL" clId="{CD4D9D87-25C2-47DB-AE56-A86177B2B98E}" dt="2026-01-22T02:59:28.977" v="2649" actId="207"/>
          <ac:spMkLst>
            <pc:docMk/>
            <pc:sldMk cId="2218517040" sldId="488"/>
            <ac:spMk id="51" creationId="{1C8416C2-341B-7EB1-1067-189B3410E679}"/>
          </ac:spMkLst>
        </pc:spChg>
        <pc:spChg chg="add mod">
          <ac:chgData name="Dr Parag D. Pawar" userId="45f730c0-1703-4ce0-909b-efb17736071d" providerId="ADAL" clId="{CD4D9D87-25C2-47DB-AE56-A86177B2B98E}" dt="2026-01-22T03:13:53.817" v="2720" actId="14100"/>
          <ac:spMkLst>
            <pc:docMk/>
            <pc:sldMk cId="2218517040" sldId="488"/>
            <ac:spMk id="52" creationId="{C2126A9C-A6C1-EF1C-F206-D7C0A302C924}"/>
          </ac:spMkLst>
        </pc:spChg>
        <pc:spChg chg="add mod">
          <ac:chgData name="Dr Parag D. Pawar" userId="45f730c0-1703-4ce0-909b-efb17736071d" providerId="ADAL" clId="{CD4D9D87-25C2-47DB-AE56-A86177B2B98E}" dt="2026-01-22T02:59:33.702" v="2651" actId="207"/>
          <ac:spMkLst>
            <pc:docMk/>
            <pc:sldMk cId="2218517040" sldId="488"/>
            <ac:spMk id="53" creationId="{54E9CD91-2F98-C708-01A6-02A03D5BF925}"/>
          </ac:spMkLst>
        </pc:spChg>
        <pc:spChg chg="add mod">
          <ac:chgData name="Dr Parag D. Pawar" userId="45f730c0-1703-4ce0-909b-efb17736071d" providerId="ADAL" clId="{CD4D9D87-25C2-47DB-AE56-A86177B2B98E}" dt="2026-01-22T03:00:52.847" v="2684" actId="1076"/>
          <ac:spMkLst>
            <pc:docMk/>
            <pc:sldMk cId="2218517040" sldId="488"/>
            <ac:spMk id="54" creationId="{68F6E64A-3B21-5AB0-A8C4-9E1D3E19A2C5}"/>
          </ac:spMkLst>
        </pc:spChg>
        <pc:picChg chg="del">
          <ac:chgData name="Dr Parag D. Pawar" userId="45f730c0-1703-4ce0-909b-efb17736071d" providerId="ADAL" clId="{CD4D9D87-25C2-47DB-AE56-A86177B2B98E}" dt="2026-01-22T02:32:24.989" v="2295" actId="478"/>
          <ac:picMkLst>
            <pc:docMk/>
            <pc:sldMk cId="2218517040" sldId="488"/>
            <ac:picMk id="4" creationId="{398DC2C1-38C7-1C0A-D63B-DFEA778FA5E3}"/>
          </ac:picMkLst>
        </pc:picChg>
        <pc:picChg chg="add mod">
          <ac:chgData name="Dr Parag D. Pawar" userId="45f730c0-1703-4ce0-909b-efb17736071d" providerId="ADAL" clId="{CD4D9D87-25C2-47DB-AE56-A86177B2B98E}" dt="2026-01-22T02:55:11.661" v="2603" actId="1076"/>
          <ac:picMkLst>
            <pc:docMk/>
            <pc:sldMk cId="2218517040" sldId="488"/>
            <ac:picMk id="50" creationId="{089C3690-ACD7-04BC-93E8-865A9E7EB8B5}"/>
          </ac:picMkLst>
        </pc:picChg>
        <pc:cxnChg chg="add del mod">
          <ac:chgData name="Dr Parag D. Pawar" userId="45f730c0-1703-4ce0-909b-efb17736071d" providerId="ADAL" clId="{CD4D9D87-25C2-47DB-AE56-A86177B2B98E}" dt="2026-01-22T02:32:27.472" v="2296" actId="478"/>
          <ac:cxnSpMkLst>
            <pc:docMk/>
            <pc:sldMk cId="2218517040" sldId="488"/>
            <ac:cxnSpMk id="13" creationId="{6A689C69-5ED3-AD46-3F4C-CC9A6E5AE30C}"/>
          </ac:cxnSpMkLst>
        </pc:cxnChg>
        <pc:cxnChg chg="add mod">
          <ac:chgData name="Dr Parag D. Pawar" userId="45f730c0-1703-4ce0-909b-efb17736071d" providerId="ADAL" clId="{CD4D9D87-25C2-47DB-AE56-A86177B2B98E}" dt="2026-01-22T02:46:06.385" v="2510" actId="1076"/>
          <ac:cxnSpMkLst>
            <pc:docMk/>
            <pc:sldMk cId="2218517040" sldId="488"/>
            <ac:cxnSpMk id="28" creationId="{532FACB4-000A-5AF6-C1E9-0B4A655AAB79}"/>
          </ac:cxnSpMkLst>
        </pc:cxnChg>
        <pc:cxnChg chg="add mod">
          <ac:chgData name="Dr Parag D. Pawar" userId="45f730c0-1703-4ce0-909b-efb17736071d" providerId="ADAL" clId="{CD4D9D87-25C2-47DB-AE56-A86177B2B98E}" dt="2026-01-22T02:35:58.620" v="2360" actId="14100"/>
          <ac:cxnSpMkLst>
            <pc:docMk/>
            <pc:sldMk cId="2218517040" sldId="488"/>
            <ac:cxnSpMk id="29" creationId="{9840AEF9-78FB-E969-5877-4BD29534A8FA}"/>
          </ac:cxnSpMkLst>
        </pc:cxnChg>
        <pc:cxnChg chg="add mod">
          <ac:chgData name="Dr Parag D. Pawar" userId="45f730c0-1703-4ce0-909b-efb17736071d" providerId="ADAL" clId="{CD4D9D87-25C2-47DB-AE56-A86177B2B98E}" dt="2026-01-22T02:46:06.385" v="2510" actId="1076"/>
          <ac:cxnSpMkLst>
            <pc:docMk/>
            <pc:sldMk cId="2218517040" sldId="488"/>
            <ac:cxnSpMk id="32" creationId="{6B477047-061F-EA17-0702-41250C9B4168}"/>
          </ac:cxnSpMkLst>
        </pc:cxnChg>
        <pc:cxnChg chg="add mod">
          <ac:chgData name="Dr Parag D. Pawar" userId="45f730c0-1703-4ce0-909b-efb17736071d" providerId="ADAL" clId="{CD4D9D87-25C2-47DB-AE56-A86177B2B98E}" dt="2026-01-22T02:46:06.385" v="2510" actId="1076"/>
          <ac:cxnSpMkLst>
            <pc:docMk/>
            <pc:sldMk cId="2218517040" sldId="488"/>
            <ac:cxnSpMk id="35" creationId="{7C2D305C-2DB6-1F97-7EDC-03C82ED99DF2}"/>
          </ac:cxnSpMkLst>
        </pc:cxnChg>
        <pc:cxnChg chg="add mod">
          <ac:chgData name="Dr Parag D. Pawar" userId="45f730c0-1703-4ce0-909b-efb17736071d" providerId="ADAL" clId="{CD4D9D87-25C2-47DB-AE56-A86177B2B98E}" dt="2026-01-22T02:36:27.092" v="2370" actId="14100"/>
          <ac:cxnSpMkLst>
            <pc:docMk/>
            <pc:sldMk cId="2218517040" sldId="488"/>
            <ac:cxnSpMk id="38" creationId="{27C4E4BB-CEEA-AD9B-B270-C27295B5D31E}"/>
          </ac:cxnSpMkLst>
        </pc:cxnChg>
      </pc:sldChg>
      <pc:sldChg chg="modSp add mod">
        <pc:chgData name="Dr Parag D. Pawar" userId="45f730c0-1703-4ce0-909b-efb17736071d" providerId="ADAL" clId="{CD4D9D87-25C2-47DB-AE56-A86177B2B98E}" dt="2026-01-22T12:06:30.533" v="2733" actId="20577"/>
        <pc:sldMkLst>
          <pc:docMk/>
          <pc:sldMk cId="864265096" sldId="489"/>
        </pc:sldMkLst>
        <pc:spChg chg="mod">
          <ac:chgData name="Dr Parag D. Pawar" userId="45f730c0-1703-4ce0-909b-efb17736071d" providerId="ADAL" clId="{CD4D9D87-25C2-47DB-AE56-A86177B2B98E}" dt="2026-01-21T05:16:36.596" v="2251" actId="13822"/>
          <ac:spMkLst>
            <pc:docMk/>
            <pc:sldMk cId="864265096" sldId="489"/>
            <ac:spMk id="4" creationId="{9BFCE629-CE7E-DE68-FFE8-0142483A6B3B}"/>
          </ac:spMkLst>
        </pc:spChg>
        <pc:spChg chg="mod">
          <ac:chgData name="Dr Parag D. Pawar" userId="45f730c0-1703-4ce0-909b-efb17736071d" providerId="ADAL" clId="{CD4D9D87-25C2-47DB-AE56-A86177B2B98E}" dt="2026-01-22T12:06:30.533" v="2733" actId="20577"/>
          <ac:spMkLst>
            <pc:docMk/>
            <pc:sldMk cId="864265096" sldId="489"/>
            <ac:spMk id="13" creationId="{069F6700-0B72-D3BE-2C65-BD3FEEB26FCD}"/>
          </ac:spMkLst>
        </pc:spChg>
      </pc:sldChg>
      <pc:sldChg chg="addSp modSp add mod addAnim delAnim modAnim">
        <pc:chgData name="Dr Parag D. Pawar" userId="45f730c0-1703-4ce0-909b-efb17736071d" providerId="ADAL" clId="{CD4D9D87-25C2-47DB-AE56-A86177B2B98E}" dt="2026-01-21T12:05:14.599" v="2291"/>
        <pc:sldMkLst>
          <pc:docMk/>
          <pc:sldMk cId="4166085515" sldId="490"/>
        </pc:sldMkLst>
        <pc:spChg chg="add mod">
          <ac:chgData name="Dr Parag D. Pawar" userId="45f730c0-1703-4ce0-909b-efb17736071d" providerId="ADAL" clId="{CD4D9D87-25C2-47DB-AE56-A86177B2B98E}" dt="2026-01-21T12:05:08.948" v="2289" actId="1076"/>
          <ac:spMkLst>
            <pc:docMk/>
            <pc:sldMk cId="4166085515" sldId="490"/>
            <ac:spMk id="7" creationId="{F1A7F14E-FC38-D771-130D-2C5FFCD49078}"/>
          </ac:spMkLst>
        </pc:spChg>
        <pc:spChg chg="mod">
          <ac:chgData name="Dr Parag D. Pawar" userId="45f730c0-1703-4ce0-909b-efb17736071d" providerId="ADAL" clId="{CD4D9D87-25C2-47DB-AE56-A86177B2B98E}" dt="2026-01-21T12:05:00.716" v="2287" actId="1076"/>
          <ac:spMkLst>
            <pc:docMk/>
            <pc:sldMk cId="4166085515" sldId="490"/>
            <ac:spMk id="89" creationId="{40EA056C-5E32-2972-79F8-4614523D20D5}"/>
          </ac:spMkLst>
        </pc:spChg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3575635109" sldId="491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4243795213" sldId="492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2586986000" sldId="493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3927860330" sldId="494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2444447507" sldId="495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2578607159" sldId="496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538748486" sldId="497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2860645396" sldId="498"/>
        </pc:sldMkLst>
      </pc:sldChg>
      <pc:sldChg chg="add">
        <pc:chgData name="Dr Parag D. Pawar" userId="45f730c0-1703-4ce0-909b-efb17736071d" providerId="ADAL" clId="{CD4D9D87-25C2-47DB-AE56-A86177B2B98E}" dt="2026-01-21T04:37:33.778" v="2006"/>
        <pc:sldMkLst>
          <pc:docMk/>
          <pc:sldMk cId="977252254" sldId="499"/>
        </pc:sldMkLst>
      </pc:sldChg>
      <pc:sldChg chg="modSp add mod">
        <pc:chgData name="Dr Parag D. Pawar" userId="45f730c0-1703-4ce0-909b-efb17736071d" providerId="ADAL" clId="{CD4D9D87-25C2-47DB-AE56-A86177B2B98E}" dt="2026-01-21T05:16:55.579" v="2252" actId="13822"/>
        <pc:sldMkLst>
          <pc:docMk/>
          <pc:sldMk cId="729464818" sldId="500"/>
        </pc:sldMkLst>
        <pc:spChg chg="mod">
          <ac:chgData name="Dr Parag D. Pawar" userId="45f730c0-1703-4ce0-909b-efb17736071d" providerId="ADAL" clId="{CD4D9D87-25C2-47DB-AE56-A86177B2B98E}" dt="2026-01-21T05:16:55.579" v="2252" actId="13822"/>
          <ac:spMkLst>
            <pc:docMk/>
            <pc:sldMk cId="729464818" sldId="500"/>
            <ac:spMk id="104" creationId="{6AD671FD-495D-272D-4144-8F1C741680B3}"/>
          </ac:spMkLst>
        </pc:spChg>
      </pc:sldChg>
      <pc:sldChg chg="modSp add mod">
        <pc:chgData name="Dr Parag D. Pawar" userId="45f730c0-1703-4ce0-909b-efb17736071d" providerId="ADAL" clId="{CD4D9D87-25C2-47DB-AE56-A86177B2B98E}" dt="2026-01-21T05:17:01.054" v="2253" actId="13822"/>
        <pc:sldMkLst>
          <pc:docMk/>
          <pc:sldMk cId="4262089607" sldId="501"/>
        </pc:sldMkLst>
        <pc:spChg chg="mod">
          <ac:chgData name="Dr Parag D. Pawar" userId="45f730c0-1703-4ce0-909b-efb17736071d" providerId="ADAL" clId="{CD4D9D87-25C2-47DB-AE56-A86177B2B98E}" dt="2026-01-21T05:17:01.054" v="2253" actId="13822"/>
          <ac:spMkLst>
            <pc:docMk/>
            <pc:sldMk cId="4262089607" sldId="501"/>
            <ac:spMk id="104" creationId="{086B860B-DF9B-7318-C2B7-690733BAD849}"/>
          </ac:spMkLst>
        </pc:spChg>
      </pc:sldChg>
      <pc:sldChg chg="add addAnim delAnim modAnim">
        <pc:chgData name="Dr Parag D. Pawar" userId="45f730c0-1703-4ce0-909b-efb17736071d" providerId="ADAL" clId="{CD4D9D87-25C2-47DB-AE56-A86177B2B98E}" dt="2026-01-22T11:58:40.750" v="2732"/>
        <pc:sldMkLst>
          <pc:docMk/>
          <pc:sldMk cId="2182265387" sldId="50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EFCE0A-6F9C-44E6-B0A8-82E6CF15015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E7BB5A6-B84D-454C-AFE9-8E5BE78C55F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Actions</a:t>
          </a:r>
        </a:p>
      </dgm:t>
    </dgm:pt>
    <dgm:pt modelId="{8335492B-26A5-427F-AD53-72D5B0EA7DF6}" type="parTrans" cxnId="{0EFC5B95-05AF-48AC-B3DC-51ED2054AEC6}">
      <dgm:prSet/>
      <dgm:spPr/>
      <dgm:t>
        <a:bodyPr/>
        <a:lstStyle/>
        <a:p>
          <a:endParaRPr lang="en-US"/>
        </a:p>
      </dgm:t>
    </dgm:pt>
    <dgm:pt modelId="{8F604428-9777-4D65-B8A9-CC15CA35C88F}" type="sibTrans" cxnId="{0EFC5B95-05AF-48AC-B3DC-51ED2054AEC6}">
      <dgm:prSet/>
      <dgm:spPr/>
      <dgm:t>
        <a:bodyPr/>
        <a:lstStyle/>
        <a:p>
          <a:endParaRPr lang="en-US"/>
        </a:p>
      </dgm:t>
    </dgm:pt>
    <dgm:pt modelId="{6F54DC3B-6B65-4B5D-9BD7-0F325F423E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Outcomes</a:t>
          </a:r>
        </a:p>
      </dgm:t>
    </dgm:pt>
    <dgm:pt modelId="{027C3489-7F40-4FA3-A1BE-FA1B7709F4A3}" type="parTrans" cxnId="{08187888-8622-4B39-81C5-6FD6900E3049}">
      <dgm:prSet/>
      <dgm:spPr/>
      <dgm:t>
        <a:bodyPr/>
        <a:lstStyle/>
        <a:p>
          <a:endParaRPr lang="en-US"/>
        </a:p>
      </dgm:t>
    </dgm:pt>
    <dgm:pt modelId="{9DF0DDFC-44E1-4217-905C-D2EA7A20EF94}" type="sibTrans" cxnId="{08187888-8622-4B39-81C5-6FD6900E3049}">
      <dgm:prSet/>
      <dgm:spPr/>
      <dgm:t>
        <a:bodyPr/>
        <a:lstStyle/>
        <a:p>
          <a:endParaRPr lang="en-US"/>
        </a:p>
      </dgm:t>
    </dgm:pt>
    <dgm:pt modelId="{F109B750-2345-4805-BF25-C35C9C1C98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Payoff</a:t>
          </a:r>
        </a:p>
      </dgm:t>
    </dgm:pt>
    <dgm:pt modelId="{A0D48798-73D0-4285-9957-50564474EC87}" type="parTrans" cxnId="{C814054C-DF81-4495-97C9-8DFA97C1C372}">
      <dgm:prSet/>
      <dgm:spPr/>
      <dgm:t>
        <a:bodyPr/>
        <a:lstStyle/>
        <a:p>
          <a:endParaRPr lang="en-US"/>
        </a:p>
      </dgm:t>
    </dgm:pt>
    <dgm:pt modelId="{B5E75CB9-DE87-4370-8EBE-82847BCDDF5C}" type="sibTrans" cxnId="{C814054C-DF81-4495-97C9-8DFA97C1C372}">
      <dgm:prSet/>
      <dgm:spPr/>
      <dgm:t>
        <a:bodyPr/>
        <a:lstStyle/>
        <a:p>
          <a:endParaRPr lang="en-US"/>
        </a:p>
      </dgm:t>
    </dgm:pt>
    <dgm:pt modelId="{2BF803F2-28A8-403B-B7D9-9D1BDDD29F1A}" type="pres">
      <dgm:prSet presAssocID="{FBEFCE0A-6F9C-44E6-B0A8-82E6CF150158}" presName="root" presStyleCnt="0">
        <dgm:presLayoutVars>
          <dgm:dir/>
          <dgm:resizeHandles val="exact"/>
        </dgm:presLayoutVars>
      </dgm:prSet>
      <dgm:spPr/>
    </dgm:pt>
    <dgm:pt modelId="{E7A75571-36AF-4D73-8FA6-A2066067ABB7}" type="pres">
      <dgm:prSet presAssocID="{1E7BB5A6-B84D-454C-AFE9-8E5BE78C55F5}" presName="compNode" presStyleCnt="0"/>
      <dgm:spPr/>
    </dgm:pt>
    <dgm:pt modelId="{405E74E9-F59E-45DF-AE32-1178FF9CB50F}" type="pres">
      <dgm:prSet presAssocID="{1E7BB5A6-B84D-454C-AFE9-8E5BE78C55F5}" presName="iconBgRect" presStyleLbl="bgShp" presStyleIdx="0" presStyleCnt="3"/>
      <dgm:spPr/>
    </dgm:pt>
    <dgm:pt modelId="{D6D16B62-A0C0-4DB2-B473-548796EDE7B7}" type="pres">
      <dgm:prSet presAssocID="{1E7BB5A6-B84D-454C-AFE9-8E5BE78C55F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C1BE0D3-2D4A-4434-9080-0EAD491D77CC}" type="pres">
      <dgm:prSet presAssocID="{1E7BB5A6-B84D-454C-AFE9-8E5BE78C55F5}" presName="spaceRect" presStyleCnt="0"/>
      <dgm:spPr/>
    </dgm:pt>
    <dgm:pt modelId="{35F5E0AD-5697-4B82-A757-A0D2F887B66D}" type="pres">
      <dgm:prSet presAssocID="{1E7BB5A6-B84D-454C-AFE9-8E5BE78C55F5}" presName="textRect" presStyleLbl="revTx" presStyleIdx="0" presStyleCnt="3">
        <dgm:presLayoutVars>
          <dgm:chMax val="1"/>
          <dgm:chPref val="1"/>
        </dgm:presLayoutVars>
      </dgm:prSet>
      <dgm:spPr/>
    </dgm:pt>
    <dgm:pt modelId="{5FE7D5D5-DDC5-4E95-84A0-86C97D760A8C}" type="pres">
      <dgm:prSet presAssocID="{8F604428-9777-4D65-B8A9-CC15CA35C88F}" presName="sibTrans" presStyleCnt="0"/>
      <dgm:spPr/>
    </dgm:pt>
    <dgm:pt modelId="{25F4C9F4-97E8-40BC-98EA-FDDC8C2F7DA3}" type="pres">
      <dgm:prSet presAssocID="{6F54DC3B-6B65-4B5D-9BD7-0F325F423EB2}" presName="compNode" presStyleCnt="0"/>
      <dgm:spPr/>
    </dgm:pt>
    <dgm:pt modelId="{73118F7D-6351-4034-A285-649037568776}" type="pres">
      <dgm:prSet presAssocID="{6F54DC3B-6B65-4B5D-9BD7-0F325F423EB2}" presName="iconBgRect" presStyleLbl="bgShp" presStyleIdx="1" presStyleCnt="3"/>
      <dgm:spPr/>
    </dgm:pt>
    <dgm:pt modelId="{3479FE24-0B14-44ED-B28A-027D103A5614}" type="pres">
      <dgm:prSet presAssocID="{6F54DC3B-6B65-4B5D-9BD7-0F325F423E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AA94188-F09F-45E0-B6E0-1CD2D767A884}" type="pres">
      <dgm:prSet presAssocID="{6F54DC3B-6B65-4B5D-9BD7-0F325F423EB2}" presName="spaceRect" presStyleCnt="0"/>
      <dgm:spPr/>
    </dgm:pt>
    <dgm:pt modelId="{89DAB115-9782-4009-88E6-D0523D074700}" type="pres">
      <dgm:prSet presAssocID="{6F54DC3B-6B65-4B5D-9BD7-0F325F423EB2}" presName="textRect" presStyleLbl="revTx" presStyleIdx="1" presStyleCnt="3">
        <dgm:presLayoutVars>
          <dgm:chMax val="1"/>
          <dgm:chPref val="1"/>
        </dgm:presLayoutVars>
      </dgm:prSet>
      <dgm:spPr/>
    </dgm:pt>
    <dgm:pt modelId="{846FD1A0-9A81-41B3-9C0C-2851779E586A}" type="pres">
      <dgm:prSet presAssocID="{9DF0DDFC-44E1-4217-905C-D2EA7A20EF94}" presName="sibTrans" presStyleCnt="0"/>
      <dgm:spPr/>
    </dgm:pt>
    <dgm:pt modelId="{A4DF6FC7-1C19-4467-B94E-222CC28C435C}" type="pres">
      <dgm:prSet presAssocID="{F109B750-2345-4805-BF25-C35C9C1C9848}" presName="compNode" presStyleCnt="0"/>
      <dgm:spPr/>
    </dgm:pt>
    <dgm:pt modelId="{0003E4D4-F736-4AFE-83EC-7D865E0F7B85}" type="pres">
      <dgm:prSet presAssocID="{F109B750-2345-4805-BF25-C35C9C1C9848}" presName="iconBgRect" presStyleLbl="bgShp" presStyleIdx="2" presStyleCnt="3"/>
      <dgm:spPr/>
    </dgm:pt>
    <dgm:pt modelId="{4E03CB9C-A59D-4FAC-B2A4-FCC4176A06BA}" type="pres">
      <dgm:prSet presAssocID="{F109B750-2345-4805-BF25-C35C9C1C98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37B3EB45-C19E-4952-8138-FDF29F2671BB}" type="pres">
      <dgm:prSet presAssocID="{F109B750-2345-4805-BF25-C35C9C1C9848}" presName="spaceRect" presStyleCnt="0"/>
      <dgm:spPr/>
    </dgm:pt>
    <dgm:pt modelId="{89A29C7C-F6CA-4189-B064-E2A7026F8697}" type="pres">
      <dgm:prSet presAssocID="{F109B750-2345-4805-BF25-C35C9C1C98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9641A3F-9BFC-4994-943D-87BEA13EF723}" type="presOf" srcId="{6F54DC3B-6B65-4B5D-9BD7-0F325F423EB2}" destId="{89DAB115-9782-4009-88E6-D0523D074700}" srcOrd="0" destOrd="0" presId="urn:microsoft.com/office/officeart/2018/5/layout/IconCircleLabelList"/>
    <dgm:cxn modelId="{C814054C-DF81-4495-97C9-8DFA97C1C372}" srcId="{FBEFCE0A-6F9C-44E6-B0A8-82E6CF150158}" destId="{F109B750-2345-4805-BF25-C35C9C1C9848}" srcOrd="2" destOrd="0" parTransId="{A0D48798-73D0-4285-9957-50564474EC87}" sibTransId="{B5E75CB9-DE87-4370-8EBE-82847BCDDF5C}"/>
    <dgm:cxn modelId="{08187888-8622-4B39-81C5-6FD6900E3049}" srcId="{FBEFCE0A-6F9C-44E6-B0A8-82E6CF150158}" destId="{6F54DC3B-6B65-4B5D-9BD7-0F325F423EB2}" srcOrd="1" destOrd="0" parTransId="{027C3489-7F40-4FA3-A1BE-FA1B7709F4A3}" sibTransId="{9DF0DDFC-44E1-4217-905C-D2EA7A20EF94}"/>
    <dgm:cxn modelId="{17E6648A-DCB6-4927-AAE6-15AF958A7DBD}" type="presOf" srcId="{F109B750-2345-4805-BF25-C35C9C1C9848}" destId="{89A29C7C-F6CA-4189-B064-E2A7026F8697}" srcOrd="0" destOrd="0" presId="urn:microsoft.com/office/officeart/2018/5/layout/IconCircleLabelList"/>
    <dgm:cxn modelId="{0EFC5B95-05AF-48AC-B3DC-51ED2054AEC6}" srcId="{FBEFCE0A-6F9C-44E6-B0A8-82E6CF150158}" destId="{1E7BB5A6-B84D-454C-AFE9-8E5BE78C55F5}" srcOrd="0" destOrd="0" parTransId="{8335492B-26A5-427F-AD53-72D5B0EA7DF6}" sibTransId="{8F604428-9777-4D65-B8A9-CC15CA35C88F}"/>
    <dgm:cxn modelId="{4473D7A3-4EB6-4140-8213-72F1D7755FD8}" type="presOf" srcId="{1E7BB5A6-B84D-454C-AFE9-8E5BE78C55F5}" destId="{35F5E0AD-5697-4B82-A757-A0D2F887B66D}" srcOrd="0" destOrd="0" presId="urn:microsoft.com/office/officeart/2018/5/layout/IconCircleLabelList"/>
    <dgm:cxn modelId="{1E3B7BE3-1A06-4AFE-9A2E-DC2F919C7D97}" type="presOf" srcId="{FBEFCE0A-6F9C-44E6-B0A8-82E6CF150158}" destId="{2BF803F2-28A8-403B-B7D9-9D1BDDD29F1A}" srcOrd="0" destOrd="0" presId="urn:microsoft.com/office/officeart/2018/5/layout/IconCircleLabelList"/>
    <dgm:cxn modelId="{70A41512-4134-46D8-90CB-78AA68C99F78}" type="presParOf" srcId="{2BF803F2-28A8-403B-B7D9-9D1BDDD29F1A}" destId="{E7A75571-36AF-4D73-8FA6-A2066067ABB7}" srcOrd="0" destOrd="0" presId="urn:microsoft.com/office/officeart/2018/5/layout/IconCircleLabelList"/>
    <dgm:cxn modelId="{81BF4AE1-A1B5-4CEA-A6CE-6AC6C804D54E}" type="presParOf" srcId="{E7A75571-36AF-4D73-8FA6-A2066067ABB7}" destId="{405E74E9-F59E-45DF-AE32-1178FF9CB50F}" srcOrd="0" destOrd="0" presId="urn:microsoft.com/office/officeart/2018/5/layout/IconCircleLabelList"/>
    <dgm:cxn modelId="{CAE33973-050A-4768-954F-9A0004BA33F7}" type="presParOf" srcId="{E7A75571-36AF-4D73-8FA6-A2066067ABB7}" destId="{D6D16B62-A0C0-4DB2-B473-548796EDE7B7}" srcOrd="1" destOrd="0" presId="urn:microsoft.com/office/officeart/2018/5/layout/IconCircleLabelList"/>
    <dgm:cxn modelId="{80B6D95C-7DEF-441B-8DCA-BD04B4D457FC}" type="presParOf" srcId="{E7A75571-36AF-4D73-8FA6-A2066067ABB7}" destId="{EC1BE0D3-2D4A-4434-9080-0EAD491D77CC}" srcOrd="2" destOrd="0" presId="urn:microsoft.com/office/officeart/2018/5/layout/IconCircleLabelList"/>
    <dgm:cxn modelId="{E30AA000-942C-4AA2-BD3C-405C34367024}" type="presParOf" srcId="{E7A75571-36AF-4D73-8FA6-A2066067ABB7}" destId="{35F5E0AD-5697-4B82-A757-A0D2F887B66D}" srcOrd="3" destOrd="0" presId="urn:microsoft.com/office/officeart/2018/5/layout/IconCircleLabelList"/>
    <dgm:cxn modelId="{545C3FAA-DF6C-44FC-9903-19EC92E63469}" type="presParOf" srcId="{2BF803F2-28A8-403B-B7D9-9D1BDDD29F1A}" destId="{5FE7D5D5-DDC5-4E95-84A0-86C97D760A8C}" srcOrd="1" destOrd="0" presId="urn:microsoft.com/office/officeart/2018/5/layout/IconCircleLabelList"/>
    <dgm:cxn modelId="{6325668C-A325-49FE-88A1-7AA93D5675DB}" type="presParOf" srcId="{2BF803F2-28A8-403B-B7D9-9D1BDDD29F1A}" destId="{25F4C9F4-97E8-40BC-98EA-FDDC8C2F7DA3}" srcOrd="2" destOrd="0" presId="urn:microsoft.com/office/officeart/2018/5/layout/IconCircleLabelList"/>
    <dgm:cxn modelId="{24785A44-A2F9-482C-BD2F-4E0D95F5D97A}" type="presParOf" srcId="{25F4C9F4-97E8-40BC-98EA-FDDC8C2F7DA3}" destId="{73118F7D-6351-4034-A285-649037568776}" srcOrd="0" destOrd="0" presId="urn:microsoft.com/office/officeart/2018/5/layout/IconCircleLabelList"/>
    <dgm:cxn modelId="{CDDA7B4C-62B3-4BE4-B5B1-03638E604B66}" type="presParOf" srcId="{25F4C9F4-97E8-40BC-98EA-FDDC8C2F7DA3}" destId="{3479FE24-0B14-44ED-B28A-027D103A5614}" srcOrd="1" destOrd="0" presId="urn:microsoft.com/office/officeart/2018/5/layout/IconCircleLabelList"/>
    <dgm:cxn modelId="{FD0FD875-CCB8-411B-ADE6-E5D92107B5F8}" type="presParOf" srcId="{25F4C9F4-97E8-40BC-98EA-FDDC8C2F7DA3}" destId="{4AA94188-F09F-45E0-B6E0-1CD2D767A884}" srcOrd="2" destOrd="0" presId="urn:microsoft.com/office/officeart/2018/5/layout/IconCircleLabelList"/>
    <dgm:cxn modelId="{59F1816C-88A1-4385-BB35-4134D84CC80E}" type="presParOf" srcId="{25F4C9F4-97E8-40BC-98EA-FDDC8C2F7DA3}" destId="{89DAB115-9782-4009-88E6-D0523D074700}" srcOrd="3" destOrd="0" presId="urn:microsoft.com/office/officeart/2018/5/layout/IconCircleLabelList"/>
    <dgm:cxn modelId="{761B72AC-8223-4800-8FFA-36752DA61D0E}" type="presParOf" srcId="{2BF803F2-28A8-403B-B7D9-9D1BDDD29F1A}" destId="{846FD1A0-9A81-41B3-9C0C-2851779E586A}" srcOrd="3" destOrd="0" presId="urn:microsoft.com/office/officeart/2018/5/layout/IconCircleLabelList"/>
    <dgm:cxn modelId="{A02D132F-D679-4535-917A-83B5B0200876}" type="presParOf" srcId="{2BF803F2-28A8-403B-B7D9-9D1BDDD29F1A}" destId="{A4DF6FC7-1C19-4467-B94E-222CC28C435C}" srcOrd="4" destOrd="0" presId="urn:microsoft.com/office/officeart/2018/5/layout/IconCircleLabelList"/>
    <dgm:cxn modelId="{184A483E-C7D0-4E10-8CA8-1EE0E0779165}" type="presParOf" srcId="{A4DF6FC7-1C19-4467-B94E-222CC28C435C}" destId="{0003E4D4-F736-4AFE-83EC-7D865E0F7B85}" srcOrd="0" destOrd="0" presId="urn:microsoft.com/office/officeart/2018/5/layout/IconCircleLabelList"/>
    <dgm:cxn modelId="{DBD28B29-3FD2-4164-8837-EAD72E0C7EA3}" type="presParOf" srcId="{A4DF6FC7-1C19-4467-B94E-222CC28C435C}" destId="{4E03CB9C-A59D-4FAC-B2A4-FCC4176A06BA}" srcOrd="1" destOrd="0" presId="urn:microsoft.com/office/officeart/2018/5/layout/IconCircleLabelList"/>
    <dgm:cxn modelId="{3D67FF80-3F6C-4329-975B-5551EF1CB262}" type="presParOf" srcId="{A4DF6FC7-1C19-4467-B94E-222CC28C435C}" destId="{37B3EB45-C19E-4952-8138-FDF29F2671BB}" srcOrd="2" destOrd="0" presId="urn:microsoft.com/office/officeart/2018/5/layout/IconCircleLabelList"/>
    <dgm:cxn modelId="{F4D29869-D924-4663-88F3-3FF8BC463DEB}" type="presParOf" srcId="{A4DF6FC7-1C19-4467-B94E-222CC28C435C}" destId="{89A29C7C-F6CA-4189-B064-E2A7026F869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E74E9-F59E-45DF-AE32-1178FF9CB50F}">
      <dsp:nvSpPr>
        <dsp:cNvPr id="0" name=""/>
        <dsp:cNvSpPr/>
      </dsp:nvSpPr>
      <dsp:spPr>
        <a:xfrm>
          <a:off x="679050" y="376937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16B62-A0C0-4DB2-B473-548796EDE7B7}">
      <dsp:nvSpPr>
        <dsp:cNvPr id="0" name=""/>
        <dsp:cNvSpPr/>
      </dsp:nvSpPr>
      <dsp:spPr>
        <a:xfrm>
          <a:off x="1081237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5E0AD-5697-4B82-A757-A0D2F887B66D}">
      <dsp:nvSpPr>
        <dsp:cNvPr id="0" name=""/>
        <dsp:cNvSpPr/>
      </dsp:nvSpPr>
      <dsp:spPr>
        <a:xfrm>
          <a:off x="75768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Actions</a:t>
          </a:r>
        </a:p>
      </dsp:txBody>
      <dsp:txXfrm>
        <a:off x="75768" y="2851938"/>
        <a:ext cx="3093750" cy="720000"/>
      </dsp:txXfrm>
    </dsp:sp>
    <dsp:sp modelId="{73118F7D-6351-4034-A285-649037568776}">
      <dsp:nvSpPr>
        <dsp:cNvPr id="0" name=""/>
        <dsp:cNvSpPr/>
      </dsp:nvSpPr>
      <dsp:spPr>
        <a:xfrm>
          <a:off x="4314206" y="376937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9FE24-0B14-44ED-B28A-027D103A5614}">
      <dsp:nvSpPr>
        <dsp:cNvPr id="0" name=""/>
        <dsp:cNvSpPr/>
      </dsp:nvSpPr>
      <dsp:spPr>
        <a:xfrm>
          <a:off x="4716393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AB115-9782-4009-88E6-D0523D074700}">
      <dsp:nvSpPr>
        <dsp:cNvPr id="0" name=""/>
        <dsp:cNvSpPr/>
      </dsp:nvSpPr>
      <dsp:spPr>
        <a:xfrm>
          <a:off x="3710925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Outcomes</a:t>
          </a:r>
        </a:p>
      </dsp:txBody>
      <dsp:txXfrm>
        <a:off x="3710925" y="2851938"/>
        <a:ext cx="3093750" cy="720000"/>
      </dsp:txXfrm>
    </dsp:sp>
    <dsp:sp modelId="{0003E4D4-F736-4AFE-83EC-7D865E0F7B85}">
      <dsp:nvSpPr>
        <dsp:cNvPr id="0" name=""/>
        <dsp:cNvSpPr/>
      </dsp:nvSpPr>
      <dsp:spPr>
        <a:xfrm>
          <a:off x="7949362" y="376937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3CB9C-A59D-4FAC-B2A4-FCC4176A06BA}">
      <dsp:nvSpPr>
        <dsp:cNvPr id="0" name=""/>
        <dsp:cNvSpPr/>
      </dsp:nvSpPr>
      <dsp:spPr>
        <a:xfrm>
          <a:off x="8351550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29C7C-F6CA-4189-B064-E2A7026F8697}">
      <dsp:nvSpPr>
        <dsp:cNvPr id="0" name=""/>
        <dsp:cNvSpPr/>
      </dsp:nvSpPr>
      <dsp:spPr>
        <a:xfrm>
          <a:off x="7346081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 dirty="0"/>
            <a:t>Payoff</a:t>
          </a:r>
        </a:p>
      </dsp:txBody>
      <dsp:txXfrm>
        <a:off x="7346081" y="2851938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0C40-380F-467F-B2E8-E7180F29145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F0A6D-EEA4-4712-949D-959F890BC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8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8545D-24DA-5D7E-F066-AE8979CA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89E62-6E0E-17B7-56BD-FA42976BA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4D2D5-6C95-485C-F452-2FC64D14C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564B8-7675-D6DC-D73A-3D83C6F14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98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C134-119B-76F4-6F57-53DD6B0B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335E7-641C-E274-AFD8-9ACF63802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B9A61-96BF-EA0F-4766-7B88AC76E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EA978-CB8B-DA9C-CA7E-4B3A2EA5E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E83F6-3A65-482C-B878-5103AB5386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93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F6D9-433D-9FCD-1371-1FFC5B22C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D57-1E42-FEF9-0046-F55DAD532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FED1-DC2E-CA26-77D3-B561CC9C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2C593-CC40-D16B-0A92-941477A9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34F8-28C8-6190-4C7A-46BE2551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CF8B-79E3-327D-BE10-75A66EF3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D811-EBEC-A270-B6E0-0245AD7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26D39-7B87-DE1A-5773-802CCC8F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8125-5496-97EB-E47F-48BE46EF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BE62-5957-C388-3C97-08E94A0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9FF-2E5A-4944-C1BF-C8E2B51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2F7C-B359-6847-B6BB-CB0D4FDA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0B2F-8D7D-88CB-EB4C-D002D54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DAD0E-CDC9-81DE-EAE1-4D48F97F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8BBC0-DF8F-9633-3CF0-B537CC4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BC8D-7B47-32C2-5D96-31B3077D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4B44F-FCDC-3C0E-EE40-C85D05455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7FFF-518C-F697-E99F-82A49EDB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59D35-265F-B240-4867-A8884695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5B8C1-6A1F-7695-CE51-B11363BD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52C22-A624-D254-DF4D-844F544C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277-2A98-F5FB-469B-993AD22E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F13E-9536-45FA-3843-3EB0BAC11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26A17-C4D6-59E3-0A04-A2C0AB179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2183E-7155-D59D-77AA-533FFF38F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EA97B-8655-8A53-7B87-F43C923B5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3C9E4-AD31-6A15-DEBA-532AB09A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A57D4-E06C-ED8E-3954-958ABB03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4200A-B4D8-DF9F-A065-32BA685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3A8F-C2BE-88F1-871E-FCDBBC10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B962-578D-B4FE-AF9D-7957A581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609FF-4186-0E56-3F39-68FD17AE9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05437-F288-98C3-7F90-5C6ACEE6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323B-08B1-2CFB-ABD3-A510B613B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435D-871A-182C-7C87-B4989835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6F160-3EFD-19D0-298E-AD69EC9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5AD0-4B31-492F-9BA4-1F5D982A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1AF9-7A27-04D5-9D85-5D4D8019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A3A66-5958-769B-741E-B5437CA15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A6B32-A397-2328-9339-0D650285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70F0E-2882-5BED-DA88-638CC2CB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23D9-AA7A-9A39-B5F1-328454DB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B9B5-B531-AB92-B827-2FD74C17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183E2-9567-629B-664B-298D5897D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E4114-FC7A-5462-1297-5D6BCAB5C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CCCB-9FE2-8591-F205-F8B5B9E7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A163-75DC-03AF-5326-849EC4CF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D94F6-8E2C-E63C-8B91-F740383C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CAC5-CD37-F867-6192-C949474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53604-94B5-CB17-2771-A0C924832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DCE7-2FBC-1748-AAC8-E7540469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31F0-1E5F-E267-722F-1A471441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33FD-4898-0238-3ABB-8FF1D8A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F1B78-415C-335C-90B0-0A7C6BEEC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350C0-BEFD-B8FB-DE09-0170706F0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DFC31-6E76-0879-B3EE-E2EF6AAE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E808-F47B-32A9-D83A-60E8B93B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8CFE5-801F-C96D-7414-92898D0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35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0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101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1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2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636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240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530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52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7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65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6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96E57-FC88-A9B0-F1C3-F11DD354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114DD-3CA0-C024-F938-3704B7A5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B1C-F5F4-F094-0D2E-44E231849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D2172-B066-42B6-872E-3CB95A0AB1F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7CC7-25A6-0109-6794-AC24CB7EE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B55D-30F1-5288-DA2C-3E5909CD4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F38E1-261C-4829-94EB-E5042C7C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52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diagramLayout" Target="../diagrams/layout1.xml"/><Relationship Id="rId7" Type="http://schemas.openxmlformats.org/officeDocument/2006/relationships/image" Target="NUL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25.jpg"/><Relationship Id="rId3" Type="http://schemas.openxmlformats.org/officeDocument/2006/relationships/image" Target="NULL"/><Relationship Id="rId21" Type="http://schemas.openxmlformats.org/officeDocument/2006/relationships/image" Target="../media/image28.png"/><Relationship Id="rId7" Type="http://schemas.openxmlformats.org/officeDocument/2006/relationships/image" Target="NULL"/><Relationship Id="rId12" Type="http://schemas.openxmlformats.org/officeDocument/2006/relationships/image" Target="../media/image28.svg"/><Relationship Id="rId17" Type="http://schemas.openxmlformats.org/officeDocument/2006/relationships/image" Target="../media/image26.jpg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7.png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../media/image29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de/photo/1253305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36.jpg"/><Relationship Id="rId10" Type="http://schemas.openxmlformats.org/officeDocument/2006/relationships/image" Target="../media/image350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37.png"/><Relationship Id="rId21" Type="http://schemas.openxmlformats.org/officeDocument/2006/relationships/image" Target="NULL"/><Relationship Id="rId12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../media/image32.jpeg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24" Type="http://schemas.openxmlformats.org/officeDocument/2006/relationships/image" Target="NULL"/><Relationship Id="rId6" Type="http://schemas.openxmlformats.org/officeDocument/2006/relationships/image" Target="NULL"/><Relationship Id="rId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22" Type="http://schemas.openxmlformats.org/officeDocument/2006/relationships/image" Target="NULL"/><Relationship Id="rId1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8" Type="http://schemas.openxmlformats.org/officeDocument/2006/relationships/image" Target="../media/image38.png"/><Relationship Id="rId3" Type="http://schemas.openxmlformats.org/officeDocument/2006/relationships/image" Target="NULL"/><Relationship Id="rId7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37.pn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37.png"/><Relationship Id="rId26" Type="http://schemas.openxmlformats.org/officeDocument/2006/relationships/image" Target="../media/image41.png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../media/image32.jpe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4.png"/><Relationship Id="rId7" Type="http://schemas.openxmlformats.org/officeDocument/2006/relationships/image" Target="NUL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45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73D0C-B3B0-E369-B317-FF0A94EA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0806D59-A7AA-A283-F72A-753972FA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686E8-70B4-A3D4-0F28-79D9BD2AF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DA95FF-E242-DC41-158F-88CC605EB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DACDD2-4327-718B-2C4F-E7D28E7D2397}"/>
              </a:ext>
            </a:extLst>
          </p:cNvPr>
          <p:cNvSpPr txBox="1"/>
          <p:nvPr/>
        </p:nvSpPr>
        <p:spPr>
          <a:xfrm>
            <a:off x="387815" y="3645642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SECTION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Single-Person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Decision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B01E0-933B-9E0A-A709-F3975EBE3200}"/>
              </a:ext>
            </a:extLst>
          </p:cNvPr>
          <p:cNvSpPr txBox="1"/>
          <p:nvPr/>
        </p:nvSpPr>
        <p:spPr>
          <a:xfrm>
            <a:off x="387815" y="4381629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TOPIC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Rational Choice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Paradigm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D8C28-34C5-A960-D62E-15C929ADADD9}"/>
              </a:ext>
            </a:extLst>
          </p:cNvPr>
          <p:cNvSpPr txBox="1"/>
          <p:nvPr/>
        </p:nvSpPr>
        <p:spPr>
          <a:xfrm>
            <a:off x="5043340" y="5758314"/>
            <a:ext cx="387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" panose="020F0502020204030204"/>
                <a:ea typeface="+mn-ea"/>
                <a:cs typeface="+mn-cs"/>
              </a:rPr>
              <a:t>…a coherent &amp; precise language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2C9DF-5205-19D7-FF10-D96378260FFE}"/>
              </a:ext>
            </a:extLst>
          </p:cNvPr>
          <p:cNvSpPr txBox="1"/>
          <p:nvPr/>
        </p:nvSpPr>
        <p:spPr>
          <a:xfrm>
            <a:off x="387815" y="5204316"/>
            <a:ext cx="4561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Actions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Outcomes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, &amp;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Preferences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2</a:t>
            </a:r>
            <a:r>
              <a:rPr lang="en-IN" dirty="0">
                <a:latin typeface="Univers Condensed" panose="020F0302020204030204"/>
              </a:rPr>
              <a:t>: The </a:t>
            </a:r>
            <a:r>
              <a:rPr lang="en-IN" dirty="0">
                <a:solidFill>
                  <a:srgbClr val="0070C0"/>
                </a:solidFill>
                <a:latin typeface="Univers Condensed" panose="020F0302020204030204"/>
              </a:rPr>
              <a:t>Payoff</a:t>
            </a:r>
            <a:r>
              <a:rPr lang="en-IN" dirty="0">
                <a:latin typeface="Univers Condensed" panose="020F0302020204030204"/>
              </a:rPr>
              <a:t>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3</a:t>
            </a:r>
            <a:r>
              <a:rPr lang="en-IN" dirty="0">
                <a:latin typeface="Univers Condensed" panose="020F0302020204030204"/>
              </a:rPr>
              <a:t>: Continuous </a:t>
            </a:r>
            <a:r>
              <a:rPr lang="en-IN" dirty="0">
                <a:solidFill>
                  <a:srgbClr val="C00000"/>
                </a:solidFill>
                <a:latin typeface="Univers Condensed" panose="020F0302020204030204"/>
              </a:rPr>
              <a:t>Action</a:t>
            </a:r>
            <a:r>
              <a:rPr lang="en-IN" dirty="0">
                <a:latin typeface="Univers Condensed" panose="020F0302020204030204"/>
              </a:rPr>
              <a:t> Spaces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4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Decision Trees</a:t>
            </a:r>
            <a:endParaRPr lang="en-IN" dirty="0">
              <a:latin typeface="Univers Condensed" panose="020F03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</a:t>
            </a: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le 5</a:t>
            </a:r>
            <a:r>
              <a:rPr lang="en-IN" dirty="0">
                <a:latin typeface="Univers Condensed" panose="020F0302020204030204"/>
              </a:rPr>
              <a:t>: The </a:t>
            </a:r>
            <a:r>
              <a:rPr lang="en-IN" dirty="0">
                <a:solidFill>
                  <a:srgbClr val="C00000"/>
                </a:solidFill>
                <a:latin typeface="Univers Condensed" panose="020F0302020204030204"/>
              </a:rPr>
              <a:t>Rational</a:t>
            </a:r>
            <a:r>
              <a:rPr lang="en-IN" dirty="0">
                <a:latin typeface="Univers Condensed" panose="020F0302020204030204"/>
              </a:rPr>
              <a:t> Player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 Condensed" panose="020F0302020204030204"/>
              <a:ea typeface="+mn-ea"/>
              <a:cs typeface="+mn-cs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79C0E01-8BDE-37EF-E9A8-03A24AD858DB}"/>
              </a:ext>
            </a:extLst>
          </p:cNvPr>
          <p:cNvSpPr/>
          <p:nvPr/>
        </p:nvSpPr>
        <p:spPr>
          <a:xfrm>
            <a:off x="4658528" y="5204316"/>
            <a:ext cx="384812" cy="14773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E31EF2-1AFF-AA39-08C1-8E7A156E00CC}"/>
              </a:ext>
            </a:extLst>
          </p:cNvPr>
          <p:cNvSpPr txBox="1"/>
          <p:nvPr/>
        </p:nvSpPr>
        <p:spPr>
          <a:xfrm>
            <a:off x="813049" y="1791093"/>
            <a:ext cx="1885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Decision-maker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B3C3A5-2711-D0DD-CE69-7CAA35135423}"/>
              </a:ext>
            </a:extLst>
          </p:cNvPr>
          <p:cNvSpPr txBox="1"/>
          <p:nvPr/>
        </p:nvSpPr>
        <p:spPr>
          <a:xfrm>
            <a:off x="3157980" y="1132788"/>
            <a:ext cx="114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Action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0066A3-A1D4-78B3-0191-C7DB73774213}"/>
              </a:ext>
            </a:extLst>
          </p:cNvPr>
          <p:cNvSpPr txBox="1"/>
          <p:nvPr/>
        </p:nvSpPr>
        <p:spPr>
          <a:xfrm>
            <a:off x="3157980" y="2349036"/>
            <a:ext cx="1140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Action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1D7DB6-0AA7-6473-3B03-251605F9799C}"/>
                  </a:ext>
                </a:extLst>
              </p:cNvPr>
              <p:cNvSpPr txBox="1"/>
              <p:nvPr/>
            </p:nvSpPr>
            <p:spPr>
              <a:xfrm>
                <a:off x="5289753" y="2349036"/>
                <a:ext cx="1440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1D7DB6-0AA7-6473-3B03-251605F97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753" y="2349036"/>
                <a:ext cx="1440985" cy="369332"/>
              </a:xfrm>
              <a:prstGeom prst="rect">
                <a:avLst/>
              </a:prstGeom>
              <a:blipFill>
                <a:blip r:embed="rId3"/>
                <a:stretch>
                  <a:fillRect l="-381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CB3468-AB68-ABD7-044B-2B8C6094D3F1}"/>
                  </a:ext>
                </a:extLst>
              </p:cNvPr>
              <p:cNvSpPr txBox="1"/>
              <p:nvPr/>
            </p:nvSpPr>
            <p:spPr>
              <a:xfrm>
                <a:off x="5283728" y="1435103"/>
                <a:ext cx="1440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CB3468-AB68-ABD7-044B-2B8C6094D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28" y="1435103"/>
                <a:ext cx="1440985" cy="369332"/>
              </a:xfrm>
              <a:prstGeom prst="rect">
                <a:avLst/>
              </a:prstGeom>
              <a:blipFill>
                <a:blip r:embed="rId4"/>
                <a:stretch>
                  <a:fillRect l="-381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7AFC82-39A8-FAD1-9549-3E36E6B8AFA0}"/>
                  </a:ext>
                </a:extLst>
              </p:cNvPr>
              <p:cNvSpPr txBox="1"/>
              <p:nvPr/>
            </p:nvSpPr>
            <p:spPr>
              <a:xfrm>
                <a:off x="5283728" y="704749"/>
                <a:ext cx="1440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7AFC82-39A8-FAD1-9549-3E36E6B8A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28" y="704749"/>
                <a:ext cx="1440985" cy="369332"/>
              </a:xfrm>
              <a:prstGeom prst="rect">
                <a:avLst/>
              </a:prstGeom>
              <a:blipFill>
                <a:blip r:embed="rId5"/>
                <a:stretch>
                  <a:fillRect l="-381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2FACB4-000A-5AF6-C1E9-0B4A655AAB79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2698410" y="1317454"/>
            <a:ext cx="459570" cy="65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40AEF9-78FB-E969-5877-4BD29534A8FA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2698410" y="1975759"/>
            <a:ext cx="459570" cy="5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477047-061F-EA17-0702-41250C9B4168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4298624" y="889415"/>
            <a:ext cx="985104" cy="4280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C2D305C-2DB6-1F97-7EDC-03C82ED99DF2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4298624" y="1317454"/>
            <a:ext cx="985104" cy="3023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C4E4BB-CEEA-AD9B-B270-C27295B5D31E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4298624" y="2533702"/>
            <a:ext cx="991129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1F9C5FA-AC74-868A-06F4-627F281F2186}"/>
              </a:ext>
            </a:extLst>
          </p:cNvPr>
          <p:cNvSpPr txBox="1"/>
          <p:nvPr/>
        </p:nvSpPr>
        <p:spPr>
          <a:xfrm>
            <a:off x="7141316" y="739255"/>
            <a:ext cx="248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…the most-preferred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B75002E-9B27-EDB9-84D8-A7C8BAD0B973}"/>
                  </a:ext>
                </a:extLst>
              </p:cNvPr>
              <p:cNvSpPr txBox="1"/>
              <p:nvPr/>
            </p:nvSpPr>
            <p:spPr>
              <a:xfrm>
                <a:off x="7209491" y="1899382"/>
                <a:ext cx="2741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…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i="1" dirty="0"/>
                  <a:t> better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B75002E-9B27-EDB9-84D8-A7C8BAD0B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491" y="1899382"/>
                <a:ext cx="2741377" cy="369332"/>
              </a:xfrm>
              <a:prstGeom prst="rect">
                <a:avLst/>
              </a:prstGeom>
              <a:blipFill>
                <a:blip r:embed="rId6"/>
                <a:stretch>
                  <a:fillRect l="-200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Brace 42">
            <a:extLst>
              <a:ext uri="{FF2B5EF4-FFF2-40B4-BE49-F238E27FC236}">
                <a16:creationId xmlns:a16="http://schemas.microsoft.com/office/drawing/2014/main" id="{CDB5295F-5E92-DD15-D19A-DBB25473B475}"/>
              </a:ext>
            </a:extLst>
          </p:cNvPr>
          <p:cNvSpPr/>
          <p:nvPr/>
        </p:nvSpPr>
        <p:spPr>
          <a:xfrm>
            <a:off x="6724713" y="1435103"/>
            <a:ext cx="334848" cy="141953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CC0FCC-7284-6541-3032-FAE2E54D6E3C}"/>
                  </a:ext>
                </a:extLst>
              </p:cNvPr>
              <p:cNvSpPr txBox="1"/>
              <p:nvPr/>
            </p:nvSpPr>
            <p:spPr>
              <a:xfrm>
                <a:off x="2851500" y="478072"/>
                <a:ext cx="17536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…can lead to either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CC0FCC-7284-6541-3032-FAE2E54D6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500" y="478072"/>
                <a:ext cx="1753604" cy="646331"/>
              </a:xfrm>
              <a:prstGeom prst="rect">
                <a:avLst/>
              </a:prstGeom>
              <a:blipFill>
                <a:blip r:embed="rId7"/>
                <a:stretch>
                  <a:fillRect l="-3136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Graphic 49" descr="Question mark outline">
            <a:extLst>
              <a:ext uri="{FF2B5EF4-FFF2-40B4-BE49-F238E27FC236}">
                <a16:creationId xmlns:a16="http://schemas.microsoft.com/office/drawing/2014/main" id="{089C3690-ACD7-04BC-93E8-865A9E7EB8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5585" y="1657649"/>
            <a:ext cx="535858" cy="53585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C8416C2-341B-7EB1-1067-189B3410E679}"/>
              </a:ext>
            </a:extLst>
          </p:cNvPr>
          <p:cNvSpPr txBox="1"/>
          <p:nvPr/>
        </p:nvSpPr>
        <p:spPr>
          <a:xfrm>
            <a:off x="10046369" y="596794"/>
            <a:ext cx="175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Win ₹10 Crore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126A9C-A6C1-EF1C-F206-D7C0A302C924}"/>
              </a:ext>
            </a:extLst>
          </p:cNvPr>
          <p:cNvSpPr txBox="1"/>
          <p:nvPr/>
        </p:nvSpPr>
        <p:spPr>
          <a:xfrm>
            <a:off x="10046368" y="1378253"/>
            <a:ext cx="144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Lose ₹1000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E9CD91-2F98-C708-01A6-02A03D5BF925}"/>
              </a:ext>
            </a:extLst>
          </p:cNvPr>
          <p:cNvSpPr txBox="1"/>
          <p:nvPr/>
        </p:nvSpPr>
        <p:spPr>
          <a:xfrm>
            <a:off x="10046369" y="2349036"/>
            <a:ext cx="128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₹0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F6E64A-3B21-5AB0-A8C4-9E1D3E19A2C5}"/>
              </a:ext>
            </a:extLst>
          </p:cNvPr>
          <p:cNvSpPr txBox="1"/>
          <p:nvPr/>
        </p:nvSpPr>
        <p:spPr>
          <a:xfrm>
            <a:off x="4772333" y="2964646"/>
            <a:ext cx="343819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i="1" dirty="0"/>
              <a:t>What </a:t>
            </a:r>
            <a:r>
              <a:rPr lang="en-US" b="1" dirty="0"/>
              <a:t>information</a:t>
            </a:r>
            <a:r>
              <a:rPr lang="en-US" i="1" dirty="0"/>
              <a:t> is missing?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62A06-8D48-601D-A7F8-3E621573BE0C}"/>
              </a:ext>
            </a:extLst>
          </p:cNvPr>
          <p:cNvSpPr txBox="1"/>
          <p:nvPr/>
        </p:nvSpPr>
        <p:spPr>
          <a:xfrm>
            <a:off x="3812216" y="1558638"/>
            <a:ext cx="1169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Evaluate</a:t>
            </a:r>
          </a:p>
          <a:p>
            <a:r>
              <a:rPr lang="en-US" sz="1600" i="1" dirty="0"/>
              <a:t>Compare</a:t>
            </a:r>
          </a:p>
          <a:p>
            <a:r>
              <a:rPr lang="en-US" sz="1600" i="1" dirty="0"/>
              <a:t>Choose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87872E-C3B9-237D-FA6C-CD210F23379E}"/>
                  </a:ext>
                </a:extLst>
              </p:cNvPr>
              <p:cNvSpPr txBox="1"/>
              <p:nvPr/>
            </p:nvSpPr>
            <p:spPr>
              <a:xfrm>
                <a:off x="7489911" y="1204073"/>
                <a:ext cx="1995739" cy="523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1600" b="0" dirty="0">
                    <a:solidFill>
                      <a:srgbClr val="0070C0"/>
                    </a:solidFill>
                  </a:rPr>
                  <a:t>Rational Preferences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≻</m:t>
                      </m:r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IN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≻</m:t>
                      </m:r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87872E-C3B9-237D-FA6C-CD210F233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911" y="1204073"/>
                <a:ext cx="1995739" cy="523220"/>
              </a:xfrm>
              <a:prstGeom prst="rect">
                <a:avLst/>
              </a:prstGeom>
              <a:blipFill>
                <a:blip r:embed="rId10"/>
                <a:stretch>
                  <a:fillRect l="-6422" t="-12941" r="-4587"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97FC0B64-1D44-66BA-CEDF-3D59A6B8A021}"/>
              </a:ext>
            </a:extLst>
          </p:cNvPr>
          <p:cNvSpPr/>
          <p:nvPr/>
        </p:nvSpPr>
        <p:spPr>
          <a:xfrm>
            <a:off x="5170661" y="478072"/>
            <a:ext cx="1578627" cy="77926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50EE61-69FA-0C52-93AE-98971E3E212D}"/>
              </a:ext>
            </a:extLst>
          </p:cNvPr>
          <p:cNvSpPr/>
          <p:nvPr/>
        </p:nvSpPr>
        <p:spPr>
          <a:xfrm>
            <a:off x="3113191" y="1004787"/>
            <a:ext cx="1140645" cy="62280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39A69-D6D1-4534-1A03-39A9F578A2CC}"/>
              </a:ext>
            </a:extLst>
          </p:cNvPr>
          <p:cNvSpPr txBox="1"/>
          <p:nvPr/>
        </p:nvSpPr>
        <p:spPr>
          <a:xfrm>
            <a:off x="9728194" y="3493302"/>
            <a:ext cx="2077332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Does this change your decision?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10D7486-919F-18BF-1A57-620C1FF6B99A}"/>
              </a:ext>
            </a:extLst>
          </p:cNvPr>
          <p:cNvSpPr/>
          <p:nvPr/>
        </p:nvSpPr>
        <p:spPr>
          <a:xfrm>
            <a:off x="10746557" y="2281287"/>
            <a:ext cx="135526" cy="1216057"/>
          </a:xfrm>
          <a:custGeom>
            <a:avLst/>
            <a:gdLst>
              <a:gd name="csX0" fmla="*/ 0 w 135526"/>
              <a:gd name="csY0" fmla="*/ 1216057 h 1216057"/>
              <a:gd name="csX1" fmla="*/ 47134 w 135526"/>
              <a:gd name="csY1" fmla="*/ 1178350 h 1216057"/>
              <a:gd name="csX2" fmla="*/ 84841 w 135526"/>
              <a:gd name="csY2" fmla="*/ 942680 h 1216057"/>
              <a:gd name="csX3" fmla="*/ 113121 w 135526"/>
              <a:gd name="csY3" fmla="*/ 857839 h 1216057"/>
              <a:gd name="csX4" fmla="*/ 131975 w 135526"/>
              <a:gd name="csY4" fmla="*/ 433633 h 1216057"/>
              <a:gd name="csX5" fmla="*/ 65987 w 135526"/>
              <a:gd name="csY5" fmla="*/ 56560 h 1216057"/>
              <a:gd name="csX6" fmla="*/ 47134 w 135526"/>
              <a:gd name="csY6" fmla="*/ 0 h 1216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526" h="1216057">
                <a:moveTo>
                  <a:pt x="0" y="1216057"/>
                </a:moveTo>
                <a:cubicBezTo>
                  <a:pt x="15711" y="1203488"/>
                  <a:pt x="37666" y="1196103"/>
                  <a:pt x="47134" y="1178350"/>
                </a:cubicBezTo>
                <a:cubicBezTo>
                  <a:pt x="89295" y="1099298"/>
                  <a:pt x="70059" y="1027676"/>
                  <a:pt x="84841" y="942680"/>
                </a:cubicBezTo>
                <a:cubicBezTo>
                  <a:pt x="89949" y="913311"/>
                  <a:pt x="103694" y="886119"/>
                  <a:pt x="113121" y="857839"/>
                </a:cubicBezTo>
                <a:cubicBezTo>
                  <a:pt x="136204" y="696262"/>
                  <a:pt x="139364" y="692260"/>
                  <a:pt x="131975" y="433633"/>
                </a:cubicBezTo>
                <a:cubicBezTo>
                  <a:pt x="123859" y="149566"/>
                  <a:pt x="142520" y="209623"/>
                  <a:pt x="65987" y="56560"/>
                </a:cubicBezTo>
                <a:cubicBezTo>
                  <a:pt x="55690" y="5069"/>
                  <a:pt x="67891" y="20755"/>
                  <a:pt x="47134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5D6103-EECE-4694-7D20-5381BE38F435}"/>
                  </a:ext>
                </a:extLst>
              </p:cNvPr>
              <p:cNvSpPr txBox="1"/>
              <p:nvPr/>
            </p:nvSpPr>
            <p:spPr>
              <a:xfrm>
                <a:off x="4772333" y="3372873"/>
                <a:ext cx="4032418" cy="646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#1: </a:t>
                </a:r>
                <a:r>
                  <a:rPr lang="en-US" b="1" dirty="0"/>
                  <a:t>Probability</a:t>
                </a:r>
                <a:r>
                  <a:rPr lang="en-US" dirty="0"/>
                  <a:t> of winning the lottery is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5D6103-EECE-4694-7D20-5381BE38F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33" y="3372873"/>
                <a:ext cx="4032418" cy="646331"/>
              </a:xfrm>
              <a:prstGeom prst="rect">
                <a:avLst/>
              </a:prstGeom>
              <a:blipFill>
                <a:blip r:embed="rId11"/>
                <a:stretch>
                  <a:fillRect l="-1362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7C1903A-2D43-9A63-9731-FA604A9B8E2A}"/>
              </a:ext>
            </a:extLst>
          </p:cNvPr>
          <p:cNvSpPr txBox="1"/>
          <p:nvPr/>
        </p:nvSpPr>
        <p:spPr>
          <a:xfrm>
            <a:off x="4754439" y="4019011"/>
            <a:ext cx="405031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#2: The lottery ticket costs </a:t>
            </a:r>
            <a:r>
              <a:rPr lang="en-US" b="1" dirty="0"/>
              <a:t>₹1 </a:t>
            </a:r>
            <a:r>
              <a:rPr lang="en-US" dirty="0"/>
              <a:t>and </a:t>
            </a:r>
            <a:r>
              <a:rPr lang="en-IN" dirty="0"/>
              <a:t>winning gives you </a:t>
            </a:r>
            <a:r>
              <a:rPr lang="en-IN" b="1" dirty="0"/>
              <a:t>₹1000 Crore</a:t>
            </a:r>
            <a:endParaRPr lang="en-US" b="1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C890DE-273D-CAC9-5197-3567D0AFF489}"/>
              </a:ext>
            </a:extLst>
          </p:cNvPr>
          <p:cNvSpPr/>
          <p:nvPr/>
        </p:nvSpPr>
        <p:spPr>
          <a:xfrm>
            <a:off x="4298622" y="2865747"/>
            <a:ext cx="4364610" cy="1904334"/>
          </a:xfrm>
          <a:custGeom>
            <a:avLst/>
            <a:gdLst>
              <a:gd name="csX0" fmla="*/ 9427 w 4364610"/>
              <a:gd name="csY0" fmla="*/ 0 h 1904334"/>
              <a:gd name="csX1" fmla="*/ 0 w 4364610"/>
              <a:gd name="csY1" fmla="*/ 263950 h 1904334"/>
              <a:gd name="csX2" fmla="*/ 18854 w 4364610"/>
              <a:gd name="csY2" fmla="*/ 499620 h 1904334"/>
              <a:gd name="csX3" fmla="*/ 47134 w 4364610"/>
              <a:gd name="csY3" fmla="*/ 772998 h 1904334"/>
              <a:gd name="csX4" fmla="*/ 56561 w 4364610"/>
              <a:gd name="csY4" fmla="*/ 838985 h 1904334"/>
              <a:gd name="csX5" fmla="*/ 75414 w 4364610"/>
              <a:gd name="csY5" fmla="*/ 904973 h 1904334"/>
              <a:gd name="csX6" fmla="*/ 94268 w 4364610"/>
              <a:gd name="csY6" fmla="*/ 961534 h 1904334"/>
              <a:gd name="csX7" fmla="*/ 113122 w 4364610"/>
              <a:gd name="csY7" fmla="*/ 1074655 h 1904334"/>
              <a:gd name="csX8" fmla="*/ 122548 w 4364610"/>
              <a:gd name="csY8" fmla="*/ 1140643 h 1904334"/>
              <a:gd name="csX9" fmla="*/ 141402 w 4364610"/>
              <a:gd name="csY9" fmla="*/ 1187777 h 1904334"/>
              <a:gd name="csX10" fmla="*/ 150829 w 4364610"/>
              <a:gd name="csY10" fmla="*/ 1234911 h 1904334"/>
              <a:gd name="csX11" fmla="*/ 197963 w 4364610"/>
              <a:gd name="csY11" fmla="*/ 1338606 h 1904334"/>
              <a:gd name="csX12" fmla="*/ 235670 w 4364610"/>
              <a:gd name="csY12" fmla="*/ 1432874 h 1904334"/>
              <a:gd name="csX13" fmla="*/ 254524 w 4364610"/>
              <a:gd name="csY13" fmla="*/ 1480008 h 1904334"/>
              <a:gd name="csX14" fmla="*/ 311084 w 4364610"/>
              <a:gd name="csY14" fmla="*/ 1593130 h 1904334"/>
              <a:gd name="csX15" fmla="*/ 329938 w 4364610"/>
              <a:gd name="csY15" fmla="*/ 1630837 h 1904334"/>
              <a:gd name="csX16" fmla="*/ 348792 w 4364610"/>
              <a:gd name="csY16" fmla="*/ 1668544 h 1904334"/>
              <a:gd name="csX17" fmla="*/ 358218 w 4364610"/>
              <a:gd name="csY17" fmla="*/ 1706251 h 1904334"/>
              <a:gd name="csX18" fmla="*/ 386499 w 4364610"/>
              <a:gd name="csY18" fmla="*/ 1734532 h 1904334"/>
              <a:gd name="csX19" fmla="*/ 405352 w 4364610"/>
              <a:gd name="csY19" fmla="*/ 1762812 h 1904334"/>
              <a:gd name="csX20" fmla="*/ 471340 w 4364610"/>
              <a:gd name="csY20" fmla="*/ 1800519 h 1904334"/>
              <a:gd name="csX21" fmla="*/ 546755 w 4364610"/>
              <a:gd name="csY21" fmla="*/ 1828800 h 1904334"/>
              <a:gd name="csX22" fmla="*/ 612742 w 4364610"/>
              <a:gd name="csY22" fmla="*/ 1857080 h 1904334"/>
              <a:gd name="csX23" fmla="*/ 820132 w 4364610"/>
              <a:gd name="csY23" fmla="*/ 1875934 h 1904334"/>
              <a:gd name="csX24" fmla="*/ 1253765 w 4364610"/>
              <a:gd name="csY24" fmla="*/ 1866507 h 1904334"/>
              <a:gd name="csX25" fmla="*/ 1348033 w 4364610"/>
              <a:gd name="csY25" fmla="*/ 1847653 h 1904334"/>
              <a:gd name="csX26" fmla="*/ 1574276 w 4364610"/>
              <a:gd name="csY26" fmla="*/ 1828800 h 1904334"/>
              <a:gd name="csX27" fmla="*/ 2073897 w 4364610"/>
              <a:gd name="csY27" fmla="*/ 1847653 h 1904334"/>
              <a:gd name="csX28" fmla="*/ 2639505 w 4364610"/>
              <a:gd name="csY28" fmla="*/ 1875934 h 1904334"/>
              <a:gd name="csX29" fmla="*/ 2884602 w 4364610"/>
              <a:gd name="csY29" fmla="*/ 1894787 h 1904334"/>
              <a:gd name="csX30" fmla="*/ 4062952 w 4364610"/>
              <a:gd name="csY30" fmla="*/ 1894787 h 1904334"/>
              <a:gd name="csX31" fmla="*/ 4119513 w 4364610"/>
              <a:gd name="csY31" fmla="*/ 1885361 h 1904334"/>
              <a:gd name="csX32" fmla="*/ 4242062 w 4364610"/>
              <a:gd name="csY32" fmla="*/ 1866507 h 1904334"/>
              <a:gd name="csX33" fmla="*/ 4289196 w 4364610"/>
              <a:gd name="csY33" fmla="*/ 1847653 h 1904334"/>
              <a:gd name="csX34" fmla="*/ 4364610 w 4364610"/>
              <a:gd name="csY34" fmla="*/ 1828800 h 1904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364610" h="1904334">
                <a:moveTo>
                  <a:pt x="9427" y="0"/>
                </a:moveTo>
                <a:cubicBezTo>
                  <a:pt x="6285" y="87983"/>
                  <a:pt x="0" y="175911"/>
                  <a:pt x="0" y="263950"/>
                </a:cubicBezTo>
                <a:cubicBezTo>
                  <a:pt x="0" y="448814"/>
                  <a:pt x="5596" y="380301"/>
                  <a:pt x="18854" y="499620"/>
                </a:cubicBezTo>
                <a:cubicBezTo>
                  <a:pt x="28971" y="590672"/>
                  <a:pt x="34178" y="682307"/>
                  <a:pt x="47134" y="772998"/>
                </a:cubicBezTo>
                <a:cubicBezTo>
                  <a:pt x="50276" y="794994"/>
                  <a:pt x="51906" y="817259"/>
                  <a:pt x="56561" y="838985"/>
                </a:cubicBezTo>
                <a:cubicBezTo>
                  <a:pt x="61354" y="861353"/>
                  <a:pt x="68687" y="883108"/>
                  <a:pt x="75414" y="904973"/>
                </a:cubicBezTo>
                <a:cubicBezTo>
                  <a:pt x="81258" y="923968"/>
                  <a:pt x="89957" y="942134"/>
                  <a:pt x="94268" y="961534"/>
                </a:cubicBezTo>
                <a:cubicBezTo>
                  <a:pt x="102561" y="998851"/>
                  <a:pt x="107716" y="1036812"/>
                  <a:pt x="113122" y="1074655"/>
                </a:cubicBezTo>
                <a:cubicBezTo>
                  <a:pt x="116264" y="1096651"/>
                  <a:pt x="117159" y="1119087"/>
                  <a:pt x="122548" y="1140643"/>
                </a:cubicBezTo>
                <a:cubicBezTo>
                  <a:pt x="126652" y="1157059"/>
                  <a:pt x="136539" y="1171569"/>
                  <a:pt x="141402" y="1187777"/>
                </a:cubicBezTo>
                <a:cubicBezTo>
                  <a:pt x="146006" y="1203124"/>
                  <a:pt x="146225" y="1219564"/>
                  <a:pt x="150829" y="1234911"/>
                </a:cubicBezTo>
                <a:cubicBezTo>
                  <a:pt x="164137" y="1279273"/>
                  <a:pt x="178773" y="1294744"/>
                  <a:pt x="197963" y="1338606"/>
                </a:cubicBezTo>
                <a:cubicBezTo>
                  <a:pt x="211528" y="1369612"/>
                  <a:pt x="223101" y="1401451"/>
                  <a:pt x="235670" y="1432874"/>
                </a:cubicBezTo>
                <a:cubicBezTo>
                  <a:pt x="241955" y="1448585"/>
                  <a:pt x="246957" y="1464873"/>
                  <a:pt x="254524" y="1480008"/>
                </a:cubicBezTo>
                <a:lnTo>
                  <a:pt x="311084" y="1593130"/>
                </a:lnTo>
                <a:lnTo>
                  <a:pt x="329938" y="1630837"/>
                </a:lnTo>
                <a:lnTo>
                  <a:pt x="348792" y="1668544"/>
                </a:lnTo>
                <a:cubicBezTo>
                  <a:pt x="351934" y="1681113"/>
                  <a:pt x="351790" y="1695002"/>
                  <a:pt x="358218" y="1706251"/>
                </a:cubicBezTo>
                <a:cubicBezTo>
                  <a:pt x="364832" y="1717826"/>
                  <a:pt x="377964" y="1724290"/>
                  <a:pt x="386499" y="1734532"/>
                </a:cubicBezTo>
                <a:cubicBezTo>
                  <a:pt x="393752" y="1743235"/>
                  <a:pt x="397341" y="1754801"/>
                  <a:pt x="405352" y="1762812"/>
                </a:cubicBezTo>
                <a:cubicBezTo>
                  <a:pt x="420665" y="1778125"/>
                  <a:pt x="454086" y="1790660"/>
                  <a:pt x="471340" y="1800519"/>
                </a:cubicBezTo>
                <a:cubicBezTo>
                  <a:pt x="523623" y="1830395"/>
                  <a:pt x="473421" y="1814133"/>
                  <a:pt x="546755" y="1828800"/>
                </a:cubicBezTo>
                <a:cubicBezTo>
                  <a:pt x="568751" y="1838227"/>
                  <a:pt x="589732" y="1850506"/>
                  <a:pt x="612742" y="1857080"/>
                </a:cubicBezTo>
                <a:cubicBezTo>
                  <a:pt x="651961" y="1868285"/>
                  <a:pt x="812892" y="1875451"/>
                  <a:pt x="820132" y="1875934"/>
                </a:cubicBezTo>
                <a:cubicBezTo>
                  <a:pt x="964676" y="1872792"/>
                  <a:pt x="1109394" y="1874241"/>
                  <a:pt x="1253765" y="1866507"/>
                </a:cubicBezTo>
                <a:cubicBezTo>
                  <a:pt x="1285764" y="1864793"/>
                  <a:pt x="1316424" y="1852921"/>
                  <a:pt x="1348033" y="1847653"/>
                </a:cubicBezTo>
                <a:cubicBezTo>
                  <a:pt x="1423276" y="1835112"/>
                  <a:pt x="1497895" y="1833573"/>
                  <a:pt x="1574276" y="1828800"/>
                </a:cubicBezTo>
                <a:lnTo>
                  <a:pt x="2073897" y="1847653"/>
                </a:lnTo>
                <a:cubicBezTo>
                  <a:pt x="2861280" y="1887520"/>
                  <a:pt x="1668738" y="1847381"/>
                  <a:pt x="2639505" y="1875934"/>
                </a:cubicBezTo>
                <a:cubicBezTo>
                  <a:pt x="2721204" y="1882218"/>
                  <a:pt x="2802741" y="1891176"/>
                  <a:pt x="2884602" y="1894787"/>
                </a:cubicBezTo>
                <a:cubicBezTo>
                  <a:pt x="3303854" y="1913283"/>
                  <a:pt x="3617625" y="1900152"/>
                  <a:pt x="4062952" y="1894787"/>
                </a:cubicBezTo>
                <a:cubicBezTo>
                  <a:pt x="4081806" y="1891645"/>
                  <a:pt x="4100591" y="1888064"/>
                  <a:pt x="4119513" y="1885361"/>
                </a:cubicBezTo>
                <a:cubicBezTo>
                  <a:pt x="4148781" y="1881180"/>
                  <a:pt x="4209327" y="1876328"/>
                  <a:pt x="4242062" y="1866507"/>
                </a:cubicBezTo>
                <a:cubicBezTo>
                  <a:pt x="4258270" y="1861644"/>
                  <a:pt x="4272871" y="1852105"/>
                  <a:pt x="4289196" y="1847653"/>
                </a:cubicBezTo>
                <a:cubicBezTo>
                  <a:pt x="4382322" y="1822255"/>
                  <a:pt x="4317768" y="1852220"/>
                  <a:pt x="4364610" y="18288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308F2CF-6F5E-34F2-A2DB-FBC2F7FB44BB}"/>
              </a:ext>
            </a:extLst>
          </p:cNvPr>
          <p:cNvSpPr/>
          <p:nvPr/>
        </p:nvSpPr>
        <p:spPr>
          <a:xfrm>
            <a:off x="8295588" y="3648134"/>
            <a:ext cx="1282045" cy="207449"/>
          </a:xfrm>
          <a:custGeom>
            <a:avLst/>
            <a:gdLst>
              <a:gd name="csX0" fmla="*/ 0 w 1282045"/>
              <a:gd name="csY0" fmla="*/ 18893 h 207449"/>
              <a:gd name="csX1" fmla="*/ 160255 w 1282045"/>
              <a:gd name="csY1" fmla="*/ 39 h 207449"/>
              <a:gd name="csX2" fmla="*/ 669303 w 1282045"/>
              <a:gd name="csY2" fmla="*/ 28320 h 207449"/>
              <a:gd name="csX3" fmla="*/ 867266 w 1282045"/>
              <a:gd name="csY3" fmla="*/ 84880 h 207449"/>
              <a:gd name="csX4" fmla="*/ 1178350 w 1282045"/>
              <a:gd name="csY4" fmla="*/ 179148 h 207449"/>
              <a:gd name="csX5" fmla="*/ 1234911 w 1282045"/>
              <a:gd name="csY5" fmla="*/ 188575 h 207449"/>
              <a:gd name="csX6" fmla="*/ 1282045 w 1282045"/>
              <a:gd name="csY6" fmla="*/ 207429 h 207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82045" h="207449">
                <a:moveTo>
                  <a:pt x="0" y="18893"/>
                </a:moveTo>
                <a:cubicBezTo>
                  <a:pt x="35523" y="13818"/>
                  <a:pt x="131608" y="-856"/>
                  <a:pt x="160255" y="39"/>
                </a:cubicBezTo>
                <a:cubicBezTo>
                  <a:pt x="330116" y="5347"/>
                  <a:pt x="499620" y="18893"/>
                  <a:pt x="669303" y="28320"/>
                </a:cubicBezTo>
                <a:cubicBezTo>
                  <a:pt x="932412" y="123995"/>
                  <a:pt x="624278" y="17849"/>
                  <a:pt x="867266" y="84880"/>
                </a:cubicBezTo>
                <a:cubicBezTo>
                  <a:pt x="1070747" y="141012"/>
                  <a:pt x="1000246" y="134622"/>
                  <a:pt x="1178350" y="179148"/>
                </a:cubicBezTo>
                <a:cubicBezTo>
                  <a:pt x="1196893" y="183784"/>
                  <a:pt x="1216057" y="185433"/>
                  <a:pt x="1234911" y="188575"/>
                </a:cubicBezTo>
                <a:cubicBezTo>
                  <a:pt x="1275429" y="208834"/>
                  <a:pt x="1258565" y="207429"/>
                  <a:pt x="1282045" y="207429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4446072-53E7-9848-2DF0-BFF09C27811B}"/>
              </a:ext>
            </a:extLst>
          </p:cNvPr>
          <p:cNvSpPr/>
          <p:nvPr/>
        </p:nvSpPr>
        <p:spPr>
          <a:xfrm>
            <a:off x="8721212" y="4026601"/>
            <a:ext cx="927309" cy="348754"/>
          </a:xfrm>
          <a:custGeom>
            <a:avLst/>
            <a:gdLst>
              <a:gd name="csX0" fmla="*/ 0 w 776748"/>
              <a:gd name="csY0" fmla="*/ 383458 h 383458"/>
              <a:gd name="csX1" fmla="*/ 373626 w 776748"/>
              <a:gd name="csY1" fmla="*/ 304800 h 383458"/>
              <a:gd name="csX2" fmla="*/ 471948 w 776748"/>
              <a:gd name="csY2" fmla="*/ 265471 h 383458"/>
              <a:gd name="csX3" fmla="*/ 570271 w 776748"/>
              <a:gd name="csY3" fmla="*/ 196645 h 383458"/>
              <a:gd name="csX4" fmla="*/ 668593 w 776748"/>
              <a:gd name="csY4" fmla="*/ 108155 h 383458"/>
              <a:gd name="csX5" fmla="*/ 747252 w 776748"/>
              <a:gd name="csY5" fmla="*/ 49161 h 383458"/>
              <a:gd name="csX6" fmla="*/ 776748 w 776748"/>
              <a:gd name="csY6" fmla="*/ 0 h 383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76748" h="383458">
                <a:moveTo>
                  <a:pt x="0" y="383458"/>
                </a:moveTo>
                <a:cubicBezTo>
                  <a:pt x="154711" y="356552"/>
                  <a:pt x="233047" y="349785"/>
                  <a:pt x="373626" y="304800"/>
                </a:cubicBezTo>
                <a:cubicBezTo>
                  <a:pt x="407245" y="294042"/>
                  <a:pt x="439174" y="278581"/>
                  <a:pt x="471948" y="265471"/>
                </a:cubicBezTo>
                <a:cubicBezTo>
                  <a:pt x="650874" y="116365"/>
                  <a:pt x="445822" y="279610"/>
                  <a:pt x="570271" y="196645"/>
                </a:cubicBezTo>
                <a:cubicBezTo>
                  <a:pt x="637239" y="152000"/>
                  <a:pt x="604912" y="162039"/>
                  <a:pt x="668593" y="108155"/>
                </a:cubicBezTo>
                <a:cubicBezTo>
                  <a:pt x="693613" y="86985"/>
                  <a:pt x="747252" y="49161"/>
                  <a:pt x="747252" y="49161"/>
                </a:cubicBezTo>
                <a:cubicBezTo>
                  <a:pt x="770981" y="13566"/>
                  <a:pt x="761631" y="30233"/>
                  <a:pt x="776748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BB015E-2AD0-5774-2C6E-0F32F5AEAF7C}"/>
              </a:ext>
            </a:extLst>
          </p:cNvPr>
          <p:cNvSpPr txBox="1"/>
          <p:nvPr/>
        </p:nvSpPr>
        <p:spPr>
          <a:xfrm>
            <a:off x="10534331" y="844551"/>
            <a:ext cx="1265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…</a:t>
            </a:r>
            <a:r>
              <a:rPr lang="en-US" b="1" dirty="0"/>
              <a:t>unlikely</a:t>
            </a:r>
          </a:p>
        </p:txBody>
      </p:sp>
      <p:pic>
        <p:nvPicPr>
          <p:cNvPr id="33" name="Graphic 32" descr="Badge Cross outline">
            <a:extLst>
              <a:ext uri="{FF2B5EF4-FFF2-40B4-BE49-F238E27FC236}">
                <a16:creationId xmlns:a16="http://schemas.microsoft.com/office/drawing/2014/main" id="{044B7A4D-6A83-4DCF-6AEB-FAF76C6DF8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14835" y="637641"/>
            <a:ext cx="567186" cy="56718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3E7D497-B959-B5CC-88A8-4D2B1D5A72B6}"/>
              </a:ext>
            </a:extLst>
          </p:cNvPr>
          <p:cNvSpPr txBox="1"/>
          <p:nvPr/>
        </p:nvSpPr>
        <p:spPr>
          <a:xfrm>
            <a:off x="923149" y="1077296"/>
            <a:ext cx="223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Buy Lottery Ticket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1666E8-3DA1-4BAC-533F-6C274CED3D20}"/>
              </a:ext>
            </a:extLst>
          </p:cNvPr>
          <p:cNvSpPr txBox="1"/>
          <p:nvPr/>
        </p:nvSpPr>
        <p:spPr>
          <a:xfrm>
            <a:off x="1758665" y="2349035"/>
            <a:ext cx="132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Don’t Buy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34D46-5D9C-F2D2-BF52-29F1B65E5388}"/>
              </a:ext>
            </a:extLst>
          </p:cNvPr>
          <p:cNvSpPr txBox="1"/>
          <p:nvPr/>
        </p:nvSpPr>
        <p:spPr>
          <a:xfrm>
            <a:off x="2650069" y="322502"/>
            <a:ext cx="195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Best of the best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FA83D-99B2-9813-31F6-BD70F2531CDF}"/>
              </a:ext>
            </a:extLst>
          </p:cNvPr>
          <p:cNvSpPr txBox="1"/>
          <p:nvPr/>
        </p:nvSpPr>
        <p:spPr>
          <a:xfrm>
            <a:off x="2005066" y="2826747"/>
            <a:ext cx="214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Best of the worst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8316D7-8B87-817A-D652-AA7C8840E34A}"/>
              </a:ext>
            </a:extLst>
          </p:cNvPr>
          <p:cNvSpPr txBox="1"/>
          <p:nvPr/>
        </p:nvSpPr>
        <p:spPr>
          <a:xfrm>
            <a:off x="196609" y="185684"/>
            <a:ext cx="1975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Based on current information</a:t>
            </a:r>
          </a:p>
        </p:txBody>
      </p:sp>
      <p:pic>
        <p:nvPicPr>
          <p:cNvPr id="40" name="Graphic 39" descr="Badge Tick1 outline">
            <a:extLst>
              <a:ext uri="{FF2B5EF4-FFF2-40B4-BE49-F238E27FC236}">
                <a16:creationId xmlns:a16="http://schemas.microsoft.com/office/drawing/2014/main" id="{1DC6B66E-A378-1003-7732-4B5433661B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8897" y="465719"/>
            <a:ext cx="568640" cy="56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11" grpId="0"/>
      <p:bldP spid="12" grpId="0" animBg="1"/>
      <p:bldP spid="19" grpId="0"/>
      <p:bldP spid="20" grpId="0"/>
      <p:bldP spid="21" grpId="0"/>
      <p:bldP spid="22" grpId="0"/>
      <p:bldP spid="23" grpId="0"/>
      <p:bldP spid="24" grpId="0"/>
      <p:bldP spid="41" grpId="0"/>
      <p:bldP spid="42" grpId="0"/>
      <p:bldP spid="43" grpId="0" animBg="1"/>
      <p:bldP spid="44" grpId="0"/>
      <p:bldP spid="44" grpId="1"/>
      <p:bldP spid="51" grpId="0"/>
      <p:bldP spid="52" grpId="0"/>
      <p:bldP spid="53" grpId="0"/>
      <p:bldP spid="54" grpId="0" animBg="1"/>
      <p:bldP spid="2" grpId="0"/>
      <p:bldP spid="6" grpId="0" animBg="1"/>
      <p:bldP spid="6" grpId="1" animBg="1"/>
      <p:bldP spid="9" grpId="0" animBg="1"/>
      <p:bldP spid="9" grpId="1" animBg="1"/>
      <p:bldP spid="10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6" grpId="0" animBg="1"/>
      <p:bldP spid="30" grpId="0"/>
      <p:bldP spid="34" grpId="0"/>
      <p:bldP spid="36" grpId="0"/>
      <p:bldP spid="17" grpId="0"/>
      <p:bldP spid="17" grpId="1"/>
      <p:bldP spid="31" grpId="0"/>
      <p:bldP spid="31" grpId="1"/>
      <p:bldP spid="37" grpId="0"/>
      <p:bldP spid="3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120DA-D292-61EF-AFCF-5BF67E64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B74850-D493-4418-4DD5-C1B3C6F4E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1A775-2018-A6C3-D2D4-0A80DE6CD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IN" sz="1800" dirty="0">
                <a:solidFill>
                  <a:srgbClr val="C00000"/>
                </a:solidFill>
              </a:rPr>
              <a:t>TOPIC 2</a:t>
            </a:r>
            <a:br>
              <a:rPr lang="en-IN" sz="1800" dirty="0">
                <a:solidFill>
                  <a:srgbClr val="C00000"/>
                </a:solidFill>
              </a:rPr>
            </a:br>
            <a:br>
              <a:rPr lang="en-IN" sz="5400" dirty="0">
                <a:solidFill>
                  <a:srgbClr val="0070C0"/>
                </a:solidFill>
              </a:rPr>
            </a:br>
            <a:r>
              <a:rPr lang="en-IN" sz="5400" dirty="0"/>
              <a:t>The </a:t>
            </a:r>
            <a:r>
              <a:rPr lang="en-IN" sz="5400" dirty="0">
                <a:solidFill>
                  <a:srgbClr val="0070C0"/>
                </a:solidFill>
                <a:latin typeface="Segoe Script" panose="030B0504020000000003" pitchFamily="66" charset="0"/>
              </a:rPr>
              <a:t>Expected Utility</a:t>
            </a:r>
            <a:r>
              <a:rPr lang="en-IN" sz="5400" dirty="0"/>
              <a:t> Theory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C13D2-4D07-7055-96C7-6ED5D32E4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5D4DCF-5995-6CC2-D97B-195F4B052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17A48C6-6499-180D-B897-86C26AD1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58528" cy="3091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6BAD96-1BA6-0E27-EF59-C1EB43484E03}"/>
              </a:ext>
            </a:extLst>
          </p:cNvPr>
          <p:cNvSpPr txBox="1"/>
          <p:nvPr/>
        </p:nvSpPr>
        <p:spPr>
          <a:xfrm>
            <a:off x="387815" y="3645642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SECTION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Single-Person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Decision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9814A-BBF3-AA6C-E52B-8045FCE1F7F4}"/>
              </a:ext>
            </a:extLst>
          </p:cNvPr>
          <p:cNvSpPr txBox="1"/>
          <p:nvPr/>
        </p:nvSpPr>
        <p:spPr>
          <a:xfrm>
            <a:off x="387815" y="4381629"/>
            <a:ext cx="405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TOPIC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The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Rational Choice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 Paradigm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75FB4-D7FD-12A5-5FB5-CC305D8A7C33}"/>
              </a:ext>
            </a:extLst>
          </p:cNvPr>
          <p:cNvSpPr txBox="1"/>
          <p:nvPr/>
        </p:nvSpPr>
        <p:spPr>
          <a:xfrm>
            <a:off x="5043340" y="5758314"/>
            <a:ext cx="3873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" panose="020F0502020204030204"/>
                <a:ea typeface="+mn-ea"/>
                <a:cs typeface="+mn-cs"/>
              </a:rPr>
              <a:t>…a coherent &amp; precise language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558FA-B524-4677-0421-12E6AAE0D785}"/>
              </a:ext>
            </a:extLst>
          </p:cNvPr>
          <p:cNvSpPr txBox="1"/>
          <p:nvPr/>
        </p:nvSpPr>
        <p:spPr>
          <a:xfrm>
            <a:off x="7753875" y="4545962"/>
            <a:ext cx="429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Decision-making under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uncertainty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B2DA9-7105-87DF-B210-53B0AA5D36E7}"/>
              </a:ext>
            </a:extLst>
          </p:cNvPr>
          <p:cNvSpPr txBox="1"/>
          <p:nvPr/>
        </p:nvSpPr>
        <p:spPr>
          <a:xfrm>
            <a:off x="6057063" y="4158342"/>
            <a:ext cx="1348033" cy="37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= Payoff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655C4-2489-6C2B-4BB2-81A334D96923}"/>
              </a:ext>
            </a:extLst>
          </p:cNvPr>
          <p:cNvSpPr txBox="1"/>
          <p:nvPr/>
        </p:nvSpPr>
        <p:spPr>
          <a:xfrm>
            <a:off x="387815" y="5204316"/>
            <a:ext cx="4561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Actions, Outcomes, &amp; Preferences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2</a:t>
            </a:r>
            <a:r>
              <a:rPr lang="en-IN" dirty="0">
                <a:latin typeface="Univers Condensed" panose="020F0302020204030204"/>
              </a:rPr>
              <a:t>: The Payoff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Module 3</a:t>
            </a:r>
            <a:r>
              <a:rPr lang="en-IN" dirty="0">
                <a:latin typeface="Univers Condensed" panose="020F0302020204030204"/>
              </a:rPr>
              <a:t>: Continuous Action Spaces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Module 4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: Decision Trees</a:t>
            </a:r>
            <a:endParaRPr lang="en-IN" dirty="0">
              <a:latin typeface="Univers Condensed" panose="020F03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Univers Condensed" panose="020F0302020204030204"/>
                <a:ea typeface="+mn-ea"/>
                <a:cs typeface="+mn-cs"/>
              </a:rPr>
              <a:t>Modu</a:t>
            </a:r>
            <a:r>
              <a:rPr lang="en-IN" dirty="0">
                <a:solidFill>
                  <a:srgbClr val="7030A0"/>
                </a:solidFill>
                <a:latin typeface="Univers Condensed" panose="020F0302020204030204"/>
              </a:rPr>
              <a:t>le 5</a:t>
            </a:r>
            <a:r>
              <a:rPr lang="en-IN" dirty="0">
                <a:latin typeface="Univers Condensed" panose="020F0302020204030204"/>
              </a:rPr>
              <a:t>: The Rational Player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Univers Condensed" panose="020F0302020204030204"/>
              <a:ea typeface="+mn-ea"/>
              <a:cs typeface="+mn-cs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49940C97-D6CA-F4C1-ADBF-771CA1A2F070}"/>
              </a:ext>
            </a:extLst>
          </p:cNvPr>
          <p:cNvSpPr/>
          <p:nvPr/>
        </p:nvSpPr>
        <p:spPr>
          <a:xfrm>
            <a:off x="4658528" y="5204316"/>
            <a:ext cx="384812" cy="14773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3137A-B467-CD90-626B-CF074938526F}"/>
              </a:ext>
            </a:extLst>
          </p:cNvPr>
          <p:cNvCxnSpPr>
            <a:cxnSpLocks/>
          </p:cNvCxnSpPr>
          <p:nvPr/>
        </p:nvCxnSpPr>
        <p:spPr>
          <a:xfrm flipV="1">
            <a:off x="4006392" y="4053526"/>
            <a:ext cx="1283361" cy="688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A922C6E-21E7-0840-8812-B99B32637382}"/>
              </a:ext>
            </a:extLst>
          </p:cNvPr>
          <p:cNvSpPr txBox="1"/>
          <p:nvPr/>
        </p:nvSpPr>
        <p:spPr>
          <a:xfrm>
            <a:off x="7880808" y="1216058"/>
            <a:ext cx="3591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Have we seen ‘</a:t>
            </a:r>
            <a:r>
              <a:rPr lang="en-US" b="1" dirty="0"/>
              <a:t>Expectations</a:t>
            </a:r>
            <a:r>
              <a:rPr lang="en-US" i="1" dirty="0"/>
              <a:t>’ &amp; ‘</a:t>
            </a:r>
            <a:r>
              <a:rPr lang="en-US" b="1" i="1" dirty="0"/>
              <a:t>Beliefs</a:t>
            </a:r>
            <a:r>
              <a:rPr lang="en-US" i="1" dirty="0"/>
              <a:t>’</a:t>
            </a:r>
            <a:r>
              <a:rPr lang="en-US" b="1" i="1" dirty="0"/>
              <a:t> </a:t>
            </a:r>
            <a:r>
              <a:rPr lang="en-US" i="1" dirty="0"/>
              <a:t>before?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154CD4-87EC-9035-A881-D4AA68E20C1E}"/>
              </a:ext>
            </a:extLst>
          </p:cNvPr>
          <p:cNvSpPr/>
          <p:nvPr/>
        </p:nvSpPr>
        <p:spPr>
          <a:xfrm>
            <a:off x="8729221" y="1885361"/>
            <a:ext cx="801278" cy="923827"/>
          </a:xfrm>
          <a:custGeom>
            <a:avLst/>
            <a:gdLst>
              <a:gd name="csX0" fmla="*/ 801278 w 801278"/>
              <a:gd name="csY0" fmla="*/ 0 h 923827"/>
              <a:gd name="csX1" fmla="*/ 546754 w 801278"/>
              <a:gd name="csY1" fmla="*/ 282804 h 923827"/>
              <a:gd name="csX2" fmla="*/ 452486 w 801278"/>
              <a:gd name="csY2" fmla="*/ 414779 h 923827"/>
              <a:gd name="csX3" fmla="*/ 367645 w 801278"/>
              <a:gd name="csY3" fmla="*/ 527901 h 923827"/>
              <a:gd name="csX4" fmla="*/ 188536 w 801278"/>
              <a:gd name="csY4" fmla="*/ 716437 h 923827"/>
              <a:gd name="csX5" fmla="*/ 131975 w 801278"/>
              <a:gd name="csY5" fmla="*/ 791851 h 923827"/>
              <a:gd name="csX6" fmla="*/ 103694 w 801278"/>
              <a:gd name="csY6" fmla="*/ 838985 h 923827"/>
              <a:gd name="csX7" fmla="*/ 9426 w 801278"/>
              <a:gd name="csY7" fmla="*/ 904973 h 923827"/>
              <a:gd name="csX8" fmla="*/ 0 w 801278"/>
              <a:gd name="csY8" fmla="*/ 923827 h 923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78" h="923827">
                <a:moveTo>
                  <a:pt x="801278" y="0"/>
                </a:moveTo>
                <a:cubicBezTo>
                  <a:pt x="716587" y="84691"/>
                  <a:pt x="597224" y="202052"/>
                  <a:pt x="546754" y="282804"/>
                </a:cubicBezTo>
                <a:cubicBezTo>
                  <a:pt x="424496" y="478416"/>
                  <a:pt x="570024" y="253164"/>
                  <a:pt x="452486" y="414779"/>
                </a:cubicBezTo>
                <a:cubicBezTo>
                  <a:pt x="385550" y="506817"/>
                  <a:pt x="473685" y="416280"/>
                  <a:pt x="367645" y="527901"/>
                </a:cubicBezTo>
                <a:cubicBezTo>
                  <a:pt x="265738" y="635171"/>
                  <a:pt x="262069" y="624521"/>
                  <a:pt x="188536" y="716437"/>
                </a:cubicBezTo>
                <a:cubicBezTo>
                  <a:pt x="168906" y="740974"/>
                  <a:pt x="149861" y="766016"/>
                  <a:pt x="131975" y="791851"/>
                </a:cubicBezTo>
                <a:cubicBezTo>
                  <a:pt x="121546" y="806916"/>
                  <a:pt x="115867" y="825291"/>
                  <a:pt x="103694" y="838985"/>
                </a:cubicBezTo>
                <a:cubicBezTo>
                  <a:pt x="54143" y="894730"/>
                  <a:pt x="62985" y="860339"/>
                  <a:pt x="9426" y="904973"/>
                </a:cubicBezTo>
                <a:cubicBezTo>
                  <a:pt x="4028" y="909471"/>
                  <a:pt x="3142" y="917542"/>
                  <a:pt x="0" y="923827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erson with a white beard and colorful turban surrounded by birds&#10;&#10;Description automatically generated">
            <a:extLst>
              <a:ext uri="{FF2B5EF4-FFF2-40B4-BE49-F238E27FC236}">
                <a16:creationId xmlns:a16="http://schemas.microsoft.com/office/drawing/2014/main" id="{36D10D63-5EDE-F8A4-B727-0AD520244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130" y="1675275"/>
            <a:ext cx="1782363" cy="1782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 descr="Cartoon of boys in a forest with a treasure chest&#10;&#10;Description automatically generated">
            <a:extLst>
              <a:ext uri="{FF2B5EF4-FFF2-40B4-BE49-F238E27FC236}">
                <a16:creationId xmlns:a16="http://schemas.microsoft.com/office/drawing/2014/main" id="{F52D0296-762B-FB1B-9A0A-ADA3EA277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131" y="3506423"/>
            <a:ext cx="1782362" cy="17823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B72E28-E545-83EE-5359-CB6110B5C929}"/>
              </a:ext>
            </a:extLst>
          </p:cNvPr>
          <p:cNvSpPr txBox="1"/>
          <p:nvPr/>
        </p:nvSpPr>
        <p:spPr>
          <a:xfrm>
            <a:off x="9746505" y="205507"/>
            <a:ext cx="1414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Strategic thinking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A6A02E-5721-0F09-4AA7-49E3FEFC6DC1}"/>
              </a:ext>
            </a:extLst>
          </p:cNvPr>
          <p:cNvCxnSpPr>
            <a:stCxn id="6" idx="0"/>
            <a:endCxn id="17" idx="2"/>
          </p:cNvCxnSpPr>
          <p:nvPr/>
        </p:nvCxnSpPr>
        <p:spPr>
          <a:xfrm flipV="1">
            <a:off x="9676615" y="851838"/>
            <a:ext cx="776901" cy="36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409C8E-3AE0-E095-1ADB-FF9839C1D87F}"/>
              </a:ext>
            </a:extLst>
          </p:cNvPr>
          <p:cNvCxnSpPr>
            <a:cxnSpLocks/>
            <a:stCxn id="6" idx="1"/>
            <a:endCxn id="24" idx="2"/>
          </p:cNvCxnSpPr>
          <p:nvPr/>
        </p:nvCxnSpPr>
        <p:spPr>
          <a:xfrm flipH="1" flipV="1">
            <a:off x="6815200" y="892892"/>
            <a:ext cx="1065608" cy="646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A3A999-0C50-CDEE-9B45-2E5AE1698B38}"/>
              </a:ext>
            </a:extLst>
          </p:cNvPr>
          <p:cNvSpPr txBox="1"/>
          <p:nvPr/>
        </p:nvSpPr>
        <p:spPr>
          <a:xfrm>
            <a:off x="4949072" y="246561"/>
            <a:ext cx="3732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Payoff</a:t>
            </a:r>
            <a:r>
              <a:rPr lang="en-US" i="1" dirty="0"/>
              <a:t> associated with an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i="1" dirty="0"/>
              <a:t> whose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  <a:r>
              <a:rPr lang="en-US" i="1" dirty="0"/>
              <a:t> is uncertain</a:t>
            </a:r>
          </a:p>
        </p:txBody>
      </p:sp>
      <p:pic>
        <p:nvPicPr>
          <p:cNvPr id="18" name="Picture 17" descr="A head with gears in it&#10;&#10;Description automatically generated">
            <a:extLst>
              <a:ext uri="{FF2B5EF4-FFF2-40B4-BE49-F238E27FC236}">
                <a16:creationId xmlns:a16="http://schemas.microsoft.com/office/drawing/2014/main" id="{F38F0AF2-9F60-4755-A9B4-7A178F5657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875" y="4929705"/>
            <a:ext cx="733519" cy="7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6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6" grpId="0"/>
      <p:bldP spid="6" grpId="1"/>
      <p:bldP spid="14" grpId="0" animBg="1"/>
      <p:bldP spid="14" grpId="1" animBg="1"/>
      <p:bldP spid="17" grpId="0"/>
      <p:bldP spid="17" grpId="1"/>
      <p:bldP spid="24" grpId="0"/>
      <p:bldP spid="2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73B1-2BCD-CB26-3E0C-2EF329FA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32C83-046A-12AC-1205-7B353135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The Single-Person Decision Problem</a:t>
            </a:r>
            <a:endParaRPr lang="en-US" sz="54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A640F3-D0A8-56F0-05DB-31DA14056A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FCE629-CE7E-DE68-FFE8-0142483A6B3B}"/>
              </a:ext>
            </a:extLst>
          </p:cNvPr>
          <p:cNvSpPr/>
          <p:nvPr/>
        </p:nvSpPr>
        <p:spPr>
          <a:xfrm>
            <a:off x="10933176" y="128707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EB0344F2-88C5-539F-A6C8-EC6984903D23}"/>
              </a:ext>
            </a:extLst>
          </p:cNvPr>
          <p:cNvSpPr/>
          <p:nvPr/>
        </p:nvSpPr>
        <p:spPr>
          <a:xfrm>
            <a:off x="3569207" y="3429000"/>
            <a:ext cx="1371600" cy="4206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F79ECE-B979-2652-6061-8475D78B5F67}"/>
              </a:ext>
            </a:extLst>
          </p:cNvPr>
          <p:cNvGrpSpPr/>
          <p:nvPr/>
        </p:nvGrpSpPr>
        <p:grpSpPr>
          <a:xfrm>
            <a:off x="1761068" y="5746178"/>
            <a:ext cx="8479660" cy="830997"/>
            <a:chOff x="1761068" y="5746178"/>
            <a:chExt cx="8479660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4D6595-09DB-3F83-53A9-74E7B6A6C230}"/>
                    </a:ext>
                  </a:extLst>
                </p:cNvPr>
                <p:cNvSpPr txBox="1"/>
                <p:nvPr/>
              </p:nvSpPr>
              <p:spPr>
                <a:xfrm>
                  <a:off x="1761068" y="5746179"/>
                  <a:ext cx="1280287" cy="27699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4D6595-09DB-3F83-53A9-74E7B6A6C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068" y="5746179"/>
                  <a:ext cx="128028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756" b="-208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BD2A351-97B9-D333-5C2E-90EE170A6926}"/>
                    </a:ext>
                  </a:extLst>
                </p:cNvPr>
                <p:cNvSpPr txBox="1"/>
                <p:nvPr/>
              </p:nvSpPr>
              <p:spPr>
                <a:xfrm>
                  <a:off x="5471266" y="5746178"/>
                  <a:ext cx="1261756" cy="276999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BD2A351-97B9-D333-5C2E-90EE170A6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266" y="5746178"/>
                  <a:ext cx="126175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349" t="-2083" b="-291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D527DD4-3173-64A8-FB0D-46C5B6F7F565}"/>
                    </a:ext>
                  </a:extLst>
                </p:cNvPr>
                <p:cNvSpPr txBox="1"/>
                <p:nvPr/>
              </p:nvSpPr>
              <p:spPr>
                <a:xfrm>
                  <a:off x="9162933" y="5746178"/>
                  <a:ext cx="1077795" cy="830997"/>
                </a:xfrm>
                <a:prstGeom prst="rect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D527DD4-3173-64A8-FB0D-46C5B6F7F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2933" y="5746178"/>
                  <a:ext cx="1077795" cy="830997"/>
                </a:xfrm>
                <a:prstGeom prst="rect">
                  <a:avLst/>
                </a:prstGeom>
                <a:blipFill>
                  <a:blip r:embed="rId9"/>
                  <a:stretch>
                    <a:fillRect l="-1667" r="-2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C700824-A2BE-4135-DEF1-5F83F6F8DCE8}"/>
              </a:ext>
            </a:extLst>
          </p:cNvPr>
          <p:cNvSpPr txBox="1"/>
          <p:nvPr/>
        </p:nvSpPr>
        <p:spPr>
          <a:xfrm>
            <a:off x="7858467" y="1517462"/>
            <a:ext cx="3686726" cy="923330"/>
          </a:xfrm>
          <a:custGeom>
            <a:avLst/>
            <a:gdLst>
              <a:gd name="csX0" fmla="*/ 0 w 3686726"/>
              <a:gd name="csY0" fmla="*/ 0 h 923330"/>
              <a:gd name="csX1" fmla="*/ 452941 w 3686726"/>
              <a:gd name="csY1" fmla="*/ 0 h 923330"/>
              <a:gd name="csX2" fmla="*/ 1016483 w 3686726"/>
              <a:gd name="csY2" fmla="*/ 0 h 923330"/>
              <a:gd name="csX3" fmla="*/ 1506291 w 3686726"/>
              <a:gd name="csY3" fmla="*/ 0 h 923330"/>
              <a:gd name="csX4" fmla="*/ 1959232 w 3686726"/>
              <a:gd name="csY4" fmla="*/ 0 h 923330"/>
              <a:gd name="csX5" fmla="*/ 2522774 w 3686726"/>
              <a:gd name="csY5" fmla="*/ 0 h 923330"/>
              <a:gd name="csX6" fmla="*/ 3049449 w 3686726"/>
              <a:gd name="csY6" fmla="*/ 0 h 923330"/>
              <a:gd name="csX7" fmla="*/ 3686726 w 3686726"/>
              <a:gd name="csY7" fmla="*/ 0 h 923330"/>
              <a:gd name="csX8" fmla="*/ 3686726 w 3686726"/>
              <a:gd name="csY8" fmla="*/ 480132 h 923330"/>
              <a:gd name="csX9" fmla="*/ 3686726 w 3686726"/>
              <a:gd name="csY9" fmla="*/ 923330 h 923330"/>
              <a:gd name="csX10" fmla="*/ 3233785 w 3686726"/>
              <a:gd name="csY10" fmla="*/ 923330 h 923330"/>
              <a:gd name="csX11" fmla="*/ 2817712 w 3686726"/>
              <a:gd name="csY11" fmla="*/ 923330 h 923330"/>
              <a:gd name="csX12" fmla="*/ 2254170 w 3686726"/>
              <a:gd name="csY12" fmla="*/ 923330 h 923330"/>
              <a:gd name="csX13" fmla="*/ 1801229 w 3686726"/>
              <a:gd name="csY13" fmla="*/ 923330 h 923330"/>
              <a:gd name="csX14" fmla="*/ 1237687 w 3686726"/>
              <a:gd name="csY14" fmla="*/ 923330 h 923330"/>
              <a:gd name="csX15" fmla="*/ 637277 w 3686726"/>
              <a:gd name="csY15" fmla="*/ 923330 h 923330"/>
              <a:gd name="csX16" fmla="*/ 0 w 3686726"/>
              <a:gd name="csY16" fmla="*/ 923330 h 923330"/>
              <a:gd name="csX17" fmla="*/ 0 w 3686726"/>
              <a:gd name="csY17" fmla="*/ 443198 h 923330"/>
              <a:gd name="csX18" fmla="*/ 0 w 3686726"/>
              <a:gd name="csY18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686726" h="923330" fill="none" extrusionOk="0">
                <a:moveTo>
                  <a:pt x="0" y="0"/>
                </a:moveTo>
                <a:cubicBezTo>
                  <a:pt x="115175" y="-51332"/>
                  <a:pt x="320602" y="15851"/>
                  <a:pt x="452941" y="0"/>
                </a:cubicBezTo>
                <a:cubicBezTo>
                  <a:pt x="585280" y="-15851"/>
                  <a:pt x="869710" y="1705"/>
                  <a:pt x="1016483" y="0"/>
                </a:cubicBezTo>
                <a:cubicBezTo>
                  <a:pt x="1163256" y="-1705"/>
                  <a:pt x="1312323" y="10046"/>
                  <a:pt x="1506291" y="0"/>
                </a:cubicBezTo>
                <a:cubicBezTo>
                  <a:pt x="1700259" y="-10046"/>
                  <a:pt x="1759385" y="41092"/>
                  <a:pt x="1959232" y="0"/>
                </a:cubicBezTo>
                <a:cubicBezTo>
                  <a:pt x="2159079" y="-41092"/>
                  <a:pt x="2285455" y="3364"/>
                  <a:pt x="2522774" y="0"/>
                </a:cubicBezTo>
                <a:cubicBezTo>
                  <a:pt x="2760093" y="-3364"/>
                  <a:pt x="2884210" y="4773"/>
                  <a:pt x="3049449" y="0"/>
                </a:cubicBezTo>
                <a:cubicBezTo>
                  <a:pt x="3214689" y="-4773"/>
                  <a:pt x="3405897" y="30002"/>
                  <a:pt x="3686726" y="0"/>
                </a:cubicBezTo>
                <a:cubicBezTo>
                  <a:pt x="3728958" y="110959"/>
                  <a:pt x="3674829" y="375462"/>
                  <a:pt x="3686726" y="480132"/>
                </a:cubicBezTo>
                <a:cubicBezTo>
                  <a:pt x="3698623" y="584802"/>
                  <a:pt x="3633992" y="786854"/>
                  <a:pt x="3686726" y="923330"/>
                </a:cubicBezTo>
                <a:cubicBezTo>
                  <a:pt x="3533215" y="934887"/>
                  <a:pt x="3451876" y="887982"/>
                  <a:pt x="3233785" y="923330"/>
                </a:cubicBezTo>
                <a:cubicBezTo>
                  <a:pt x="3015694" y="958678"/>
                  <a:pt x="2950365" y="873623"/>
                  <a:pt x="2817712" y="923330"/>
                </a:cubicBezTo>
                <a:cubicBezTo>
                  <a:pt x="2685059" y="973037"/>
                  <a:pt x="2513777" y="902411"/>
                  <a:pt x="2254170" y="923330"/>
                </a:cubicBezTo>
                <a:cubicBezTo>
                  <a:pt x="1994563" y="944249"/>
                  <a:pt x="1907995" y="890068"/>
                  <a:pt x="1801229" y="923330"/>
                </a:cubicBezTo>
                <a:cubicBezTo>
                  <a:pt x="1694463" y="956592"/>
                  <a:pt x="1383169" y="865072"/>
                  <a:pt x="1237687" y="923330"/>
                </a:cubicBezTo>
                <a:cubicBezTo>
                  <a:pt x="1092205" y="981588"/>
                  <a:pt x="869163" y="856703"/>
                  <a:pt x="637277" y="923330"/>
                </a:cubicBezTo>
                <a:cubicBezTo>
                  <a:pt x="405391" y="989957"/>
                  <a:pt x="147992" y="908113"/>
                  <a:pt x="0" y="923330"/>
                </a:cubicBezTo>
                <a:cubicBezTo>
                  <a:pt x="-7523" y="804512"/>
                  <a:pt x="55955" y="584442"/>
                  <a:pt x="0" y="443198"/>
                </a:cubicBezTo>
                <a:cubicBezTo>
                  <a:pt x="-55955" y="301954"/>
                  <a:pt x="44413" y="174271"/>
                  <a:pt x="0" y="0"/>
                </a:cubicBezTo>
                <a:close/>
              </a:path>
              <a:path w="3686726" h="923330" stroke="0" extrusionOk="0">
                <a:moveTo>
                  <a:pt x="0" y="0"/>
                </a:moveTo>
                <a:cubicBezTo>
                  <a:pt x="150197" y="-17904"/>
                  <a:pt x="303252" y="45278"/>
                  <a:pt x="489808" y="0"/>
                </a:cubicBezTo>
                <a:cubicBezTo>
                  <a:pt x="676364" y="-45278"/>
                  <a:pt x="727763" y="11502"/>
                  <a:pt x="905881" y="0"/>
                </a:cubicBezTo>
                <a:cubicBezTo>
                  <a:pt x="1083999" y="-11502"/>
                  <a:pt x="1227734" y="2117"/>
                  <a:pt x="1506291" y="0"/>
                </a:cubicBezTo>
                <a:cubicBezTo>
                  <a:pt x="1784848" y="-2117"/>
                  <a:pt x="1797178" y="51183"/>
                  <a:pt x="1996099" y="0"/>
                </a:cubicBezTo>
                <a:cubicBezTo>
                  <a:pt x="2195020" y="-51183"/>
                  <a:pt x="2361893" y="22644"/>
                  <a:pt x="2485907" y="0"/>
                </a:cubicBezTo>
                <a:cubicBezTo>
                  <a:pt x="2609921" y="-22644"/>
                  <a:pt x="2952593" y="56972"/>
                  <a:pt x="3086316" y="0"/>
                </a:cubicBezTo>
                <a:cubicBezTo>
                  <a:pt x="3220039" y="-56972"/>
                  <a:pt x="3394830" y="62584"/>
                  <a:pt x="3686726" y="0"/>
                </a:cubicBezTo>
                <a:cubicBezTo>
                  <a:pt x="3743559" y="184709"/>
                  <a:pt x="3683656" y="362508"/>
                  <a:pt x="3686726" y="480132"/>
                </a:cubicBezTo>
                <a:cubicBezTo>
                  <a:pt x="3689796" y="597756"/>
                  <a:pt x="3675402" y="715809"/>
                  <a:pt x="3686726" y="923330"/>
                </a:cubicBezTo>
                <a:cubicBezTo>
                  <a:pt x="3587273" y="948409"/>
                  <a:pt x="3375041" y="887163"/>
                  <a:pt x="3233785" y="923330"/>
                </a:cubicBezTo>
                <a:cubicBezTo>
                  <a:pt x="3092529" y="959497"/>
                  <a:pt x="2887978" y="863688"/>
                  <a:pt x="2707110" y="923330"/>
                </a:cubicBezTo>
                <a:cubicBezTo>
                  <a:pt x="2526242" y="982972"/>
                  <a:pt x="2365296" y="886479"/>
                  <a:pt x="2217302" y="923330"/>
                </a:cubicBezTo>
                <a:cubicBezTo>
                  <a:pt x="2069308" y="960181"/>
                  <a:pt x="1902593" y="897558"/>
                  <a:pt x="1616893" y="923330"/>
                </a:cubicBezTo>
                <a:cubicBezTo>
                  <a:pt x="1331193" y="949102"/>
                  <a:pt x="1285765" y="919121"/>
                  <a:pt x="1016483" y="923330"/>
                </a:cubicBezTo>
                <a:cubicBezTo>
                  <a:pt x="747201" y="927539"/>
                  <a:pt x="754191" y="919839"/>
                  <a:pt x="563542" y="923330"/>
                </a:cubicBezTo>
                <a:cubicBezTo>
                  <a:pt x="372893" y="926821"/>
                  <a:pt x="141341" y="867956"/>
                  <a:pt x="0" y="923330"/>
                </a:cubicBezTo>
                <a:cubicBezTo>
                  <a:pt x="-51860" y="736269"/>
                  <a:pt x="52887" y="621465"/>
                  <a:pt x="0" y="443198"/>
                </a:cubicBezTo>
                <a:cubicBezTo>
                  <a:pt x="-52887" y="264931"/>
                  <a:pt x="2470" y="199669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2700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Ordinal construct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Doesn’t capture the intensity of the preferences, only the ranking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6BC16-CB44-AA13-2C55-43441EDD9C51}"/>
              </a:ext>
            </a:extLst>
          </p:cNvPr>
          <p:cNvSpPr txBox="1"/>
          <p:nvPr/>
        </p:nvSpPr>
        <p:spPr>
          <a:xfrm rot="21068576">
            <a:off x="3213703" y="4202356"/>
            <a:ext cx="20826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No uncertainty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CBE58B-4FCE-3D62-B4A1-5E0958146031}"/>
              </a:ext>
            </a:extLst>
          </p:cNvPr>
          <p:cNvSpPr/>
          <p:nvPr/>
        </p:nvSpPr>
        <p:spPr>
          <a:xfrm>
            <a:off x="2820303" y="2001896"/>
            <a:ext cx="5038164" cy="708283"/>
          </a:xfrm>
          <a:custGeom>
            <a:avLst/>
            <a:gdLst>
              <a:gd name="connsiteX0" fmla="*/ 5038164 w 5038164"/>
              <a:gd name="connsiteY0" fmla="*/ 0 h 708283"/>
              <a:gd name="connsiteX1" fmla="*/ 2097741 w 5038164"/>
              <a:gd name="connsiteY1" fmla="*/ 8964 h 708283"/>
              <a:gd name="connsiteX2" fmla="*/ 1757082 w 5038164"/>
              <a:gd name="connsiteY2" fmla="*/ 44823 h 708283"/>
              <a:gd name="connsiteX3" fmla="*/ 1362635 w 5038164"/>
              <a:gd name="connsiteY3" fmla="*/ 98611 h 708283"/>
              <a:gd name="connsiteX4" fmla="*/ 1093694 w 5038164"/>
              <a:gd name="connsiteY4" fmla="*/ 179294 h 708283"/>
              <a:gd name="connsiteX5" fmla="*/ 941294 w 5038164"/>
              <a:gd name="connsiteY5" fmla="*/ 251011 h 708283"/>
              <a:gd name="connsiteX6" fmla="*/ 726141 w 5038164"/>
              <a:gd name="connsiteY6" fmla="*/ 322729 h 708283"/>
              <a:gd name="connsiteX7" fmla="*/ 537882 w 5038164"/>
              <a:gd name="connsiteY7" fmla="*/ 394447 h 708283"/>
              <a:gd name="connsiteX8" fmla="*/ 421341 w 5038164"/>
              <a:gd name="connsiteY8" fmla="*/ 430305 h 708283"/>
              <a:gd name="connsiteX9" fmla="*/ 376517 w 5038164"/>
              <a:gd name="connsiteY9" fmla="*/ 448235 h 708283"/>
              <a:gd name="connsiteX10" fmla="*/ 349623 w 5038164"/>
              <a:gd name="connsiteY10" fmla="*/ 457200 h 708283"/>
              <a:gd name="connsiteX11" fmla="*/ 224117 w 5038164"/>
              <a:gd name="connsiteY11" fmla="*/ 537882 h 708283"/>
              <a:gd name="connsiteX12" fmla="*/ 143435 w 5038164"/>
              <a:gd name="connsiteY12" fmla="*/ 591670 h 708283"/>
              <a:gd name="connsiteX13" fmla="*/ 89647 w 5038164"/>
              <a:gd name="connsiteY13" fmla="*/ 654423 h 708283"/>
              <a:gd name="connsiteX14" fmla="*/ 62753 w 5038164"/>
              <a:gd name="connsiteY14" fmla="*/ 663388 h 708283"/>
              <a:gd name="connsiteX15" fmla="*/ 17929 w 5038164"/>
              <a:gd name="connsiteY15" fmla="*/ 681317 h 708283"/>
              <a:gd name="connsiteX16" fmla="*/ 0 w 5038164"/>
              <a:gd name="connsiteY16" fmla="*/ 708211 h 70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38164" h="708283">
                <a:moveTo>
                  <a:pt x="5038164" y="0"/>
                </a:moveTo>
                <a:lnTo>
                  <a:pt x="2097741" y="8964"/>
                </a:lnTo>
                <a:cubicBezTo>
                  <a:pt x="1983571" y="10524"/>
                  <a:pt x="1870381" y="30661"/>
                  <a:pt x="1757082" y="44823"/>
                </a:cubicBezTo>
                <a:cubicBezTo>
                  <a:pt x="875461" y="155026"/>
                  <a:pt x="2011801" y="26483"/>
                  <a:pt x="1362635" y="98611"/>
                </a:cubicBezTo>
                <a:cubicBezTo>
                  <a:pt x="1274048" y="122234"/>
                  <a:pt x="1178944" y="144661"/>
                  <a:pt x="1093694" y="179294"/>
                </a:cubicBezTo>
                <a:cubicBezTo>
                  <a:pt x="1041679" y="200425"/>
                  <a:pt x="993596" y="230600"/>
                  <a:pt x="941294" y="251011"/>
                </a:cubicBezTo>
                <a:cubicBezTo>
                  <a:pt x="870869" y="278494"/>
                  <a:pt x="797370" y="297403"/>
                  <a:pt x="726141" y="322729"/>
                </a:cubicBezTo>
                <a:cubicBezTo>
                  <a:pt x="662869" y="345226"/>
                  <a:pt x="601206" y="372097"/>
                  <a:pt x="537882" y="394447"/>
                </a:cubicBezTo>
                <a:cubicBezTo>
                  <a:pt x="499555" y="407974"/>
                  <a:pt x="459900" y="417452"/>
                  <a:pt x="421341" y="430305"/>
                </a:cubicBezTo>
                <a:cubicBezTo>
                  <a:pt x="406074" y="435394"/>
                  <a:pt x="391585" y="442584"/>
                  <a:pt x="376517" y="448235"/>
                </a:cubicBezTo>
                <a:cubicBezTo>
                  <a:pt x="367669" y="451553"/>
                  <a:pt x="358588" y="454212"/>
                  <a:pt x="349623" y="457200"/>
                </a:cubicBezTo>
                <a:cubicBezTo>
                  <a:pt x="247116" y="539205"/>
                  <a:pt x="375649" y="440468"/>
                  <a:pt x="224117" y="537882"/>
                </a:cubicBezTo>
                <a:cubicBezTo>
                  <a:pt x="108079" y="612478"/>
                  <a:pt x="238859" y="543960"/>
                  <a:pt x="143435" y="591670"/>
                </a:cubicBezTo>
                <a:cubicBezTo>
                  <a:pt x="126206" y="617514"/>
                  <a:pt x="117315" y="634660"/>
                  <a:pt x="89647" y="654423"/>
                </a:cubicBezTo>
                <a:cubicBezTo>
                  <a:pt x="81958" y="659916"/>
                  <a:pt x="71601" y="660070"/>
                  <a:pt x="62753" y="663388"/>
                </a:cubicBezTo>
                <a:cubicBezTo>
                  <a:pt x="47685" y="669038"/>
                  <a:pt x="32870" y="675341"/>
                  <a:pt x="17929" y="681317"/>
                </a:cubicBezTo>
                <a:cubicBezTo>
                  <a:pt x="8019" y="711046"/>
                  <a:pt x="18414" y="708211"/>
                  <a:pt x="0" y="708211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F6700-0B72-D3BE-2C65-BD3FEEB26FCD}"/>
              </a:ext>
            </a:extLst>
          </p:cNvPr>
          <p:cNvSpPr txBox="1"/>
          <p:nvPr/>
        </p:nvSpPr>
        <p:spPr>
          <a:xfrm>
            <a:off x="4553469" y="2001896"/>
            <a:ext cx="1517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Best action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A02B93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26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  <p:bldP spid="11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51DF5-FB5F-89DA-328E-3DF6CB00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C6F5B-A4E2-FDF7-791C-852972495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640080"/>
            <a:ext cx="6894576" cy="3566160"/>
          </a:xfrm>
        </p:spPr>
        <p:txBody>
          <a:bodyPr anchor="b">
            <a:normAutofit/>
          </a:bodyPr>
          <a:lstStyle/>
          <a:p>
            <a:pPr algn="l"/>
            <a:r>
              <a:rPr lang="en-IN" sz="2000" dirty="0">
                <a:solidFill>
                  <a:srgbClr val="7030A0"/>
                </a:solidFill>
              </a:rPr>
              <a:t>MODULE 1</a:t>
            </a:r>
            <a:br>
              <a:rPr lang="en-IN" sz="6600" dirty="0">
                <a:solidFill>
                  <a:srgbClr val="C00000"/>
                </a:solidFill>
              </a:rPr>
            </a:br>
            <a:r>
              <a:rPr lang="en-IN" sz="6600" dirty="0">
                <a:solidFill>
                  <a:srgbClr val="0070C0"/>
                </a:solidFill>
                <a:latin typeface="Segoe Script" panose="030B0504020000000003" pitchFamily="66" charset="0"/>
              </a:rPr>
              <a:t>Uncertain</a:t>
            </a:r>
            <a:r>
              <a:rPr lang="en-IN" sz="6600" dirty="0"/>
              <a:t> Outcomes</a:t>
            </a:r>
            <a:br>
              <a:rPr lang="en-IN" sz="6600" dirty="0"/>
            </a:br>
            <a:r>
              <a:rPr lang="en-IN" sz="6600" dirty="0"/>
              <a:t>&amp; </a:t>
            </a:r>
            <a:r>
              <a:rPr lang="en-IN" sz="6600" dirty="0">
                <a:solidFill>
                  <a:srgbClr val="0070C0"/>
                </a:solidFill>
                <a:latin typeface="Segoe Script" panose="030B0504020000000003" pitchFamily="66" charset="0"/>
              </a:rPr>
              <a:t>Lotteries</a:t>
            </a:r>
            <a:endParaRPr lang="en-US" sz="6600" dirty="0">
              <a:solidFill>
                <a:srgbClr val="0070C0"/>
              </a:solidFill>
              <a:latin typeface="Segoe Script" panose="030B0504020000000003" pitchFamily="66" charset="0"/>
            </a:endParaRPr>
          </a:p>
        </p:txBody>
      </p:sp>
      <p:pic>
        <p:nvPicPr>
          <p:cNvPr id="112" name="Picture 111" descr="Question marks in a line and one question mark is lit">
            <a:extLst>
              <a:ext uri="{FF2B5EF4-FFF2-40B4-BE49-F238E27FC236}">
                <a16:creationId xmlns:a16="http://schemas.microsoft.com/office/drawing/2014/main" id="{523FC8FC-296A-B7C3-1390-84A0D97E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4" r="52748" b="-1"/>
          <a:stretch/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3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sX0" fmla="*/ 0 w 4242816"/>
              <a:gd name="csY0" fmla="*/ 0 h 18288"/>
              <a:gd name="csX1" fmla="*/ 690973 w 4242816"/>
              <a:gd name="csY1" fmla="*/ 0 h 18288"/>
              <a:gd name="csX2" fmla="*/ 1212233 w 4242816"/>
              <a:gd name="csY2" fmla="*/ 0 h 18288"/>
              <a:gd name="csX3" fmla="*/ 1860778 w 4242816"/>
              <a:gd name="csY3" fmla="*/ 0 h 18288"/>
              <a:gd name="csX4" fmla="*/ 2424466 w 4242816"/>
              <a:gd name="csY4" fmla="*/ 0 h 18288"/>
              <a:gd name="csX5" fmla="*/ 3115439 w 4242816"/>
              <a:gd name="csY5" fmla="*/ 0 h 18288"/>
              <a:gd name="csX6" fmla="*/ 3636699 w 4242816"/>
              <a:gd name="csY6" fmla="*/ 0 h 18288"/>
              <a:gd name="csX7" fmla="*/ 4242816 w 4242816"/>
              <a:gd name="csY7" fmla="*/ 0 h 18288"/>
              <a:gd name="csX8" fmla="*/ 4242816 w 4242816"/>
              <a:gd name="csY8" fmla="*/ 18288 h 18288"/>
              <a:gd name="csX9" fmla="*/ 3636699 w 4242816"/>
              <a:gd name="csY9" fmla="*/ 18288 h 18288"/>
              <a:gd name="csX10" fmla="*/ 3030583 w 4242816"/>
              <a:gd name="csY10" fmla="*/ 18288 h 18288"/>
              <a:gd name="csX11" fmla="*/ 2466894 w 4242816"/>
              <a:gd name="csY11" fmla="*/ 18288 h 18288"/>
              <a:gd name="csX12" fmla="*/ 1988062 w 4242816"/>
              <a:gd name="csY12" fmla="*/ 18288 h 18288"/>
              <a:gd name="csX13" fmla="*/ 1466802 w 4242816"/>
              <a:gd name="csY13" fmla="*/ 18288 h 18288"/>
              <a:gd name="csX14" fmla="*/ 860686 w 4242816"/>
              <a:gd name="csY14" fmla="*/ 18288 h 18288"/>
              <a:gd name="csX15" fmla="*/ 0 w 4242816"/>
              <a:gd name="csY15" fmla="*/ 18288 h 18288"/>
              <a:gd name="csX16" fmla="*/ 0 w 424281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A2725E-F49C-F2A5-5F0B-B63BDA6CE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4745736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One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dirty="0"/>
              <a:t>, Multiple </a:t>
            </a:r>
            <a:r>
              <a:rPr lang="en-US" b="1" dirty="0">
                <a:solidFill>
                  <a:srgbClr val="00B050"/>
                </a:solidFill>
              </a:rPr>
              <a:t>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FC9D6-07A2-FF5E-F0E9-86BEDCA75F32}"/>
              </a:ext>
            </a:extLst>
          </p:cNvPr>
          <p:cNvSpPr txBox="1"/>
          <p:nvPr/>
        </p:nvSpPr>
        <p:spPr>
          <a:xfrm>
            <a:off x="4769398" y="5532120"/>
            <a:ext cx="2975369" cy="369332"/>
          </a:xfrm>
          <a:custGeom>
            <a:avLst/>
            <a:gdLst>
              <a:gd name="csX0" fmla="*/ 0 w 2975369"/>
              <a:gd name="csY0" fmla="*/ 0 h 369332"/>
              <a:gd name="csX1" fmla="*/ 565320 w 2975369"/>
              <a:gd name="csY1" fmla="*/ 0 h 369332"/>
              <a:gd name="csX2" fmla="*/ 1160394 w 2975369"/>
              <a:gd name="csY2" fmla="*/ 0 h 369332"/>
              <a:gd name="csX3" fmla="*/ 1785221 w 2975369"/>
              <a:gd name="csY3" fmla="*/ 0 h 369332"/>
              <a:gd name="csX4" fmla="*/ 2410049 w 2975369"/>
              <a:gd name="csY4" fmla="*/ 0 h 369332"/>
              <a:gd name="csX5" fmla="*/ 2975369 w 2975369"/>
              <a:gd name="csY5" fmla="*/ 0 h 369332"/>
              <a:gd name="csX6" fmla="*/ 2975369 w 2975369"/>
              <a:gd name="csY6" fmla="*/ 369332 h 369332"/>
              <a:gd name="csX7" fmla="*/ 2320788 w 2975369"/>
              <a:gd name="csY7" fmla="*/ 369332 h 369332"/>
              <a:gd name="csX8" fmla="*/ 1666207 w 2975369"/>
              <a:gd name="csY8" fmla="*/ 369332 h 369332"/>
              <a:gd name="csX9" fmla="*/ 1071133 w 2975369"/>
              <a:gd name="csY9" fmla="*/ 369332 h 369332"/>
              <a:gd name="csX10" fmla="*/ 0 w 2975369"/>
              <a:gd name="csY10" fmla="*/ 369332 h 369332"/>
              <a:gd name="csX11" fmla="*/ 0 w 2975369"/>
              <a:gd name="csY11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975369" h="369332" fill="none" extrusionOk="0">
                <a:moveTo>
                  <a:pt x="0" y="0"/>
                </a:moveTo>
                <a:cubicBezTo>
                  <a:pt x="212617" y="-32066"/>
                  <a:pt x="384235" y="11049"/>
                  <a:pt x="565320" y="0"/>
                </a:cubicBezTo>
                <a:cubicBezTo>
                  <a:pt x="746405" y="-11049"/>
                  <a:pt x="972983" y="52597"/>
                  <a:pt x="1160394" y="0"/>
                </a:cubicBezTo>
                <a:cubicBezTo>
                  <a:pt x="1347805" y="-52597"/>
                  <a:pt x="1522762" y="67608"/>
                  <a:pt x="1785221" y="0"/>
                </a:cubicBezTo>
                <a:cubicBezTo>
                  <a:pt x="2047680" y="-67608"/>
                  <a:pt x="2103721" y="19601"/>
                  <a:pt x="2410049" y="0"/>
                </a:cubicBezTo>
                <a:cubicBezTo>
                  <a:pt x="2716377" y="-19601"/>
                  <a:pt x="2712390" y="1673"/>
                  <a:pt x="2975369" y="0"/>
                </a:cubicBezTo>
                <a:cubicBezTo>
                  <a:pt x="2992203" y="102192"/>
                  <a:pt x="2938604" y="207137"/>
                  <a:pt x="2975369" y="369332"/>
                </a:cubicBezTo>
                <a:cubicBezTo>
                  <a:pt x="2838259" y="429113"/>
                  <a:pt x="2596370" y="361070"/>
                  <a:pt x="2320788" y="369332"/>
                </a:cubicBezTo>
                <a:cubicBezTo>
                  <a:pt x="2045206" y="377594"/>
                  <a:pt x="1839936" y="293785"/>
                  <a:pt x="1666207" y="369332"/>
                </a:cubicBezTo>
                <a:cubicBezTo>
                  <a:pt x="1492478" y="444879"/>
                  <a:pt x="1342179" y="358728"/>
                  <a:pt x="1071133" y="369332"/>
                </a:cubicBezTo>
                <a:cubicBezTo>
                  <a:pt x="800087" y="379936"/>
                  <a:pt x="278621" y="288832"/>
                  <a:pt x="0" y="369332"/>
                </a:cubicBezTo>
                <a:cubicBezTo>
                  <a:pt x="-1275" y="191808"/>
                  <a:pt x="34267" y="163671"/>
                  <a:pt x="0" y="0"/>
                </a:cubicBezTo>
                <a:close/>
              </a:path>
              <a:path w="2975369" h="369332" stroke="0" extrusionOk="0">
                <a:moveTo>
                  <a:pt x="0" y="0"/>
                </a:moveTo>
                <a:cubicBezTo>
                  <a:pt x="136580" y="-7933"/>
                  <a:pt x="334098" y="10326"/>
                  <a:pt x="565320" y="0"/>
                </a:cubicBezTo>
                <a:cubicBezTo>
                  <a:pt x="796542" y="-10326"/>
                  <a:pt x="926594" y="47969"/>
                  <a:pt x="1071133" y="0"/>
                </a:cubicBezTo>
                <a:cubicBezTo>
                  <a:pt x="1215672" y="-47969"/>
                  <a:pt x="1564735" y="41523"/>
                  <a:pt x="1725714" y="0"/>
                </a:cubicBezTo>
                <a:cubicBezTo>
                  <a:pt x="1886693" y="-41523"/>
                  <a:pt x="2052770" y="39184"/>
                  <a:pt x="2291034" y="0"/>
                </a:cubicBezTo>
                <a:cubicBezTo>
                  <a:pt x="2529298" y="-39184"/>
                  <a:pt x="2635759" y="33899"/>
                  <a:pt x="2975369" y="0"/>
                </a:cubicBezTo>
                <a:cubicBezTo>
                  <a:pt x="3011529" y="81226"/>
                  <a:pt x="2953831" y="278722"/>
                  <a:pt x="2975369" y="369332"/>
                </a:cubicBezTo>
                <a:cubicBezTo>
                  <a:pt x="2700019" y="426437"/>
                  <a:pt x="2532427" y="301804"/>
                  <a:pt x="2380295" y="369332"/>
                </a:cubicBezTo>
                <a:cubicBezTo>
                  <a:pt x="2228163" y="436860"/>
                  <a:pt x="1940049" y="363660"/>
                  <a:pt x="1725714" y="369332"/>
                </a:cubicBezTo>
                <a:cubicBezTo>
                  <a:pt x="1511379" y="375004"/>
                  <a:pt x="1406839" y="325960"/>
                  <a:pt x="1219901" y="369332"/>
                </a:cubicBezTo>
                <a:cubicBezTo>
                  <a:pt x="1032963" y="412704"/>
                  <a:pt x="888173" y="364072"/>
                  <a:pt x="624827" y="369332"/>
                </a:cubicBezTo>
                <a:cubicBezTo>
                  <a:pt x="361481" y="374592"/>
                  <a:pt x="290903" y="321863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Modeling Uncertainty</a:t>
            </a:r>
          </a:p>
        </p:txBody>
      </p:sp>
      <p:pic>
        <p:nvPicPr>
          <p:cNvPr id="4" name="Picture 3" descr="A cricket match on a field&#10;&#10;Description automatically generated">
            <a:extLst>
              <a:ext uri="{FF2B5EF4-FFF2-40B4-BE49-F238E27FC236}">
                <a16:creationId xmlns:a16="http://schemas.microsoft.com/office/drawing/2014/main" id="{84FF21F8-1923-367A-A02A-3B55A23EA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" y="148539"/>
            <a:ext cx="3884144" cy="2180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blue umbrella with a wooden handle&#10;&#10;Description automatically generated">
            <a:extLst>
              <a:ext uri="{FF2B5EF4-FFF2-40B4-BE49-F238E27FC236}">
                <a16:creationId xmlns:a16="http://schemas.microsoft.com/office/drawing/2014/main" id="{4A98D372-F2ED-02FF-1CB4-2F19494E9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500" y="366033"/>
            <a:ext cx="2598840" cy="259884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8DD7767-94F0-1625-A8EE-4836C111244F}"/>
              </a:ext>
            </a:extLst>
          </p:cNvPr>
          <p:cNvSpPr/>
          <p:nvPr/>
        </p:nvSpPr>
        <p:spPr>
          <a:xfrm>
            <a:off x="4267200" y="3603812"/>
            <a:ext cx="475129" cy="2133600"/>
          </a:xfrm>
          <a:custGeom>
            <a:avLst/>
            <a:gdLst>
              <a:gd name="connsiteX0" fmla="*/ 349624 w 475129"/>
              <a:gd name="connsiteY0" fmla="*/ 2133600 h 2133600"/>
              <a:gd name="connsiteX1" fmla="*/ 313765 w 475129"/>
              <a:gd name="connsiteY1" fmla="*/ 2079812 h 2133600"/>
              <a:gd name="connsiteX2" fmla="*/ 224118 w 475129"/>
              <a:gd name="connsiteY2" fmla="*/ 1981200 h 2133600"/>
              <a:gd name="connsiteX3" fmla="*/ 161365 w 475129"/>
              <a:gd name="connsiteY3" fmla="*/ 1855694 h 2133600"/>
              <a:gd name="connsiteX4" fmla="*/ 116541 w 475129"/>
              <a:gd name="connsiteY4" fmla="*/ 1783976 h 2133600"/>
              <a:gd name="connsiteX5" fmla="*/ 44824 w 475129"/>
              <a:gd name="connsiteY5" fmla="*/ 1577788 h 2133600"/>
              <a:gd name="connsiteX6" fmla="*/ 0 w 475129"/>
              <a:gd name="connsiteY6" fmla="*/ 1353670 h 2133600"/>
              <a:gd name="connsiteX7" fmla="*/ 8965 w 475129"/>
              <a:gd name="connsiteY7" fmla="*/ 905435 h 2133600"/>
              <a:gd name="connsiteX8" fmla="*/ 53788 w 475129"/>
              <a:gd name="connsiteY8" fmla="*/ 717176 h 2133600"/>
              <a:gd name="connsiteX9" fmla="*/ 80682 w 475129"/>
              <a:gd name="connsiteY9" fmla="*/ 636494 h 2133600"/>
              <a:gd name="connsiteX10" fmla="*/ 116541 w 475129"/>
              <a:gd name="connsiteY10" fmla="*/ 573741 h 2133600"/>
              <a:gd name="connsiteX11" fmla="*/ 143435 w 475129"/>
              <a:gd name="connsiteY11" fmla="*/ 510988 h 2133600"/>
              <a:gd name="connsiteX12" fmla="*/ 215153 w 475129"/>
              <a:gd name="connsiteY12" fmla="*/ 376517 h 2133600"/>
              <a:gd name="connsiteX13" fmla="*/ 259976 w 475129"/>
              <a:gd name="connsiteY13" fmla="*/ 313764 h 2133600"/>
              <a:gd name="connsiteX14" fmla="*/ 295835 w 475129"/>
              <a:gd name="connsiteY14" fmla="*/ 242047 h 2133600"/>
              <a:gd name="connsiteX15" fmla="*/ 376518 w 475129"/>
              <a:gd name="connsiteY15" fmla="*/ 134470 h 2133600"/>
              <a:gd name="connsiteX16" fmla="*/ 412376 w 475129"/>
              <a:gd name="connsiteY16" fmla="*/ 89647 h 2133600"/>
              <a:gd name="connsiteX17" fmla="*/ 439271 w 475129"/>
              <a:gd name="connsiteY17" fmla="*/ 44823 h 2133600"/>
              <a:gd name="connsiteX18" fmla="*/ 475129 w 475129"/>
              <a:gd name="connsiteY1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75129" h="2133600">
                <a:moveTo>
                  <a:pt x="349624" y="2133600"/>
                </a:moveTo>
                <a:cubicBezTo>
                  <a:pt x="337671" y="2115671"/>
                  <a:pt x="327464" y="2096446"/>
                  <a:pt x="313765" y="2079812"/>
                </a:cubicBezTo>
                <a:cubicBezTo>
                  <a:pt x="285525" y="2045520"/>
                  <a:pt x="249098" y="2017935"/>
                  <a:pt x="224118" y="1981200"/>
                </a:cubicBezTo>
                <a:cubicBezTo>
                  <a:pt x="197817" y="1942522"/>
                  <a:pt x="183763" y="1896756"/>
                  <a:pt x="161365" y="1855694"/>
                </a:cubicBezTo>
                <a:cubicBezTo>
                  <a:pt x="147866" y="1830945"/>
                  <a:pt x="127443" y="1809974"/>
                  <a:pt x="116541" y="1783976"/>
                </a:cubicBezTo>
                <a:cubicBezTo>
                  <a:pt x="88400" y="1716870"/>
                  <a:pt x="57842" y="1649382"/>
                  <a:pt x="44824" y="1577788"/>
                </a:cubicBezTo>
                <a:cubicBezTo>
                  <a:pt x="19240" y="1437081"/>
                  <a:pt x="33894" y="1511844"/>
                  <a:pt x="0" y="1353670"/>
                </a:cubicBezTo>
                <a:cubicBezTo>
                  <a:pt x="2988" y="1204258"/>
                  <a:pt x="1624" y="1054696"/>
                  <a:pt x="8965" y="905435"/>
                </a:cubicBezTo>
                <a:cubicBezTo>
                  <a:pt x="11781" y="848171"/>
                  <a:pt x="36618" y="771549"/>
                  <a:pt x="53788" y="717176"/>
                </a:cubicBezTo>
                <a:cubicBezTo>
                  <a:pt x="62325" y="690143"/>
                  <a:pt x="69319" y="662466"/>
                  <a:pt x="80682" y="636494"/>
                </a:cubicBezTo>
                <a:cubicBezTo>
                  <a:pt x="90339" y="614422"/>
                  <a:pt x="105767" y="595290"/>
                  <a:pt x="116541" y="573741"/>
                </a:cubicBezTo>
                <a:cubicBezTo>
                  <a:pt x="126719" y="553386"/>
                  <a:pt x="133898" y="531651"/>
                  <a:pt x="143435" y="510988"/>
                </a:cubicBezTo>
                <a:cubicBezTo>
                  <a:pt x="159585" y="475996"/>
                  <a:pt x="198201" y="403640"/>
                  <a:pt x="215153" y="376517"/>
                </a:cubicBezTo>
                <a:cubicBezTo>
                  <a:pt x="228777" y="354719"/>
                  <a:pt x="246751" y="335806"/>
                  <a:pt x="259976" y="313764"/>
                </a:cubicBezTo>
                <a:cubicBezTo>
                  <a:pt x="273727" y="290845"/>
                  <a:pt x="282084" y="264966"/>
                  <a:pt x="295835" y="242047"/>
                </a:cubicBezTo>
                <a:cubicBezTo>
                  <a:pt x="315974" y="208482"/>
                  <a:pt x="351253" y="166051"/>
                  <a:pt x="376518" y="134470"/>
                </a:cubicBezTo>
                <a:cubicBezTo>
                  <a:pt x="397201" y="72415"/>
                  <a:pt x="368142" y="141253"/>
                  <a:pt x="412376" y="89647"/>
                </a:cubicBezTo>
                <a:cubicBezTo>
                  <a:pt x="423716" y="76417"/>
                  <a:pt x="428816" y="58763"/>
                  <a:pt x="439271" y="44823"/>
                </a:cubicBezTo>
                <a:cubicBezTo>
                  <a:pt x="486695" y="-18409"/>
                  <a:pt x="452165" y="45930"/>
                  <a:pt x="475129" y="0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1E519-0CED-4705-5573-4FE69DD89579}"/>
              </a:ext>
            </a:extLst>
          </p:cNvPr>
          <p:cNvSpPr txBox="1"/>
          <p:nvPr/>
        </p:nvSpPr>
        <p:spPr>
          <a:xfrm rot="198297">
            <a:off x="9094991" y="5361956"/>
            <a:ext cx="1175845" cy="338554"/>
          </a:xfrm>
          <a:custGeom>
            <a:avLst/>
            <a:gdLst>
              <a:gd name="csX0" fmla="*/ 0 w 1175845"/>
              <a:gd name="csY0" fmla="*/ 0 h 338554"/>
              <a:gd name="csX1" fmla="*/ 599681 w 1175845"/>
              <a:gd name="csY1" fmla="*/ 0 h 338554"/>
              <a:gd name="csX2" fmla="*/ 1175845 w 1175845"/>
              <a:gd name="csY2" fmla="*/ 0 h 338554"/>
              <a:gd name="csX3" fmla="*/ 1175845 w 1175845"/>
              <a:gd name="csY3" fmla="*/ 338554 h 338554"/>
              <a:gd name="csX4" fmla="*/ 564406 w 1175845"/>
              <a:gd name="csY4" fmla="*/ 338554 h 338554"/>
              <a:gd name="csX5" fmla="*/ 0 w 1175845"/>
              <a:gd name="csY5" fmla="*/ 338554 h 338554"/>
              <a:gd name="csX6" fmla="*/ 0 w 1175845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338554" fill="none" extrusionOk="0">
                <a:moveTo>
                  <a:pt x="0" y="0"/>
                </a:moveTo>
                <a:cubicBezTo>
                  <a:pt x="237418" y="-17922"/>
                  <a:pt x="479540" y="32102"/>
                  <a:pt x="599681" y="0"/>
                </a:cubicBezTo>
                <a:cubicBezTo>
                  <a:pt x="719822" y="-32102"/>
                  <a:pt x="1014957" y="45037"/>
                  <a:pt x="1175845" y="0"/>
                </a:cubicBezTo>
                <a:cubicBezTo>
                  <a:pt x="1187683" y="83329"/>
                  <a:pt x="1150089" y="179643"/>
                  <a:pt x="1175845" y="338554"/>
                </a:cubicBezTo>
                <a:cubicBezTo>
                  <a:pt x="1018803" y="387206"/>
                  <a:pt x="789151" y="298788"/>
                  <a:pt x="564406" y="338554"/>
                </a:cubicBezTo>
                <a:cubicBezTo>
                  <a:pt x="339661" y="378320"/>
                  <a:pt x="230168" y="288580"/>
                  <a:pt x="0" y="338554"/>
                </a:cubicBezTo>
                <a:cubicBezTo>
                  <a:pt x="-10173" y="209648"/>
                  <a:pt x="20279" y="73179"/>
                  <a:pt x="0" y="0"/>
                </a:cubicBezTo>
                <a:close/>
              </a:path>
              <a:path w="1175845" h="338554" stroke="0" extrusionOk="0">
                <a:moveTo>
                  <a:pt x="0" y="0"/>
                </a:moveTo>
                <a:cubicBezTo>
                  <a:pt x="211530" y="-64170"/>
                  <a:pt x="407889" y="18665"/>
                  <a:pt x="564406" y="0"/>
                </a:cubicBezTo>
                <a:cubicBezTo>
                  <a:pt x="720923" y="-18665"/>
                  <a:pt x="872729" y="28509"/>
                  <a:pt x="1175845" y="0"/>
                </a:cubicBezTo>
                <a:cubicBezTo>
                  <a:pt x="1188219" y="134285"/>
                  <a:pt x="1153540" y="251521"/>
                  <a:pt x="1175845" y="338554"/>
                </a:cubicBezTo>
                <a:cubicBezTo>
                  <a:pt x="1020285" y="390734"/>
                  <a:pt x="847652" y="311658"/>
                  <a:pt x="564406" y="338554"/>
                </a:cubicBezTo>
                <a:cubicBezTo>
                  <a:pt x="281160" y="365450"/>
                  <a:pt x="174321" y="288184"/>
                  <a:pt x="0" y="338554"/>
                </a:cubicBezTo>
                <a:cubicBezTo>
                  <a:pt x="-34364" y="175318"/>
                  <a:pt x="4946" y="7212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03495195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85D08-A24E-1C12-0864-C6649A835658}"/>
              </a:ext>
            </a:extLst>
          </p:cNvPr>
          <p:cNvSpPr txBox="1"/>
          <p:nvPr/>
        </p:nvSpPr>
        <p:spPr>
          <a:xfrm rot="21128828">
            <a:off x="10629442" y="4653867"/>
            <a:ext cx="1175845" cy="338554"/>
          </a:xfrm>
          <a:custGeom>
            <a:avLst/>
            <a:gdLst>
              <a:gd name="csX0" fmla="*/ 0 w 1175845"/>
              <a:gd name="csY0" fmla="*/ 0 h 338554"/>
              <a:gd name="csX1" fmla="*/ 587923 w 1175845"/>
              <a:gd name="csY1" fmla="*/ 0 h 338554"/>
              <a:gd name="csX2" fmla="*/ 1175845 w 1175845"/>
              <a:gd name="csY2" fmla="*/ 0 h 338554"/>
              <a:gd name="csX3" fmla="*/ 1175845 w 1175845"/>
              <a:gd name="csY3" fmla="*/ 338554 h 338554"/>
              <a:gd name="csX4" fmla="*/ 599681 w 1175845"/>
              <a:gd name="csY4" fmla="*/ 338554 h 338554"/>
              <a:gd name="csX5" fmla="*/ 0 w 1175845"/>
              <a:gd name="csY5" fmla="*/ 338554 h 338554"/>
              <a:gd name="csX6" fmla="*/ 0 w 1175845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338554" fill="none" extrusionOk="0">
                <a:moveTo>
                  <a:pt x="0" y="0"/>
                </a:moveTo>
                <a:cubicBezTo>
                  <a:pt x="158107" y="-23257"/>
                  <a:pt x="368063" y="11709"/>
                  <a:pt x="587923" y="0"/>
                </a:cubicBezTo>
                <a:cubicBezTo>
                  <a:pt x="807783" y="-11709"/>
                  <a:pt x="895331" y="22550"/>
                  <a:pt x="1175845" y="0"/>
                </a:cubicBezTo>
                <a:cubicBezTo>
                  <a:pt x="1208765" y="135059"/>
                  <a:pt x="1149693" y="227397"/>
                  <a:pt x="1175845" y="338554"/>
                </a:cubicBezTo>
                <a:cubicBezTo>
                  <a:pt x="912364" y="395573"/>
                  <a:pt x="860417" y="334761"/>
                  <a:pt x="599681" y="338554"/>
                </a:cubicBezTo>
                <a:cubicBezTo>
                  <a:pt x="338945" y="342347"/>
                  <a:pt x="244982" y="312458"/>
                  <a:pt x="0" y="338554"/>
                </a:cubicBezTo>
                <a:cubicBezTo>
                  <a:pt x="-14308" y="258357"/>
                  <a:pt x="5674" y="117788"/>
                  <a:pt x="0" y="0"/>
                </a:cubicBezTo>
                <a:close/>
              </a:path>
              <a:path w="1175845" h="338554" stroke="0" extrusionOk="0">
                <a:moveTo>
                  <a:pt x="0" y="0"/>
                </a:moveTo>
                <a:cubicBezTo>
                  <a:pt x="252419" y="-63711"/>
                  <a:pt x="368004" y="26193"/>
                  <a:pt x="611439" y="0"/>
                </a:cubicBezTo>
                <a:cubicBezTo>
                  <a:pt x="854874" y="-26193"/>
                  <a:pt x="955319" y="52185"/>
                  <a:pt x="1175845" y="0"/>
                </a:cubicBezTo>
                <a:cubicBezTo>
                  <a:pt x="1194730" y="94181"/>
                  <a:pt x="1167533" y="246691"/>
                  <a:pt x="1175845" y="338554"/>
                </a:cubicBezTo>
                <a:cubicBezTo>
                  <a:pt x="913946" y="354958"/>
                  <a:pt x="884282" y="317741"/>
                  <a:pt x="599681" y="338554"/>
                </a:cubicBezTo>
                <a:cubicBezTo>
                  <a:pt x="315080" y="359367"/>
                  <a:pt x="190427" y="338324"/>
                  <a:pt x="0" y="338554"/>
                </a:cubicBezTo>
                <a:cubicBezTo>
                  <a:pt x="-733" y="244738"/>
                  <a:pt x="6853" y="15932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806522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Weather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01BB9-FB1D-CF08-0DDB-2526E5C2E682}"/>
              </a:ext>
            </a:extLst>
          </p:cNvPr>
          <p:cNvSpPr txBox="1"/>
          <p:nvPr/>
        </p:nvSpPr>
        <p:spPr>
          <a:xfrm rot="20984648">
            <a:off x="10310811" y="5198077"/>
            <a:ext cx="1175845" cy="584775"/>
          </a:xfrm>
          <a:custGeom>
            <a:avLst/>
            <a:gdLst>
              <a:gd name="csX0" fmla="*/ 0 w 1175845"/>
              <a:gd name="csY0" fmla="*/ 0 h 584775"/>
              <a:gd name="csX1" fmla="*/ 552647 w 1175845"/>
              <a:gd name="csY1" fmla="*/ 0 h 584775"/>
              <a:gd name="csX2" fmla="*/ 1175845 w 1175845"/>
              <a:gd name="csY2" fmla="*/ 0 h 584775"/>
              <a:gd name="csX3" fmla="*/ 1175845 w 1175845"/>
              <a:gd name="csY3" fmla="*/ 584775 h 584775"/>
              <a:gd name="csX4" fmla="*/ 599681 w 1175845"/>
              <a:gd name="csY4" fmla="*/ 584775 h 584775"/>
              <a:gd name="csX5" fmla="*/ 0 w 1175845"/>
              <a:gd name="csY5" fmla="*/ 584775 h 584775"/>
              <a:gd name="csX6" fmla="*/ 0 w 1175845"/>
              <a:gd name="csY6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584775" fill="none" extrusionOk="0">
                <a:moveTo>
                  <a:pt x="0" y="0"/>
                </a:moveTo>
                <a:cubicBezTo>
                  <a:pt x="264912" y="-28479"/>
                  <a:pt x="437705" y="25568"/>
                  <a:pt x="552647" y="0"/>
                </a:cubicBezTo>
                <a:cubicBezTo>
                  <a:pt x="667589" y="-25568"/>
                  <a:pt x="963401" y="65878"/>
                  <a:pt x="1175845" y="0"/>
                </a:cubicBezTo>
                <a:cubicBezTo>
                  <a:pt x="1242692" y="140434"/>
                  <a:pt x="1135140" y="302096"/>
                  <a:pt x="1175845" y="584775"/>
                </a:cubicBezTo>
                <a:cubicBezTo>
                  <a:pt x="943361" y="591963"/>
                  <a:pt x="822835" y="562415"/>
                  <a:pt x="599681" y="584775"/>
                </a:cubicBezTo>
                <a:cubicBezTo>
                  <a:pt x="376527" y="607135"/>
                  <a:pt x="288272" y="531007"/>
                  <a:pt x="0" y="584775"/>
                </a:cubicBezTo>
                <a:cubicBezTo>
                  <a:pt x="-2509" y="349392"/>
                  <a:pt x="28481" y="276117"/>
                  <a:pt x="0" y="0"/>
                </a:cubicBezTo>
                <a:close/>
              </a:path>
              <a:path w="1175845" h="584775" stroke="0" extrusionOk="0">
                <a:moveTo>
                  <a:pt x="0" y="0"/>
                </a:moveTo>
                <a:cubicBezTo>
                  <a:pt x="213853" y="-51558"/>
                  <a:pt x="427451" y="70247"/>
                  <a:pt x="599681" y="0"/>
                </a:cubicBezTo>
                <a:cubicBezTo>
                  <a:pt x="771911" y="-70247"/>
                  <a:pt x="955962" y="36814"/>
                  <a:pt x="1175845" y="0"/>
                </a:cubicBezTo>
                <a:cubicBezTo>
                  <a:pt x="1176834" y="194776"/>
                  <a:pt x="1156341" y="369365"/>
                  <a:pt x="1175845" y="584775"/>
                </a:cubicBezTo>
                <a:cubicBezTo>
                  <a:pt x="1006970" y="611969"/>
                  <a:pt x="876487" y="536474"/>
                  <a:pt x="599681" y="584775"/>
                </a:cubicBezTo>
                <a:cubicBezTo>
                  <a:pt x="322875" y="633076"/>
                  <a:pt x="291433" y="580701"/>
                  <a:pt x="0" y="584775"/>
                </a:cubicBezTo>
                <a:cubicBezTo>
                  <a:pt x="-17485" y="449761"/>
                  <a:pt x="25463" y="15569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1123078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Power cuts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3A00B-30F9-4EFD-4652-B3570B9BF452}"/>
              </a:ext>
            </a:extLst>
          </p:cNvPr>
          <p:cNvSpPr txBox="1"/>
          <p:nvPr/>
        </p:nvSpPr>
        <p:spPr>
          <a:xfrm rot="520215">
            <a:off x="8309189" y="5940634"/>
            <a:ext cx="1175845" cy="584775"/>
          </a:xfrm>
          <a:custGeom>
            <a:avLst/>
            <a:gdLst>
              <a:gd name="csX0" fmla="*/ 0 w 1175845"/>
              <a:gd name="csY0" fmla="*/ 0 h 584775"/>
              <a:gd name="csX1" fmla="*/ 576164 w 1175845"/>
              <a:gd name="csY1" fmla="*/ 0 h 584775"/>
              <a:gd name="csX2" fmla="*/ 1175845 w 1175845"/>
              <a:gd name="csY2" fmla="*/ 0 h 584775"/>
              <a:gd name="csX3" fmla="*/ 1175845 w 1175845"/>
              <a:gd name="csY3" fmla="*/ 584775 h 584775"/>
              <a:gd name="csX4" fmla="*/ 576164 w 1175845"/>
              <a:gd name="csY4" fmla="*/ 584775 h 584775"/>
              <a:gd name="csX5" fmla="*/ 0 w 1175845"/>
              <a:gd name="csY5" fmla="*/ 584775 h 584775"/>
              <a:gd name="csX6" fmla="*/ 0 w 1175845"/>
              <a:gd name="csY6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584775" fill="none" extrusionOk="0">
                <a:moveTo>
                  <a:pt x="0" y="0"/>
                </a:moveTo>
                <a:cubicBezTo>
                  <a:pt x="270046" y="-44305"/>
                  <a:pt x="343861" y="59319"/>
                  <a:pt x="576164" y="0"/>
                </a:cubicBezTo>
                <a:cubicBezTo>
                  <a:pt x="808467" y="-59319"/>
                  <a:pt x="954316" y="16890"/>
                  <a:pt x="1175845" y="0"/>
                </a:cubicBezTo>
                <a:cubicBezTo>
                  <a:pt x="1205732" y="240544"/>
                  <a:pt x="1110132" y="403283"/>
                  <a:pt x="1175845" y="584775"/>
                </a:cubicBezTo>
                <a:cubicBezTo>
                  <a:pt x="997919" y="619220"/>
                  <a:pt x="874009" y="567056"/>
                  <a:pt x="576164" y="584775"/>
                </a:cubicBezTo>
                <a:cubicBezTo>
                  <a:pt x="278319" y="602494"/>
                  <a:pt x="122107" y="573017"/>
                  <a:pt x="0" y="584775"/>
                </a:cubicBezTo>
                <a:cubicBezTo>
                  <a:pt x="-1140" y="294990"/>
                  <a:pt x="22643" y="123948"/>
                  <a:pt x="0" y="0"/>
                </a:cubicBezTo>
                <a:close/>
              </a:path>
              <a:path w="1175845" h="584775" stroke="0" extrusionOk="0">
                <a:moveTo>
                  <a:pt x="0" y="0"/>
                </a:moveTo>
                <a:cubicBezTo>
                  <a:pt x="177717" y="-32191"/>
                  <a:pt x="483602" y="46769"/>
                  <a:pt x="611439" y="0"/>
                </a:cubicBezTo>
                <a:cubicBezTo>
                  <a:pt x="739276" y="-46769"/>
                  <a:pt x="1013345" y="30803"/>
                  <a:pt x="1175845" y="0"/>
                </a:cubicBezTo>
                <a:cubicBezTo>
                  <a:pt x="1227202" y="197531"/>
                  <a:pt x="1143569" y="393341"/>
                  <a:pt x="1175845" y="584775"/>
                </a:cubicBezTo>
                <a:cubicBezTo>
                  <a:pt x="922759" y="621697"/>
                  <a:pt x="805215" y="539791"/>
                  <a:pt x="576164" y="584775"/>
                </a:cubicBezTo>
                <a:cubicBezTo>
                  <a:pt x="347113" y="629759"/>
                  <a:pt x="226550" y="548357"/>
                  <a:pt x="0" y="584775"/>
                </a:cubicBezTo>
                <a:cubicBezTo>
                  <a:pt x="-16450" y="381909"/>
                  <a:pt x="53673" y="18559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5909854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WiFi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 outages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4FC58-A9D4-30D6-A735-6774F5D75C52}"/>
              </a:ext>
            </a:extLst>
          </p:cNvPr>
          <p:cNvSpPr txBox="1"/>
          <p:nvPr/>
        </p:nvSpPr>
        <p:spPr>
          <a:xfrm rot="21373393">
            <a:off x="9678171" y="5951948"/>
            <a:ext cx="1175845" cy="338554"/>
          </a:xfrm>
          <a:custGeom>
            <a:avLst/>
            <a:gdLst>
              <a:gd name="csX0" fmla="*/ 0 w 1175845"/>
              <a:gd name="csY0" fmla="*/ 0 h 338554"/>
              <a:gd name="csX1" fmla="*/ 576164 w 1175845"/>
              <a:gd name="csY1" fmla="*/ 0 h 338554"/>
              <a:gd name="csX2" fmla="*/ 1175845 w 1175845"/>
              <a:gd name="csY2" fmla="*/ 0 h 338554"/>
              <a:gd name="csX3" fmla="*/ 1175845 w 1175845"/>
              <a:gd name="csY3" fmla="*/ 338554 h 338554"/>
              <a:gd name="csX4" fmla="*/ 599681 w 1175845"/>
              <a:gd name="csY4" fmla="*/ 338554 h 338554"/>
              <a:gd name="csX5" fmla="*/ 0 w 1175845"/>
              <a:gd name="csY5" fmla="*/ 338554 h 338554"/>
              <a:gd name="csX6" fmla="*/ 0 w 1175845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338554" fill="none" extrusionOk="0">
                <a:moveTo>
                  <a:pt x="0" y="0"/>
                </a:moveTo>
                <a:cubicBezTo>
                  <a:pt x="197636" y="-13462"/>
                  <a:pt x="290424" y="41553"/>
                  <a:pt x="576164" y="0"/>
                </a:cubicBezTo>
                <a:cubicBezTo>
                  <a:pt x="861904" y="-41553"/>
                  <a:pt x="896720" y="28147"/>
                  <a:pt x="1175845" y="0"/>
                </a:cubicBezTo>
                <a:cubicBezTo>
                  <a:pt x="1188506" y="156565"/>
                  <a:pt x="1168872" y="251395"/>
                  <a:pt x="1175845" y="338554"/>
                </a:cubicBezTo>
                <a:cubicBezTo>
                  <a:pt x="1020137" y="341792"/>
                  <a:pt x="869445" y="291764"/>
                  <a:pt x="599681" y="338554"/>
                </a:cubicBezTo>
                <a:cubicBezTo>
                  <a:pt x="329917" y="385344"/>
                  <a:pt x="250529" y="307122"/>
                  <a:pt x="0" y="338554"/>
                </a:cubicBezTo>
                <a:cubicBezTo>
                  <a:pt x="-20883" y="201998"/>
                  <a:pt x="18840" y="90558"/>
                  <a:pt x="0" y="0"/>
                </a:cubicBezTo>
                <a:close/>
              </a:path>
              <a:path w="1175845" h="338554" stroke="0" extrusionOk="0">
                <a:moveTo>
                  <a:pt x="0" y="0"/>
                </a:moveTo>
                <a:cubicBezTo>
                  <a:pt x="201401" y="-70141"/>
                  <a:pt x="410038" y="38954"/>
                  <a:pt x="587923" y="0"/>
                </a:cubicBezTo>
                <a:cubicBezTo>
                  <a:pt x="765808" y="-38954"/>
                  <a:pt x="1020656" y="16783"/>
                  <a:pt x="1175845" y="0"/>
                </a:cubicBezTo>
                <a:cubicBezTo>
                  <a:pt x="1178673" y="145226"/>
                  <a:pt x="1155071" y="214871"/>
                  <a:pt x="1175845" y="338554"/>
                </a:cubicBezTo>
                <a:cubicBezTo>
                  <a:pt x="1034163" y="364072"/>
                  <a:pt x="818743" y="318996"/>
                  <a:pt x="623198" y="338554"/>
                </a:cubicBezTo>
                <a:cubicBezTo>
                  <a:pt x="427653" y="358112"/>
                  <a:pt x="163965" y="317540"/>
                  <a:pt x="0" y="338554"/>
                </a:cubicBezTo>
                <a:cubicBezTo>
                  <a:pt x="-13796" y="190475"/>
                  <a:pt x="7" y="76385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7694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Health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82A0F1-E37D-27D0-CA34-59E901135CDA}"/>
              </a:ext>
            </a:extLst>
          </p:cNvPr>
          <p:cNvSpPr txBox="1"/>
          <p:nvPr/>
        </p:nvSpPr>
        <p:spPr>
          <a:xfrm rot="21373393">
            <a:off x="10698313" y="6206160"/>
            <a:ext cx="1175845" cy="338554"/>
          </a:xfrm>
          <a:custGeom>
            <a:avLst/>
            <a:gdLst>
              <a:gd name="csX0" fmla="*/ 0 w 1175845"/>
              <a:gd name="csY0" fmla="*/ 0 h 338554"/>
              <a:gd name="csX1" fmla="*/ 599681 w 1175845"/>
              <a:gd name="csY1" fmla="*/ 0 h 338554"/>
              <a:gd name="csX2" fmla="*/ 1175845 w 1175845"/>
              <a:gd name="csY2" fmla="*/ 0 h 338554"/>
              <a:gd name="csX3" fmla="*/ 1175845 w 1175845"/>
              <a:gd name="csY3" fmla="*/ 338554 h 338554"/>
              <a:gd name="csX4" fmla="*/ 576164 w 1175845"/>
              <a:gd name="csY4" fmla="*/ 338554 h 338554"/>
              <a:gd name="csX5" fmla="*/ 0 w 1175845"/>
              <a:gd name="csY5" fmla="*/ 338554 h 338554"/>
              <a:gd name="csX6" fmla="*/ 0 w 1175845"/>
              <a:gd name="csY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338554" fill="none" extrusionOk="0">
                <a:moveTo>
                  <a:pt x="0" y="0"/>
                </a:moveTo>
                <a:cubicBezTo>
                  <a:pt x="171852" y="-33842"/>
                  <a:pt x="327937" y="18197"/>
                  <a:pt x="599681" y="0"/>
                </a:cubicBezTo>
                <a:cubicBezTo>
                  <a:pt x="871425" y="-18197"/>
                  <a:pt x="918359" y="4605"/>
                  <a:pt x="1175845" y="0"/>
                </a:cubicBezTo>
                <a:cubicBezTo>
                  <a:pt x="1193018" y="114528"/>
                  <a:pt x="1140547" y="175113"/>
                  <a:pt x="1175845" y="338554"/>
                </a:cubicBezTo>
                <a:cubicBezTo>
                  <a:pt x="992613" y="406998"/>
                  <a:pt x="737841" y="337034"/>
                  <a:pt x="576164" y="338554"/>
                </a:cubicBezTo>
                <a:cubicBezTo>
                  <a:pt x="414487" y="340074"/>
                  <a:pt x="244984" y="278969"/>
                  <a:pt x="0" y="338554"/>
                </a:cubicBezTo>
                <a:cubicBezTo>
                  <a:pt x="-16354" y="244691"/>
                  <a:pt x="17107" y="141865"/>
                  <a:pt x="0" y="0"/>
                </a:cubicBezTo>
                <a:close/>
              </a:path>
              <a:path w="1175845" h="338554" stroke="0" extrusionOk="0">
                <a:moveTo>
                  <a:pt x="0" y="0"/>
                </a:moveTo>
                <a:cubicBezTo>
                  <a:pt x="169667" y="-23243"/>
                  <a:pt x="297153" y="64451"/>
                  <a:pt x="587923" y="0"/>
                </a:cubicBezTo>
                <a:cubicBezTo>
                  <a:pt x="878693" y="-64451"/>
                  <a:pt x="926726" y="38160"/>
                  <a:pt x="1175845" y="0"/>
                </a:cubicBezTo>
                <a:cubicBezTo>
                  <a:pt x="1179604" y="159895"/>
                  <a:pt x="1135705" y="184058"/>
                  <a:pt x="1175845" y="338554"/>
                </a:cubicBezTo>
                <a:cubicBezTo>
                  <a:pt x="975378" y="393058"/>
                  <a:pt x="773297" y="283840"/>
                  <a:pt x="587923" y="338554"/>
                </a:cubicBezTo>
                <a:cubicBezTo>
                  <a:pt x="402549" y="393268"/>
                  <a:pt x="236831" y="293457"/>
                  <a:pt x="0" y="338554"/>
                </a:cubicBezTo>
                <a:cubicBezTo>
                  <a:pt x="-29757" y="205730"/>
                  <a:pt x="36882" y="161727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5687881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Mood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2A83C6-9C41-E175-C52D-AA55D901989C}"/>
              </a:ext>
            </a:extLst>
          </p:cNvPr>
          <p:cNvSpPr txBox="1"/>
          <p:nvPr/>
        </p:nvSpPr>
        <p:spPr>
          <a:xfrm rot="20927872">
            <a:off x="6549795" y="6110465"/>
            <a:ext cx="1786261" cy="584775"/>
          </a:xfrm>
          <a:custGeom>
            <a:avLst/>
            <a:gdLst>
              <a:gd name="csX0" fmla="*/ 0 w 1786261"/>
              <a:gd name="csY0" fmla="*/ 0 h 584775"/>
              <a:gd name="csX1" fmla="*/ 559695 w 1786261"/>
              <a:gd name="csY1" fmla="*/ 0 h 584775"/>
              <a:gd name="csX2" fmla="*/ 1101528 w 1786261"/>
              <a:gd name="csY2" fmla="*/ 0 h 584775"/>
              <a:gd name="csX3" fmla="*/ 1786261 w 1786261"/>
              <a:gd name="csY3" fmla="*/ 0 h 584775"/>
              <a:gd name="csX4" fmla="*/ 1786261 w 1786261"/>
              <a:gd name="csY4" fmla="*/ 584775 h 584775"/>
              <a:gd name="csX5" fmla="*/ 1190841 w 1786261"/>
              <a:gd name="csY5" fmla="*/ 584775 h 584775"/>
              <a:gd name="csX6" fmla="*/ 613283 w 1786261"/>
              <a:gd name="csY6" fmla="*/ 584775 h 584775"/>
              <a:gd name="csX7" fmla="*/ 0 w 1786261"/>
              <a:gd name="csY7" fmla="*/ 584775 h 584775"/>
              <a:gd name="csX8" fmla="*/ 0 w 1786261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86261" h="584775" fill="none" extrusionOk="0">
                <a:moveTo>
                  <a:pt x="0" y="0"/>
                </a:moveTo>
                <a:cubicBezTo>
                  <a:pt x="147049" y="-29142"/>
                  <a:pt x="359785" y="4519"/>
                  <a:pt x="559695" y="0"/>
                </a:cubicBezTo>
                <a:cubicBezTo>
                  <a:pt x="759606" y="-4519"/>
                  <a:pt x="926209" y="8234"/>
                  <a:pt x="1101528" y="0"/>
                </a:cubicBezTo>
                <a:cubicBezTo>
                  <a:pt x="1276847" y="-8234"/>
                  <a:pt x="1537029" y="82125"/>
                  <a:pt x="1786261" y="0"/>
                </a:cubicBezTo>
                <a:cubicBezTo>
                  <a:pt x="1792606" y="193612"/>
                  <a:pt x="1777757" y="412643"/>
                  <a:pt x="1786261" y="584775"/>
                </a:cubicBezTo>
                <a:cubicBezTo>
                  <a:pt x="1661166" y="650786"/>
                  <a:pt x="1442149" y="539794"/>
                  <a:pt x="1190841" y="584775"/>
                </a:cubicBezTo>
                <a:cubicBezTo>
                  <a:pt x="939533" y="629756"/>
                  <a:pt x="753844" y="569386"/>
                  <a:pt x="613283" y="584775"/>
                </a:cubicBezTo>
                <a:cubicBezTo>
                  <a:pt x="472722" y="600164"/>
                  <a:pt x="221320" y="522812"/>
                  <a:pt x="0" y="584775"/>
                </a:cubicBezTo>
                <a:cubicBezTo>
                  <a:pt x="-24757" y="316634"/>
                  <a:pt x="7369" y="206329"/>
                  <a:pt x="0" y="0"/>
                </a:cubicBezTo>
                <a:close/>
              </a:path>
              <a:path w="1786261" h="584775" stroke="0" extrusionOk="0">
                <a:moveTo>
                  <a:pt x="0" y="0"/>
                </a:moveTo>
                <a:cubicBezTo>
                  <a:pt x="231602" y="-48273"/>
                  <a:pt x="437984" y="27355"/>
                  <a:pt x="595420" y="0"/>
                </a:cubicBezTo>
                <a:cubicBezTo>
                  <a:pt x="752856" y="-27355"/>
                  <a:pt x="877640" y="41286"/>
                  <a:pt x="1137253" y="0"/>
                </a:cubicBezTo>
                <a:cubicBezTo>
                  <a:pt x="1396866" y="-41286"/>
                  <a:pt x="1622741" y="34758"/>
                  <a:pt x="1786261" y="0"/>
                </a:cubicBezTo>
                <a:cubicBezTo>
                  <a:pt x="1831086" y="261181"/>
                  <a:pt x="1719602" y="445129"/>
                  <a:pt x="1786261" y="584775"/>
                </a:cubicBezTo>
                <a:cubicBezTo>
                  <a:pt x="1629326" y="600274"/>
                  <a:pt x="1388793" y="580136"/>
                  <a:pt x="1208703" y="584775"/>
                </a:cubicBezTo>
                <a:cubicBezTo>
                  <a:pt x="1028613" y="589414"/>
                  <a:pt x="801247" y="538478"/>
                  <a:pt x="613283" y="584775"/>
                </a:cubicBezTo>
                <a:cubicBezTo>
                  <a:pt x="425319" y="631072"/>
                  <a:pt x="216185" y="534085"/>
                  <a:pt x="0" y="584775"/>
                </a:cubicBezTo>
                <a:cubicBezTo>
                  <a:pt x="-12579" y="307020"/>
                  <a:pt x="60962" y="21503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639671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Stock market fluctuations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54BE3-7681-B1F3-8E0F-308138B371DA}"/>
              </a:ext>
            </a:extLst>
          </p:cNvPr>
          <p:cNvSpPr txBox="1"/>
          <p:nvPr/>
        </p:nvSpPr>
        <p:spPr>
          <a:xfrm rot="21373393">
            <a:off x="5258158" y="6234642"/>
            <a:ext cx="1175845" cy="584775"/>
          </a:xfrm>
          <a:custGeom>
            <a:avLst/>
            <a:gdLst>
              <a:gd name="csX0" fmla="*/ 0 w 1175845"/>
              <a:gd name="csY0" fmla="*/ 0 h 584775"/>
              <a:gd name="csX1" fmla="*/ 552647 w 1175845"/>
              <a:gd name="csY1" fmla="*/ 0 h 584775"/>
              <a:gd name="csX2" fmla="*/ 1175845 w 1175845"/>
              <a:gd name="csY2" fmla="*/ 0 h 584775"/>
              <a:gd name="csX3" fmla="*/ 1175845 w 1175845"/>
              <a:gd name="csY3" fmla="*/ 584775 h 584775"/>
              <a:gd name="csX4" fmla="*/ 564406 w 1175845"/>
              <a:gd name="csY4" fmla="*/ 584775 h 584775"/>
              <a:gd name="csX5" fmla="*/ 0 w 1175845"/>
              <a:gd name="csY5" fmla="*/ 584775 h 584775"/>
              <a:gd name="csX6" fmla="*/ 0 w 1175845"/>
              <a:gd name="csY6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75845" h="584775" fill="none" extrusionOk="0">
                <a:moveTo>
                  <a:pt x="0" y="0"/>
                </a:moveTo>
                <a:cubicBezTo>
                  <a:pt x="220474" y="-25402"/>
                  <a:pt x="395858" y="54117"/>
                  <a:pt x="552647" y="0"/>
                </a:cubicBezTo>
                <a:cubicBezTo>
                  <a:pt x="709436" y="-54117"/>
                  <a:pt x="1002404" y="48802"/>
                  <a:pt x="1175845" y="0"/>
                </a:cubicBezTo>
                <a:cubicBezTo>
                  <a:pt x="1206143" y="140030"/>
                  <a:pt x="1156298" y="447423"/>
                  <a:pt x="1175845" y="584775"/>
                </a:cubicBezTo>
                <a:cubicBezTo>
                  <a:pt x="1005166" y="648715"/>
                  <a:pt x="806851" y="521149"/>
                  <a:pt x="564406" y="584775"/>
                </a:cubicBezTo>
                <a:cubicBezTo>
                  <a:pt x="321961" y="648401"/>
                  <a:pt x="217621" y="584415"/>
                  <a:pt x="0" y="584775"/>
                </a:cubicBezTo>
                <a:cubicBezTo>
                  <a:pt x="-51301" y="445051"/>
                  <a:pt x="1185" y="185116"/>
                  <a:pt x="0" y="0"/>
                </a:cubicBezTo>
                <a:close/>
              </a:path>
              <a:path w="1175845" h="584775" stroke="0" extrusionOk="0">
                <a:moveTo>
                  <a:pt x="0" y="0"/>
                </a:moveTo>
                <a:cubicBezTo>
                  <a:pt x="214818" y="-47047"/>
                  <a:pt x="315364" y="38680"/>
                  <a:pt x="564406" y="0"/>
                </a:cubicBezTo>
                <a:cubicBezTo>
                  <a:pt x="813448" y="-38680"/>
                  <a:pt x="1036381" y="64076"/>
                  <a:pt x="1175845" y="0"/>
                </a:cubicBezTo>
                <a:cubicBezTo>
                  <a:pt x="1215913" y="129667"/>
                  <a:pt x="1126728" y="432782"/>
                  <a:pt x="1175845" y="584775"/>
                </a:cubicBezTo>
                <a:cubicBezTo>
                  <a:pt x="958080" y="616250"/>
                  <a:pt x="741738" y="518304"/>
                  <a:pt x="611439" y="584775"/>
                </a:cubicBezTo>
                <a:cubicBezTo>
                  <a:pt x="481140" y="651246"/>
                  <a:pt x="275214" y="536473"/>
                  <a:pt x="0" y="584775"/>
                </a:cubicBezTo>
                <a:cubicBezTo>
                  <a:pt x="-37629" y="447534"/>
                  <a:pt x="51331" y="240825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528546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Natural events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59B733-E02C-8EF3-8B9C-C890AA324817}"/>
              </a:ext>
            </a:extLst>
          </p:cNvPr>
          <p:cNvSpPr txBox="1"/>
          <p:nvPr/>
        </p:nvSpPr>
        <p:spPr>
          <a:xfrm rot="198297">
            <a:off x="3948510" y="6110465"/>
            <a:ext cx="1421216" cy="584775"/>
          </a:xfrm>
          <a:custGeom>
            <a:avLst/>
            <a:gdLst>
              <a:gd name="csX0" fmla="*/ 0 w 1421216"/>
              <a:gd name="csY0" fmla="*/ 0 h 584775"/>
              <a:gd name="csX1" fmla="*/ 502163 w 1421216"/>
              <a:gd name="csY1" fmla="*/ 0 h 584775"/>
              <a:gd name="csX2" fmla="*/ 990114 w 1421216"/>
              <a:gd name="csY2" fmla="*/ 0 h 584775"/>
              <a:gd name="csX3" fmla="*/ 1421216 w 1421216"/>
              <a:gd name="csY3" fmla="*/ 0 h 584775"/>
              <a:gd name="csX4" fmla="*/ 1421216 w 1421216"/>
              <a:gd name="csY4" fmla="*/ 584775 h 584775"/>
              <a:gd name="csX5" fmla="*/ 975902 w 1421216"/>
              <a:gd name="csY5" fmla="*/ 584775 h 584775"/>
              <a:gd name="csX6" fmla="*/ 502163 w 1421216"/>
              <a:gd name="csY6" fmla="*/ 584775 h 584775"/>
              <a:gd name="csX7" fmla="*/ 0 w 1421216"/>
              <a:gd name="csY7" fmla="*/ 584775 h 584775"/>
              <a:gd name="csX8" fmla="*/ 0 w 1421216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21216" h="584775" fill="none" extrusionOk="0">
                <a:moveTo>
                  <a:pt x="0" y="0"/>
                </a:moveTo>
                <a:cubicBezTo>
                  <a:pt x="188740" y="-17228"/>
                  <a:pt x="303584" y="37295"/>
                  <a:pt x="502163" y="0"/>
                </a:cubicBezTo>
                <a:cubicBezTo>
                  <a:pt x="700742" y="-37295"/>
                  <a:pt x="823544" y="10940"/>
                  <a:pt x="990114" y="0"/>
                </a:cubicBezTo>
                <a:cubicBezTo>
                  <a:pt x="1156684" y="-10940"/>
                  <a:pt x="1219234" y="46188"/>
                  <a:pt x="1421216" y="0"/>
                </a:cubicBezTo>
                <a:cubicBezTo>
                  <a:pt x="1481517" y="179062"/>
                  <a:pt x="1406421" y="303915"/>
                  <a:pt x="1421216" y="584775"/>
                </a:cubicBezTo>
                <a:cubicBezTo>
                  <a:pt x="1289836" y="635363"/>
                  <a:pt x="1110163" y="579282"/>
                  <a:pt x="975902" y="584775"/>
                </a:cubicBezTo>
                <a:cubicBezTo>
                  <a:pt x="841641" y="590268"/>
                  <a:pt x="650514" y="551899"/>
                  <a:pt x="502163" y="584775"/>
                </a:cubicBezTo>
                <a:cubicBezTo>
                  <a:pt x="353812" y="617651"/>
                  <a:pt x="111868" y="565941"/>
                  <a:pt x="0" y="584775"/>
                </a:cubicBezTo>
                <a:cubicBezTo>
                  <a:pt x="-3168" y="301565"/>
                  <a:pt x="42541" y="244936"/>
                  <a:pt x="0" y="0"/>
                </a:cubicBezTo>
                <a:close/>
              </a:path>
              <a:path w="1421216" h="584775" stroke="0" extrusionOk="0">
                <a:moveTo>
                  <a:pt x="0" y="0"/>
                </a:moveTo>
                <a:cubicBezTo>
                  <a:pt x="215695" y="-17367"/>
                  <a:pt x="247801" y="36134"/>
                  <a:pt x="459527" y="0"/>
                </a:cubicBezTo>
                <a:cubicBezTo>
                  <a:pt x="671253" y="-36134"/>
                  <a:pt x="710853" y="6467"/>
                  <a:pt x="890629" y="0"/>
                </a:cubicBezTo>
                <a:cubicBezTo>
                  <a:pt x="1070405" y="-6467"/>
                  <a:pt x="1224329" y="52560"/>
                  <a:pt x="1421216" y="0"/>
                </a:cubicBezTo>
                <a:cubicBezTo>
                  <a:pt x="1467872" y="227626"/>
                  <a:pt x="1411711" y="341921"/>
                  <a:pt x="1421216" y="584775"/>
                </a:cubicBezTo>
                <a:cubicBezTo>
                  <a:pt x="1261088" y="636464"/>
                  <a:pt x="1114986" y="559248"/>
                  <a:pt x="975902" y="584775"/>
                </a:cubicBezTo>
                <a:cubicBezTo>
                  <a:pt x="836818" y="610302"/>
                  <a:pt x="582954" y="565208"/>
                  <a:pt x="473739" y="584775"/>
                </a:cubicBezTo>
                <a:cubicBezTo>
                  <a:pt x="364524" y="604342"/>
                  <a:pt x="194786" y="548146"/>
                  <a:pt x="0" y="584775"/>
                </a:cubicBezTo>
                <a:cubicBezTo>
                  <a:pt x="-62046" y="459023"/>
                  <a:pt x="1525" y="21793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Economic conditions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3E843-9915-1F2E-28EB-707A505EF305}"/>
              </a:ext>
            </a:extLst>
          </p:cNvPr>
          <p:cNvSpPr/>
          <p:nvPr/>
        </p:nvSpPr>
        <p:spPr>
          <a:xfrm>
            <a:off x="4742329" y="3233394"/>
            <a:ext cx="4685171" cy="91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85CAC9-9457-4C2C-D5C0-ADA0B50D52CF}"/>
              </a:ext>
            </a:extLst>
          </p:cNvPr>
          <p:cNvSpPr txBox="1"/>
          <p:nvPr/>
        </p:nvSpPr>
        <p:spPr>
          <a:xfrm>
            <a:off x="8425831" y="3636933"/>
            <a:ext cx="2925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…generalization of </a:t>
            </a:r>
            <a:r>
              <a:rPr lang="en-US" i="1" dirty="0">
                <a:solidFill>
                  <a:srgbClr val="C00000"/>
                </a:solidFill>
              </a:rPr>
              <a:t>Topic 1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842A82F-9659-C994-2E9D-05425ED2146E}"/>
              </a:ext>
            </a:extLst>
          </p:cNvPr>
          <p:cNvSpPr/>
          <p:nvPr/>
        </p:nvSpPr>
        <p:spPr>
          <a:xfrm>
            <a:off x="9106293" y="4025245"/>
            <a:ext cx="782433" cy="933254"/>
          </a:xfrm>
          <a:custGeom>
            <a:avLst/>
            <a:gdLst>
              <a:gd name="csX0" fmla="*/ 0 w 782433"/>
              <a:gd name="csY0" fmla="*/ 933254 h 933254"/>
              <a:gd name="csX1" fmla="*/ 103695 w 782433"/>
              <a:gd name="csY1" fmla="*/ 886120 h 933254"/>
              <a:gd name="csX2" fmla="*/ 197963 w 782433"/>
              <a:gd name="csY2" fmla="*/ 791852 h 933254"/>
              <a:gd name="csX3" fmla="*/ 329938 w 782433"/>
              <a:gd name="csY3" fmla="*/ 650450 h 933254"/>
              <a:gd name="csX4" fmla="*/ 377072 w 782433"/>
              <a:gd name="csY4" fmla="*/ 603316 h 933254"/>
              <a:gd name="csX5" fmla="*/ 424206 w 782433"/>
              <a:gd name="csY5" fmla="*/ 537328 h 933254"/>
              <a:gd name="csX6" fmla="*/ 480767 w 782433"/>
              <a:gd name="csY6" fmla="*/ 490194 h 933254"/>
              <a:gd name="csX7" fmla="*/ 556181 w 782433"/>
              <a:gd name="csY7" fmla="*/ 395926 h 933254"/>
              <a:gd name="csX8" fmla="*/ 593888 w 782433"/>
              <a:gd name="csY8" fmla="*/ 348792 h 933254"/>
              <a:gd name="csX9" fmla="*/ 612742 w 782433"/>
              <a:gd name="csY9" fmla="*/ 320512 h 933254"/>
              <a:gd name="csX10" fmla="*/ 650449 w 782433"/>
              <a:gd name="csY10" fmla="*/ 282804 h 933254"/>
              <a:gd name="csX11" fmla="*/ 669303 w 782433"/>
              <a:gd name="csY11" fmla="*/ 235670 h 933254"/>
              <a:gd name="csX12" fmla="*/ 735291 w 782433"/>
              <a:gd name="csY12" fmla="*/ 150829 h 933254"/>
              <a:gd name="csX13" fmla="*/ 763571 w 782433"/>
              <a:gd name="csY13" fmla="*/ 65988 h 933254"/>
              <a:gd name="csX14" fmla="*/ 782425 w 782433"/>
              <a:gd name="csY14" fmla="*/ 0 h 9332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782433" h="933254">
                <a:moveTo>
                  <a:pt x="0" y="933254"/>
                </a:moveTo>
                <a:cubicBezTo>
                  <a:pt x="20453" y="925073"/>
                  <a:pt x="89614" y="898921"/>
                  <a:pt x="103695" y="886120"/>
                </a:cubicBezTo>
                <a:cubicBezTo>
                  <a:pt x="253252" y="750159"/>
                  <a:pt x="65443" y="871363"/>
                  <a:pt x="197963" y="791852"/>
                </a:cubicBezTo>
                <a:cubicBezTo>
                  <a:pt x="263430" y="710017"/>
                  <a:pt x="221443" y="758945"/>
                  <a:pt x="329938" y="650450"/>
                </a:cubicBezTo>
                <a:cubicBezTo>
                  <a:pt x="345649" y="634739"/>
                  <a:pt x="364157" y="621397"/>
                  <a:pt x="377072" y="603316"/>
                </a:cubicBezTo>
                <a:cubicBezTo>
                  <a:pt x="392783" y="581320"/>
                  <a:pt x="405941" y="557254"/>
                  <a:pt x="424206" y="537328"/>
                </a:cubicBezTo>
                <a:cubicBezTo>
                  <a:pt x="440790" y="519237"/>
                  <a:pt x="464022" y="508136"/>
                  <a:pt x="480767" y="490194"/>
                </a:cubicBezTo>
                <a:cubicBezTo>
                  <a:pt x="508224" y="460776"/>
                  <a:pt x="531043" y="427349"/>
                  <a:pt x="556181" y="395926"/>
                </a:cubicBezTo>
                <a:cubicBezTo>
                  <a:pt x="568750" y="380215"/>
                  <a:pt x="582727" y="365533"/>
                  <a:pt x="593888" y="348792"/>
                </a:cubicBezTo>
                <a:cubicBezTo>
                  <a:pt x="600173" y="339365"/>
                  <a:pt x="605369" y="329114"/>
                  <a:pt x="612742" y="320512"/>
                </a:cubicBezTo>
                <a:cubicBezTo>
                  <a:pt x="624310" y="307016"/>
                  <a:pt x="637880" y="295373"/>
                  <a:pt x="650449" y="282804"/>
                </a:cubicBezTo>
                <a:cubicBezTo>
                  <a:pt x="656734" y="267093"/>
                  <a:pt x="660152" y="249904"/>
                  <a:pt x="669303" y="235670"/>
                </a:cubicBezTo>
                <a:cubicBezTo>
                  <a:pt x="688677" y="205533"/>
                  <a:pt x="721985" y="184094"/>
                  <a:pt x="735291" y="150829"/>
                </a:cubicBezTo>
                <a:cubicBezTo>
                  <a:pt x="773096" y="56314"/>
                  <a:pt x="739213" y="147178"/>
                  <a:pt x="763571" y="65988"/>
                </a:cubicBezTo>
                <a:cubicBezTo>
                  <a:pt x="783419" y="-170"/>
                  <a:pt x="782425" y="30347"/>
                  <a:pt x="78242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24F655-74A4-EE31-6B24-DD91E932E1AA}"/>
              </a:ext>
            </a:extLst>
          </p:cNvPr>
          <p:cNvSpPr txBox="1"/>
          <p:nvPr/>
        </p:nvSpPr>
        <p:spPr>
          <a:xfrm>
            <a:off x="10171004" y="2329337"/>
            <a:ext cx="111183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Segoe Script" panose="030B0504020000000003" pitchFamily="66" charset="0"/>
              </a:rPr>
              <a:t>Carry?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9E0D8-94AD-926B-EA2D-E7543B951644}"/>
              </a:ext>
            </a:extLst>
          </p:cNvPr>
          <p:cNvSpPr txBox="1"/>
          <p:nvPr/>
        </p:nvSpPr>
        <p:spPr>
          <a:xfrm>
            <a:off x="2376180" y="1777929"/>
            <a:ext cx="111183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Segoe Script" panose="030B0504020000000003" pitchFamily="66" charset="0"/>
              </a:rPr>
              <a:t>DRS?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16953B-9EC1-75DD-6863-C79256A4F5C6}"/>
              </a:ext>
            </a:extLst>
          </p:cNvPr>
          <p:cNvSpPr txBox="1"/>
          <p:nvPr/>
        </p:nvSpPr>
        <p:spPr>
          <a:xfrm rot="21183508">
            <a:off x="2523971" y="5588799"/>
            <a:ext cx="1703028" cy="584775"/>
          </a:xfrm>
          <a:custGeom>
            <a:avLst/>
            <a:gdLst>
              <a:gd name="csX0" fmla="*/ 0 w 1703028"/>
              <a:gd name="csY0" fmla="*/ 0 h 584775"/>
              <a:gd name="csX1" fmla="*/ 533615 w 1703028"/>
              <a:gd name="csY1" fmla="*/ 0 h 584775"/>
              <a:gd name="csX2" fmla="*/ 1067231 w 1703028"/>
              <a:gd name="csY2" fmla="*/ 0 h 584775"/>
              <a:gd name="csX3" fmla="*/ 1703028 w 1703028"/>
              <a:gd name="csY3" fmla="*/ 0 h 584775"/>
              <a:gd name="csX4" fmla="*/ 1703028 w 1703028"/>
              <a:gd name="csY4" fmla="*/ 584775 h 584775"/>
              <a:gd name="csX5" fmla="*/ 1101291 w 1703028"/>
              <a:gd name="csY5" fmla="*/ 584775 h 584775"/>
              <a:gd name="csX6" fmla="*/ 550646 w 1703028"/>
              <a:gd name="csY6" fmla="*/ 584775 h 584775"/>
              <a:gd name="csX7" fmla="*/ 0 w 1703028"/>
              <a:gd name="csY7" fmla="*/ 584775 h 584775"/>
              <a:gd name="csX8" fmla="*/ 0 w 1703028"/>
              <a:gd name="csY8" fmla="*/ 0 h 58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03028" h="584775" fill="none" extrusionOk="0">
                <a:moveTo>
                  <a:pt x="0" y="0"/>
                </a:moveTo>
                <a:cubicBezTo>
                  <a:pt x="148819" y="-55953"/>
                  <a:pt x="307766" y="45792"/>
                  <a:pt x="533615" y="0"/>
                </a:cubicBezTo>
                <a:cubicBezTo>
                  <a:pt x="759464" y="-45792"/>
                  <a:pt x="906672" y="56964"/>
                  <a:pt x="1067231" y="0"/>
                </a:cubicBezTo>
                <a:cubicBezTo>
                  <a:pt x="1227790" y="-56964"/>
                  <a:pt x="1454767" y="14821"/>
                  <a:pt x="1703028" y="0"/>
                </a:cubicBezTo>
                <a:cubicBezTo>
                  <a:pt x="1710913" y="202907"/>
                  <a:pt x="1696397" y="458548"/>
                  <a:pt x="1703028" y="584775"/>
                </a:cubicBezTo>
                <a:cubicBezTo>
                  <a:pt x="1536715" y="648620"/>
                  <a:pt x="1251235" y="553549"/>
                  <a:pt x="1101291" y="584775"/>
                </a:cubicBezTo>
                <a:cubicBezTo>
                  <a:pt x="951347" y="616001"/>
                  <a:pt x="823279" y="566928"/>
                  <a:pt x="550646" y="584775"/>
                </a:cubicBezTo>
                <a:cubicBezTo>
                  <a:pt x="278013" y="602622"/>
                  <a:pt x="241671" y="562139"/>
                  <a:pt x="0" y="584775"/>
                </a:cubicBezTo>
                <a:cubicBezTo>
                  <a:pt x="-52389" y="308020"/>
                  <a:pt x="33014" y="200638"/>
                  <a:pt x="0" y="0"/>
                </a:cubicBezTo>
                <a:close/>
              </a:path>
              <a:path w="1703028" h="584775" stroke="0" extrusionOk="0">
                <a:moveTo>
                  <a:pt x="0" y="0"/>
                </a:moveTo>
                <a:cubicBezTo>
                  <a:pt x="125712" y="-33170"/>
                  <a:pt x="413001" y="51426"/>
                  <a:pt x="601737" y="0"/>
                </a:cubicBezTo>
                <a:cubicBezTo>
                  <a:pt x="790473" y="-51426"/>
                  <a:pt x="1045933" y="35129"/>
                  <a:pt x="1203473" y="0"/>
                </a:cubicBezTo>
                <a:cubicBezTo>
                  <a:pt x="1361013" y="-35129"/>
                  <a:pt x="1591726" y="28213"/>
                  <a:pt x="1703028" y="0"/>
                </a:cubicBezTo>
                <a:cubicBezTo>
                  <a:pt x="1710884" y="177257"/>
                  <a:pt x="1640676" y="423115"/>
                  <a:pt x="1703028" y="584775"/>
                </a:cubicBezTo>
                <a:cubicBezTo>
                  <a:pt x="1539190" y="589274"/>
                  <a:pt x="1301088" y="576851"/>
                  <a:pt x="1169413" y="584775"/>
                </a:cubicBezTo>
                <a:cubicBezTo>
                  <a:pt x="1037739" y="592699"/>
                  <a:pt x="778544" y="559175"/>
                  <a:pt x="601737" y="584775"/>
                </a:cubicBezTo>
                <a:cubicBezTo>
                  <a:pt x="424930" y="610375"/>
                  <a:pt x="129843" y="540964"/>
                  <a:pt x="0" y="584775"/>
                </a:cubicBezTo>
                <a:cubicBezTo>
                  <a:pt x="-3554" y="436380"/>
                  <a:pt x="66991" y="15630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5909854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Lack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33748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3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BCF3A-CE97-7B1C-E69E-1FCD0D63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5F31CA0-7B9A-5C4A-F4C1-9AE8A6990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C8F78-DDBA-81F7-A874-5373150D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Multiple Outcomes</a:t>
            </a:r>
            <a:endParaRPr lang="en-US" sz="54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1C6A223-06FD-4593-8CF4-4F751A184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EAC0FB5-F650-9F2F-79C8-7AA74CCADC90}"/>
                  </a:ext>
                </a:extLst>
              </p:cNvPr>
              <p:cNvSpPr/>
              <p:nvPr/>
            </p:nvSpPr>
            <p:spPr>
              <a:xfrm>
                <a:off x="1714212" y="3894349"/>
                <a:ext cx="1051560" cy="822960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EAC0FB5-F650-9F2F-79C8-7AA74CCAD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212" y="3894349"/>
                <a:ext cx="1051560" cy="82296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3EA4D4EF-D43B-826F-B9A3-9D160BA268C5}"/>
              </a:ext>
            </a:extLst>
          </p:cNvPr>
          <p:cNvSpPr txBox="1"/>
          <p:nvPr/>
        </p:nvSpPr>
        <p:spPr>
          <a:xfrm>
            <a:off x="1801551" y="1953212"/>
            <a:ext cx="876881" cy="369332"/>
          </a:xfrm>
          <a:custGeom>
            <a:avLst/>
            <a:gdLst>
              <a:gd name="csX0" fmla="*/ 0 w 876881"/>
              <a:gd name="csY0" fmla="*/ 0 h 369332"/>
              <a:gd name="csX1" fmla="*/ 455978 w 876881"/>
              <a:gd name="csY1" fmla="*/ 0 h 369332"/>
              <a:gd name="csX2" fmla="*/ 876881 w 876881"/>
              <a:gd name="csY2" fmla="*/ 0 h 369332"/>
              <a:gd name="csX3" fmla="*/ 876881 w 876881"/>
              <a:gd name="csY3" fmla="*/ 369332 h 369332"/>
              <a:gd name="csX4" fmla="*/ 438441 w 876881"/>
              <a:gd name="csY4" fmla="*/ 369332 h 369332"/>
              <a:gd name="csX5" fmla="*/ 0 w 876881"/>
              <a:gd name="csY5" fmla="*/ 369332 h 369332"/>
              <a:gd name="csX6" fmla="*/ 0 w 876881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6881" h="369332" extrusionOk="0">
                <a:moveTo>
                  <a:pt x="0" y="0"/>
                </a:moveTo>
                <a:cubicBezTo>
                  <a:pt x="226493" y="-41618"/>
                  <a:pt x="242088" y="50499"/>
                  <a:pt x="455978" y="0"/>
                </a:cubicBezTo>
                <a:cubicBezTo>
                  <a:pt x="669868" y="-50499"/>
                  <a:pt x="764370" y="23218"/>
                  <a:pt x="876881" y="0"/>
                </a:cubicBezTo>
                <a:cubicBezTo>
                  <a:pt x="890762" y="138412"/>
                  <a:pt x="833845" y="216305"/>
                  <a:pt x="876881" y="369332"/>
                </a:cubicBezTo>
                <a:cubicBezTo>
                  <a:pt x="659378" y="415609"/>
                  <a:pt x="596696" y="357532"/>
                  <a:pt x="438441" y="369332"/>
                </a:cubicBezTo>
                <a:cubicBezTo>
                  <a:pt x="280186" y="381132"/>
                  <a:pt x="187753" y="363507"/>
                  <a:pt x="0" y="369332"/>
                </a:cubicBezTo>
                <a:cubicBezTo>
                  <a:pt x="-23455" y="197713"/>
                  <a:pt x="10966" y="119082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2743674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5B4ED53-3D26-CD54-3203-3E6D7A6FB86E}"/>
                  </a:ext>
                </a:extLst>
              </p:cNvPr>
              <p:cNvSpPr/>
              <p:nvPr/>
            </p:nvSpPr>
            <p:spPr>
              <a:xfrm>
                <a:off x="4479984" y="3896348"/>
                <a:ext cx="1188720" cy="822960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∈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5B4ED53-3D26-CD54-3203-3E6D7A6FB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984" y="3896348"/>
                <a:ext cx="1188720" cy="8229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CF0679-15C1-0B34-00B7-CBE8F6002FB5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765772" y="4305829"/>
            <a:ext cx="1714212" cy="1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81AEC4F-22DD-3B6F-8641-D92499B06BEA}"/>
              </a:ext>
            </a:extLst>
          </p:cNvPr>
          <p:cNvSpPr txBox="1"/>
          <p:nvPr/>
        </p:nvSpPr>
        <p:spPr>
          <a:xfrm>
            <a:off x="4412866" y="1954041"/>
            <a:ext cx="1319908" cy="369332"/>
          </a:xfrm>
          <a:custGeom>
            <a:avLst/>
            <a:gdLst>
              <a:gd name="csX0" fmla="*/ 0 w 1319908"/>
              <a:gd name="csY0" fmla="*/ 0 h 369332"/>
              <a:gd name="csX1" fmla="*/ 426770 w 1319908"/>
              <a:gd name="csY1" fmla="*/ 0 h 369332"/>
              <a:gd name="csX2" fmla="*/ 827142 w 1319908"/>
              <a:gd name="csY2" fmla="*/ 0 h 369332"/>
              <a:gd name="csX3" fmla="*/ 1319908 w 1319908"/>
              <a:gd name="csY3" fmla="*/ 0 h 369332"/>
              <a:gd name="csX4" fmla="*/ 1319908 w 1319908"/>
              <a:gd name="csY4" fmla="*/ 369332 h 369332"/>
              <a:gd name="csX5" fmla="*/ 853541 w 1319908"/>
              <a:gd name="csY5" fmla="*/ 369332 h 369332"/>
              <a:gd name="csX6" fmla="*/ 387173 w 1319908"/>
              <a:gd name="csY6" fmla="*/ 369332 h 369332"/>
              <a:gd name="csX7" fmla="*/ 0 w 1319908"/>
              <a:gd name="csY7" fmla="*/ 369332 h 369332"/>
              <a:gd name="csX8" fmla="*/ 0 w 1319908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19908" h="369332" extrusionOk="0">
                <a:moveTo>
                  <a:pt x="0" y="0"/>
                </a:moveTo>
                <a:cubicBezTo>
                  <a:pt x="130223" y="-18588"/>
                  <a:pt x="214041" y="50859"/>
                  <a:pt x="426770" y="0"/>
                </a:cubicBezTo>
                <a:cubicBezTo>
                  <a:pt x="639499" y="-50859"/>
                  <a:pt x="713695" y="22986"/>
                  <a:pt x="827142" y="0"/>
                </a:cubicBezTo>
                <a:cubicBezTo>
                  <a:pt x="940589" y="-22986"/>
                  <a:pt x="1135916" y="31056"/>
                  <a:pt x="1319908" y="0"/>
                </a:cubicBezTo>
                <a:cubicBezTo>
                  <a:pt x="1359001" y="163770"/>
                  <a:pt x="1309495" y="190131"/>
                  <a:pt x="1319908" y="369332"/>
                </a:cubicBezTo>
                <a:cubicBezTo>
                  <a:pt x="1209854" y="404040"/>
                  <a:pt x="1053111" y="334150"/>
                  <a:pt x="853541" y="369332"/>
                </a:cubicBezTo>
                <a:cubicBezTo>
                  <a:pt x="653971" y="404514"/>
                  <a:pt x="597532" y="313923"/>
                  <a:pt x="387173" y="369332"/>
                </a:cubicBezTo>
                <a:cubicBezTo>
                  <a:pt x="176814" y="424741"/>
                  <a:pt x="159546" y="328106"/>
                  <a:pt x="0" y="369332"/>
                </a:cubicBezTo>
                <a:cubicBezTo>
                  <a:pt x="-40777" y="223570"/>
                  <a:pt x="26608" y="144534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6978870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C671594-C590-0481-E683-337727378A67}"/>
                  </a:ext>
                </a:extLst>
              </p:cNvPr>
              <p:cNvSpPr/>
              <p:nvPr/>
            </p:nvSpPr>
            <p:spPr>
              <a:xfrm>
                <a:off x="6987088" y="3894349"/>
                <a:ext cx="1188720" cy="822960"/>
              </a:xfrm>
              <a:prstGeom prst="ellipse">
                <a:avLst/>
              </a:prstGeom>
              <a:noFill/>
              <a:ln w="19050"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C671594-C590-0481-E683-337727378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088" y="3894349"/>
                <a:ext cx="1188720" cy="82296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A9C352-6F97-0326-EA38-5F78D652ACB6}"/>
              </a:ext>
            </a:extLst>
          </p:cNvPr>
          <p:cNvCxnSpPr>
            <a:cxnSpLocks/>
            <a:stCxn id="9" idx="6"/>
            <a:endCxn id="40" idx="2"/>
          </p:cNvCxnSpPr>
          <p:nvPr/>
        </p:nvCxnSpPr>
        <p:spPr>
          <a:xfrm flipV="1">
            <a:off x="5668704" y="4305829"/>
            <a:ext cx="1318384" cy="1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F43D112-30DA-0AC8-D33E-284DF9640149}"/>
              </a:ext>
            </a:extLst>
          </p:cNvPr>
          <p:cNvSpPr txBox="1"/>
          <p:nvPr/>
        </p:nvSpPr>
        <p:spPr>
          <a:xfrm>
            <a:off x="7069437" y="1953212"/>
            <a:ext cx="1024021" cy="369332"/>
          </a:xfrm>
          <a:custGeom>
            <a:avLst/>
            <a:gdLst>
              <a:gd name="csX0" fmla="*/ 0 w 1024021"/>
              <a:gd name="csY0" fmla="*/ 0 h 369332"/>
              <a:gd name="csX1" fmla="*/ 501770 w 1024021"/>
              <a:gd name="csY1" fmla="*/ 0 h 369332"/>
              <a:gd name="csX2" fmla="*/ 1024021 w 1024021"/>
              <a:gd name="csY2" fmla="*/ 0 h 369332"/>
              <a:gd name="csX3" fmla="*/ 1024021 w 1024021"/>
              <a:gd name="csY3" fmla="*/ 369332 h 369332"/>
              <a:gd name="csX4" fmla="*/ 512011 w 1024021"/>
              <a:gd name="csY4" fmla="*/ 369332 h 369332"/>
              <a:gd name="csX5" fmla="*/ 0 w 1024021"/>
              <a:gd name="csY5" fmla="*/ 369332 h 369332"/>
              <a:gd name="csX6" fmla="*/ 0 w 1024021"/>
              <a:gd name="csY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4021" h="369332" extrusionOk="0">
                <a:moveTo>
                  <a:pt x="0" y="0"/>
                </a:moveTo>
                <a:cubicBezTo>
                  <a:pt x="239783" y="-7569"/>
                  <a:pt x="377897" y="6099"/>
                  <a:pt x="501770" y="0"/>
                </a:cubicBezTo>
                <a:cubicBezTo>
                  <a:pt x="625643" y="-6099"/>
                  <a:pt x="886306" y="51585"/>
                  <a:pt x="1024021" y="0"/>
                </a:cubicBezTo>
                <a:cubicBezTo>
                  <a:pt x="1051984" y="78977"/>
                  <a:pt x="993597" y="271296"/>
                  <a:pt x="1024021" y="369332"/>
                </a:cubicBezTo>
                <a:cubicBezTo>
                  <a:pt x="883179" y="390321"/>
                  <a:pt x="680835" y="351403"/>
                  <a:pt x="512011" y="369332"/>
                </a:cubicBezTo>
                <a:cubicBezTo>
                  <a:pt x="343187" y="387261"/>
                  <a:pt x="245168" y="325601"/>
                  <a:pt x="0" y="369332"/>
                </a:cubicBezTo>
                <a:cubicBezTo>
                  <a:pt x="-6017" y="217080"/>
                  <a:pt x="5246" y="8844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Payoff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385F0E2-6FCA-489C-9AC4-E94BDE7BC723}"/>
              </a:ext>
            </a:extLst>
          </p:cNvPr>
          <p:cNvGrpSpPr/>
          <p:nvPr/>
        </p:nvGrpSpPr>
        <p:grpSpPr>
          <a:xfrm>
            <a:off x="2772984" y="2550629"/>
            <a:ext cx="2902932" cy="3514398"/>
            <a:chOff x="2765772" y="2550629"/>
            <a:chExt cx="2902932" cy="351439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3F56C65-6074-CDBB-CA07-ADB5169DEB1A}"/>
                </a:ext>
              </a:extLst>
            </p:cNvPr>
            <p:cNvGrpSpPr/>
            <p:nvPr/>
          </p:nvGrpSpPr>
          <p:grpSpPr>
            <a:xfrm>
              <a:off x="2765772" y="2550629"/>
              <a:ext cx="2902932" cy="3514398"/>
              <a:chOff x="2765772" y="2679776"/>
              <a:chExt cx="2902932" cy="35143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80592DCA-3F09-914D-46A7-B64D651EC1DE}"/>
                      </a:ext>
                    </a:extLst>
                  </p:cNvPr>
                  <p:cNvSpPr/>
                  <p:nvPr/>
                </p:nvSpPr>
                <p:spPr>
                  <a:xfrm>
                    <a:off x="4478460" y="2679776"/>
                    <a:ext cx="1188720" cy="822960"/>
                  </a:xfrm>
                  <a:prstGeom prst="ellipse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80592DCA-3F09-914D-46A7-B64D651EC1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78460" y="2679776"/>
                    <a:ext cx="1188720" cy="82296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582A3DF-FB77-27E8-AD59-784C4914352E}"/>
                  </a:ext>
                </a:extLst>
              </p:cNvPr>
              <p:cNvCxnSpPr>
                <a:cxnSpLocks/>
                <a:stCxn id="8" idx="6"/>
                <a:endCxn id="12" idx="2"/>
              </p:cNvCxnSpPr>
              <p:nvPr/>
            </p:nvCxnSpPr>
            <p:spPr>
              <a:xfrm flipV="1">
                <a:off x="2765772" y="3091256"/>
                <a:ext cx="1712688" cy="13437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6928A6FF-D543-7017-5B72-E2A24BADFDB5}"/>
                      </a:ext>
                    </a:extLst>
                  </p:cNvPr>
                  <p:cNvSpPr/>
                  <p:nvPr/>
                </p:nvSpPr>
                <p:spPr>
                  <a:xfrm>
                    <a:off x="4479984" y="5371214"/>
                    <a:ext cx="1188720" cy="822960"/>
                  </a:xfrm>
                  <a:prstGeom prst="ellipse">
                    <a:avLst/>
                  </a:prstGeom>
                </p:spPr>
                <p:style>
                  <a:lnRef idx="1">
                    <a:schemeClr val="accent4"/>
                  </a:lnRef>
                  <a:fillRef idx="2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6928A6FF-D543-7017-5B72-E2A24BADFD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79984" y="5371214"/>
                    <a:ext cx="1188720" cy="822960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F005B90-8990-25B0-FBB1-3F9C400C3A84}"/>
                  </a:ext>
                </a:extLst>
              </p:cNvPr>
              <p:cNvCxnSpPr>
                <a:cxnSpLocks/>
                <a:stCxn id="8" idx="6"/>
                <a:endCxn id="18" idx="2"/>
              </p:cNvCxnSpPr>
              <p:nvPr/>
            </p:nvCxnSpPr>
            <p:spPr>
              <a:xfrm>
                <a:off x="2765772" y="4434976"/>
                <a:ext cx="1714212" cy="13477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A4AB9A91-8A9D-8830-956D-5FF99C27E834}"/>
                    </a:ext>
                  </a:extLst>
                </p:cNvPr>
                <p:cNvSpPr/>
                <p:nvPr/>
              </p:nvSpPr>
              <p:spPr>
                <a:xfrm>
                  <a:off x="4478460" y="3892350"/>
                  <a:ext cx="1188720" cy="822960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A4AB9A91-8A9D-8830-956D-5FF99C27E8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8460" y="3892350"/>
                  <a:ext cx="1188720" cy="82296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2DF2B1E-ACAC-94F2-4D66-84795590CF9B}"/>
              </a:ext>
            </a:extLst>
          </p:cNvPr>
          <p:cNvGrpSpPr/>
          <p:nvPr/>
        </p:nvGrpSpPr>
        <p:grpSpPr>
          <a:xfrm>
            <a:off x="5674392" y="2550629"/>
            <a:ext cx="2514129" cy="3510399"/>
            <a:chOff x="5674392" y="2550629"/>
            <a:chExt cx="2514129" cy="351039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4D6378E-5778-9E6D-CC69-A3C4DC823BFD}"/>
                </a:ext>
              </a:extLst>
            </p:cNvPr>
            <p:cNvGrpSpPr/>
            <p:nvPr/>
          </p:nvGrpSpPr>
          <p:grpSpPr>
            <a:xfrm>
              <a:off x="5674392" y="2550629"/>
              <a:ext cx="2501416" cy="3510399"/>
              <a:chOff x="5674392" y="2550629"/>
              <a:chExt cx="2501416" cy="3510399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F986BCD-45B7-EFC2-B80A-80A60401F52E}"/>
                  </a:ext>
                </a:extLst>
              </p:cNvPr>
              <p:cNvGrpSpPr/>
              <p:nvPr/>
            </p:nvGrpSpPr>
            <p:grpSpPr>
              <a:xfrm>
                <a:off x="5674392" y="2550629"/>
                <a:ext cx="2501416" cy="822960"/>
                <a:chOff x="5674392" y="3896349"/>
                <a:chExt cx="2501416" cy="8229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Oval 45">
                      <a:extLst>
                        <a:ext uri="{FF2B5EF4-FFF2-40B4-BE49-F238E27FC236}">
                          <a16:creationId xmlns:a16="http://schemas.microsoft.com/office/drawing/2014/main" id="{D3302491-A583-1015-5BCF-811E240516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7088" y="3896349"/>
                      <a:ext cx="1188720" cy="822960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2">
                      <a:schemeClr val="accent5"/>
                    </a:fillRef>
                    <a:effectRef idx="1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Oval 45">
                      <a:extLst>
                        <a:ext uri="{FF2B5EF4-FFF2-40B4-BE49-F238E27FC236}">
                          <a16:creationId xmlns:a16="http://schemas.microsoft.com/office/drawing/2014/main" id="{D3302491-A583-1015-5BCF-811E240516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87088" y="3896349"/>
                      <a:ext cx="1188720" cy="822960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84930F19-5BC5-91BB-32AA-5EA5BD8BBB2E}"/>
                    </a:ext>
                  </a:extLst>
                </p:cNvPr>
                <p:cNvCxnSpPr>
                  <a:cxnSpLocks/>
                  <a:stCxn id="12" idx="6"/>
                  <a:endCxn id="46" idx="2"/>
                </p:cNvCxnSpPr>
                <p:nvPr/>
              </p:nvCxnSpPr>
              <p:spPr>
                <a:xfrm>
                  <a:off x="5674392" y="4307829"/>
                  <a:ext cx="131269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0632D20-C097-63BA-54F7-59C3CE1D129F}"/>
                  </a:ext>
                </a:extLst>
              </p:cNvPr>
              <p:cNvGrpSpPr/>
              <p:nvPr/>
            </p:nvGrpSpPr>
            <p:grpSpPr>
              <a:xfrm>
                <a:off x="5675916" y="5238068"/>
                <a:ext cx="2499892" cy="822960"/>
                <a:chOff x="5675916" y="3814710"/>
                <a:chExt cx="2499892" cy="8229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Oval 48">
                      <a:extLst>
                        <a:ext uri="{FF2B5EF4-FFF2-40B4-BE49-F238E27FC236}">
                          <a16:creationId xmlns:a16="http://schemas.microsoft.com/office/drawing/2014/main" id="{32A74E46-ADCB-5226-13FF-38E500C869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7088" y="3814710"/>
                      <a:ext cx="1188720" cy="822960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2">
                      <a:schemeClr val="accent5"/>
                    </a:fillRef>
                    <a:effectRef idx="1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Oval 48">
                      <a:extLst>
                        <a:ext uri="{FF2B5EF4-FFF2-40B4-BE49-F238E27FC236}">
                          <a16:creationId xmlns:a16="http://schemas.microsoft.com/office/drawing/2014/main" id="{32A74E46-ADCB-5226-13FF-38E500C8697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87088" y="3814710"/>
                      <a:ext cx="1188720" cy="822960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B627B28C-2ABE-A3E7-08C5-D48A6DA6BE18}"/>
                    </a:ext>
                  </a:extLst>
                </p:cNvPr>
                <p:cNvCxnSpPr>
                  <a:cxnSpLocks/>
                  <a:stCxn id="18" idx="6"/>
                  <a:endCxn id="49" idx="2"/>
                </p:cNvCxnSpPr>
                <p:nvPr/>
              </p:nvCxnSpPr>
              <p:spPr>
                <a:xfrm flipV="1">
                  <a:off x="5675916" y="4226190"/>
                  <a:ext cx="1311172" cy="399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7BF8727-F9BD-E06E-928B-EA7119DF1568}"/>
                    </a:ext>
                  </a:extLst>
                </p:cNvPr>
                <p:cNvSpPr/>
                <p:nvPr/>
              </p:nvSpPr>
              <p:spPr>
                <a:xfrm>
                  <a:off x="6999801" y="3892350"/>
                  <a:ext cx="1188720" cy="822960"/>
                </a:xfrm>
                <a:prstGeom prst="ellips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7BF8727-F9BD-E06E-928B-EA7119DF15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9801" y="3892350"/>
                  <a:ext cx="1188720" cy="82296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8A88E9F9-50CE-6B2F-E311-3C1A06E38122}"/>
              </a:ext>
            </a:extLst>
          </p:cNvPr>
          <p:cNvSpPr txBox="1"/>
          <p:nvPr/>
        </p:nvSpPr>
        <p:spPr>
          <a:xfrm>
            <a:off x="4421243" y="1954303"/>
            <a:ext cx="1319908" cy="369332"/>
          </a:xfrm>
          <a:custGeom>
            <a:avLst/>
            <a:gdLst>
              <a:gd name="csX0" fmla="*/ 0 w 1319908"/>
              <a:gd name="csY0" fmla="*/ 0 h 369332"/>
              <a:gd name="csX1" fmla="*/ 413571 w 1319908"/>
              <a:gd name="csY1" fmla="*/ 0 h 369332"/>
              <a:gd name="csX2" fmla="*/ 866740 w 1319908"/>
              <a:gd name="csY2" fmla="*/ 0 h 369332"/>
              <a:gd name="csX3" fmla="*/ 1319908 w 1319908"/>
              <a:gd name="csY3" fmla="*/ 0 h 369332"/>
              <a:gd name="csX4" fmla="*/ 1319908 w 1319908"/>
              <a:gd name="csY4" fmla="*/ 369332 h 369332"/>
              <a:gd name="csX5" fmla="*/ 866740 w 1319908"/>
              <a:gd name="csY5" fmla="*/ 369332 h 369332"/>
              <a:gd name="csX6" fmla="*/ 426770 w 1319908"/>
              <a:gd name="csY6" fmla="*/ 369332 h 369332"/>
              <a:gd name="csX7" fmla="*/ 0 w 1319908"/>
              <a:gd name="csY7" fmla="*/ 369332 h 369332"/>
              <a:gd name="csX8" fmla="*/ 0 w 1319908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19908" h="369332" extrusionOk="0">
                <a:moveTo>
                  <a:pt x="0" y="0"/>
                </a:moveTo>
                <a:cubicBezTo>
                  <a:pt x="90192" y="-44849"/>
                  <a:pt x="227159" y="29065"/>
                  <a:pt x="413571" y="0"/>
                </a:cubicBezTo>
                <a:cubicBezTo>
                  <a:pt x="599983" y="-29065"/>
                  <a:pt x="766927" y="14758"/>
                  <a:pt x="866740" y="0"/>
                </a:cubicBezTo>
                <a:cubicBezTo>
                  <a:pt x="966553" y="-14758"/>
                  <a:pt x="1174111" y="36004"/>
                  <a:pt x="1319908" y="0"/>
                </a:cubicBezTo>
                <a:cubicBezTo>
                  <a:pt x="1352226" y="76449"/>
                  <a:pt x="1281936" y="203964"/>
                  <a:pt x="1319908" y="369332"/>
                </a:cubicBezTo>
                <a:cubicBezTo>
                  <a:pt x="1213651" y="388280"/>
                  <a:pt x="1088758" y="364013"/>
                  <a:pt x="866740" y="369332"/>
                </a:cubicBezTo>
                <a:cubicBezTo>
                  <a:pt x="644722" y="374651"/>
                  <a:pt x="587792" y="338725"/>
                  <a:pt x="426770" y="369332"/>
                </a:cubicBezTo>
                <a:cubicBezTo>
                  <a:pt x="265748" y="399939"/>
                  <a:pt x="165875" y="348846"/>
                  <a:pt x="0" y="369332"/>
                </a:cubicBezTo>
                <a:cubicBezTo>
                  <a:pt x="-27700" y="230718"/>
                  <a:pt x="22700" y="133584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114314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228DF7E8-0ABF-6770-4E53-104D853ADC7E}"/>
              </a:ext>
            </a:extLst>
          </p:cNvPr>
          <p:cNvSpPr txBox="1">
            <a:spLocks/>
          </p:cNvSpPr>
          <p:nvPr/>
        </p:nvSpPr>
        <p:spPr>
          <a:xfrm>
            <a:off x="836676" y="3642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 Single-Person Decision Problem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5EDE21-5B91-E6C1-7565-992C230FFF72}"/>
              </a:ext>
            </a:extLst>
          </p:cNvPr>
          <p:cNvSpPr txBox="1"/>
          <p:nvPr/>
        </p:nvSpPr>
        <p:spPr>
          <a:xfrm>
            <a:off x="467758" y="5665353"/>
            <a:ext cx="1403316" cy="646331"/>
          </a:xfrm>
          <a:custGeom>
            <a:avLst/>
            <a:gdLst>
              <a:gd name="csX0" fmla="*/ 0 w 1403316"/>
              <a:gd name="csY0" fmla="*/ 0 h 646331"/>
              <a:gd name="csX1" fmla="*/ 453739 w 1403316"/>
              <a:gd name="csY1" fmla="*/ 0 h 646331"/>
              <a:gd name="csX2" fmla="*/ 879411 w 1403316"/>
              <a:gd name="csY2" fmla="*/ 0 h 646331"/>
              <a:gd name="csX3" fmla="*/ 1403316 w 1403316"/>
              <a:gd name="csY3" fmla="*/ 0 h 646331"/>
              <a:gd name="csX4" fmla="*/ 1403316 w 1403316"/>
              <a:gd name="csY4" fmla="*/ 316702 h 646331"/>
              <a:gd name="csX5" fmla="*/ 1403316 w 1403316"/>
              <a:gd name="csY5" fmla="*/ 646331 h 646331"/>
              <a:gd name="csX6" fmla="*/ 963610 w 1403316"/>
              <a:gd name="csY6" fmla="*/ 646331 h 646331"/>
              <a:gd name="csX7" fmla="*/ 523905 w 1403316"/>
              <a:gd name="csY7" fmla="*/ 646331 h 646331"/>
              <a:gd name="csX8" fmla="*/ 0 w 1403316"/>
              <a:gd name="csY8" fmla="*/ 646331 h 646331"/>
              <a:gd name="csX9" fmla="*/ 0 w 1403316"/>
              <a:gd name="csY9" fmla="*/ 342555 h 646331"/>
              <a:gd name="csX10" fmla="*/ 0 w 1403316"/>
              <a:gd name="csY1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03316" h="646331" extrusionOk="0">
                <a:moveTo>
                  <a:pt x="0" y="0"/>
                </a:moveTo>
                <a:cubicBezTo>
                  <a:pt x="138725" y="-11410"/>
                  <a:pt x="346224" y="31609"/>
                  <a:pt x="453739" y="0"/>
                </a:cubicBezTo>
                <a:cubicBezTo>
                  <a:pt x="561254" y="-31609"/>
                  <a:pt x="792152" y="36359"/>
                  <a:pt x="879411" y="0"/>
                </a:cubicBezTo>
                <a:cubicBezTo>
                  <a:pt x="966670" y="-36359"/>
                  <a:pt x="1153786" y="56021"/>
                  <a:pt x="1403316" y="0"/>
                </a:cubicBezTo>
                <a:cubicBezTo>
                  <a:pt x="1430699" y="121065"/>
                  <a:pt x="1389746" y="238935"/>
                  <a:pt x="1403316" y="316702"/>
                </a:cubicBezTo>
                <a:cubicBezTo>
                  <a:pt x="1416886" y="394469"/>
                  <a:pt x="1396459" y="514100"/>
                  <a:pt x="1403316" y="646331"/>
                </a:cubicBezTo>
                <a:cubicBezTo>
                  <a:pt x="1222884" y="677336"/>
                  <a:pt x="1118354" y="645442"/>
                  <a:pt x="963610" y="646331"/>
                </a:cubicBezTo>
                <a:cubicBezTo>
                  <a:pt x="808866" y="647220"/>
                  <a:pt x="664852" y="606689"/>
                  <a:pt x="523905" y="646331"/>
                </a:cubicBezTo>
                <a:cubicBezTo>
                  <a:pt x="382959" y="685973"/>
                  <a:pt x="213295" y="596412"/>
                  <a:pt x="0" y="646331"/>
                </a:cubicBezTo>
                <a:cubicBezTo>
                  <a:pt x="-26174" y="508757"/>
                  <a:pt x="23894" y="459392"/>
                  <a:pt x="0" y="342555"/>
                </a:cubicBezTo>
                <a:cubicBezTo>
                  <a:pt x="-23894" y="225718"/>
                  <a:pt x="27255" y="138134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Modeling Uncertainty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346E22C-40CC-0F7A-4784-C5BD55EEAA5B}"/>
              </a:ext>
            </a:extLst>
          </p:cNvPr>
          <p:cNvGrpSpPr/>
          <p:nvPr/>
        </p:nvGrpSpPr>
        <p:grpSpPr>
          <a:xfrm>
            <a:off x="1154960" y="2969020"/>
            <a:ext cx="10525495" cy="2231080"/>
            <a:chOff x="1132066" y="4493702"/>
            <a:chExt cx="10525495" cy="223108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CDB9E99-3E2E-8E43-A521-EC3332029F4C}"/>
                </a:ext>
              </a:extLst>
            </p:cNvPr>
            <p:cNvSpPr txBox="1"/>
            <p:nvPr/>
          </p:nvSpPr>
          <p:spPr>
            <a:xfrm>
              <a:off x="8785566" y="4493702"/>
              <a:ext cx="2871995" cy="923330"/>
            </a:xfrm>
            <a:custGeom>
              <a:avLst/>
              <a:gdLst>
                <a:gd name="csX0" fmla="*/ 0 w 2871995"/>
                <a:gd name="csY0" fmla="*/ 0 h 923330"/>
                <a:gd name="csX1" fmla="*/ 631839 w 2871995"/>
                <a:gd name="csY1" fmla="*/ 0 h 923330"/>
                <a:gd name="csX2" fmla="*/ 1234958 w 2871995"/>
                <a:gd name="csY2" fmla="*/ 0 h 923330"/>
                <a:gd name="csX3" fmla="*/ 1838077 w 2871995"/>
                <a:gd name="csY3" fmla="*/ 0 h 923330"/>
                <a:gd name="csX4" fmla="*/ 2326316 w 2871995"/>
                <a:gd name="csY4" fmla="*/ 0 h 923330"/>
                <a:gd name="csX5" fmla="*/ 2871995 w 2871995"/>
                <a:gd name="csY5" fmla="*/ 0 h 923330"/>
                <a:gd name="csX6" fmla="*/ 2871995 w 2871995"/>
                <a:gd name="csY6" fmla="*/ 470898 h 923330"/>
                <a:gd name="csX7" fmla="*/ 2871995 w 2871995"/>
                <a:gd name="csY7" fmla="*/ 923330 h 923330"/>
                <a:gd name="csX8" fmla="*/ 2297596 w 2871995"/>
                <a:gd name="csY8" fmla="*/ 923330 h 923330"/>
                <a:gd name="csX9" fmla="*/ 1809357 w 2871995"/>
                <a:gd name="csY9" fmla="*/ 923330 h 923330"/>
                <a:gd name="csX10" fmla="*/ 1321118 w 2871995"/>
                <a:gd name="csY10" fmla="*/ 923330 h 923330"/>
                <a:gd name="csX11" fmla="*/ 717999 w 2871995"/>
                <a:gd name="csY11" fmla="*/ 923330 h 923330"/>
                <a:gd name="csX12" fmla="*/ 0 w 2871995"/>
                <a:gd name="csY12" fmla="*/ 923330 h 923330"/>
                <a:gd name="csX13" fmla="*/ 0 w 2871995"/>
                <a:gd name="csY13" fmla="*/ 443198 h 923330"/>
                <a:gd name="csX14" fmla="*/ 0 w 2871995"/>
                <a:gd name="csY14" fmla="*/ 0 h 9233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71995" h="923330" fill="none" extrusionOk="0">
                  <a:moveTo>
                    <a:pt x="0" y="0"/>
                  </a:moveTo>
                  <a:cubicBezTo>
                    <a:pt x="303507" y="-53189"/>
                    <a:pt x="441843" y="62048"/>
                    <a:pt x="631839" y="0"/>
                  </a:cubicBezTo>
                  <a:cubicBezTo>
                    <a:pt x="821835" y="-62048"/>
                    <a:pt x="1101411" y="11581"/>
                    <a:pt x="1234958" y="0"/>
                  </a:cubicBezTo>
                  <a:cubicBezTo>
                    <a:pt x="1368505" y="-11581"/>
                    <a:pt x="1660976" y="32573"/>
                    <a:pt x="1838077" y="0"/>
                  </a:cubicBezTo>
                  <a:cubicBezTo>
                    <a:pt x="2015178" y="-32573"/>
                    <a:pt x="2133259" y="29375"/>
                    <a:pt x="2326316" y="0"/>
                  </a:cubicBezTo>
                  <a:cubicBezTo>
                    <a:pt x="2519373" y="-29375"/>
                    <a:pt x="2735500" y="11271"/>
                    <a:pt x="2871995" y="0"/>
                  </a:cubicBezTo>
                  <a:cubicBezTo>
                    <a:pt x="2880627" y="200484"/>
                    <a:pt x="2834655" y="316564"/>
                    <a:pt x="2871995" y="470898"/>
                  </a:cubicBezTo>
                  <a:cubicBezTo>
                    <a:pt x="2909335" y="625232"/>
                    <a:pt x="2846634" y="766531"/>
                    <a:pt x="2871995" y="923330"/>
                  </a:cubicBezTo>
                  <a:cubicBezTo>
                    <a:pt x="2625889" y="940264"/>
                    <a:pt x="2566639" y="880549"/>
                    <a:pt x="2297596" y="923330"/>
                  </a:cubicBezTo>
                  <a:cubicBezTo>
                    <a:pt x="2028553" y="966111"/>
                    <a:pt x="1924412" y="886313"/>
                    <a:pt x="1809357" y="923330"/>
                  </a:cubicBezTo>
                  <a:cubicBezTo>
                    <a:pt x="1694302" y="960347"/>
                    <a:pt x="1503925" y="889106"/>
                    <a:pt x="1321118" y="923330"/>
                  </a:cubicBezTo>
                  <a:cubicBezTo>
                    <a:pt x="1138311" y="957554"/>
                    <a:pt x="870722" y="872385"/>
                    <a:pt x="717999" y="923330"/>
                  </a:cubicBezTo>
                  <a:cubicBezTo>
                    <a:pt x="565276" y="974275"/>
                    <a:pt x="248445" y="889560"/>
                    <a:pt x="0" y="923330"/>
                  </a:cubicBezTo>
                  <a:cubicBezTo>
                    <a:pt x="-49936" y="710357"/>
                    <a:pt x="17634" y="547788"/>
                    <a:pt x="0" y="443198"/>
                  </a:cubicBezTo>
                  <a:cubicBezTo>
                    <a:pt x="-17634" y="338608"/>
                    <a:pt x="1964" y="200027"/>
                    <a:pt x="0" y="0"/>
                  </a:cubicBezTo>
                  <a:close/>
                </a:path>
                <a:path w="2871995" h="923330" stroke="0" extrusionOk="0">
                  <a:moveTo>
                    <a:pt x="0" y="0"/>
                  </a:moveTo>
                  <a:cubicBezTo>
                    <a:pt x="264262" y="-30039"/>
                    <a:pt x="397892" y="9271"/>
                    <a:pt x="545679" y="0"/>
                  </a:cubicBezTo>
                  <a:cubicBezTo>
                    <a:pt x="693466" y="-9271"/>
                    <a:pt x="931901" y="7932"/>
                    <a:pt x="1033918" y="0"/>
                  </a:cubicBezTo>
                  <a:cubicBezTo>
                    <a:pt x="1135935" y="-7932"/>
                    <a:pt x="1427185" y="13653"/>
                    <a:pt x="1665757" y="0"/>
                  </a:cubicBezTo>
                  <a:cubicBezTo>
                    <a:pt x="1904329" y="-13653"/>
                    <a:pt x="2095083" y="16332"/>
                    <a:pt x="2211436" y="0"/>
                  </a:cubicBezTo>
                  <a:cubicBezTo>
                    <a:pt x="2327789" y="-16332"/>
                    <a:pt x="2557756" y="1440"/>
                    <a:pt x="2871995" y="0"/>
                  </a:cubicBezTo>
                  <a:cubicBezTo>
                    <a:pt x="2892866" y="162923"/>
                    <a:pt x="2847349" y="370604"/>
                    <a:pt x="2871995" y="480132"/>
                  </a:cubicBezTo>
                  <a:cubicBezTo>
                    <a:pt x="2896641" y="589660"/>
                    <a:pt x="2871731" y="809124"/>
                    <a:pt x="2871995" y="923330"/>
                  </a:cubicBezTo>
                  <a:cubicBezTo>
                    <a:pt x="2675809" y="935303"/>
                    <a:pt x="2442566" y="866219"/>
                    <a:pt x="2297596" y="923330"/>
                  </a:cubicBezTo>
                  <a:cubicBezTo>
                    <a:pt x="2152626" y="980441"/>
                    <a:pt x="1916740" y="869545"/>
                    <a:pt x="1809357" y="923330"/>
                  </a:cubicBezTo>
                  <a:cubicBezTo>
                    <a:pt x="1701974" y="977115"/>
                    <a:pt x="1522051" y="879380"/>
                    <a:pt x="1234958" y="923330"/>
                  </a:cubicBezTo>
                  <a:cubicBezTo>
                    <a:pt x="947865" y="967280"/>
                    <a:pt x="927814" y="885328"/>
                    <a:pt x="660559" y="923330"/>
                  </a:cubicBezTo>
                  <a:cubicBezTo>
                    <a:pt x="393304" y="961332"/>
                    <a:pt x="291714" y="878199"/>
                    <a:pt x="0" y="923330"/>
                  </a:cubicBezTo>
                  <a:cubicBezTo>
                    <a:pt x="-12020" y="714129"/>
                    <a:pt x="45552" y="562566"/>
                    <a:pt x="0" y="443198"/>
                  </a:cubicBezTo>
                  <a:cubicBezTo>
                    <a:pt x="-45552" y="323830"/>
                    <a:pt x="13285" y="89593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Univers" panose="020B0503020202020204" pitchFamily="34" charset="0"/>
                </a:rPr>
                <a:t>How do we assign a payoff to an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Univers" panose="020B0503020202020204" pitchFamily="34" charset="0"/>
                </a:rPr>
                <a:t>action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Univers" panose="020B0503020202020204" pitchFamily="34" charset="0"/>
                </a:rPr>
                <a:t> with uncertain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Univers" panose="020B0503020202020204" pitchFamily="34" charset="0"/>
                </a:rPr>
                <a:t>outcomes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Univers" panose="020B0503020202020204" pitchFamily="34" charset="0"/>
                </a:rPr>
                <a:t>?</a:t>
              </a:r>
            </a:p>
          </p:txBody>
        </p:sp>
        <p:pic>
          <p:nvPicPr>
            <p:cNvPr id="87" name="Graphic 86" descr="Badge Question Mark outline">
              <a:extLst>
                <a:ext uri="{FF2B5EF4-FFF2-40B4-BE49-F238E27FC236}">
                  <a16:creationId xmlns:a16="http://schemas.microsoft.com/office/drawing/2014/main" id="{2EAD8D01-D5FA-0A0D-5378-57519C859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2066" y="5810382"/>
              <a:ext cx="914400" cy="914400"/>
            </a:xfrm>
            <a:prstGeom prst="rect">
              <a:avLst/>
            </a:prstGeom>
          </p:spPr>
        </p:pic>
      </p:grpSp>
      <p:sp>
        <p:nvSpPr>
          <p:cNvPr id="89" name="Oval 88">
            <a:extLst>
              <a:ext uri="{FF2B5EF4-FFF2-40B4-BE49-F238E27FC236}">
                <a16:creationId xmlns:a16="http://schemas.microsoft.com/office/drawing/2014/main" id="{40EA056C-5E32-2972-79F8-4614523D20D5}"/>
              </a:ext>
            </a:extLst>
          </p:cNvPr>
          <p:cNvSpPr/>
          <p:nvPr/>
        </p:nvSpPr>
        <p:spPr>
          <a:xfrm>
            <a:off x="5423464" y="3371983"/>
            <a:ext cx="749808" cy="457200"/>
          </a:xfrm>
          <a:custGeom>
            <a:avLst/>
            <a:gdLst>
              <a:gd name="csX0" fmla="*/ 0 w 749808"/>
              <a:gd name="csY0" fmla="*/ 228600 h 457200"/>
              <a:gd name="csX1" fmla="*/ 374904 w 749808"/>
              <a:gd name="csY1" fmla="*/ 0 h 457200"/>
              <a:gd name="csX2" fmla="*/ 749808 w 749808"/>
              <a:gd name="csY2" fmla="*/ 228600 h 457200"/>
              <a:gd name="csX3" fmla="*/ 374904 w 749808"/>
              <a:gd name="csY3" fmla="*/ 457200 h 457200"/>
              <a:gd name="csX4" fmla="*/ 0 w 74980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9808" h="457200" fill="none" extrusionOk="0">
                <a:moveTo>
                  <a:pt x="0" y="228600"/>
                </a:moveTo>
                <a:cubicBezTo>
                  <a:pt x="17801" y="104460"/>
                  <a:pt x="178206" y="-21313"/>
                  <a:pt x="374904" y="0"/>
                </a:cubicBezTo>
                <a:cubicBezTo>
                  <a:pt x="549410" y="-4984"/>
                  <a:pt x="746593" y="105375"/>
                  <a:pt x="749808" y="228600"/>
                </a:cubicBezTo>
                <a:cubicBezTo>
                  <a:pt x="745224" y="311134"/>
                  <a:pt x="552483" y="498162"/>
                  <a:pt x="374904" y="457200"/>
                </a:cubicBezTo>
                <a:cubicBezTo>
                  <a:pt x="199787" y="475080"/>
                  <a:pt x="7574" y="356673"/>
                  <a:pt x="0" y="228600"/>
                </a:cubicBezTo>
                <a:close/>
              </a:path>
              <a:path w="749808" h="457200" stroke="0" extrusionOk="0">
                <a:moveTo>
                  <a:pt x="0" y="228600"/>
                </a:moveTo>
                <a:cubicBezTo>
                  <a:pt x="-26521" y="85990"/>
                  <a:pt x="117594" y="18862"/>
                  <a:pt x="374904" y="0"/>
                </a:cubicBezTo>
                <a:cubicBezTo>
                  <a:pt x="590388" y="1775"/>
                  <a:pt x="730550" y="102960"/>
                  <a:pt x="749808" y="228600"/>
                </a:cubicBezTo>
                <a:cubicBezTo>
                  <a:pt x="737179" y="367185"/>
                  <a:pt x="571547" y="514745"/>
                  <a:pt x="374904" y="457200"/>
                </a:cubicBezTo>
                <a:cubicBezTo>
                  <a:pt x="158527" y="452099"/>
                  <a:pt x="23501" y="366081"/>
                  <a:pt x="0" y="22860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OR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4EB5AEE-EB5D-D60C-7411-FE9569BBF851}"/>
              </a:ext>
            </a:extLst>
          </p:cNvPr>
          <p:cNvGrpSpPr/>
          <p:nvPr/>
        </p:nvGrpSpPr>
        <p:grpSpPr>
          <a:xfrm>
            <a:off x="3333157" y="3205554"/>
            <a:ext cx="739574" cy="1785731"/>
            <a:chOff x="2418761" y="3202956"/>
            <a:chExt cx="739574" cy="17857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0973BB3-69A8-255D-8A1E-F9C661D213BC}"/>
                    </a:ext>
                  </a:extLst>
                </p:cNvPr>
                <p:cNvSpPr txBox="1"/>
                <p:nvPr/>
              </p:nvSpPr>
              <p:spPr>
                <a:xfrm rot="19337748">
                  <a:off x="2418761" y="3202956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80973BB3-69A8-255D-8A1E-F9C661D21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37748">
                  <a:off x="2418761" y="3202956"/>
                  <a:ext cx="59234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905" b="-144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40B677D-125B-570E-4091-4171825D8328}"/>
                    </a:ext>
                  </a:extLst>
                </p:cNvPr>
                <p:cNvSpPr txBox="1"/>
                <p:nvPr/>
              </p:nvSpPr>
              <p:spPr>
                <a:xfrm>
                  <a:off x="2508980" y="3970963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40B677D-125B-570E-4091-4171825D8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8980" y="3970963"/>
                  <a:ext cx="592342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0309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4822EA3-5691-C028-64FE-B4EFE9346C35}"/>
                    </a:ext>
                  </a:extLst>
                </p:cNvPr>
                <p:cNvSpPr txBox="1"/>
                <p:nvPr/>
              </p:nvSpPr>
              <p:spPr>
                <a:xfrm rot="1888673">
                  <a:off x="2565993" y="4711688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4822EA3-5691-C028-64FE-B4EFE9346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88673">
                  <a:off x="2565993" y="4711688"/>
                  <a:ext cx="592342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8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05D4C9-B5F7-5503-CEEA-C85B89D997F5}"/>
                  </a:ext>
                </a:extLst>
              </p:cNvPr>
              <p:cNvSpPr txBox="1"/>
              <p:nvPr/>
            </p:nvSpPr>
            <p:spPr>
              <a:xfrm>
                <a:off x="2772984" y="5665353"/>
                <a:ext cx="1517726" cy="84850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E97132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E97132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E97132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E97132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9713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05D4C9-B5F7-5503-CEEA-C85B89D99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984" y="5665353"/>
                <a:ext cx="1517726" cy="84850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ue umbrella with a wooden handle&#10;&#10;Description automatically generated">
            <a:extLst>
              <a:ext uri="{FF2B5EF4-FFF2-40B4-BE49-F238E27FC236}">
                <a16:creationId xmlns:a16="http://schemas.microsoft.com/office/drawing/2014/main" id="{43931E9A-772E-8B3F-A721-3BC76E25C3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132" y="2561886"/>
            <a:ext cx="1044575" cy="1044575"/>
          </a:xfrm>
          <a:prstGeom prst="rect">
            <a:avLst/>
          </a:prstGeom>
        </p:spPr>
      </p:pic>
      <p:pic>
        <p:nvPicPr>
          <p:cNvPr id="5" name="Picture 4" descr="A cricket match on a field&#10;&#10;Description automatically generated">
            <a:extLst>
              <a:ext uri="{FF2B5EF4-FFF2-40B4-BE49-F238E27FC236}">
                <a16:creationId xmlns:a16="http://schemas.microsoft.com/office/drawing/2014/main" id="{FC7E08EC-E531-DFF3-41DB-2C240B33B3D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51" y="2694326"/>
            <a:ext cx="1388686" cy="7796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B4A70F-3E36-68EC-BC98-0EF48265AAF9}"/>
              </a:ext>
            </a:extLst>
          </p:cNvPr>
          <p:cNvSpPr txBox="1"/>
          <p:nvPr/>
        </p:nvSpPr>
        <p:spPr>
          <a:xfrm>
            <a:off x="8808461" y="4140479"/>
            <a:ext cx="2871995" cy="1477328"/>
          </a:xfrm>
          <a:custGeom>
            <a:avLst/>
            <a:gdLst>
              <a:gd name="csX0" fmla="*/ 0 w 2871995"/>
              <a:gd name="csY0" fmla="*/ 0 h 1477328"/>
              <a:gd name="csX1" fmla="*/ 545679 w 2871995"/>
              <a:gd name="csY1" fmla="*/ 0 h 1477328"/>
              <a:gd name="csX2" fmla="*/ 1033918 w 2871995"/>
              <a:gd name="csY2" fmla="*/ 0 h 1477328"/>
              <a:gd name="csX3" fmla="*/ 1550877 w 2871995"/>
              <a:gd name="csY3" fmla="*/ 0 h 1477328"/>
              <a:gd name="csX4" fmla="*/ 2153996 w 2871995"/>
              <a:gd name="csY4" fmla="*/ 0 h 1477328"/>
              <a:gd name="csX5" fmla="*/ 2871995 w 2871995"/>
              <a:gd name="csY5" fmla="*/ 0 h 1477328"/>
              <a:gd name="csX6" fmla="*/ 2871995 w 2871995"/>
              <a:gd name="csY6" fmla="*/ 462896 h 1477328"/>
              <a:gd name="csX7" fmla="*/ 2871995 w 2871995"/>
              <a:gd name="csY7" fmla="*/ 911019 h 1477328"/>
              <a:gd name="csX8" fmla="*/ 2871995 w 2871995"/>
              <a:gd name="csY8" fmla="*/ 1477328 h 1477328"/>
              <a:gd name="csX9" fmla="*/ 2297596 w 2871995"/>
              <a:gd name="csY9" fmla="*/ 1477328 h 1477328"/>
              <a:gd name="csX10" fmla="*/ 1780637 w 2871995"/>
              <a:gd name="csY10" fmla="*/ 1477328 h 1477328"/>
              <a:gd name="csX11" fmla="*/ 1148798 w 2871995"/>
              <a:gd name="csY11" fmla="*/ 1477328 h 1477328"/>
              <a:gd name="csX12" fmla="*/ 603119 w 2871995"/>
              <a:gd name="csY12" fmla="*/ 1477328 h 1477328"/>
              <a:gd name="csX13" fmla="*/ 0 w 2871995"/>
              <a:gd name="csY13" fmla="*/ 1477328 h 1477328"/>
              <a:gd name="csX14" fmla="*/ 0 w 2871995"/>
              <a:gd name="csY14" fmla="*/ 970112 h 1477328"/>
              <a:gd name="csX15" fmla="*/ 0 w 2871995"/>
              <a:gd name="csY15" fmla="*/ 492443 h 1477328"/>
              <a:gd name="csX16" fmla="*/ 0 w 2871995"/>
              <a:gd name="csY16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71995" h="1477328" fill="none" extrusionOk="0">
                <a:moveTo>
                  <a:pt x="0" y="0"/>
                </a:moveTo>
                <a:cubicBezTo>
                  <a:pt x="262054" y="-39190"/>
                  <a:pt x="405470" y="39960"/>
                  <a:pt x="545679" y="0"/>
                </a:cubicBezTo>
                <a:cubicBezTo>
                  <a:pt x="685888" y="-39960"/>
                  <a:pt x="840861" y="29375"/>
                  <a:pt x="1033918" y="0"/>
                </a:cubicBezTo>
                <a:cubicBezTo>
                  <a:pt x="1226975" y="-29375"/>
                  <a:pt x="1298503" y="49217"/>
                  <a:pt x="1550877" y="0"/>
                </a:cubicBezTo>
                <a:cubicBezTo>
                  <a:pt x="1803251" y="-49217"/>
                  <a:pt x="1934819" y="48134"/>
                  <a:pt x="2153996" y="0"/>
                </a:cubicBezTo>
                <a:cubicBezTo>
                  <a:pt x="2373173" y="-48134"/>
                  <a:pt x="2660316" y="71429"/>
                  <a:pt x="2871995" y="0"/>
                </a:cubicBezTo>
                <a:cubicBezTo>
                  <a:pt x="2882690" y="210285"/>
                  <a:pt x="2836032" y="272749"/>
                  <a:pt x="2871995" y="462896"/>
                </a:cubicBezTo>
                <a:cubicBezTo>
                  <a:pt x="2907958" y="653043"/>
                  <a:pt x="2864283" y="817031"/>
                  <a:pt x="2871995" y="911019"/>
                </a:cubicBezTo>
                <a:cubicBezTo>
                  <a:pt x="2879707" y="1005007"/>
                  <a:pt x="2841021" y="1359959"/>
                  <a:pt x="2871995" y="1477328"/>
                </a:cubicBezTo>
                <a:cubicBezTo>
                  <a:pt x="2681046" y="1522470"/>
                  <a:pt x="2427935" y="1471005"/>
                  <a:pt x="2297596" y="1477328"/>
                </a:cubicBezTo>
                <a:cubicBezTo>
                  <a:pt x="2167257" y="1483651"/>
                  <a:pt x="1886696" y="1474309"/>
                  <a:pt x="1780637" y="1477328"/>
                </a:cubicBezTo>
                <a:cubicBezTo>
                  <a:pt x="1674578" y="1480347"/>
                  <a:pt x="1456968" y="1417907"/>
                  <a:pt x="1148798" y="1477328"/>
                </a:cubicBezTo>
                <a:cubicBezTo>
                  <a:pt x="840628" y="1536749"/>
                  <a:pt x="798972" y="1430930"/>
                  <a:pt x="603119" y="1477328"/>
                </a:cubicBezTo>
                <a:cubicBezTo>
                  <a:pt x="407266" y="1523726"/>
                  <a:pt x="201614" y="1450823"/>
                  <a:pt x="0" y="1477328"/>
                </a:cubicBezTo>
                <a:cubicBezTo>
                  <a:pt x="-6137" y="1282722"/>
                  <a:pt x="30444" y="1158167"/>
                  <a:pt x="0" y="970112"/>
                </a:cubicBezTo>
                <a:cubicBezTo>
                  <a:pt x="-30444" y="782057"/>
                  <a:pt x="27966" y="714060"/>
                  <a:pt x="0" y="492443"/>
                </a:cubicBezTo>
                <a:cubicBezTo>
                  <a:pt x="-27966" y="270826"/>
                  <a:pt x="29281" y="164193"/>
                  <a:pt x="0" y="0"/>
                </a:cubicBezTo>
                <a:close/>
              </a:path>
              <a:path w="2871995" h="1477328" stroke="0" extrusionOk="0">
                <a:moveTo>
                  <a:pt x="0" y="0"/>
                </a:moveTo>
                <a:cubicBezTo>
                  <a:pt x="264262" y="-30039"/>
                  <a:pt x="397892" y="9271"/>
                  <a:pt x="545679" y="0"/>
                </a:cubicBezTo>
                <a:cubicBezTo>
                  <a:pt x="693466" y="-9271"/>
                  <a:pt x="931901" y="7932"/>
                  <a:pt x="1033918" y="0"/>
                </a:cubicBezTo>
                <a:cubicBezTo>
                  <a:pt x="1135935" y="-7932"/>
                  <a:pt x="1427185" y="13653"/>
                  <a:pt x="1665757" y="0"/>
                </a:cubicBezTo>
                <a:cubicBezTo>
                  <a:pt x="1904329" y="-13653"/>
                  <a:pt x="2095083" y="16332"/>
                  <a:pt x="2211436" y="0"/>
                </a:cubicBezTo>
                <a:cubicBezTo>
                  <a:pt x="2327789" y="-16332"/>
                  <a:pt x="2557756" y="1440"/>
                  <a:pt x="2871995" y="0"/>
                </a:cubicBezTo>
                <a:cubicBezTo>
                  <a:pt x="2923430" y="155912"/>
                  <a:pt x="2835584" y="377797"/>
                  <a:pt x="2871995" y="521989"/>
                </a:cubicBezTo>
                <a:cubicBezTo>
                  <a:pt x="2908406" y="666181"/>
                  <a:pt x="2840752" y="799293"/>
                  <a:pt x="2871995" y="1014432"/>
                </a:cubicBezTo>
                <a:cubicBezTo>
                  <a:pt x="2903238" y="1229571"/>
                  <a:pt x="2858366" y="1288622"/>
                  <a:pt x="2871995" y="1477328"/>
                </a:cubicBezTo>
                <a:cubicBezTo>
                  <a:pt x="2632444" y="1522541"/>
                  <a:pt x="2467261" y="1416762"/>
                  <a:pt x="2355036" y="1477328"/>
                </a:cubicBezTo>
                <a:cubicBezTo>
                  <a:pt x="2242811" y="1537894"/>
                  <a:pt x="2067730" y="1433378"/>
                  <a:pt x="1780637" y="1477328"/>
                </a:cubicBezTo>
                <a:cubicBezTo>
                  <a:pt x="1493544" y="1521278"/>
                  <a:pt x="1473493" y="1439326"/>
                  <a:pt x="1206238" y="1477328"/>
                </a:cubicBezTo>
                <a:cubicBezTo>
                  <a:pt x="938983" y="1515330"/>
                  <a:pt x="809915" y="1420989"/>
                  <a:pt x="660559" y="1477328"/>
                </a:cubicBezTo>
                <a:cubicBezTo>
                  <a:pt x="511203" y="1533667"/>
                  <a:pt x="197218" y="1443851"/>
                  <a:pt x="0" y="1477328"/>
                </a:cubicBezTo>
                <a:cubicBezTo>
                  <a:pt x="-62140" y="1358578"/>
                  <a:pt x="31329" y="1162627"/>
                  <a:pt x="0" y="955339"/>
                </a:cubicBezTo>
                <a:cubicBezTo>
                  <a:pt x="-31329" y="748051"/>
                  <a:pt x="47515" y="598938"/>
                  <a:pt x="0" y="433350"/>
                </a:cubicBezTo>
                <a:cubicBezTo>
                  <a:pt x="-47515" y="267762"/>
                  <a:pt x="25684" y="173744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EUT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: a framework to assign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nivers" panose="020B0503020202020204" pitchFamily="34" charset="0"/>
              </a:rPr>
              <a:t>payoffs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Univers" panose="020B0503020202020204" pitchFamily="34" charset="0"/>
              </a:rPr>
              <a:t>actions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" panose="020B0503020202020204" pitchFamily="34" charset="0"/>
              </a:rPr>
              <a:t> when there’s uncertainty over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Univers" panose="020B0503020202020204" pitchFamily="34" charset="0"/>
              </a:rPr>
              <a:t>outcomes</a:t>
            </a:r>
          </a:p>
        </p:txBody>
      </p:sp>
      <p:pic>
        <p:nvPicPr>
          <p:cNvPr id="10" name="Graphic 9" descr="Badge Tick1 outline">
            <a:extLst>
              <a:ext uri="{FF2B5EF4-FFF2-40B4-BE49-F238E27FC236}">
                <a16:creationId xmlns:a16="http://schemas.microsoft.com/office/drawing/2014/main" id="{B45C323E-F7F5-BBC8-9B84-2A6648C1AE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23809" y="3168042"/>
            <a:ext cx="572907" cy="572907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426A83FA-1097-988E-DCAF-7750EC4029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23809" y="4479151"/>
            <a:ext cx="572907" cy="572907"/>
          </a:xfrm>
          <a:prstGeom prst="rect">
            <a:avLst/>
          </a:prstGeom>
        </p:spPr>
      </p:pic>
      <p:pic>
        <p:nvPicPr>
          <p:cNvPr id="17" name="Graphic 16" descr="Badge Tick1 outline">
            <a:extLst>
              <a:ext uri="{FF2B5EF4-FFF2-40B4-BE49-F238E27FC236}">
                <a16:creationId xmlns:a16="http://schemas.microsoft.com/office/drawing/2014/main" id="{A7E234F9-1247-061F-80FD-DE662F12B6B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60418" y="5803150"/>
            <a:ext cx="572907" cy="57290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1A7F14E-FC38-D771-130D-2C5FFCD49078}"/>
              </a:ext>
            </a:extLst>
          </p:cNvPr>
          <p:cNvSpPr/>
          <p:nvPr/>
        </p:nvSpPr>
        <p:spPr>
          <a:xfrm>
            <a:off x="5423464" y="4767913"/>
            <a:ext cx="749808" cy="457200"/>
          </a:xfrm>
          <a:custGeom>
            <a:avLst/>
            <a:gdLst>
              <a:gd name="csX0" fmla="*/ 0 w 749808"/>
              <a:gd name="csY0" fmla="*/ 228600 h 457200"/>
              <a:gd name="csX1" fmla="*/ 374904 w 749808"/>
              <a:gd name="csY1" fmla="*/ 0 h 457200"/>
              <a:gd name="csX2" fmla="*/ 749808 w 749808"/>
              <a:gd name="csY2" fmla="*/ 228600 h 457200"/>
              <a:gd name="csX3" fmla="*/ 374904 w 749808"/>
              <a:gd name="csY3" fmla="*/ 457200 h 457200"/>
              <a:gd name="csX4" fmla="*/ 0 w 749808"/>
              <a:gd name="csY4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49808" h="457200" fill="none" extrusionOk="0">
                <a:moveTo>
                  <a:pt x="0" y="228600"/>
                </a:moveTo>
                <a:cubicBezTo>
                  <a:pt x="17801" y="104460"/>
                  <a:pt x="178206" y="-21313"/>
                  <a:pt x="374904" y="0"/>
                </a:cubicBezTo>
                <a:cubicBezTo>
                  <a:pt x="549410" y="-4984"/>
                  <a:pt x="746593" y="105375"/>
                  <a:pt x="749808" y="228600"/>
                </a:cubicBezTo>
                <a:cubicBezTo>
                  <a:pt x="745224" y="311134"/>
                  <a:pt x="552483" y="498162"/>
                  <a:pt x="374904" y="457200"/>
                </a:cubicBezTo>
                <a:cubicBezTo>
                  <a:pt x="199787" y="475080"/>
                  <a:pt x="7574" y="356673"/>
                  <a:pt x="0" y="228600"/>
                </a:cubicBezTo>
                <a:close/>
              </a:path>
              <a:path w="749808" h="457200" stroke="0" extrusionOk="0">
                <a:moveTo>
                  <a:pt x="0" y="228600"/>
                </a:moveTo>
                <a:cubicBezTo>
                  <a:pt x="-26521" y="85990"/>
                  <a:pt x="117594" y="18862"/>
                  <a:pt x="374904" y="0"/>
                </a:cubicBezTo>
                <a:cubicBezTo>
                  <a:pt x="590388" y="1775"/>
                  <a:pt x="730550" y="102960"/>
                  <a:pt x="749808" y="228600"/>
                </a:cubicBezTo>
                <a:cubicBezTo>
                  <a:pt x="737179" y="367185"/>
                  <a:pt x="571547" y="514745"/>
                  <a:pt x="374904" y="457200"/>
                </a:cubicBezTo>
                <a:cubicBezTo>
                  <a:pt x="158527" y="452099"/>
                  <a:pt x="23501" y="366081"/>
                  <a:pt x="0" y="22860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680499-C7EA-BF7A-6B59-DA0FDB53184F}"/>
                  </a:ext>
                </a:extLst>
              </p:cNvPr>
              <p:cNvSpPr txBox="1"/>
              <p:nvPr/>
            </p:nvSpPr>
            <p:spPr>
              <a:xfrm>
                <a:off x="8777906" y="5914738"/>
                <a:ext cx="2871995" cy="646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#1: </a:t>
                </a:r>
                <a:r>
                  <a:rPr lang="en-US" b="1" dirty="0"/>
                  <a:t>Probability</a:t>
                </a:r>
                <a:r>
                  <a:rPr lang="en-US" dirty="0"/>
                  <a:t> of winning the lottery is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680499-C7EA-BF7A-6B59-DA0FDB531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906" y="5914738"/>
                <a:ext cx="2871995" cy="646331"/>
              </a:xfrm>
              <a:prstGeom prst="rect">
                <a:avLst/>
              </a:prstGeom>
              <a:blipFill>
                <a:blip r:embed="rId21"/>
                <a:stretch>
                  <a:fillRect l="-1911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5CCC653-547B-93C2-EDA7-AA693C6B9100}"/>
              </a:ext>
            </a:extLst>
          </p:cNvPr>
          <p:cNvSpPr txBox="1"/>
          <p:nvPr/>
        </p:nvSpPr>
        <p:spPr>
          <a:xfrm>
            <a:off x="8764011" y="1412792"/>
            <a:ext cx="3341223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More demanding—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All outcomes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Likelihood of each outcome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08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9" grpId="1" animBg="1"/>
      <p:bldP spid="66" grpId="0" animBg="1"/>
      <p:bldP spid="66" grpId="1" animBg="1"/>
      <p:bldP spid="40" grpId="0" animBg="1"/>
      <p:bldP spid="40" grpId="1" animBg="1"/>
      <p:bldP spid="67" grpId="0" animBg="1"/>
      <p:bldP spid="70" grpId="0" animBg="1"/>
      <p:bldP spid="81" grpId="0"/>
      <p:bldP spid="82" grpId="0" animBg="1"/>
      <p:bldP spid="89" grpId="0" animBg="1"/>
      <p:bldP spid="3" grpId="0" animBg="1"/>
      <p:bldP spid="6" grpId="0" animBg="1"/>
      <p:bldP spid="7" grpId="0" animBg="1"/>
      <p:bldP spid="20" grpId="0" animBg="1"/>
      <p:bldP spid="20" grpId="1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8C077-6789-DE42-94FF-E80076EC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5B4A4AC-7B15-745B-C910-D69D7BEDD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8A428-1409-0CA1-BB6E-B5A82B25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Buying a Lottery Ticket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0DB43355-9FC2-0055-BA87-360021616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Content Placeholder 10" descr="A cartoon of a hand holding a lottery ticket&#10;&#10;Description automatically generated">
            <a:extLst>
              <a:ext uri="{FF2B5EF4-FFF2-40B4-BE49-F238E27FC236}">
                <a16:creationId xmlns:a16="http://schemas.microsoft.com/office/drawing/2014/main" id="{F1FEC9D3-74BD-43E3-FFFC-ABA28A37B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7931" r="14912" b="10017"/>
          <a:stretch/>
        </p:blipFill>
        <p:spPr>
          <a:xfrm>
            <a:off x="9127026" y="2111715"/>
            <a:ext cx="1879600" cy="2130215"/>
          </a:xfr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009C1FDD-408A-1D55-3CBE-0818CE25CEA3}"/>
              </a:ext>
            </a:extLst>
          </p:cNvPr>
          <p:cNvGrpSpPr/>
          <p:nvPr/>
        </p:nvGrpSpPr>
        <p:grpSpPr>
          <a:xfrm>
            <a:off x="922826" y="2503618"/>
            <a:ext cx="3128350" cy="369332"/>
            <a:chOff x="838200" y="1690688"/>
            <a:chExt cx="3128350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ECDAD89-C12F-95D4-3292-24DDF3B79C9E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D26E3CB-1A85-84CA-194E-6456716A5F9D}"/>
                    </a:ext>
                  </a:extLst>
                </p:cNvPr>
                <p:cNvSpPr txBox="1"/>
                <p:nvPr/>
              </p:nvSpPr>
              <p:spPr>
                <a:xfrm>
                  <a:off x="2882984" y="1742618"/>
                  <a:ext cx="1083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D26E3CB-1A85-84CA-194E-6456716A5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984" y="1742618"/>
                  <a:ext cx="108356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61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3E2FD7C-FD69-E6E7-3A23-5F28A5E2EA77}"/>
              </a:ext>
            </a:extLst>
          </p:cNvPr>
          <p:cNvSpPr txBox="1"/>
          <p:nvPr/>
        </p:nvSpPr>
        <p:spPr>
          <a:xfrm>
            <a:off x="9516391" y="4303621"/>
            <a:ext cx="149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Price: ₹1000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9F3D250-3310-343C-2216-E73E9225F289}"/>
              </a:ext>
            </a:extLst>
          </p:cNvPr>
          <p:cNvGrpSpPr/>
          <p:nvPr/>
        </p:nvGrpSpPr>
        <p:grpSpPr>
          <a:xfrm>
            <a:off x="3864994" y="2832547"/>
            <a:ext cx="2527300" cy="759872"/>
            <a:chOff x="3780368" y="2019617"/>
            <a:chExt cx="2527300" cy="7598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2E16781-A3CF-0E5E-7A7F-FA44204C425E}"/>
                </a:ext>
              </a:extLst>
            </p:cNvPr>
            <p:cNvSpPr txBox="1"/>
            <p:nvPr/>
          </p:nvSpPr>
          <p:spPr>
            <a:xfrm>
              <a:off x="4428067" y="2133158"/>
              <a:ext cx="18796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Outcome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Nothing changes</a:t>
              </a: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DD4BE4D-A46A-FCFF-59C2-07BD4327BFE3}"/>
                </a:ext>
              </a:extLst>
            </p:cNvPr>
            <p:cNvSpPr/>
            <p:nvPr/>
          </p:nvSpPr>
          <p:spPr>
            <a:xfrm>
              <a:off x="3780368" y="2019617"/>
              <a:ext cx="647699" cy="331718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1A2F486-4F9C-A0F2-4BD7-B2A31317AB9F}"/>
              </a:ext>
            </a:extLst>
          </p:cNvPr>
          <p:cNvGrpSpPr/>
          <p:nvPr/>
        </p:nvGrpSpPr>
        <p:grpSpPr>
          <a:xfrm>
            <a:off x="2154643" y="2869117"/>
            <a:ext cx="2002449" cy="1803836"/>
            <a:chOff x="2070017" y="2056187"/>
            <a:chExt cx="2002449" cy="180383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CF8D50A-7CC3-4F8D-B4AA-2536A04420A6}"/>
                </a:ext>
              </a:extLst>
            </p:cNvPr>
            <p:cNvSpPr/>
            <p:nvPr/>
          </p:nvSpPr>
          <p:spPr>
            <a:xfrm>
              <a:off x="3424767" y="2102353"/>
              <a:ext cx="647699" cy="1233514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FCA89A2-5681-351F-4CBF-64431ABDF261}"/>
                </a:ext>
              </a:extLst>
            </p:cNvPr>
            <p:cNvSpPr/>
            <p:nvPr/>
          </p:nvSpPr>
          <p:spPr>
            <a:xfrm flipH="1">
              <a:off x="2992967" y="2056187"/>
              <a:ext cx="435102" cy="1803836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34C17CD-985B-6606-FFA1-2D15FE1DD117}"/>
                </a:ext>
              </a:extLst>
            </p:cNvPr>
            <p:cNvSpPr/>
            <p:nvPr/>
          </p:nvSpPr>
          <p:spPr>
            <a:xfrm flipH="1">
              <a:off x="2070017" y="2133159"/>
              <a:ext cx="1354750" cy="1210397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425FE2C-8767-B72F-8C49-13DCA5BF5503}"/>
              </a:ext>
            </a:extLst>
          </p:cNvPr>
          <p:cNvGrpSpPr/>
          <p:nvPr/>
        </p:nvGrpSpPr>
        <p:grpSpPr>
          <a:xfrm>
            <a:off x="838200" y="3961099"/>
            <a:ext cx="4821827" cy="1404351"/>
            <a:chOff x="753574" y="3148169"/>
            <a:chExt cx="4821827" cy="140435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2E70FDB-C158-33E8-E779-601C5AB1101F}"/>
                </a:ext>
              </a:extLst>
            </p:cNvPr>
            <p:cNvSpPr txBox="1"/>
            <p:nvPr/>
          </p:nvSpPr>
          <p:spPr>
            <a:xfrm>
              <a:off x="4085166" y="3175002"/>
              <a:ext cx="14902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Outcome 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Win ₹1 Crore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0B5C64B-3F22-FB81-1941-2E28964A29D3}"/>
                </a:ext>
              </a:extLst>
            </p:cNvPr>
            <p:cNvSpPr txBox="1"/>
            <p:nvPr/>
          </p:nvSpPr>
          <p:spPr>
            <a:xfrm>
              <a:off x="2296583" y="3906189"/>
              <a:ext cx="1392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Outcome 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Win ₹1 Lakh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64FF53-D515-9991-A8CB-28263856A3DE}"/>
                </a:ext>
              </a:extLst>
            </p:cNvPr>
            <p:cNvSpPr txBox="1"/>
            <p:nvPr/>
          </p:nvSpPr>
          <p:spPr>
            <a:xfrm>
              <a:off x="753574" y="3148169"/>
              <a:ext cx="1392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Outcome 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Lose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FD37F4-A52F-C45D-9815-B7381EAC6956}"/>
              </a:ext>
            </a:extLst>
          </p:cNvPr>
          <p:cNvGrpSpPr/>
          <p:nvPr/>
        </p:nvGrpSpPr>
        <p:grpSpPr>
          <a:xfrm>
            <a:off x="6244125" y="2915283"/>
            <a:ext cx="2087014" cy="646331"/>
            <a:chOff x="6159499" y="2102353"/>
            <a:chExt cx="208701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A71C25E-65C5-725B-199E-F48A1030C00C}"/>
                    </a:ext>
                  </a:extLst>
                </p:cNvPr>
                <p:cNvSpPr txBox="1"/>
                <p:nvPr/>
              </p:nvSpPr>
              <p:spPr>
                <a:xfrm>
                  <a:off x="7103554" y="2102353"/>
                  <a:ext cx="1142959" cy="646331"/>
                </a:xfrm>
                <a:custGeom>
                  <a:avLst/>
                  <a:gdLst>
                    <a:gd name="csX0" fmla="*/ 0 w 1142959"/>
                    <a:gd name="csY0" fmla="*/ 0 h 646331"/>
                    <a:gd name="csX1" fmla="*/ 594339 w 1142959"/>
                    <a:gd name="csY1" fmla="*/ 0 h 646331"/>
                    <a:gd name="csX2" fmla="*/ 1142959 w 1142959"/>
                    <a:gd name="csY2" fmla="*/ 0 h 646331"/>
                    <a:gd name="csX3" fmla="*/ 1142959 w 1142959"/>
                    <a:gd name="csY3" fmla="*/ 303776 h 646331"/>
                    <a:gd name="csX4" fmla="*/ 1142959 w 1142959"/>
                    <a:gd name="csY4" fmla="*/ 646331 h 646331"/>
                    <a:gd name="csX5" fmla="*/ 594339 w 1142959"/>
                    <a:gd name="csY5" fmla="*/ 646331 h 646331"/>
                    <a:gd name="csX6" fmla="*/ 0 w 1142959"/>
                    <a:gd name="csY6" fmla="*/ 646331 h 646331"/>
                    <a:gd name="csX7" fmla="*/ 0 w 1142959"/>
                    <a:gd name="csY7" fmla="*/ 329629 h 646331"/>
                    <a:gd name="csX8" fmla="*/ 0 w 1142959"/>
                    <a:gd name="csY8" fmla="*/ 0 h 646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142959" h="646331" fill="none" extrusionOk="0">
                      <a:moveTo>
                        <a:pt x="0" y="0"/>
                      </a:moveTo>
                      <a:cubicBezTo>
                        <a:pt x="214580" y="-18932"/>
                        <a:pt x="303398" y="52442"/>
                        <a:pt x="594339" y="0"/>
                      </a:cubicBezTo>
                      <a:cubicBezTo>
                        <a:pt x="885280" y="-52442"/>
                        <a:pt x="971834" y="11491"/>
                        <a:pt x="1142959" y="0"/>
                      </a:cubicBezTo>
                      <a:cubicBezTo>
                        <a:pt x="1172697" y="110808"/>
                        <a:pt x="1140731" y="165823"/>
                        <a:pt x="1142959" y="303776"/>
                      </a:cubicBezTo>
                      <a:cubicBezTo>
                        <a:pt x="1145187" y="441729"/>
                        <a:pt x="1126324" y="488908"/>
                        <a:pt x="1142959" y="646331"/>
                      </a:cubicBezTo>
                      <a:cubicBezTo>
                        <a:pt x="1003708" y="700906"/>
                        <a:pt x="752495" y="608700"/>
                        <a:pt x="594339" y="646331"/>
                      </a:cubicBezTo>
                      <a:cubicBezTo>
                        <a:pt x="436183" y="683962"/>
                        <a:pt x="156109" y="597740"/>
                        <a:pt x="0" y="646331"/>
                      </a:cubicBezTo>
                      <a:cubicBezTo>
                        <a:pt x="-13477" y="536566"/>
                        <a:pt x="22304" y="455694"/>
                        <a:pt x="0" y="329629"/>
                      </a:cubicBezTo>
                      <a:cubicBezTo>
                        <a:pt x="-22304" y="203564"/>
                        <a:pt x="31332" y="92530"/>
                        <a:pt x="0" y="0"/>
                      </a:cubicBezTo>
                      <a:close/>
                    </a:path>
                    <a:path w="1142959" h="646331" stroke="0" extrusionOk="0">
                      <a:moveTo>
                        <a:pt x="0" y="0"/>
                      </a:moveTo>
                      <a:cubicBezTo>
                        <a:pt x="173839" y="-66049"/>
                        <a:pt x="295925" y="5015"/>
                        <a:pt x="560050" y="0"/>
                      </a:cubicBezTo>
                      <a:cubicBezTo>
                        <a:pt x="824175" y="-5015"/>
                        <a:pt x="1001716" y="30520"/>
                        <a:pt x="1142959" y="0"/>
                      </a:cubicBezTo>
                      <a:cubicBezTo>
                        <a:pt x="1168823" y="103642"/>
                        <a:pt x="1123989" y="210933"/>
                        <a:pt x="1142959" y="336092"/>
                      </a:cubicBezTo>
                      <a:cubicBezTo>
                        <a:pt x="1161929" y="461251"/>
                        <a:pt x="1134275" y="578943"/>
                        <a:pt x="1142959" y="646331"/>
                      </a:cubicBezTo>
                      <a:cubicBezTo>
                        <a:pt x="891362" y="684053"/>
                        <a:pt x="822427" y="627326"/>
                        <a:pt x="594339" y="646331"/>
                      </a:cubicBezTo>
                      <a:cubicBezTo>
                        <a:pt x="366251" y="665336"/>
                        <a:pt x="231654" y="640935"/>
                        <a:pt x="0" y="646331"/>
                      </a:cubicBezTo>
                      <a:cubicBezTo>
                        <a:pt x="-34512" y="535132"/>
                        <a:pt x="5955" y="435208"/>
                        <a:pt x="0" y="336092"/>
                      </a:cubicBezTo>
                      <a:cubicBezTo>
                        <a:pt x="-5955" y="236976"/>
                        <a:pt x="20435" y="9874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Payoff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A71C25E-65C5-725B-199E-F48A1030C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3554" y="2102353"/>
                  <a:ext cx="1142959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onnsiteX0" fmla="*/ 0 w 1142959"/>
                            <a:gd name="connsiteY0" fmla="*/ 0 h 646331"/>
                            <a:gd name="connsiteX1" fmla="*/ 594339 w 1142959"/>
                            <a:gd name="connsiteY1" fmla="*/ 0 h 646331"/>
                            <a:gd name="connsiteX2" fmla="*/ 1142959 w 1142959"/>
                            <a:gd name="connsiteY2" fmla="*/ 0 h 646331"/>
                            <a:gd name="connsiteX3" fmla="*/ 1142959 w 1142959"/>
                            <a:gd name="connsiteY3" fmla="*/ 303776 h 646331"/>
                            <a:gd name="connsiteX4" fmla="*/ 1142959 w 1142959"/>
                            <a:gd name="connsiteY4" fmla="*/ 646331 h 646331"/>
                            <a:gd name="connsiteX5" fmla="*/ 594339 w 1142959"/>
                            <a:gd name="connsiteY5" fmla="*/ 646331 h 646331"/>
                            <a:gd name="connsiteX6" fmla="*/ 0 w 1142959"/>
                            <a:gd name="connsiteY6" fmla="*/ 646331 h 646331"/>
                            <a:gd name="connsiteX7" fmla="*/ 0 w 1142959"/>
                            <a:gd name="connsiteY7" fmla="*/ 329629 h 646331"/>
                            <a:gd name="connsiteX8" fmla="*/ 0 w 1142959"/>
                            <a:gd name="connsiteY8" fmla="*/ 0 h 6463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1142959" h="646331" fill="none" extrusionOk="0">
                              <a:moveTo>
                                <a:pt x="0" y="0"/>
                              </a:moveTo>
                              <a:cubicBezTo>
                                <a:pt x="214580" y="-18932"/>
                                <a:pt x="303398" y="52442"/>
                                <a:pt x="594339" y="0"/>
                              </a:cubicBezTo>
                              <a:cubicBezTo>
                                <a:pt x="885280" y="-52442"/>
                                <a:pt x="971834" y="11491"/>
                                <a:pt x="1142959" y="0"/>
                              </a:cubicBezTo>
                              <a:cubicBezTo>
                                <a:pt x="1172697" y="110808"/>
                                <a:pt x="1140731" y="165823"/>
                                <a:pt x="1142959" y="303776"/>
                              </a:cubicBezTo>
                              <a:cubicBezTo>
                                <a:pt x="1145187" y="441729"/>
                                <a:pt x="1126324" y="488908"/>
                                <a:pt x="1142959" y="646331"/>
                              </a:cubicBezTo>
                              <a:cubicBezTo>
                                <a:pt x="1003708" y="700906"/>
                                <a:pt x="752495" y="608700"/>
                                <a:pt x="594339" y="646331"/>
                              </a:cubicBezTo>
                              <a:cubicBezTo>
                                <a:pt x="436183" y="683962"/>
                                <a:pt x="156109" y="597740"/>
                                <a:pt x="0" y="646331"/>
                              </a:cubicBezTo>
                              <a:cubicBezTo>
                                <a:pt x="-13477" y="536566"/>
                                <a:pt x="22304" y="455694"/>
                                <a:pt x="0" y="329629"/>
                              </a:cubicBezTo>
                              <a:cubicBezTo>
                                <a:pt x="-22304" y="203564"/>
                                <a:pt x="31332" y="92530"/>
                                <a:pt x="0" y="0"/>
                              </a:cubicBezTo>
                              <a:close/>
                            </a:path>
                            <a:path w="1142959" h="646331" stroke="0" extrusionOk="0">
                              <a:moveTo>
                                <a:pt x="0" y="0"/>
                              </a:moveTo>
                              <a:cubicBezTo>
                                <a:pt x="173839" y="-66049"/>
                                <a:pt x="295925" y="5015"/>
                                <a:pt x="560050" y="0"/>
                              </a:cubicBezTo>
                              <a:cubicBezTo>
                                <a:pt x="824175" y="-5015"/>
                                <a:pt x="1001716" y="30520"/>
                                <a:pt x="1142959" y="0"/>
                              </a:cubicBezTo>
                              <a:cubicBezTo>
                                <a:pt x="1168823" y="103642"/>
                                <a:pt x="1123989" y="210933"/>
                                <a:pt x="1142959" y="336092"/>
                              </a:cubicBezTo>
                              <a:cubicBezTo>
                                <a:pt x="1161929" y="461251"/>
                                <a:pt x="1134275" y="578943"/>
                                <a:pt x="1142959" y="646331"/>
                              </a:cubicBezTo>
                              <a:cubicBezTo>
                                <a:pt x="891362" y="684053"/>
                                <a:pt x="822427" y="627326"/>
                                <a:pt x="594339" y="646331"/>
                              </a:cubicBezTo>
                              <a:cubicBezTo>
                                <a:pt x="366251" y="665336"/>
                                <a:pt x="231654" y="640935"/>
                                <a:pt x="0" y="646331"/>
                              </a:cubicBezTo>
                              <a:cubicBezTo>
                                <a:pt x="-34512" y="535132"/>
                                <a:pt x="5955" y="435208"/>
                                <a:pt x="0" y="336092"/>
                              </a:cubicBezTo>
                              <a:cubicBezTo>
                                <a:pt x="-5955" y="236976"/>
                                <a:pt x="20435" y="98742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B2B6BE7-6596-3DCA-261B-679750D32807}"/>
                </a:ext>
              </a:extLst>
            </p:cNvPr>
            <p:cNvSpPr/>
            <p:nvPr/>
          </p:nvSpPr>
          <p:spPr>
            <a:xfrm flipV="1">
              <a:off x="6159499" y="2410603"/>
              <a:ext cx="969434" cy="45719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C0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B44B099-D9DF-4906-53D7-577972CE8048}"/>
              </a:ext>
            </a:extLst>
          </p:cNvPr>
          <p:cNvGrpSpPr/>
          <p:nvPr/>
        </p:nvGrpSpPr>
        <p:grpSpPr>
          <a:xfrm>
            <a:off x="4157092" y="5042284"/>
            <a:ext cx="1756163" cy="1061976"/>
            <a:chOff x="3888277" y="3906189"/>
            <a:chExt cx="1756163" cy="10619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082FE1D-44F1-E197-E697-97D516795958}"/>
                    </a:ext>
                  </a:extLst>
                </p:cNvPr>
                <p:cNvSpPr txBox="1"/>
                <p:nvPr/>
              </p:nvSpPr>
              <p:spPr>
                <a:xfrm>
                  <a:off x="4535976" y="4321834"/>
                  <a:ext cx="1108464" cy="646331"/>
                </a:xfrm>
                <a:custGeom>
                  <a:avLst/>
                  <a:gdLst>
                    <a:gd name="csX0" fmla="*/ 0 w 1108464"/>
                    <a:gd name="csY0" fmla="*/ 0 h 646331"/>
                    <a:gd name="csX1" fmla="*/ 576401 w 1108464"/>
                    <a:gd name="csY1" fmla="*/ 0 h 646331"/>
                    <a:gd name="csX2" fmla="*/ 1108464 w 1108464"/>
                    <a:gd name="csY2" fmla="*/ 0 h 646331"/>
                    <a:gd name="csX3" fmla="*/ 1108464 w 1108464"/>
                    <a:gd name="csY3" fmla="*/ 303776 h 646331"/>
                    <a:gd name="csX4" fmla="*/ 1108464 w 1108464"/>
                    <a:gd name="csY4" fmla="*/ 646331 h 646331"/>
                    <a:gd name="csX5" fmla="*/ 576401 w 1108464"/>
                    <a:gd name="csY5" fmla="*/ 646331 h 646331"/>
                    <a:gd name="csX6" fmla="*/ 0 w 1108464"/>
                    <a:gd name="csY6" fmla="*/ 646331 h 646331"/>
                    <a:gd name="csX7" fmla="*/ 0 w 1108464"/>
                    <a:gd name="csY7" fmla="*/ 329629 h 646331"/>
                    <a:gd name="csX8" fmla="*/ 0 w 1108464"/>
                    <a:gd name="csY8" fmla="*/ 0 h 646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108464" h="646331" fill="none" extrusionOk="0">
                      <a:moveTo>
                        <a:pt x="0" y="0"/>
                      </a:moveTo>
                      <a:cubicBezTo>
                        <a:pt x="255936" y="-42444"/>
                        <a:pt x="376753" y="47017"/>
                        <a:pt x="576401" y="0"/>
                      </a:cubicBezTo>
                      <a:cubicBezTo>
                        <a:pt x="776049" y="-47017"/>
                        <a:pt x="913620" y="40471"/>
                        <a:pt x="1108464" y="0"/>
                      </a:cubicBezTo>
                      <a:cubicBezTo>
                        <a:pt x="1138202" y="110808"/>
                        <a:pt x="1106236" y="165823"/>
                        <a:pt x="1108464" y="303776"/>
                      </a:cubicBezTo>
                      <a:cubicBezTo>
                        <a:pt x="1110692" y="441729"/>
                        <a:pt x="1091829" y="488908"/>
                        <a:pt x="1108464" y="646331"/>
                      </a:cubicBezTo>
                      <a:cubicBezTo>
                        <a:pt x="879468" y="700028"/>
                        <a:pt x="685700" y="592383"/>
                        <a:pt x="576401" y="646331"/>
                      </a:cubicBezTo>
                      <a:cubicBezTo>
                        <a:pt x="467102" y="700279"/>
                        <a:pt x="271872" y="604930"/>
                        <a:pt x="0" y="646331"/>
                      </a:cubicBezTo>
                      <a:cubicBezTo>
                        <a:pt x="-13477" y="536566"/>
                        <a:pt x="22304" y="455694"/>
                        <a:pt x="0" y="329629"/>
                      </a:cubicBezTo>
                      <a:cubicBezTo>
                        <a:pt x="-22304" y="203564"/>
                        <a:pt x="31332" y="92530"/>
                        <a:pt x="0" y="0"/>
                      </a:cubicBezTo>
                      <a:close/>
                    </a:path>
                    <a:path w="1108464" h="646331" stroke="0" extrusionOk="0">
                      <a:moveTo>
                        <a:pt x="0" y="0"/>
                      </a:moveTo>
                      <a:cubicBezTo>
                        <a:pt x="186644" y="-11465"/>
                        <a:pt x="409797" y="11"/>
                        <a:pt x="543147" y="0"/>
                      </a:cubicBezTo>
                      <a:cubicBezTo>
                        <a:pt x="676497" y="-11"/>
                        <a:pt x="902153" y="19091"/>
                        <a:pt x="1108464" y="0"/>
                      </a:cubicBezTo>
                      <a:cubicBezTo>
                        <a:pt x="1134328" y="103642"/>
                        <a:pt x="1089494" y="210933"/>
                        <a:pt x="1108464" y="336092"/>
                      </a:cubicBezTo>
                      <a:cubicBezTo>
                        <a:pt x="1127434" y="461251"/>
                        <a:pt x="1099780" y="578943"/>
                        <a:pt x="1108464" y="646331"/>
                      </a:cubicBezTo>
                      <a:cubicBezTo>
                        <a:pt x="970297" y="685314"/>
                        <a:pt x="716207" y="614991"/>
                        <a:pt x="576401" y="646331"/>
                      </a:cubicBezTo>
                      <a:cubicBezTo>
                        <a:pt x="436595" y="677671"/>
                        <a:pt x="118075" y="579048"/>
                        <a:pt x="0" y="646331"/>
                      </a:cubicBezTo>
                      <a:cubicBezTo>
                        <a:pt x="-34512" y="535132"/>
                        <a:pt x="5955" y="435208"/>
                        <a:pt x="0" y="336092"/>
                      </a:cubicBezTo>
                      <a:cubicBezTo>
                        <a:pt x="-5955" y="236976"/>
                        <a:pt x="20435" y="98742"/>
                        <a:pt x="0" y="0"/>
                      </a:cubicBezTo>
                      <a:close/>
                    </a:path>
                  </a:pathLst>
                </a:custGeom>
                <a:solidFill>
                  <a:schemeClr val="tx2">
                    <a:lumMod val="10000"/>
                    <a:lumOff val="90000"/>
                  </a:schemeClr>
                </a:solidFill>
                <a:ln w="12700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Payoff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 ?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082FE1D-44F1-E197-E697-97D5167959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976" y="4321834"/>
                  <a:ext cx="1108464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onnsiteX0" fmla="*/ 0 w 1108464"/>
                            <a:gd name="connsiteY0" fmla="*/ 0 h 646331"/>
                            <a:gd name="connsiteX1" fmla="*/ 576401 w 1108464"/>
                            <a:gd name="connsiteY1" fmla="*/ 0 h 646331"/>
                            <a:gd name="connsiteX2" fmla="*/ 1108464 w 1108464"/>
                            <a:gd name="connsiteY2" fmla="*/ 0 h 646331"/>
                            <a:gd name="connsiteX3" fmla="*/ 1108464 w 1108464"/>
                            <a:gd name="connsiteY3" fmla="*/ 303776 h 646331"/>
                            <a:gd name="connsiteX4" fmla="*/ 1108464 w 1108464"/>
                            <a:gd name="connsiteY4" fmla="*/ 646331 h 646331"/>
                            <a:gd name="connsiteX5" fmla="*/ 576401 w 1108464"/>
                            <a:gd name="connsiteY5" fmla="*/ 646331 h 646331"/>
                            <a:gd name="connsiteX6" fmla="*/ 0 w 1108464"/>
                            <a:gd name="connsiteY6" fmla="*/ 646331 h 646331"/>
                            <a:gd name="connsiteX7" fmla="*/ 0 w 1108464"/>
                            <a:gd name="connsiteY7" fmla="*/ 329629 h 646331"/>
                            <a:gd name="connsiteX8" fmla="*/ 0 w 1108464"/>
                            <a:gd name="connsiteY8" fmla="*/ 0 h 6463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1108464" h="646331" fill="none" extrusionOk="0">
                              <a:moveTo>
                                <a:pt x="0" y="0"/>
                              </a:moveTo>
                              <a:cubicBezTo>
                                <a:pt x="255936" y="-42444"/>
                                <a:pt x="376753" y="47017"/>
                                <a:pt x="576401" y="0"/>
                              </a:cubicBezTo>
                              <a:cubicBezTo>
                                <a:pt x="776049" y="-47017"/>
                                <a:pt x="913620" y="40471"/>
                                <a:pt x="1108464" y="0"/>
                              </a:cubicBezTo>
                              <a:cubicBezTo>
                                <a:pt x="1138202" y="110808"/>
                                <a:pt x="1106236" y="165823"/>
                                <a:pt x="1108464" y="303776"/>
                              </a:cubicBezTo>
                              <a:cubicBezTo>
                                <a:pt x="1110692" y="441729"/>
                                <a:pt x="1091829" y="488908"/>
                                <a:pt x="1108464" y="646331"/>
                              </a:cubicBezTo>
                              <a:cubicBezTo>
                                <a:pt x="879468" y="700028"/>
                                <a:pt x="685700" y="592383"/>
                                <a:pt x="576401" y="646331"/>
                              </a:cubicBezTo>
                              <a:cubicBezTo>
                                <a:pt x="467102" y="700279"/>
                                <a:pt x="271872" y="604930"/>
                                <a:pt x="0" y="646331"/>
                              </a:cubicBezTo>
                              <a:cubicBezTo>
                                <a:pt x="-13477" y="536566"/>
                                <a:pt x="22304" y="455694"/>
                                <a:pt x="0" y="329629"/>
                              </a:cubicBezTo>
                              <a:cubicBezTo>
                                <a:pt x="-22304" y="203564"/>
                                <a:pt x="31332" y="92530"/>
                                <a:pt x="0" y="0"/>
                              </a:cubicBezTo>
                              <a:close/>
                            </a:path>
                            <a:path w="1108464" h="646331" stroke="0" extrusionOk="0">
                              <a:moveTo>
                                <a:pt x="0" y="0"/>
                              </a:moveTo>
                              <a:cubicBezTo>
                                <a:pt x="186644" y="-11465"/>
                                <a:pt x="409797" y="11"/>
                                <a:pt x="543147" y="0"/>
                              </a:cubicBezTo>
                              <a:cubicBezTo>
                                <a:pt x="676497" y="-11"/>
                                <a:pt x="902153" y="19091"/>
                                <a:pt x="1108464" y="0"/>
                              </a:cubicBezTo>
                              <a:cubicBezTo>
                                <a:pt x="1134328" y="103642"/>
                                <a:pt x="1089494" y="210933"/>
                                <a:pt x="1108464" y="336092"/>
                              </a:cubicBezTo>
                              <a:cubicBezTo>
                                <a:pt x="1127434" y="461251"/>
                                <a:pt x="1099780" y="578943"/>
                                <a:pt x="1108464" y="646331"/>
                              </a:cubicBezTo>
                              <a:cubicBezTo>
                                <a:pt x="970297" y="685314"/>
                                <a:pt x="716207" y="614991"/>
                                <a:pt x="576401" y="646331"/>
                              </a:cubicBezTo>
                              <a:cubicBezTo>
                                <a:pt x="436595" y="677671"/>
                                <a:pt x="118075" y="579048"/>
                                <a:pt x="0" y="646331"/>
                              </a:cubicBezTo>
                              <a:cubicBezTo>
                                <a:pt x="-34512" y="535132"/>
                                <a:pt x="5955" y="435208"/>
                                <a:pt x="0" y="336092"/>
                              </a:cubicBezTo>
                              <a:cubicBezTo>
                                <a:pt x="-5955" y="236976"/>
                                <a:pt x="20435" y="98742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42561D2-C4B6-5C63-1AF4-6298A95FAD49}"/>
                </a:ext>
              </a:extLst>
            </p:cNvPr>
            <p:cNvSpPr/>
            <p:nvPr/>
          </p:nvSpPr>
          <p:spPr>
            <a:xfrm>
              <a:off x="3888277" y="3906189"/>
              <a:ext cx="647699" cy="726202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EDB5CFE-B56C-CD0F-BC57-305E392D9D37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9428764" y="880059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A995DAF9-CD94-45F9-5F52-3D57C5F42B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9428764" y="880059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A1FF1A8-25D7-4CA6-09A3-88644159749E}"/>
                </a:ext>
              </a:extLst>
            </p:cNvPr>
            <p:cNvSpPr txBox="1"/>
            <p:nvPr/>
          </p:nvSpPr>
          <p:spPr>
            <a:xfrm rot="352725">
              <a:off x="9547890" y="1076323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3CBC5F2-5A79-F520-6F21-1792F97A18B2}"/>
              </a:ext>
            </a:extLst>
          </p:cNvPr>
          <p:cNvGrpSpPr/>
          <p:nvPr/>
        </p:nvGrpSpPr>
        <p:grpSpPr>
          <a:xfrm>
            <a:off x="480003" y="3961098"/>
            <a:ext cx="6137257" cy="2092147"/>
            <a:chOff x="480003" y="3961098"/>
            <a:chExt cx="6137257" cy="2092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88CD41C-7B7B-D512-F5D0-32F4C5174A37}"/>
                    </a:ext>
                  </a:extLst>
                </p:cNvPr>
                <p:cNvSpPr txBox="1"/>
                <p:nvPr/>
              </p:nvSpPr>
              <p:spPr>
                <a:xfrm>
                  <a:off x="5660027" y="3961098"/>
                  <a:ext cx="957233" cy="646331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96B2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Payoff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88CD41C-7B7B-D512-F5D0-32F4C5174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027" y="3961098"/>
                  <a:ext cx="957233" cy="646331"/>
                </a:xfrm>
                <a:prstGeom prst="rect">
                  <a:avLst/>
                </a:prstGeom>
                <a:blipFill>
                  <a:blip r:embed="rId7"/>
                  <a:stretch>
                    <a:fillRect t="-47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C281E35-FD5C-4E13-CF1A-29BC89A2B187}"/>
                    </a:ext>
                  </a:extLst>
                </p:cNvPr>
                <p:cNvSpPr txBox="1"/>
                <p:nvPr/>
              </p:nvSpPr>
              <p:spPr>
                <a:xfrm>
                  <a:off x="480003" y="4581156"/>
                  <a:ext cx="957233" cy="646331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96B2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Payoff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C281E35-FD5C-4E13-CF1A-29BC89A2B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03" y="4581156"/>
                  <a:ext cx="957233" cy="646331"/>
                </a:xfrm>
                <a:prstGeom prst="rect">
                  <a:avLst/>
                </a:prstGeom>
                <a:blipFill>
                  <a:blip r:embed="rId8"/>
                  <a:stretch>
                    <a:fillRect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4DDF69D-FD67-25EF-EF66-7AEF060B49EB}"/>
                    </a:ext>
                  </a:extLst>
                </p:cNvPr>
                <p:cNvSpPr txBox="1"/>
                <p:nvPr/>
              </p:nvSpPr>
              <p:spPr>
                <a:xfrm>
                  <a:off x="2598975" y="5406914"/>
                  <a:ext cx="957233" cy="646331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96B2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Payoff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96B24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4DDF69D-FD67-25EF-EF66-7AEF060B4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8975" y="5406914"/>
                  <a:ext cx="957233" cy="646331"/>
                </a:xfrm>
                <a:prstGeom prst="rect">
                  <a:avLst/>
                </a:prstGeom>
                <a:blipFill>
                  <a:blip r:embed="rId9"/>
                  <a:stretch>
                    <a:fillRect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D28FA8-775F-F0EC-9837-2E500B601555}"/>
              </a:ext>
            </a:extLst>
          </p:cNvPr>
          <p:cNvGrpSpPr/>
          <p:nvPr/>
        </p:nvGrpSpPr>
        <p:grpSpPr>
          <a:xfrm>
            <a:off x="2404980" y="3453919"/>
            <a:ext cx="1987557" cy="767555"/>
            <a:chOff x="2404980" y="3453919"/>
            <a:chExt cx="1987557" cy="767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5A4AA70-C068-1F8E-7D79-A32278F13460}"/>
                    </a:ext>
                  </a:extLst>
                </p:cNvPr>
                <p:cNvSpPr txBox="1"/>
                <p:nvPr/>
              </p:nvSpPr>
              <p:spPr>
                <a:xfrm>
                  <a:off x="2404980" y="3453919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5A4AA70-C068-1F8E-7D79-A32278F13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4980" y="3453919"/>
                  <a:ext cx="592342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0309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55109EA-E08B-0A1D-7F7C-AF95179FD0CC}"/>
                    </a:ext>
                  </a:extLst>
                </p:cNvPr>
                <p:cNvSpPr txBox="1"/>
                <p:nvPr/>
              </p:nvSpPr>
              <p:spPr>
                <a:xfrm>
                  <a:off x="2779279" y="3944475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55109EA-E08B-0A1D-7F7C-AF95179FD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279" y="3944475"/>
                  <a:ext cx="5923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0309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A4BC4D9-E87D-98BA-AD1C-C1B8F40AAE5F}"/>
                    </a:ext>
                  </a:extLst>
                </p:cNvPr>
                <p:cNvSpPr txBox="1"/>
                <p:nvPr/>
              </p:nvSpPr>
              <p:spPr>
                <a:xfrm>
                  <a:off x="3800195" y="3531066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A4BC4D9-E87D-98BA-AD1C-C1B8F40AAE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195" y="3531066"/>
                  <a:ext cx="5923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0204" b="-2391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BC51B8C-C720-1B39-CA61-9721965EA2EA}"/>
              </a:ext>
            </a:extLst>
          </p:cNvPr>
          <p:cNvSpPr txBox="1"/>
          <p:nvPr/>
        </p:nvSpPr>
        <p:spPr>
          <a:xfrm>
            <a:off x="312790" y="6338725"/>
            <a:ext cx="3836354" cy="338554"/>
          </a:xfrm>
          <a:custGeom>
            <a:avLst/>
            <a:gdLst>
              <a:gd name="csX0" fmla="*/ 0 w 3836354"/>
              <a:gd name="csY0" fmla="*/ 0 h 338554"/>
              <a:gd name="csX1" fmla="*/ 509687 w 3836354"/>
              <a:gd name="csY1" fmla="*/ 0 h 338554"/>
              <a:gd name="csX2" fmla="*/ 942647 w 3836354"/>
              <a:gd name="csY2" fmla="*/ 0 h 338554"/>
              <a:gd name="csX3" fmla="*/ 1413970 w 3836354"/>
              <a:gd name="csY3" fmla="*/ 0 h 338554"/>
              <a:gd name="csX4" fmla="*/ 2000385 w 3836354"/>
              <a:gd name="csY4" fmla="*/ 0 h 338554"/>
              <a:gd name="csX5" fmla="*/ 2510072 w 3836354"/>
              <a:gd name="csY5" fmla="*/ 0 h 338554"/>
              <a:gd name="csX6" fmla="*/ 2981395 w 3836354"/>
              <a:gd name="csY6" fmla="*/ 0 h 338554"/>
              <a:gd name="csX7" fmla="*/ 3836354 w 3836354"/>
              <a:gd name="csY7" fmla="*/ 0 h 338554"/>
              <a:gd name="csX8" fmla="*/ 3836354 w 3836354"/>
              <a:gd name="csY8" fmla="*/ 338554 h 338554"/>
              <a:gd name="csX9" fmla="*/ 3288303 w 3836354"/>
              <a:gd name="csY9" fmla="*/ 338554 h 338554"/>
              <a:gd name="csX10" fmla="*/ 2816980 w 3836354"/>
              <a:gd name="csY10" fmla="*/ 338554 h 338554"/>
              <a:gd name="csX11" fmla="*/ 2192202 w 3836354"/>
              <a:gd name="csY11" fmla="*/ 338554 h 338554"/>
              <a:gd name="csX12" fmla="*/ 1682515 w 3836354"/>
              <a:gd name="csY12" fmla="*/ 338554 h 338554"/>
              <a:gd name="csX13" fmla="*/ 1249555 w 3836354"/>
              <a:gd name="csY13" fmla="*/ 338554 h 338554"/>
              <a:gd name="csX14" fmla="*/ 663141 w 3836354"/>
              <a:gd name="csY14" fmla="*/ 338554 h 338554"/>
              <a:gd name="csX15" fmla="*/ 0 w 3836354"/>
              <a:gd name="csY15" fmla="*/ 338554 h 338554"/>
              <a:gd name="csX16" fmla="*/ 0 w 3836354"/>
              <a:gd name="csY16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836354" h="338554" fill="none" extrusionOk="0">
                <a:moveTo>
                  <a:pt x="0" y="0"/>
                </a:moveTo>
                <a:cubicBezTo>
                  <a:pt x="120501" y="-36673"/>
                  <a:pt x="366627" y="36783"/>
                  <a:pt x="509687" y="0"/>
                </a:cubicBezTo>
                <a:cubicBezTo>
                  <a:pt x="652747" y="-36783"/>
                  <a:pt x="806617" y="25441"/>
                  <a:pt x="942647" y="0"/>
                </a:cubicBezTo>
                <a:cubicBezTo>
                  <a:pt x="1078677" y="-25441"/>
                  <a:pt x="1268350" y="54399"/>
                  <a:pt x="1413970" y="0"/>
                </a:cubicBezTo>
                <a:cubicBezTo>
                  <a:pt x="1559590" y="-54399"/>
                  <a:pt x="1851181" y="53421"/>
                  <a:pt x="2000385" y="0"/>
                </a:cubicBezTo>
                <a:cubicBezTo>
                  <a:pt x="2149590" y="-53421"/>
                  <a:pt x="2302347" y="30157"/>
                  <a:pt x="2510072" y="0"/>
                </a:cubicBezTo>
                <a:cubicBezTo>
                  <a:pt x="2717797" y="-30157"/>
                  <a:pt x="2819094" y="41481"/>
                  <a:pt x="2981395" y="0"/>
                </a:cubicBezTo>
                <a:cubicBezTo>
                  <a:pt x="3143696" y="-41481"/>
                  <a:pt x="3601351" y="79712"/>
                  <a:pt x="3836354" y="0"/>
                </a:cubicBezTo>
                <a:cubicBezTo>
                  <a:pt x="3873194" y="96079"/>
                  <a:pt x="3821742" y="248329"/>
                  <a:pt x="3836354" y="338554"/>
                </a:cubicBezTo>
                <a:cubicBezTo>
                  <a:pt x="3577769" y="389873"/>
                  <a:pt x="3543930" y="276987"/>
                  <a:pt x="3288303" y="338554"/>
                </a:cubicBezTo>
                <a:cubicBezTo>
                  <a:pt x="3032676" y="400121"/>
                  <a:pt x="2992908" y="301635"/>
                  <a:pt x="2816980" y="338554"/>
                </a:cubicBezTo>
                <a:cubicBezTo>
                  <a:pt x="2641052" y="375473"/>
                  <a:pt x="2362191" y="290547"/>
                  <a:pt x="2192202" y="338554"/>
                </a:cubicBezTo>
                <a:cubicBezTo>
                  <a:pt x="2022213" y="386561"/>
                  <a:pt x="1826615" y="292169"/>
                  <a:pt x="1682515" y="338554"/>
                </a:cubicBezTo>
                <a:cubicBezTo>
                  <a:pt x="1538415" y="384939"/>
                  <a:pt x="1397661" y="312219"/>
                  <a:pt x="1249555" y="338554"/>
                </a:cubicBezTo>
                <a:cubicBezTo>
                  <a:pt x="1101449" y="364889"/>
                  <a:pt x="907515" y="314899"/>
                  <a:pt x="663141" y="338554"/>
                </a:cubicBezTo>
                <a:cubicBezTo>
                  <a:pt x="418767" y="362209"/>
                  <a:pt x="260749" y="259553"/>
                  <a:pt x="0" y="338554"/>
                </a:cubicBezTo>
                <a:cubicBezTo>
                  <a:pt x="-38409" y="218503"/>
                  <a:pt x="36533" y="148226"/>
                  <a:pt x="0" y="0"/>
                </a:cubicBezTo>
                <a:close/>
              </a:path>
              <a:path w="3836354" h="338554" stroke="0" extrusionOk="0">
                <a:moveTo>
                  <a:pt x="0" y="0"/>
                </a:moveTo>
                <a:cubicBezTo>
                  <a:pt x="128646" y="-38612"/>
                  <a:pt x="385016" y="7636"/>
                  <a:pt x="509687" y="0"/>
                </a:cubicBezTo>
                <a:cubicBezTo>
                  <a:pt x="634358" y="-7636"/>
                  <a:pt x="735083" y="2892"/>
                  <a:pt x="942647" y="0"/>
                </a:cubicBezTo>
                <a:cubicBezTo>
                  <a:pt x="1150211" y="-2892"/>
                  <a:pt x="1381126" y="16733"/>
                  <a:pt x="1567425" y="0"/>
                </a:cubicBezTo>
                <a:cubicBezTo>
                  <a:pt x="1753724" y="-16733"/>
                  <a:pt x="1860508" y="47548"/>
                  <a:pt x="2077112" y="0"/>
                </a:cubicBezTo>
                <a:cubicBezTo>
                  <a:pt x="2293716" y="-47548"/>
                  <a:pt x="2442955" y="48468"/>
                  <a:pt x="2586799" y="0"/>
                </a:cubicBezTo>
                <a:cubicBezTo>
                  <a:pt x="2730643" y="-48468"/>
                  <a:pt x="2903333" y="115"/>
                  <a:pt x="3211576" y="0"/>
                </a:cubicBezTo>
                <a:cubicBezTo>
                  <a:pt x="3519819" y="-115"/>
                  <a:pt x="3697483" y="70471"/>
                  <a:pt x="3836354" y="0"/>
                </a:cubicBezTo>
                <a:cubicBezTo>
                  <a:pt x="3853232" y="108997"/>
                  <a:pt x="3816858" y="194594"/>
                  <a:pt x="3836354" y="338554"/>
                </a:cubicBezTo>
                <a:cubicBezTo>
                  <a:pt x="3631184" y="354497"/>
                  <a:pt x="3599318" y="319803"/>
                  <a:pt x="3365031" y="338554"/>
                </a:cubicBezTo>
                <a:cubicBezTo>
                  <a:pt x="3130744" y="357305"/>
                  <a:pt x="2982984" y="301519"/>
                  <a:pt x="2816980" y="338554"/>
                </a:cubicBezTo>
                <a:cubicBezTo>
                  <a:pt x="2650976" y="375589"/>
                  <a:pt x="2481077" y="290875"/>
                  <a:pt x="2268929" y="338554"/>
                </a:cubicBezTo>
                <a:cubicBezTo>
                  <a:pt x="2056781" y="386233"/>
                  <a:pt x="1968708" y="281573"/>
                  <a:pt x="1759242" y="338554"/>
                </a:cubicBezTo>
                <a:cubicBezTo>
                  <a:pt x="1549776" y="395535"/>
                  <a:pt x="1347060" y="280913"/>
                  <a:pt x="1134465" y="338554"/>
                </a:cubicBezTo>
                <a:cubicBezTo>
                  <a:pt x="921870" y="396195"/>
                  <a:pt x="677067" y="323426"/>
                  <a:pt x="509687" y="338554"/>
                </a:cubicBezTo>
                <a:cubicBezTo>
                  <a:pt x="342307" y="353682"/>
                  <a:pt x="207612" y="333853"/>
                  <a:pt x="0" y="338554"/>
                </a:cubicBezTo>
                <a:cubicBezTo>
                  <a:pt x="-8967" y="239005"/>
                  <a:pt x="5325" y="12236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Beyond decision-maker’s control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A5ABFF1-BFE0-608C-AFFA-72316E87ED0E}"/>
              </a:ext>
            </a:extLst>
          </p:cNvPr>
          <p:cNvSpPr/>
          <p:nvPr/>
        </p:nvSpPr>
        <p:spPr>
          <a:xfrm>
            <a:off x="6132945" y="3740727"/>
            <a:ext cx="1831411" cy="2154112"/>
          </a:xfrm>
          <a:custGeom>
            <a:avLst/>
            <a:gdLst>
              <a:gd name="connsiteX0" fmla="*/ 0 w 1831411"/>
              <a:gd name="connsiteY0" fmla="*/ 2142837 h 2154112"/>
              <a:gd name="connsiteX1" fmla="*/ 203200 w 1831411"/>
              <a:gd name="connsiteY1" fmla="*/ 2142837 h 2154112"/>
              <a:gd name="connsiteX2" fmla="*/ 434110 w 1831411"/>
              <a:gd name="connsiteY2" fmla="*/ 2115128 h 2154112"/>
              <a:gd name="connsiteX3" fmla="*/ 665019 w 1831411"/>
              <a:gd name="connsiteY3" fmla="*/ 2068946 h 2154112"/>
              <a:gd name="connsiteX4" fmla="*/ 914400 w 1831411"/>
              <a:gd name="connsiteY4" fmla="*/ 1958109 h 2154112"/>
              <a:gd name="connsiteX5" fmla="*/ 1034473 w 1831411"/>
              <a:gd name="connsiteY5" fmla="*/ 1902691 h 2154112"/>
              <a:gd name="connsiteX6" fmla="*/ 1173019 w 1831411"/>
              <a:gd name="connsiteY6" fmla="*/ 1801091 h 2154112"/>
              <a:gd name="connsiteX7" fmla="*/ 1348510 w 1831411"/>
              <a:gd name="connsiteY7" fmla="*/ 1662546 h 2154112"/>
              <a:gd name="connsiteX8" fmla="*/ 1505528 w 1831411"/>
              <a:gd name="connsiteY8" fmla="*/ 1487055 h 2154112"/>
              <a:gd name="connsiteX9" fmla="*/ 1551710 w 1831411"/>
              <a:gd name="connsiteY9" fmla="*/ 1403928 h 2154112"/>
              <a:gd name="connsiteX10" fmla="*/ 1607128 w 1831411"/>
              <a:gd name="connsiteY10" fmla="*/ 1330037 h 2154112"/>
              <a:gd name="connsiteX11" fmla="*/ 1681019 w 1831411"/>
              <a:gd name="connsiteY11" fmla="*/ 1163782 h 2154112"/>
              <a:gd name="connsiteX12" fmla="*/ 1727200 w 1831411"/>
              <a:gd name="connsiteY12" fmla="*/ 1062182 h 2154112"/>
              <a:gd name="connsiteX13" fmla="*/ 1745673 w 1831411"/>
              <a:gd name="connsiteY13" fmla="*/ 969818 h 2154112"/>
              <a:gd name="connsiteX14" fmla="*/ 1773382 w 1831411"/>
              <a:gd name="connsiteY14" fmla="*/ 886691 h 2154112"/>
              <a:gd name="connsiteX15" fmla="*/ 1782619 w 1831411"/>
              <a:gd name="connsiteY15" fmla="*/ 803564 h 2154112"/>
              <a:gd name="connsiteX16" fmla="*/ 1791855 w 1831411"/>
              <a:gd name="connsiteY16" fmla="*/ 729673 h 2154112"/>
              <a:gd name="connsiteX17" fmla="*/ 1810328 w 1831411"/>
              <a:gd name="connsiteY17" fmla="*/ 646546 h 2154112"/>
              <a:gd name="connsiteX18" fmla="*/ 1819564 w 1831411"/>
              <a:gd name="connsiteY18" fmla="*/ 591128 h 2154112"/>
              <a:gd name="connsiteX19" fmla="*/ 1828800 w 1831411"/>
              <a:gd name="connsiteY19" fmla="*/ 0 h 215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31411" h="2154112">
                <a:moveTo>
                  <a:pt x="0" y="2142837"/>
                </a:moveTo>
                <a:cubicBezTo>
                  <a:pt x="95722" y="2158790"/>
                  <a:pt x="58819" y="2156923"/>
                  <a:pt x="203200" y="2142837"/>
                </a:cubicBezTo>
                <a:cubicBezTo>
                  <a:pt x="280356" y="2135310"/>
                  <a:pt x="357561" y="2127376"/>
                  <a:pt x="434110" y="2115128"/>
                </a:cubicBezTo>
                <a:cubicBezTo>
                  <a:pt x="511618" y="2102727"/>
                  <a:pt x="665019" y="2068946"/>
                  <a:pt x="665019" y="2068946"/>
                </a:cubicBezTo>
                <a:cubicBezTo>
                  <a:pt x="845157" y="1978876"/>
                  <a:pt x="664467" y="2066414"/>
                  <a:pt x="914400" y="1958109"/>
                </a:cubicBezTo>
                <a:cubicBezTo>
                  <a:pt x="954847" y="1940582"/>
                  <a:pt x="996793" y="1925568"/>
                  <a:pt x="1034473" y="1902691"/>
                </a:cubicBezTo>
                <a:cubicBezTo>
                  <a:pt x="1083426" y="1872970"/>
                  <a:pt x="1125368" y="1832858"/>
                  <a:pt x="1173019" y="1801091"/>
                </a:cubicBezTo>
                <a:cubicBezTo>
                  <a:pt x="1255769" y="1745924"/>
                  <a:pt x="1274728" y="1739061"/>
                  <a:pt x="1348510" y="1662546"/>
                </a:cubicBezTo>
                <a:cubicBezTo>
                  <a:pt x="1402996" y="1606043"/>
                  <a:pt x="1467408" y="1555671"/>
                  <a:pt x="1505528" y="1487055"/>
                </a:cubicBezTo>
                <a:cubicBezTo>
                  <a:pt x="1520922" y="1459346"/>
                  <a:pt x="1534490" y="1430541"/>
                  <a:pt x="1551710" y="1403928"/>
                </a:cubicBezTo>
                <a:cubicBezTo>
                  <a:pt x="1568436" y="1378079"/>
                  <a:pt x="1591074" y="1356308"/>
                  <a:pt x="1607128" y="1330037"/>
                </a:cubicBezTo>
                <a:cubicBezTo>
                  <a:pt x="1657109" y="1248250"/>
                  <a:pt x="1647311" y="1243841"/>
                  <a:pt x="1681019" y="1163782"/>
                </a:cubicBezTo>
                <a:cubicBezTo>
                  <a:pt x="1695455" y="1129496"/>
                  <a:pt x="1711806" y="1096049"/>
                  <a:pt x="1727200" y="1062182"/>
                </a:cubicBezTo>
                <a:cubicBezTo>
                  <a:pt x="1733358" y="1031394"/>
                  <a:pt x="1737682" y="1000182"/>
                  <a:pt x="1745673" y="969818"/>
                </a:cubicBezTo>
                <a:cubicBezTo>
                  <a:pt x="1753106" y="941572"/>
                  <a:pt x="1767046" y="915203"/>
                  <a:pt x="1773382" y="886691"/>
                </a:cubicBezTo>
                <a:cubicBezTo>
                  <a:pt x="1779430" y="859475"/>
                  <a:pt x="1779361" y="831253"/>
                  <a:pt x="1782619" y="803564"/>
                </a:cubicBezTo>
                <a:cubicBezTo>
                  <a:pt x="1785519" y="778912"/>
                  <a:pt x="1787541" y="754117"/>
                  <a:pt x="1791855" y="729673"/>
                </a:cubicBezTo>
                <a:cubicBezTo>
                  <a:pt x="1796788" y="701720"/>
                  <a:pt x="1804761" y="674380"/>
                  <a:pt x="1810328" y="646546"/>
                </a:cubicBezTo>
                <a:cubicBezTo>
                  <a:pt x="1814001" y="628182"/>
                  <a:pt x="1816485" y="609601"/>
                  <a:pt x="1819564" y="591128"/>
                </a:cubicBezTo>
                <a:cubicBezTo>
                  <a:pt x="1838835" y="302055"/>
                  <a:pt x="1828800" y="498867"/>
                  <a:pt x="18288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77BA3-43F4-AC19-ABCD-457F2E3D0E31}"/>
              </a:ext>
            </a:extLst>
          </p:cNvPr>
          <p:cNvSpPr txBox="1"/>
          <p:nvPr/>
        </p:nvSpPr>
        <p:spPr>
          <a:xfrm>
            <a:off x="7730878" y="5167411"/>
            <a:ext cx="1396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Compare?</a:t>
            </a:r>
          </a:p>
        </p:txBody>
      </p:sp>
    </p:spTree>
    <p:extLst>
      <p:ext uri="{BB962C8B-B14F-4D97-AF65-F5344CB8AC3E}">
        <p14:creationId xmlns:p14="http://schemas.microsoft.com/office/powerpoint/2010/main" val="357563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11" grpId="0" animBg="1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07917-7285-950A-5C77-31297DD8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9E6FF8-4689-4733-C326-55F487265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CE11C-14DA-1E0B-1E56-CB236A2E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Funding a Defense Project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A70CDBA-E2AF-C4B1-E2D6-8475F7297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D677A5-CF26-E0CB-2363-5FC500214601}"/>
              </a:ext>
            </a:extLst>
          </p:cNvPr>
          <p:cNvGrpSpPr/>
          <p:nvPr/>
        </p:nvGrpSpPr>
        <p:grpSpPr>
          <a:xfrm>
            <a:off x="922826" y="2503618"/>
            <a:ext cx="3128350" cy="369332"/>
            <a:chOff x="838200" y="1690688"/>
            <a:chExt cx="3128350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D52C83-D19E-9259-3344-08B3F889ABF5}"/>
                </a:ext>
              </a:extLst>
            </p:cNvPr>
            <p:cNvSpPr txBox="1"/>
            <p:nvPr/>
          </p:nvSpPr>
          <p:spPr>
            <a:xfrm>
              <a:off x="838200" y="1690688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656D3D-53B8-400D-999F-86EB7AA99016}"/>
                    </a:ext>
                  </a:extLst>
                </p:cNvPr>
                <p:cNvSpPr txBox="1"/>
                <p:nvPr/>
              </p:nvSpPr>
              <p:spPr>
                <a:xfrm>
                  <a:off x="2882984" y="1742618"/>
                  <a:ext cx="10835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9656D3D-53B8-400D-999F-86EB7AA99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984" y="1742618"/>
                  <a:ext cx="108356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561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F08C8DC-9968-01E9-92FB-94E2A88A3F6A}"/>
              </a:ext>
            </a:extLst>
          </p:cNvPr>
          <p:cNvGrpSpPr/>
          <p:nvPr/>
        </p:nvGrpSpPr>
        <p:grpSpPr>
          <a:xfrm>
            <a:off x="838200" y="2869117"/>
            <a:ext cx="4821827" cy="2773332"/>
            <a:chOff x="838200" y="2869117"/>
            <a:chExt cx="4821827" cy="277333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007F5B4-5BF6-1DDB-651B-2103AB8BEF3F}"/>
                </a:ext>
              </a:extLst>
            </p:cNvPr>
            <p:cNvGrpSpPr/>
            <p:nvPr/>
          </p:nvGrpSpPr>
          <p:grpSpPr>
            <a:xfrm>
              <a:off x="2154643" y="2869117"/>
              <a:ext cx="2002449" cy="1803836"/>
              <a:chOff x="2070017" y="2056187"/>
              <a:chExt cx="2002449" cy="1803836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B14F250-5EDF-B353-98B7-1E5628BFF5D6}"/>
                  </a:ext>
                </a:extLst>
              </p:cNvPr>
              <p:cNvSpPr/>
              <p:nvPr/>
            </p:nvSpPr>
            <p:spPr>
              <a:xfrm>
                <a:off x="3424767" y="2102353"/>
                <a:ext cx="647699" cy="1233514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A459A1B-1C49-6FFF-A09F-6FFD80FEE46D}"/>
                  </a:ext>
                </a:extLst>
              </p:cNvPr>
              <p:cNvSpPr/>
              <p:nvPr/>
            </p:nvSpPr>
            <p:spPr>
              <a:xfrm flipH="1">
                <a:off x="2992967" y="2056187"/>
                <a:ext cx="435102" cy="1803836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209DB63-5216-FDC2-D9D5-58520A3B563E}"/>
                  </a:ext>
                </a:extLst>
              </p:cNvPr>
              <p:cNvSpPr/>
              <p:nvPr/>
            </p:nvSpPr>
            <p:spPr>
              <a:xfrm flipH="1">
                <a:off x="2070017" y="2133159"/>
                <a:ext cx="1354750" cy="1210397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6966D54-F48C-0FD9-D09E-0713F70D0616}"/>
                </a:ext>
              </a:extLst>
            </p:cNvPr>
            <p:cNvGrpSpPr/>
            <p:nvPr/>
          </p:nvGrpSpPr>
          <p:grpSpPr>
            <a:xfrm>
              <a:off x="838200" y="3961099"/>
              <a:ext cx="4821827" cy="1681350"/>
              <a:chOff x="753574" y="3148169"/>
              <a:chExt cx="4821827" cy="1681350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1D5096B-CA80-F527-D4DE-044B024EA22E}"/>
                  </a:ext>
                </a:extLst>
              </p:cNvPr>
              <p:cNvSpPr txBox="1"/>
              <p:nvPr/>
            </p:nvSpPr>
            <p:spPr>
              <a:xfrm>
                <a:off x="4085166" y="3175002"/>
                <a:ext cx="14902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3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Failure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3A05882-E34A-EB8C-71F8-8A06B8C9AF19}"/>
                  </a:ext>
                </a:extLst>
              </p:cNvPr>
              <p:cNvSpPr txBox="1"/>
              <p:nvPr/>
            </p:nvSpPr>
            <p:spPr>
              <a:xfrm>
                <a:off x="2296583" y="3906189"/>
                <a:ext cx="13927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2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Moderate benefit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A49A873-2E0B-AF4F-5475-4958B983037F}"/>
                  </a:ext>
                </a:extLst>
              </p:cNvPr>
              <p:cNvSpPr txBox="1"/>
              <p:nvPr/>
            </p:nvSpPr>
            <p:spPr>
              <a:xfrm>
                <a:off x="753574" y="3148169"/>
                <a:ext cx="13927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 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Success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5F72EC3-C79C-B3AE-4869-2B444BCAF4DD}"/>
              </a:ext>
            </a:extLst>
          </p:cNvPr>
          <p:cNvGrpSpPr/>
          <p:nvPr/>
        </p:nvGrpSpPr>
        <p:grpSpPr>
          <a:xfrm>
            <a:off x="3864994" y="2832547"/>
            <a:ext cx="4475788" cy="759872"/>
            <a:chOff x="3864994" y="2832547"/>
            <a:chExt cx="4475788" cy="75987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C8C8049-4D9B-9D2D-9F10-9AE59127CE7F}"/>
                </a:ext>
              </a:extLst>
            </p:cNvPr>
            <p:cNvGrpSpPr/>
            <p:nvPr/>
          </p:nvGrpSpPr>
          <p:grpSpPr>
            <a:xfrm>
              <a:off x="3864994" y="2832547"/>
              <a:ext cx="2527300" cy="759872"/>
              <a:chOff x="3780368" y="2019617"/>
              <a:chExt cx="2527300" cy="75987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002507-9FE1-D67D-23E5-88C1DB7059AA}"/>
                  </a:ext>
                </a:extLst>
              </p:cNvPr>
              <p:cNvSpPr txBox="1"/>
              <p:nvPr/>
            </p:nvSpPr>
            <p:spPr>
              <a:xfrm>
                <a:off x="4428067" y="2133158"/>
                <a:ext cx="1879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Outcome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Nothing changes</a:t>
                </a: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E940DC0-C4AC-3BA2-2A22-7139F428B830}"/>
                  </a:ext>
                </a:extLst>
              </p:cNvPr>
              <p:cNvSpPr/>
              <p:nvPr/>
            </p:nvSpPr>
            <p:spPr>
              <a:xfrm>
                <a:off x="3780368" y="2019617"/>
                <a:ext cx="647699" cy="331718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DC6C4C6-C101-B705-DEC8-B258140D3336}"/>
                </a:ext>
              </a:extLst>
            </p:cNvPr>
            <p:cNvGrpSpPr/>
            <p:nvPr/>
          </p:nvGrpSpPr>
          <p:grpSpPr>
            <a:xfrm>
              <a:off x="6244125" y="2923226"/>
              <a:ext cx="2096657" cy="646331"/>
              <a:chOff x="6159499" y="2110296"/>
              <a:chExt cx="2096657" cy="6463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7A76C2F0-97C4-CC04-89BB-CE371DF2E30A}"/>
                      </a:ext>
                    </a:extLst>
                  </p:cNvPr>
                  <p:cNvSpPr txBox="1"/>
                  <p:nvPr/>
                </p:nvSpPr>
                <p:spPr>
                  <a:xfrm>
                    <a:off x="7045381" y="2110296"/>
                    <a:ext cx="1210775" cy="646331"/>
                  </a:xfrm>
                  <a:custGeom>
                    <a:avLst/>
                    <a:gdLst>
                      <a:gd name="csX0" fmla="*/ 0 w 1210775"/>
                      <a:gd name="csY0" fmla="*/ 0 h 646331"/>
                      <a:gd name="csX1" fmla="*/ 391484 w 1210775"/>
                      <a:gd name="csY1" fmla="*/ 0 h 646331"/>
                      <a:gd name="csX2" fmla="*/ 795076 w 1210775"/>
                      <a:gd name="csY2" fmla="*/ 0 h 646331"/>
                      <a:gd name="csX3" fmla="*/ 1210775 w 1210775"/>
                      <a:gd name="csY3" fmla="*/ 0 h 646331"/>
                      <a:gd name="csX4" fmla="*/ 1210775 w 1210775"/>
                      <a:gd name="csY4" fmla="*/ 323166 h 646331"/>
                      <a:gd name="csX5" fmla="*/ 1210775 w 1210775"/>
                      <a:gd name="csY5" fmla="*/ 646331 h 646331"/>
                      <a:gd name="csX6" fmla="*/ 807183 w 1210775"/>
                      <a:gd name="csY6" fmla="*/ 646331 h 646331"/>
                      <a:gd name="csX7" fmla="*/ 427807 w 1210775"/>
                      <a:gd name="csY7" fmla="*/ 646331 h 646331"/>
                      <a:gd name="csX8" fmla="*/ 0 w 1210775"/>
                      <a:gd name="csY8" fmla="*/ 646331 h 646331"/>
                      <a:gd name="csX9" fmla="*/ 0 w 1210775"/>
                      <a:gd name="csY9" fmla="*/ 329629 h 646331"/>
                      <a:gd name="csX10" fmla="*/ 0 w 1210775"/>
                      <a:gd name="csY10" fmla="*/ 0 h 6463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1210775" h="646331" fill="none" extrusionOk="0">
                        <a:moveTo>
                          <a:pt x="0" y="0"/>
                        </a:moveTo>
                        <a:cubicBezTo>
                          <a:pt x="149377" y="-44031"/>
                          <a:pt x="206550" y="24069"/>
                          <a:pt x="391484" y="0"/>
                        </a:cubicBezTo>
                        <a:cubicBezTo>
                          <a:pt x="576418" y="-24069"/>
                          <a:pt x="627092" y="36898"/>
                          <a:pt x="795076" y="0"/>
                        </a:cubicBezTo>
                        <a:cubicBezTo>
                          <a:pt x="963060" y="-36898"/>
                          <a:pt x="1007002" y="42689"/>
                          <a:pt x="1210775" y="0"/>
                        </a:cubicBezTo>
                        <a:cubicBezTo>
                          <a:pt x="1248326" y="160056"/>
                          <a:pt x="1172357" y="186921"/>
                          <a:pt x="1210775" y="323166"/>
                        </a:cubicBezTo>
                        <a:cubicBezTo>
                          <a:pt x="1249193" y="459411"/>
                          <a:pt x="1208421" y="497055"/>
                          <a:pt x="1210775" y="646331"/>
                        </a:cubicBezTo>
                        <a:cubicBezTo>
                          <a:pt x="1042746" y="663265"/>
                          <a:pt x="895053" y="644219"/>
                          <a:pt x="807183" y="646331"/>
                        </a:cubicBezTo>
                        <a:cubicBezTo>
                          <a:pt x="719313" y="648443"/>
                          <a:pt x="602689" y="613715"/>
                          <a:pt x="427807" y="646331"/>
                        </a:cubicBezTo>
                        <a:cubicBezTo>
                          <a:pt x="252925" y="678947"/>
                          <a:pt x="146008" y="613882"/>
                          <a:pt x="0" y="646331"/>
                        </a:cubicBezTo>
                        <a:cubicBezTo>
                          <a:pt x="-9412" y="582647"/>
                          <a:pt x="2005" y="445324"/>
                          <a:pt x="0" y="329629"/>
                        </a:cubicBezTo>
                        <a:cubicBezTo>
                          <a:pt x="-2005" y="213934"/>
                          <a:pt x="12173" y="114193"/>
                          <a:pt x="0" y="0"/>
                        </a:cubicBezTo>
                        <a:close/>
                      </a:path>
                      <a:path w="1210775" h="646331" stroke="0" extrusionOk="0">
                        <a:moveTo>
                          <a:pt x="0" y="0"/>
                        </a:moveTo>
                        <a:cubicBezTo>
                          <a:pt x="78513" y="-771"/>
                          <a:pt x="250564" y="21862"/>
                          <a:pt x="391484" y="0"/>
                        </a:cubicBezTo>
                        <a:cubicBezTo>
                          <a:pt x="532404" y="-21862"/>
                          <a:pt x="668991" y="34963"/>
                          <a:pt x="758752" y="0"/>
                        </a:cubicBezTo>
                        <a:cubicBezTo>
                          <a:pt x="848513" y="-34963"/>
                          <a:pt x="1093796" y="14558"/>
                          <a:pt x="1210775" y="0"/>
                        </a:cubicBezTo>
                        <a:cubicBezTo>
                          <a:pt x="1238158" y="121065"/>
                          <a:pt x="1197205" y="238935"/>
                          <a:pt x="1210775" y="316702"/>
                        </a:cubicBezTo>
                        <a:cubicBezTo>
                          <a:pt x="1224345" y="394469"/>
                          <a:pt x="1203918" y="514100"/>
                          <a:pt x="1210775" y="646331"/>
                        </a:cubicBezTo>
                        <a:cubicBezTo>
                          <a:pt x="1021326" y="685909"/>
                          <a:pt x="966284" y="630013"/>
                          <a:pt x="831399" y="646331"/>
                        </a:cubicBezTo>
                        <a:cubicBezTo>
                          <a:pt x="696514" y="662649"/>
                          <a:pt x="580593" y="600902"/>
                          <a:pt x="452023" y="646331"/>
                        </a:cubicBezTo>
                        <a:cubicBezTo>
                          <a:pt x="323453" y="691760"/>
                          <a:pt x="183359" y="645890"/>
                          <a:pt x="0" y="646331"/>
                        </a:cubicBezTo>
                        <a:cubicBezTo>
                          <a:pt x="-26174" y="508757"/>
                          <a:pt x="23894" y="459392"/>
                          <a:pt x="0" y="342555"/>
                        </a:cubicBezTo>
                        <a:cubicBezTo>
                          <a:pt x="-23894" y="225718"/>
                          <a:pt x="27255" y="138134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1219033472">
                          <a:prstGeom prst="rect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Payoff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7A76C2F0-97C4-CC04-89BB-CE371DF2E3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5381" y="2110296"/>
                    <a:ext cx="1210775" cy="646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77"/>
                    </a:stretch>
                  </a:blipFill>
                  <a:ln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1219033472">
                          <a:custGeom>
                            <a:avLst/>
                            <a:gdLst>
                              <a:gd name="connsiteX0" fmla="*/ 0 w 1210775"/>
                              <a:gd name="connsiteY0" fmla="*/ 0 h 646331"/>
                              <a:gd name="connsiteX1" fmla="*/ 391484 w 1210775"/>
                              <a:gd name="connsiteY1" fmla="*/ 0 h 646331"/>
                              <a:gd name="connsiteX2" fmla="*/ 795076 w 1210775"/>
                              <a:gd name="connsiteY2" fmla="*/ 0 h 646331"/>
                              <a:gd name="connsiteX3" fmla="*/ 1210775 w 1210775"/>
                              <a:gd name="connsiteY3" fmla="*/ 0 h 646331"/>
                              <a:gd name="connsiteX4" fmla="*/ 1210775 w 1210775"/>
                              <a:gd name="connsiteY4" fmla="*/ 323166 h 646331"/>
                              <a:gd name="connsiteX5" fmla="*/ 1210775 w 1210775"/>
                              <a:gd name="connsiteY5" fmla="*/ 646331 h 646331"/>
                              <a:gd name="connsiteX6" fmla="*/ 807183 w 1210775"/>
                              <a:gd name="connsiteY6" fmla="*/ 646331 h 646331"/>
                              <a:gd name="connsiteX7" fmla="*/ 427807 w 1210775"/>
                              <a:gd name="connsiteY7" fmla="*/ 646331 h 646331"/>
                              <a:gd name="connsiteX8" fmla="*/ 0 w 1210775"/>
                              <a:gd name="connsiteY8" fmla="*/ 646331 h 646331"/>
                              <a:gd name="connsiteX9" fmla="*/ 0 w 1210775"/>
                              <a:gd name="connsiteY9" fmla="*/ 329629 h 646331"/>
                              <a:gd name="connsiteX10" fmla="*/ 0 w 1210775"/>
                              <a:gd name="connsiteY10" fmla="*/ 0 h 64633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1210775" h="646331" fill="none" extrusionOk="0">
                                <a:moveTo>
                                  <a:pt x="0" y="0"/>
                                </a:moveTo>
                                <a:cubicBezTo>
                                  <a:pt x="149377" y="-44031"/>
                                  <a:pt x="206550" y="24069"/>
                                  <a:pt x="391484" y="0"/>
                                </a:cubicBezTo>
                                <a:cubicBezTo>
                                  <a:pt x="576418" y="-24069"/>
                                  <a:pt x="627092" y="36898"/>
                                  <a:pt x="795076" y="0"/>
                                </a:cubicBezTo>
                                <a:cubicBezTo>
                                  <a:pt x="963060" y="-36898"/>
                                  <a:pt x="1007002" y="42689"/>
                                  <a:pt x="1210775" y="0"/>
                                </a:cubicBezTo>
                                <a:cubicBezTo>
                                  <a:pt x="1248326" y="160056"/>
                                  <a:pt x="1172357" y="186921"/>
                                  <a:pt x="1210775" y="323166"/>
                                </a:cubicBezTo>
                                <a:cubicBezTo>
                                  <a:pt x="1249193" y="459411"/>
                                  <a:pt x="1208421" y="497055"/>
                                  <a:pt x="1210775" y="646331"/>
                                </a:cubicBezTo>
                                <a:cubicBezTo>
                                  <a:pt x="1042746" y="663265"/>
                                  <a:pt x="895053" y="644219"/>
                                  <a:pt x="807183" y="646331"/>
                                </a:cubicBezTo>
                                <a:cubicBezTo>
                                  <a:pt x="719313" y="648443"/>
                                  <a:pt x="602689" y="613715"/>
                                  <a:pt x="427807" y="646331"/>
                                </a:cubicBezTo>
                                <a:cubicBezTo>
                                  <a:pt x="252925" y="678947"/>
                                  <a:pt x="146008" y="613882"/>
                                  <a:pt x="0" y="646331"/>
                                </a:cubicBezTo>
                                <a:cubicBezTo>
                                  <a:pt x="-9412" y="582647"/>
                                  <a:pt x="2005" y="445324"/>
                                  <a:pt x="0" y="329629"/>
                                </a:cubicBezTo>
                                <a:cubicBezTo>
                                  <a:pt x="-2005" y="213934"/>
                                  <a:pt x="12173" y="114193"/>
                                  <a:pt x="0" y="0"/>
                                </a:cubicBezTo>
                                <a:close/>
                              </a:path>
                              <a:path w="1210775" h="646331" stroke="0" extrusionOk="0">
                                <a:moveTo>
                                  <a:pt x="0" y="0"/>
                                </a:moveTo>
                                <a:cubicBezTo>
                                  <a:pt x="78513" y="-771"/>
                                  <a:pt x="250564" y="21862"/>
                                  <a:pt x="391484" y="0"/>
                                </a:cubicBezTo>
                                <a:cubicBezTo>
                                  <a:pt x="532404" y="-21862"/>
                                  <a:pt x="668991" y="34963"/>
                                  <a:pt x="758752" y="0"/>
                                </a:cubicBezTo>
                                <a:cubicBezTo>
                                  <a:pt x="848513" y="-34963"/>
                                  <a:pt x="1093796" y="14558"/>
                                  <a:pt x="1210775" y="0"/>
                                </a:cubicBezTo>
                                <a:cubicBezTo>
                                  <a:pt x="1238158" y="121065"/>
                                  <a:pt x="1197205" y="238935"/>
                                  <a:pt x="1210775" y="316702"/>
                                </a:cubicBezTo>
                                <a:cubicBezTo>
                                  <a:pt x="1224345" y="394469"/>
                                  <a:pt x="1203918" y="514100"/>
                                  <a:pt x="1210775" y="646331"/>
                                </a:cubicBezTo>
                                <a:cubicBezTo>
                                  <a:pt x="1021326" y="685909"/>
                                  <a:pt x="966284" y="630013"/>
                                  <a:pt x="831399" y="646331"/>
                                </a:cubicBezTo>
                                <a:cubicBezTo>
                                  <a:pt x="696514" y="662649"/>
                                  <a:pt x="580593" y="600902"/>
                                  <a:pt x="452023" y="646331"/>
                                </a:cubicBezTo>
                                <a:cubicBezTo>
                                  <a:pt x="323453" y="691760"/>
                                  <a:pt x="183359" y="645890"/>
                                  <a:pt x="0" y="646331"/>
                                </a:cubicBezTo>
                                <a:cubicBezTo>
                                  <a:pt x="-26174" y="508757"/>
                                  <a:pt x="23894" y="459392"/>
                                  <a:pt x="0" y="342555"/>
                                </a:cubicBezTo>
                                <a:cubicBezTo>
                                  <a:pt x="-23894" y="225718"/>
                                  <a:pt x="27255" y="138134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C32CBED-9C88-6C8B-3309-C9D7B3994331}"/>
                  </a:ext>
                </a:extLst>
              </p:cNvPr>
              <p:cNvSpPr/>
              <p:nvPr/>
            </p:nvSpPr>
            <p:spPr>
              <a:xfrm flipV="1">
                <a:off x="6159499" y="2410603"/>
                <a:ext cx="969434" cy="45719"/>
              </a:xfrm>
              <a:custGeom>
                <a:avLst/>
                <a:gdLst>
                  <a:gd name="connsiteX0" fmla="*/ 0 w 668867"/>
                  <a:gd name="connsiteY0" fmla="*/ 0 h 414867"/>
                  <a:gd name="connsiteX1" fmla="*/ 16934 w 668867"/>
                  <a:gd name="connsiteY1" fmla="*/ 42333 h 414867"/>
                  <a:gd name="connsiteX2" fmla="*/ 33867 w 668867"/>
                  <a:gd name="connsiteY2" fmla="*/ 76200 h 414867"/>
                  <a:gd name="connsiteX3" fmla="*/ 42334 w 668867"/>
                  <a:gd name="connsiteY3" fmla="*/ 101600 h 414867"/>
                  <a:gd name="connsiteX4" fmla="*/ 59267 w 668867"/>
                  <a:gd name="connsiteY4" fmla="*/ 127000 h 414867"/>
                  <a:gd name="connsiteX5" fmla="*/ 67734 w 668867"/>
                  <a:gd name="connsiteY5" fmla="*/ 152400 h 414867"/>
                  <a:gd name="connsiteX6" fmla="*/ 143934 w 668867"/>
                  <a:gd name="connsiteY6" fmla="*/ 228600 h 414867"/>
                  <a:gd name="connsiteX7" fmla="*/ 254000 w 668867"/>
                  <a:gd name="connsiteY7" fmla="*/ 296333 h 414867"/>
                  <a:gd name="connsiteX8" fmla="*/ 372534 w 668867"/>
                  <a:gd name="connsiteY8" fmla="*/ 330200 h 414867"/>
                  <a:gd name="connsiteX9" fmla="*/ 541867 w 668867"/>
                  <a:gd name="connsiteY9" fmla="*/ 381000 h 414867"/>
                  <a:gd name="connsiteX10" fmla="*/ 609600 w 668867"/>
                  <a:gd name="connsiteY10" fmla="*/ 406400 h 414867"/>
                  <a:gd name="connsiteX11" fmla="*/ 668867 w 668867"/>
                  <a:gd name="connsiteY11" fmla="*/ 414867 h 4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8867" h="414867">
                    <a:moveTo>
                      <a:pt x="0" y="0"/>
                    </a:moveTo>
                    <a:cubicBezTo>
                      <a:pt x="5645" y="14111"/>
                      <a:pt x="10761" y="28445"/>
                      <a:pt x="16934" y="42333"/>
                    </a:cubicBezTo>
                    <a:cubicBezTo>
                      <a:pt x="22060" y="53867"/>
                      <a:pt x="28895" y="64599"/>
                      <a:pt x="33867" y="76200"/>
                    </a:cubicBezTo>
                    <a:cubicBezTo>
                      <a:pt x="37383" y="84403"/>
                      <a:pt x="38343" y="93618"/>
                      <a:pt x="42334" y="101600"/>
                    </a:cubicBezTo>
                    <a:cubicBezTo>
                      <a:pt x="46885" y="110701"/>
                      <a:pt x="54716" y="117899"/>
                      <a:pt x="59267" y="127000"/>
                    </a:cubicBezTo>
                    <a:cubicBezTo>
                      <a:pt x="63258" y="134982"/>
                      <a:pt x="62021" y="145544"/>
                      <a:pt x="67734" y="152400"/>
                    </a:cubicBezTo>
                    <a:cubicBezTo>
                      <a:pt x="90730" y="179995"/>
                      <a:pt x="118534" y="203200"/>
                      <a:pt x="143934" y="228600"/>
                    </a:cubicBezTo>
                    <a:cubicBezTo>
                      <a:pt x="184407" y="269073"/>
                      <a:pt x="177700" y="267720"/>
                      <a:pt x="254000" y="296333"/>
                    </a:cubicBezTo>
                    <a:cubicBezTo>
                      <a:pt x="292476" y="310762"/>
                      <a:pt x="333722" y="316700"/>
                      <a:pt x="372534" y="330200"/>
                    </a:cubicBezTo>
                    <a:cubicBezTo>
                      <a:pt x="538698" y="387997"/>
                      <a:pt x="351993" y="346478"/>
                      <a:pt x="541867" y="381000"/>
                    </a:cubicBezTo>
                    <a:cubicBezTo>
                      <a:pt x="564445" y="389467"/>
                      <a:pt x="586301" y="400187"/>
                      <a:pt x="609600" y="406400"/>
                    </a:cubicBezTo>
                    <a:cubicBezTo>
                      <a:pt x="628882" y="411542"/>
                      <a:pt x="668867" y="414867"/>
                      <a:pt x="668867" y="414867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3A9266-FB5C-E1C9-BF70-023D98094A31}"/>
              </a:ext>
            </a:extLst>
          </p:cNvPr>
          <p:cNvGrpSpPr/>
          <p:nvPr/>
        </p:nvGrpSpPr>
        <p:grpSpPr>
          <a:xfrm>
            <a:off x="4157092" y="5042284"/>
            <a:ext cx="1756163" cy="1061976"/>
            <a:chOff x="3888277" y="3906189"/>
            <a:chExt cx="1756163" cy="10619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E62E3E-8762-EE6C-A8E5-4D0D2F89131E}"/>
                    </a:ext>
                  </a:extLst>
                </p:cNvPr>
                <p:cNvSpPr txBox="1"/>
                <p:nvPr/>
              </p:nvSpPr>
              <p:spPr>
                <a:xfrm>
                  <a:off x="4535976" y="4321834"/>
                  <a:ext cx="1108464" cy="646331"/>
                </a:xfrm>
                <a:custGeom>
                  <a:avLst/>
                  <a:gdLst>
                    <a:gd name="csX0" fmla="*/ 0 w 1108464"/>
                    <a:gd name="csY0" fmla="*/ 0 h 646331"/>
                    <a:gd name="csX1" fmla="*/ 576401 w 1108464"/>
                    <a:gd name="csY1" fmla="*/ 0 h 646331"/>
                    <a:gd name="csX2" fmla="*/ 1108464 w 1108464"/>
                    <a:gd name="csY2" fmla="*/ 0 h 646331"/>
                    <a:gd name="csX3" fmla="*/ 1108464 w 1108464"/>
                    <a:gd name="csY3" fmla="*/ 303776 h 646331"/>
                    <a:gd name="csX4" fmla="*/ 1108464 w 1108464"/>
                    <a:gd name="csY4" fmla="*/ 646331 h 646331"/>
                    <a:gd name="csX5" fmla="*/ 576401 w 1108464"/>
                    <a:gd name="csY5" fmla="*/ 646331 h 646331"/>
                    <a:gd name="csX6" fmla="*/ 0 w 1108464"/>
                    <a:gd name="csY6" fmla="*/ 646331 h 646331"/>
                    <a:gd name="csX7" fmla="*/ 0 w 1108464"/>
                    <a:gd name="csY7" fmla="*/ 329629 h 646331"/>
                    <a:gd name="csX8" fmla="*/ 0 w 1108464"/>
                    <a:gd name="csY8" fmla="*/ 0 h 6463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108464" h="646331" fill="none" extrusionOk="0">
                      <a:moveTo>
                        <a:pt x="0" y="0"/>
                      </a:moveTo>
                      <a:cubicBezTo>
                        <a:pt x="255936" y="-42444"/>
                        <a:pt x="376753" y="47017"/>
                        <a:pt x="576401" y="0"/>
                      </a:cubicBezTo>
                      <a:cubicBezTo>
                        <a:pt x="776049" y="-47017"/>
                        <a:pt x="913620" y="40471"/>
                        <a:pt x="1108464" y="0"/>
                      </a:cubicBezTo>
                      <a:cubicBezTo>
                        <a:pt x="1138202" y="110808"/>
                        <a:pt x="1106236" y="165823"/>
                        <a:pt x="1108464" y="303776"/>
                      </a:cubicBezTo>
                      <a:cubicBezTo>
                        <a:pt x="1110692" y="441729"/>
                        <a:pt x="1091829" y="488908"/>
                        <a:pt x="1108464" y="646331"/>
                      </a:cubicBezTo>
                      <a:cubicBezTo>
                        <a:pt x="879468" y="700028"/>
                        <a:pt x="685700" y="592383"/>
                        <a:pt x="576401" y="646331"/>
                      </a:cubicBezTo>
                      <a:cubicBezTo>
                        <a:pt x="467102" y="700279"/>
                        <a:pt x="271872" y="604930"/>
                        <a:pt x="0" y="646331"/>
                      </a:cubicBezTo>
                      <a:cubicBezTo>
                        <a:pt x="-13477" y="536566"/>
                        <a:pt x="22304" y="455694"/>
                        <a:pt x="0" y="329629"/>
                      </a:cubicBezTo>
                      <a:cubicBezTo>
                        <a:pt x="-22304" y="203564"/>
                        <a:pt x="31332" y="92530"/>
                        <a:pt x="0" y="0"/>
                      </a:cubicBezTo>
                      <a:close/>
                    </a:path>
                    <a:path w="1108464" h="646331" stroke="0" extrusionOk="0">
                      <a:moveTo>
                        <a:pt x="0" y="0"/>
                      </a:moveTo>
                      <a:cubicBezTo>
                        <a:pt x="186644" y="-11465"/>
                        <a:pt x="409797" y="11"/>
                        <a:pt x="543147" y="0"/>
                      </a:cubicBezTo>
                      <a:cubicBezTo>
                        <a:pt x="676497" y="-11"/>
                        <a:pt x="902153" y="19091"/>
                        <a:pt x="1108464" y="0"/>
                      </a:cubicBezTo>
                      <a:cubicBezTo>
                        <a:pt x="1134328" y="103642"/>
                        <a:pt x="1089494" y="210933"/>
                        <a:pt x="1108464" y="336092"/>
                      </a:cubicBezTo>
                      <a:cubicBezTo>
                        <a:pt x="1127434" y="461251"/>
                        <a:pt x="1099780" y="578943"/>
                        <a:pt x="1108464" y="646331"/>
                      </a:cubicBezTo>
                      <a:cubicBezTo>
                        <a:pt x="970297" y="685314"/>
                        <a:pt x="716207" y="614991"/>
                        <a:pt x="576401" y="646331"/>
                      </a:cubicBezTo>
                      <a:cubicBezTo>
                        <a:pt x="436595" y="677671"/>
                        <a:pt x="118075" y="579048"/>
                        <a:pt x="0" y="646331"/>
                      </a:cubicBezTo>
                      <a:cubicBezTo>
                        <a:pt x="-34512" y="535132"/>
                        <a:pt x="5955" y="435208"/>
                        <a:pt x="0" y="336092"/>
                      </a:cubicBezTo>
                      <a:cubicBezTo>
                        <a:pt x="-5955" y="236976"/>
                        <a:pt x="20435" y="98742"/>
                        <a:pt x="0" y="0"/>
                      </a:cubicBezTo>
                      <a:close/>
                    </a:path>
                  </a:pathLst>
                </a:custGeom>
                <a:solidFill>
                  <a:schemeClr val="tx2">
                    <a:lumMod val="10000"/>
                    <a:lumOff val="90000"/>
                  </a:schemeClr>
                </a:solidFill>
                <a:ln w="12700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Payoff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 ?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3E62E3E-8762-EE6C-A8E5-4D0D2F891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976" y="4321834"/>
                  <a:ext cx="1108464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custGeom>
                          <a:avLst/>
                          <a:gdLst>
                            <a:gd name="connsiteX0" fmla="*/ 0 w 1108464"/>
                            <a:gd name="connsiteY0" fmla="*/ 0 h 646331"/>
                            <a:gd name="connsiteX1" fmla="*/ 576401 w 1108464"/>
                            <a:gd name="connsiteY1" fmla="*/ 0 h 646331"/>
                            <a:gd name="connsiteX2" fmla="*/ 1108464 w 1108464"/>
                            <a:gd name="connsiteY2" fmla="*/ 0 h 646331"/>
                            <a:gd name="connsiteX3" fmla="*/ 1108464 w 1108464"/>
                            <a:gd name="connsiteY3" fmla="*/ 303776 h 646331"/>
                            <a:gd name="connsiteX4" fmla="*/ 1108464 w 1108464"/>
                            <a:gd name="connsiteY4" fmla="*/ 646331 h 646331"/>
                            <a:gd name="connsiteX5" fmla="*/ 576401 w 1108464"/>
                            <a:gd name="connsiteY5" fmla="*/ 646331 h 646331"/>
                            <a:gd name="connsiteX6" fmla="*/ 0 w 1108464"/>
                            <a:gd name="connsiteY6" fmla="*/ 646331 h 646331"/>
                            <a:gd name="connsiteX7" fmla="*/ 0 w 1108464"/>
                            <a:gd name="connsiteY7" fmla="*/ 329629 h 646331"/>
                            <a:gd name="connsiteX8" fmla="*/ 0 w 1108464"/>
                            <a:gd name="connsiteY8" fmla="*/ 0 h 64633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</a:cxnLst>
                          <a:rect l="l" t="t" r="r" b="b"/>
                          <a:pathLst>
                            <a:path w="1108464" h="646331" fill="none" extrusionOk="0">
                              <a:moveTo>
                                <a:pt x="0" y="0"/>
                              </a:moveTo>
                              <a:cubicBezTo>
                                <a:pt x="255936" y="-42444"/>
                                <a:pt x="376753" y="47017"/>
                                <a:pt x="576401" y="0"/>
                              </a:cubicBezTo>
                              <a:cubicBezTo>
                                <a:pt x="776049" y="-47017"/>
                                <a:pt x="913620" y="40471"/>
                                <a:pt x="1108464" y="0"/>
                              </a:cubicBezTo>
                              <a:cubicBezTo>
                                <a:pt x="1138202" y="110808"/>
                                <a:pt x="1106236" y="165823"/>
                                <a:pt x="1108464" y="303776"/>
                              </a:cubicBezTo>
                              <a:cubicBezTo>
                                <a:pt x="1110692" y="441729"/>
                                <a:pt x="1091829" y="488908"/>
                                <a:pt x="1108464" y="646331"/>
                              </a:cubicBezTo>
                              <a:cubicBezTo>
                                <a:pt x="879468" y="700028"/>
                                <a:pt x="685700" y="592383"/>
                                <a:pt x="576401" y="646331"/>
                              </a:cubicBezTo>
                              <a:cubicBezTo>
                                <a:pt x="467102" y="700279"/>
                                <a:pt x="271872" y="604930"/>
                                <a:pt x="0" y="646331"/>
                              </a:cubicBezTo>
                              <a:cubicBezTo>
                                <a:pt x="-13477" y="536566"/>
                                <a:pt x="22304" y="455694"/>
                                <a:pt x="0" y="329629"/>
                              </a:cubicBezTo>
                              <a:cubicBezTo>
                                <a:pt x="-22304" y="203564"/>
                                <a:pt x="31332" y="92530"/>
                                <a:pt x="0" y="0"/>
                              </a:cubicBezTo>
                              <a:close/>
                            </a:path>
                            <a:path w="1108464" h="646331" stroke="0" extrusionOk="0">
                              <a:moveTo>
                                <a:pt x="0" y="0"/>
                              </a:moveTo>
                              <a:cubicBezTo>
                                <a:pt x="186644" y="-11465"/>
                                <a:pt x="409797" y="11"/>
                                <a:pt x="543147" y="0"/>
                              </a:cubicBezTo>
                              <a:cubicBezTo>
                                <a:pt x="676497" y="-11"/>
                                <a:pt x="902153" y="19091"/>
                                <a:pt x="1108464" y="0"/>
                              </a:cubicBezTo>
                              <a:cubicBezTo>
                                <a:pt x="1134328" y="103642"/>
                                <a:pt x="1089494" y="210933"/>
                                <a:pt x="1108464" y="336092"/>
                              </a:cubicBezTo>
                              <a:cubicBezTo>
                                <a:pt x="1127434" y="461251"/>
                                <a:pt x="1099780" y="578943"/>
                                <a:pt x="1108464" y="646331"/>
                              </a:cubicBezTo>
                              <a:cubicBezTo>
                                <a:pt x="970297" y="685314"/>
                                <a:pt x="716207" y="614991"/>
                                <a:pt x="576401" y="646331"/>
                              </a:cubicBezTo>
                              <a:cubicBezTo>
                                <a:pt x="436595" y="677671"/>
                                <a:pt x="118075" y="579048"/>
                                <a:pt x="0" y="646331"/>
                              </a:cubicBezTo>
                              <a:cubicBezTo>
                                <a:pt x="-34512" y="535132"/>
                                <a:pt x="5955" y="435208"/>
                                <a:pt x="0" y="336092"/>
                              </a:cubicBezTo>
                              <a:cubicBezTo>
                                <a:pt x="-5955" y="236976"/>
                                <a:pt x="20435" y="98742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B61FE50-5F6F-38BE-6F21-18B5C714F80D}"/>
                </a:ext>
              </a:extLst>
            </p:cNvPr>
            <p:cNvSpPr/>
            <p:nvPr/>
          </p:nvSpPr>
          <p:spPr>
            <a:xfrm>
              <a:off x="3888277" y="3906189"/>
              <a:ext cx="647699" cy="726202"/>
            </a:xfrm>
            <a:custGeom>
              <a:avLst/>
              <a:gdLst>
                <a:gd name="connsiteX0" fmla="*/ 0 w 668867"/>
                <a:gd name="connsiteY0" fmla="*/ 0 h 414867"/>
                <a:gd name="connsiteX1" fmla="*/ 16934 w 668867"/>
                <a:gd name="connsiteY1" fmla="*/ 42333 h 414867"/>
                <a:gd name="connsiteX2" fmla="*/ 33867 w 668867"/>
                <a:gd name="connsiteY2" fmla="*/ 76200 h 414867"/>
                <a:gd name="connsiteX3" fmla="*/ 42334 w 668867"/>
                <a:gd name="connsiteY3" fmla="*/ 101600 h 414867"/>
                <a:gd name="connsiteX4" fmla="*/ 59267 w 668867"/>
                <a:gd name="connsiteY4" fmla="*/ 127000 h 414867"/>
                <a:gd name="connsiteX5" fmla="*/ 67734 w 668867"/>
                <a:gd name="connsiteY5" fmla="*/ 152400 h 414867"/>
                <a:gd name="connsiteX6" fmla="*/ 143934 w 668867"/>
                <a:gd name="connsiteY6" fmla="*/ 228600 h 414867"/>
                <a:gd name="connsiteX7" fmla="*/ 254000 w 668867"/>
                <a:gd name="connsiteY7" fmla="*/ 296333 h 414867"/>
                <a:gd name="connsiteX8" fmla="*/ 372534 w 668867"/>
                <a:gd name="connsiteY8" fmla="*/ 330200 h 414867"/>
                <a:gd name="connsiteX9" fmla="*/ 541867 w 668867"/>
                <a:gd name="connsiteY9" fmla="*/ 381000 h 414867"/>
                <a:gd name="connsiteX10" fmla="*/ 609600 w 668867"/>
                <a:gd name="connsiteY10" fmla="*/ 406400 h 414867"/>
                <a:gd name="connsiteX11" fmla="*/ 668867 w 668867"/>
                <a:gd name="connsiteY11" fmla="*/ 414867 h 4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8867" h="414867">
                  <a:moveTo>
                    <a:pt x="0" y="0"/>
                  </a:moveTo>
                  <a:cubicBezTo>
                    <a:pt x="5645" y="14111"/>
                    <a:pt x="10761" y="28445"/>
                    <a:pt x="16934" y="42333"/>
                  </a:cubicBezTo>
                  <a:cubicBezTo>
                    <a:pt x="22060" y="53867"/>
                    <a:pt x="28895" y="64599"/>
                    <a:pt x="33867" y="76200"/>
                  </a:cubicBezTo>
                  <a:cubicBezTo>
                    <a:pt x="37383" y="84403"/>
                    <a:pt x="38343" y="93618"/>
                    <a:pt x="42334" y="101600"/>
                  </a:cubicBezTo>
                  <a:cubicBezTo>
                    <a:pt x="46885" y="110701"/>
                    <a:pt x="54716" y="117899"/>
                    <a:pt x="59267" y="127000"/>
                  </a:cubicBezTo>
                  <a:cubicBezTo>
                    <a:pt x="63258" y="134982"/>
                    <a:pt x="62021" y="145544"/>
                    <a:pt x="67734" y="152400"/>
                  </a:cubicBezTo>
                  <a:cubicBezTo>
                    <a:pt x="90730" y="179995"/>
                    <a:pt x="118534" y="203200"/>
                    <a:pt x="143934" y="228600"/>
                  </a:cubicBezTo>
                  <a:cubicBezTo>
                    <a:pt x="184407" y="269073"/>
                    <a:pt x="177700" y="267720"/>
                    <a:pt x="254000" y="296333"/>
                  </a:cubicBezTo>
                  <a:cubicBezTo>
                    <a:pt x="292476" y="310762"/>
                    <a:pt x="333722" y="316700"/>
                    <a:pt x="372534" y="330200"/>
                  </a:cubicBezTo>
                  <a:cubicBezTo>
                    <a:pt x="538698" y="387997"/>
                    <a:pt x="351993" y="346478"/>
                    <a:pt x="541867" y="381000"/>
                  </a:cubicBezTo>
                  <a:cubicBezTo>
                    <a:pt x="564445" y="389467"/>
                    <a:pt x="586301" y="400187"/>
                    <a:pt x="609600" y="406400"/>
                  </a:cubicBezTo>
                  <a:cubicBezTo>
                    <a:pt x="628882" y="411542"/>
                    <a:pt x="668867" y="414867"/>
                    <a:pt x="668867" y="414867"/>
                  </a:cubicBezTo>
                </a:path>
              </a:pathLst>
            </a:custGeom>
            <a:noFill/>
            <a:ln>
              <a:solidFill>
                <a:srgbClr val="0070C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F951E01-8D85-72D8-C09C-EE65E8230F3E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9428764" y="880059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FF552998-6683-1C20-9BAB-74A0FFD1F6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9428764" y="880059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93352D3-B703-0766-7990-DA40BD82BA3D}"/>
                </a:ext>
              </a:extLst>
            </p:cNvPr>
            <p:cNvSpPr txBox="1"/>
            <p:nvPr/>
          </p:nvSpPr>
          <p:spPr>
            <a:xfrm rot="352725">
              <a:off x="9547890" y="1076323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pic>
        <p:nvPicPr>
          <p:cNvPr id="4" name="Picture 3" descr="A cartoon of a green tank&#10;&#10;Description automatically generated">
            <a:extLst>
              <a:ext uri="{FF2B5EF4-FFF2-40B4-BE49-F238E27FC236}">
                <a16:creationId xmlns:a16="http://schemas.microsoft.com/office/drawing/2014/main" id="{EF9339A7-36C2-680F-608A-285A29EEA7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25" b="21196"/>
          <a:stretch/>
        </p:blipFill>
        <p:spPr>
          <a:xfrm>
            <a:off x="9250766" y="2166957"/>
            <a:ext cx="1865376" cy="111511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80CA05A-7442-FC8B-4601-7741F861BF8E}"/>
              </a:ext>
            </a:extLst>
          </p:cNvPr>
          <p:cNvGrpSpPr/>
          <p:nvPr/>
        </p:nvGrpSpPr>
        <p:grpSpPr>
          <a:xfrm>
            <a:off x="2404980" y="3453919"/>
            <a:ext cx="1987557" cy="767555"/>
            <a:chOff x="2404980" y="3453919"/>
            <a:chExt cx="1987557" cy="7675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6D1C2F0-17F7-593B-03E1-6C31189971A7}"/>
                    </a:ext>
                  </a:extLst>
                </p:cNvPr>
                <p:cNvSpPr txBox="1"/>
                <p:nvPr/>
              </p:nvSpPr>
              <p:spPr>
                <a:xfrm>
                  <a:off x="2404980" y="3453919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6D1C2F0-17F7-593B-03E1-6C3118997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4980" y="3453919"/>
                  <a:ext cx="59234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0309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A57093-3678-2D3A-9A11-4B635FF7B0BE}"/>
                    </a:ext>
                  </a:extLst>
                </p:cNvPr>
                <p:cNvSpPr txBox="1"/>
                <p:nvPr/>
              </p:nvSpPr>
              <p:spPr>
                <a:xfrm>
                  <a:off x="2779279" y="3944475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7A57093-3678-2D3A-9A11-4B635FF7B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279" y="3944475"/>
                  <a:ext cx="59234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309" b="-2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E7A2072-B4EF-89EF-0F79-DF6FBD3EBFD3}"/>
                    </a:ext>
                  </a:extLst>
                </p:cNvPr>
                <p:cNvSpPr txBox="1"/>
                <p:nvPr/>
              </p:nvSpPr>
              <p:spPr>
                <a:xfrm>
                  <a:off x="3800195" y="3531066"/>
                  <a:ext cx="592342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E7A2072-B4EF-89EF-0F79-DF6FBD3EB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195" y="3531066"/>
                  <a:ext cx="592342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0204" b="-2391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379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BF3CF-31CB-8337-9FC2-9A7880FC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97EC5-50EB-3DB0-2217-E51672949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4CC05-D607-3145-21EB-526FF1FF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Decision Tree for Multiple </a:t>
            </a:r>
            <a:r>
              <a:rPr lang="en-US" sz="5400" dirty="0">
                <a:solidFill>
                  <a:srgbClr val="00B050"/>
                </a:solidFill>
              </a:rPr>
              <a:t>Outcomes</a:t>
            </a: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B01B5231-F1AE-DEC8-DA64-CC9F88D4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A tree with orange leaves&#10;&#10;Description automatically generated">
            <a:extLst>
              <a:ext uri="{FF2B5EF4-FFF2-40B4-BE49-F238E27FC236}">
                <a16:creationId xmlns:a16="http://schemas.microsoft.com/office/drawing/2014/main" id="{77085429-1159-E5FA-C35F-963C3DB68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2" b="23230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A0FF513-E518-EB7D-3B1D-65EB4434D49F}"/>
              </a:ext>
            </a:extLst>
          </p:cNvPr>
          <p:cNvGrpSpPr/>
          <p:nvPr/>
        </p:nvGrpSpPr>
        <p:grpSpPr>
          <a:xfrm>
            <a:off x="4217637" y="4342147"/>
            <a:ext cx="2159000" cy="2185135"/>
            <a:chOff x="3742268" y="921614"/>
            <a:chExt cx="2159000" cy="2185135"/>
          </a:xfrm>
        </p:grpSpPr>
        <p:pic>
          <p:nvPicPr>
            <p:cNvPr id="6" name="Picture 5" descr="A cartoon of a earth wearing a hat&#10;&#10;Description automatically generated">
              <a:extLst>
                <a:ext uri="{FF2B5EF4-FFF2-40B4-BE49-F238E27FC236}">
                  <a16:creationId xmlns:a16="http://schemas.microsoft.com/office/drawing/2014/main" id="{CB4DEA02-78FB-3A03-AC0C-4F43DD902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47" t="10561" r="10522" b="16198"/>
            <a:stretch/>
          </p:blipFill>
          <p:spPr>
            <a:xfrm>
              <a:off x="3742268" y="921614"/>
              <a:ext cx="2159000" cy="218513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75B198-C5B8-96A1-9919-DAFC7ABB8AB3}"/>
                </a:ext>
              </a:extLst>
            </p:cNvPr>
            <p:cNvSpPr txBox="1"/>
            <p:nvPr/>
          </p:nvSpPr>
          <p:spPr>
            <a:xfrm rot="477634">
              <a:off x="4284216" y="1094673"/>
              <a:ext cx="1210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F9ED5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NATURE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698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E1A75-3DF9-81E1-560D-DA9104C8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CDEFB69-C53C-63E8-1839-7B4495698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AB4EF1AC-D95C-904E-0E0D-8B7CE1165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EA33F-1916-E308-73A0-A876AE38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A Decision Tree: One </a:t>
            </a:r>
            <a:r>
              <a:rPr lang="en-US" sz="5400" dirty="0">
                <a:solidFill>
                  <a:srgbClr val="C00000"/>
                </a:solidFill>
              </a:rPr>
              <a:t>Action</a:t>
            </a:r>
            <a:r>
              <a:rPr lang="en-US" sz="5400" dirty="0"/>
              <a:t>, One </a:t>
            </a:r>
            <a:r>
              <a:rPr lang="en-US" sz="5400" dirty="0">
                <a:solidFill>
                  <a:srgbClr val="00B050"/>
                </a:solidFill>
              </a:rPr>
              <a:t>Outcome</a:t>
            </a:r>
            <a:endParaRPr lang="en-US" sz="4900" dirty="0">
              <a:solidFill>
                <a:srgbClr val="00B05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7BE07E-D788-7397-61AE-9CD4E5AE333A}"/>
              </a:ext>
            </a:extLst>
          </p:cNvPr>
          <p:cNvGrpSpPr/>
          <p:nvPr/>
        </p:nvGrpSpPr>
        <p:grpSpPr>
          <a:xfrm>
            <a:off x="2103120" y="1927598"/>
            <a:ext cx="3026664" cy="2818138"/>
            <a:chOff x="2103120" y="1927598"/>
            <a:chExt cx="3026664" cy="2818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85478A-29AC-1B36-C650-0DF2775DB57E}"/>
                </a:ext>
              </a:extLst>
            </p:cNvPr>
            <p:cNvGrpSpPr/>
            <p:nvPr/>
          </p:nvGrpSpPr>
          <p:grpSpPr>
            <a:xfrm>
              <a:off x="3209544" y="2112264"/>
              <a:ext cx="1920240" cy="2633472"/>
              <a:chOff x="3209544" y="2112264"/>
              <a:chExt cx="1920240" cy="263347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83E6F05-E23C-8DF7-F6DB-64B69E194C00}"/>
                  </a:ext>
                </a:extLst>
              </p:cNvPr>
              <p:cNvGrpSpPr/>
              <p:nvPr/>
            </p:nvGrpSpPr>
            <p:grpSpPr>
              <a:xfrm>
                <a:off x="3209544" y="2112264"/>
                <a:ext cx="1920240" cy="1316736"/>
                <a:chOff x="3209544" y="2112264"/>
                <a:chExt cx="1920240" cy="1316736"/>
              </a:xfrm>
            </p:grpSpPr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1B561F54-ACB9-2686-8D67-743B9100D5A0}"/>
                    </a:ext>
                  </a:extLst>
                </p:cNvPr>
                <p:cNvCxnSpPr>
                  <a:stCxn id="43" idx="3"/>
                </p:cNvCxnSpPr>
                <p:nvPr/>
              </p:nvCxnSpPr>
              <p:spPr>
                <a:xfrm flipV="1">
                  <a:off x="3209544" y="2112264"/>
                  <a:ext cx="1920240" cy="13167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9430AC56-AE14-8CE6-5B1C-C9024B4462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3262" y="2453932"/>
                      <a:ext cx="17280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D91CFB64-16A5-FA56-9C69-264ED41B00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3262" y="2453932"/>
                      <a:ext cx="172804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35714" r="-3214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AC8CA99-527C-A22A-86CF-99BFFEBE714E}"/>
                  </a:ext>
                </a:extLst>
              </p:cNvPr>
              <p:cNvGrpSpPr/>
              <p:nvPr/>
            </p:nvGrpSpPr>
            <p:grpSpPr>
              <a:xfrm>
                <a:off x="3209544" y="3105834"/>
                <a:ext cx="1920240" cy="323166"/>
                <a:chOff x="3209544" y="3105834"/>
                <a:chExt cx="1920240" cy="323166"/>
              </a:xfrm>
            </p:grpSpPr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7791FD90-E5C1-407C-A6DF-01F4061822B2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3209544" y="3429000"/>
                  <a:ext cx="192024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9F98432A-34B6-6CDD-F4BE-03ACA66C21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77363" y="3105834"/>
                      <a:ext cx="20249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AA2248E8-2CC8-1398-BAD4-786E9AC16E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77363" y="3105834"/>
                      <a:ext cx="202491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0303" r="-24242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61CF0A7-6D77-B14D-5740-48418EF4633F}"/>
                  </a:ext>
                </a:extLst>
              </p:cNvPr>
              <p:cNvGrpSpPr/>
              <p:nvPr/>
            </p:nvGrpSpPr>
            <p:grpSpPr>
              <a:xfrm>
                <a:off x="3209544" y="3429000"/>
                <a:ext cx="1920240" cy="1316736"/>
                <a:chOff x="3209544" y="3429000"/>
                <a:chExt cx="1920240" cy="1316736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D86DF95-9615-0CDB-ADC3-0BBDC80571BC}"/>
                    </a:ext>
                  </a:extLst>
                </p:cNvPr>
                <p:cNvCxnSpPr>
                  <a:cxnSpLocks/>
                  <a:stCxn id="43" idx="3"/>
                </p:cNvCxnSpPr>
                <p:nvPr/>
              </p:nvCxnSpPr>
              <p:spPr>
                <a:xfrm>
                  <a:off x="3209544" y="3429000"/>
                  <a:ext cx="1920240" cy="131673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558BDE41-98BF-5AED-C8A1-B739086DF7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3262" y="3764201"/>
                      <a:ext cx="1965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9AC6FC71-44EC-4EFE-D179-D06153D965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3262" y="3764201"/>
                      <a:ext cx="19659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1250" r="-25000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348F580-DC14-53C3-F693-121B87B3CA4A}"/>
                </a:ext>
              </a:extLst>
            </p:cNvPr>
            <p:cNvGrpSpPr/>
            <p:nvPr/>
          </p:nvGrpSpPr>
          <p:grpSpPr>
            <a:xfrm>
              <a:off x="2103120" y="1927598"/>
              <a:ext cx="2057400" cy="477274"/>
              <a:chOff x="2103120" y="1927598"/>
              <a:chExt cx="2057400" cy="47727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289D43-0D46-70DF-6C26-3D4C6E06A9EF}"/>
                  </a:ext>
                </a:extLst>
              </p:cNvPr>
              <p:cNvSpPr txBox="1"/>
              <p:nvPr/>
            </p:nvSpPr>
            <p:spPr>
              <a:xfrm>
                <a:off x="2103120" y="1927598"/>
                <a:ext cx="1024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Action</a:t>
                </a: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A50C142-6809-7F95-9EB8-E45D29376E77}"/>
                  </a:ext>
                </a:extLst>
              </p:cNvPr>
              <p:cNvSpPr/>
              <p:nvPr/>
            </p:nvSpPr>
            <p:spPr>
              <a:xfrm>
                <a:off x="3145536" y="2067503"/>
                <a:ext cx="1014984" cy="337369"/>
              </a:xfrm>
              <a:custGeom>
                <a:avLst/>
                <a:gdLst>
                  <a:gd name="connsiteX0" fmla="*/ 0 w 1014984"/>
                  <a:gd name="connsiteY0" fmla="*/ 17329 h 337369"/>
                  <a:gd name="connsiteX1" fmla="*/ 420624 w 1014984"/>
                  <a:gd name="connsiteY1" fmla="*/ 17329 h 337369"/>
                  <a:gd name="connsiteX2" fmla="*/ 576072 w 1014984"/>
                  <a:gd name="connsiteY2" fmla="*/ 35617 h 337369"/>
                  <a:gd name="connsiteX3" fmla="*/ 804672 w 1014984"/>
                  <a:gd name="connsiteY3" fmla="*/ 90481 h 337369"/>
                  <a:gd name="connsiteX4" fmla="*/ 877824 w 1014984"/>
                  <a:gd name="connsiteY4" fmla="*/ 117913 h 337369"/>
                  <a:gd name="connsiteX5" fmla="*/ 941832 w 1014984"/>
                  <a:gd name="connsiteY5" fmla="*/ 172777 h 337369"/>
                  <a:gd name="connsiteX6" fmla="*/ 978408 w 1014984"/>
                  <a:gd name="connsiteY6" fmla="*/ 200209 h 337369"/>
                  <a:gd name="connsiteX7" fmla="*/ 996696 w 1014984"/>
                  <a:gd name="connsiteY7" fmla="*/ 291649 h 337369"/>
                  <a:gd name="connsiteX8" fmla="*/ 1014984 w 1014984"/>
                  <a:gd name="connsiteY8" fmla="*/ 337369 h 3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4984" h="337369">
                    <a:moveTo>
                      <a:pt x="0" y="17329"/>
                    </a:moveTo>
                    <a:cubicBezTo>
                      <a:pt x="167802" y="-10638"/>
                      <a:pt x="84751" y="-349"/>
                      <a:pt x="420624" y="17329"/>
                    </a:cubicBezTo>
                    <a:cubicBezTo>
                      <a:pt x="472725" y="20071"/>
                      <a:pt x="524487" y="27801"/>
                      <a:pt x="576072" y="35617"/>
                    </a:cubicBezTo>
                    <a:cubicBezTo>
                      <a:pt x="697973" y="54087"/>
                      <a:pt x="706089" y="55687"/>
                      <a:pt x="804672" y="90481"/>
                    </a:cubicBezTo>
                    <a:cubicBezTo>
                      <a:pt x="829229" y="99148"/>
                      <a:pt x="854116" y="107137"/>
                      <a:pt x="877824" y="117913"/>
                    </a:cubicBezTo>
                    <a:cubicBezTo>
                      <a:pt x="906928" y="131142"/>
                      <a:pt x="917370" y="151373"/>
                      <a:pt x="941832" y="172777"/>
                    </a:cubicBezTo>
                    <a:cubicBezTo>
                      <a:pt x="953301" y="182813"/>
                      <a:pt x="966216" y="191065"/>
                      <a:pt x="978408" y="200209"/>
                    </a:cubicBezTo>
                    <a:cubicBezTo>
                      <a:pt x="984504" y="230689"/>
                      <a:pt x="985152" y="262789"/>
                      <a:pt x="996696" y="291649"/>
                    </a:cubicBezTo>
                    <a:lnTo>
                      <a:pt x="1014984" y="33736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C93789-F7F8-9543-5ABD-DA5320F0EA48}"/>
              </a:ext>
            </a:extLst>
          </p:cNvPr>
          <p:cNvGrpSpPr/>
          <p:nvPr/>
        </p:nvGrpSpPr>
        <p:grpSpPr>
          <a:xfrm>
            <a:off x="1760220" y="3536638"/>
            <a:ext cx="1920240" cy="1393444"/>
            <a:chOff x="1760220" y="3536638"/>
            <a:chExt cx="1920240" cy="1393444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B0F1ACC-B034-77FB-638E-78455626A042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D3186F-4570-E0E0-79D6-F5336EE2FC73}"/>
                </a:ext>
              </a:extLst>
            </p:cNvPr>
            <p:cNvSpPr txBox="1"/>
            <p:nvPr/>
          </p:nvSpPr>
          <p:spPr>
            <a:xfrm>
              <a:off x="1760220" y="4560750"/>
              <a:ext cx="192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Decision node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4142BD-46A1-490F-1E18-26C378AFE979}"/>
              </a:ext>
            </a:extLst>
          </p:cNvPr>
          <p:cNvGrpSpPr/>
          <p:nvPr/>
        </p:nvGrpSpPr>
        <p:grpSpPr>
          <a:xfrm>
            <a:off x="564833" y="2490235"/>
            <a:ext cx="2644711" cy="2319183"/>
            <a:chOff x="564833" y="2490235"/>
            <a:chExt cx="2644711" cy="231918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4165C96-F042-7B7B-CFF6-54545F74CDA2}"/>
                </a:ext>
              </a:extLst>
            </p:cNvPr>
            <p:cNvSpPr txBox="1"/>
            <p:nvPr/>
          </p:nvSpPr>
          <p:spPr>
            <a:xfrm>
              <a:off x="2231136" y="3244334"/>
              <a:ext cx="978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</a:t>
              </a:r>
            </a:p>
          </p:txBody>
        </p:sp>
        <p:pic>
          <p:nvPicPr>
            <p:cNvPr id="44" name="Picture 43" descr="A cartoon of a child&#10;&#10;Description automatically generated">
              <a:extLst>
                <a:ext uri="{FF2B5EF4-FFF2-40B4-BE49-F238E27FC236}">
                  <a16:creationId xmlns:a16="http://schemas.microsoft.com/office/drawing/2014/main" id="{F615EC95-2DB0-0E53-DE40-F870AB2BE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88" t="6134" r="25596" b="6000"/>
            <a:stretch/>
          </p:blipFill>
          <p:spPr>
            <a:xfrm>
              <a:off x="564833" y="2490235"/>
              <a:ext cx="1066038" cy="2319183"/>
            </a:xfrm>
            <a:custGeom>
              <a:avLst/>
              <a:gdLst/>
              <a:ahLst/>
              <a:cxnLst/>
              <a:rect l="l" t="t" r="r" b="b"/>
              <a:pathLst>
                <a:path w="4052199" h="6858000">
                  <a:moveTo>
                    <a:pt x="25603" y="0"/>
                  </a:moveTo>
                  <a:lnTo>
                    <a:pt x="4052199" y="0"/>
                  </a:lnTo>
                  <a:lnTo>
                    <a:pt x="4052199" y="6858000"/>
                  </a:lnTo>
                  <a:lnTo>
                    <a:pt x="28079" y="6858000"/>
                  </a:lnTo>
                  <a:lnTo>
                    <a:pt x="37459" y="6497135"/>
                  </a:lnTo>
                  <a:cubicBezTo>
                    <a:pt x="37586" y="6492050"/>
                    <a:pt x="38603" y="6487092"/>
                    <a:pt x="38603" y="6482007"/>
                  </a:cubicBezTo>
                  <a:cubicBezTo>
                    <a:pt x="47502" y="6367973"/>
                    <a:pt x="52587" y="6253939"/>
                    <a:pt x="18135" y="6142702"/>
                  </a:cubicBezTo>
                  <a:cubicBezTo>
                    <a:pt x="15084" y="6132214"/>
                    <a:pt x="13495" y="6121344"/>
                    <a:pt x="13432" y="6110411"/>
                  </a:cubicBezTo>
                  <a:cubicBezTo>
                    <a:pt x="11690" y="6013324"/>
                    <a:pt x="15936" y="5916236"/>
                    <a:pt x="26145" y="5819669"/>
                  </a:cubicBezTo>
                  <a:cubicBezTo>
                    <a:pt x="31229" y="5760555"/>
                    <a:pt x="26017" y="5700423"/>
                    <a:pt x="42926" y="5641690"/>
                  </a:cubicBezTo>
                  <a:cubicBezTo>
                    <a:pt x="50337" y="5612565"/>
                    <a:pt x="54595" y="5582728"/>
                    <a:pt x="55638" y="5552700"/>
                  </a:cubicBezTo>
                  <a:cubicBezTo>
                    <a:pt x="60087" y="5479983"/>
                    <a:pt x="38603" y="5411588"/>
                    <a:pt x="18263" y="5343066"/>
                  </a:cubicBezTo>
                  <a:cubicBezTo>
                    <a:pt x="7456" y="5306707"/>
                    <a:pt x="-5384" y="5269459"/>
                    <a:pt x="2372" y="5231320"/>
                  </a:cubicBezTo>
                  <a:cubicBezTo>
                    <a:pt x="16076" y="5173655"/>
                    <a:pt x="23920" y="5114744"/>
                    <a:pt x="25763" y="5055502"/>
                  </a:cubicBezTo>
                  <a:cubicBezTo>
                    <a:pt x="25635" y="5012660"/>
                    <a:pt x="15338" y="4970962"/>
                    <a:pt x="18898" y="4928374"/>
                  </a:cubicBezTo>
                  <a:cubicBezTo>
                    <a:pt x="27073" y="4845715"/>
                    <a:pt x="29157" y="4762561"/>
                    <a:pt x="25127" y="4679584"/>
                  </a:cubicBezTo>
                  <a:cubicBezTo>
                    <a:pt x="25077" y="4646429"/>
                    <a:pt x="28776" y="4613376"/>
                    <a:pt x="36187" y="4581060"/>
                  </a:cubicBezTo>
                  <a:cubicBezTo>
                    <a:pt x="45493" y="4524043"/>
                    <a:pt x="47464" y="4466060"/>
                    <a:pt x="42036" y="4408547"/>
                  </a:cubicBezTo>
                  <a:cubicBezTo>
                    <a:pt x="36060" y="4341932"/>
                    <a:pt x="18263" y="4276334"/>
                    <a:pt x="13685" y="4209719"/>
                  </a:cubicBezTo>
                  <a:cubicBezTo>
                    <a:pt x="6694" y="4099371"/>
                    <a:pt x="16610" y="3989024"/>
                    <a:pt x="26398" y="3879186"/>
                  </a:cubicBezTo>
                  <a:cubicBezTo>
                    <a:pt x="34026" y="3808731"/>
                    <a:pt x="36060" y="3737781"/>
                    <a:pt x="32501" y="3667009"/>
                  </a:cubicBezTo>
                  <a:cubicBezTo>
                    <a:pt x="28051" y="3610818"/>
                    <a:pt x="21059" y="3554755"/>
                    <a:pt x="19788" y="3498437"/>
                  </a:cubicBezTo>
                  <a:cubicBezTo>
                    <a:pt x="17627" y="3398006"/>
                    <a:pt x="18390" y="3297701"/>
                    <a:pt x="24237" y="3197143"/>
                  </a:cubicBezTo>
                  <a:cubicBezTo>
                    <a:pt x="27162" y="3146928"/>
                    <a:pt x="32119" y="3096966"/>
                    <a:pt x="34026" y="3046242"/>
                  </a:cubicBezTo>
                  <a:cubicBezTo>
                    <a:pt x="35933" y="2995518"/>
                    <a:pt x="40001" y="2944413"/>
                    <a:pt x="28433" y="2894578"/>
                  </a:cubicBezTo>
                  <a:cubicBezTo>
                    <a:pt x="8855" y="2810038"/>
                    <a:pt x="23220" y="2725879"/>
                    <a:pt x="27415" y="2641593"/>
                  </a:cubicBezTo>
                  <a:cubicBezTo>
                    <a:pt x="29958" y="2589217"/>
                    <a:pt x="45214" y="2535568"/>
                    <a:pt x="31738" y="2484717"/>
                  </a:cubicBezTo>
                  <a:cubicBezTo>
                    <a:pt x="10507" y="2405008"/>
                    <a:pt x="24492" y="2326951"/>
                    <a:pt x="31738" y="2248513"/>
                  </a:cubicBezTo>
                  <a:cubicBezTo>
                    <a:pt x="40218" y="2174283"/>
                    <a:pt x="38768" y="2099252"/>
                    <a:pt x="27415" y="2025403"/>
                  </a:cubicBezTo>
                  <a:cubicBezTo>
                    <a:pt x="12986" y="1952165"/>
                    <a:pt x="12986" y="1876803"/>
                    <a:pt x="27415" y="1803565"/>
                  </a:cubicBezTo>
                  <a:cubicBezTo>
                    <a:pt x="39276" y="1743102"/>
                    <a:pt x="40598" y="1681038"/>
                    <a:pt x="31356" y="1620119"/>
                  </a:cubicBezTo>
                  <a:cubicBezTo>
                    <a:pt x="25127" y="1576514"/>
                    <a:pt x="13940" y="1533163"/>
                    <a:pt x="12414" y="1489558"/>
                  </a:cubicBezTo>
                  <a:cubicBezTo>
                    <a:pt x="9262" y="1398420"/>
                    <a:pt x="11118" y="1307167"/>
                    <a:pt x="18008" y="1216233"/>
                  </a:cubicBezTo>
                  <a:cubicBezTo>
                    <a:pt x="26017" y="1112496"/>
                    <a:pt x="41400" y="1009268"/>
                    <a:pt x="30721" y="904896"/>
                  </a:cubicBezTo>
                  <a:cubicBezTo>
                    <a:pt x="27162" y="869046"/>
                    <a:pt x="19661" y="833323"/>
                    <a:pt x="18771" y="797346"/>
                  </a:cubicBezTo>
                  <a:cubicBezTo>
                    <a:pt x="17118" y="730095"/>
                    <a:pt x="16737" y="663607"/>
                    <a:pt x="20169" y="593941"/>
                  </a:cubicBezTo>
                  <a:cubicBezTo>
                    <a:pt x="23602" y="524274"/>
                    <a:pt x="38348" y="451938"/>
                    <a:pt x="28433" y="383798"/>
                  </a:cubicBezTo>
                  <a:cubicBezTo>
                    <a:pt x="18516" y="315657"/>
                    <a:pt x="24873" y="248406"/>
                    <a:pt x="31229" y="181410"/>
                  </a:cubicBezTo>
                  <a:cubicBezTo>
                    <a:pt x="34344" y="149565"/>
                    <a:pt x="36410" y="118069"/>
                    <a:pt x="35854" y="86700"/>
                  </a:cubicBezTo>
                  <a:close/>
                </a:path>
              </a:pathLst>
            </a:cu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9DA4EA-6B83-5066-42B5-AE0B783AA25D}"/>
              </a:ext>
            </a:extLst>
          </p:cNvPr>
          <p:cNvGrpSpPr/>
          <p:nvPr/>
        </p:nvGrpSpPr>
        <p:grpSpPr>
          <a:xfrm>
            <a:off x="9126189" y="1690688"/>
            <a:ext cx="1965768" cy="824898"/>
            <a:chOff x="1348692" y="5886294"/>
            <a:chExt cx="1965768" cy="8248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D555833-C791-35AB-83C4-EE36325DB76B}"/>
                    </a:ext>
                  </a:extLst>
                </p:cNvPr>
                <p:cNvSpPr txBox="1"/>
                <p:nvPr/>
              </p:nvSpPr>
              <p:spPr>
                <a:xfrm>
                  <a:off x="1348692" y="5886294"/>
                  <a:ext cx="1703928" cy="369332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5EE97F0-9EC3-B02E-3D01-4EB0ECB42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8692" y="5886294"/>
                  <a:ext cx="1703928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534" b="-1563"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3AA0FB-96BA-670D-F6BA-AB522D826EF3}"/>
                </a:ext>
              </a:extLst>
            </p:cNvPr>
            <p:cNvSpPr txBox="1"/>
            <p:nvPr/>
          </p:nvSpPr>
          <p:spPr>
            <a:xfrm>
              <a:off x="1348692" y="6341860"/>
              <a:ext cx="1965768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Set of Actions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37B2019-B9DB-0983-42D4-6FBD9F200D5E}"/>
              </a:ext>
            </a:extLst>
          </p:cNvPr>
          <p:cNvGrpSpPr/>
          <p:nvPr/>
        </p:nvGrpSpPr>
        <p:grpSpPr>
          <a:xfrm>
            <a:off x="5286373" y="1973764"/>
            <a:ext cx="6592160" cy="3475090"/>
            <a:chOff x="5286373" y="1973764"/>
            <a:chExt cx="6592160" cy="347509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E5582AB-CE3F-3384-BDF6-7B0D6F55895A}"/>
                </a:ext>
              </a:extLst>
            </p:cNvPr>
            <p:cNvGrpSpPr/>
            <p:nvPr/>
          </p:nvGrpSpPr>
          <p:grpSpPr>
            <a:xfrm>
              <a:off x="5286373" y="1973764"/>
              <a:ext cx="2535940" cy="2893244"/>
              <a:chOff x="5286373" y="1973764"/>
              <a:chExt cx="2535940" cy="28932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DB37B25-F5B1-62D0-5D64-43A273AD419C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5" y="4590009"/>
                    <a:ext cx="17472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057D8B5C-1AF9-9131-C63F-5D51480418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5" y="4590009"/>
                    <a:ext cx="174727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034" r="-3448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1C5850B6-3252-8381-15FC-02869812C24B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4" y="3280495"/>
                    <a:ext cx="17472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032ECEC-7D82-5F13-EA42-8B468B0072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4" y="3280495"/>
                    <a:ext cx="174727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1034" r="-34483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139FFD4-164B-D02B-BB20-74647716D268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373" y="1973764"/>
                    <a:ext cx="30296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DE485D0-688A-A547-7C7D-2A982F4936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373" y="1973764"/>
                    <a:ext cx="30296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000" r="-20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F3C16DC-2EA4-E8C4-DEB1-75AA01E0A47C}"/>
                  </a:ext>
                </a:extLst>
              </p:cNvPr>
              <p:cNvGrpSpPr/>
              <p:nvPr/>
            </p:nvGrpSpPr>
            <p:grpSpPr>
              <a:xfrm>
                <a:off x="5540415" y="3280495"/>
                <a:ext cx="2281898" cy="369332"/>
                <a:chOff x="5540415" y="3280495"/>
                <a:chExt cx="2281898" cy="369332"/>
              </a:xfrm>
            </p:grpSpPr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A69075DC-073C-E473-DA3B-2A2046587F60}"/>
                    </a:ext>
                  </a:extLst>
                </p:cNvPr>
                <p:cNvSpPr/>
                <p:nvPr/>
              </p:nvSpPr>
              <p:spPr>
                <a:xfrm flipH="1" flipV="1">
                  <a:off x="5540415" y="3428998"/>
                  <a:ext cx="955635" cy="45719"/>
                </a:xfrm>
                <a:custGeom>
                  <a:avLst/>
                  <a:gdLst>
                    <a:gd name="connsiteX0" fmla="*/ 0 w 1014984"/>
                    <a:gd name="connsiteY0" fmla="*/ 17329 h 337369"/>
                    <a:gd name="connsiteX1" fmla="*/ 420624 w 1014984"/>
                    <a:gd name="connsiteY1" fmla="*/ 17329 h 337369"/>
                    <a:gd name="connsiteX2" fmla="*/ 576072 w 1014984"/>
                    <a:gd name="connsiteY2" fmla="*/ 35617 h 337369"/>
                    <a:gd name="connsiteX3" fmla="*/ 804672 w 1014984"/>
                    <a:gd name="connsiteY3" fmla="*/ 90481 h 337369"/>
                    <a:gd name="connsiteX4" fmla="*/ 877824 w 1014984"/>
                    <a:gd name="connsiteY4" fmla="*/ 117913 h 337369"/>
                    <a:gd name="connsiteX5" fmla="*/ 941832 w 1014984"/>
                    <a:gd name="connsiteY5" fmla="*/ 172777 h 337369"/>
                    <a:gd name="connsiteX6" fmla="*/ 978408 w 1014984"/>
                    <a:gd name="connsiteY6" fmla="*/ 200209 h 337369"/>
                    <a:gd name="connsiteX7" fmla="*/ 996696 w 1014984"/>
                    <a:gd name="connsiteY7" fmla="*/ 291649 h 337369"/>
                    <a:gd name="connsiteX8" fmla="*/ 1014984 w 1014984"/>
                    <a:gd name="connsiteY8" fmla="*/ 337369 h 337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14984" h="337369">
                      <a:moveTo>
                        <a:pt x="0" y="17329"/>
                      </a:moveTo>
                      <a:cubicBezTo>
                        <a:pt x="167802" y="-10638"/>
                        <a:pt x="84751" y="-349"/>
                        <a:pt x="420624" y="17329"/>
                      </a:cubicBezTo>
                      <a:cubicBezTo>
                        <a:pt x="472725" y="20071"/>
                        <a:pt x="524487" y="27801"/>
                        <a:pt x="576072" y="35617"/>
                      </a:cubicBezTo>
                      <a:cubicBezTo>
                        <a:pt x="697973" y="54087"/>
                        <a:pt x="706089" y="55687"/>
                        <a:pt x="804672" y="90481"/>
                      </a:cubicBezTo>
                      <a:cubicBezTo>
                        <a:pt x="829229" y="99148"/>
                        <a:pt x="854116" y="107137"/>
                        <a:pt x="877824" y="117913"/>
                      </a:cubicBezTo>
                      <a:cubicBezTo>
                        <a:pt x="906928" y="131142"/>
                        <a:pt x="917370" y="151373"/>
                        <a:pt x="941832" y="172777"/>
                      </a:cubicBezTo>
                      <a:cubicBezTo>
                        <a:pt x="953301" y="182813"/>
                        <a:pt x="966216" y="191065"/>
                        <a:pt x="978408" y="200209"/>
                      </a:cubicBezTo>
                      <a:cubicBezTo>
                        <a:pt x="984504" y="230689"/>
                        <a:pt x="985152" y="262789"/>
                        <a:pt x="996696" y="291649"/>
                      </a:cubicBezTo>
                      <a:lnTo>
                        <a:pt x="1014984" y="337369"/>
                      </a:lnTo>
                    </a:path>
                  </a:pathLst>
                </a:custGeom>
                <a:noFill/>
                <a:ln>
                  <a:solidFill>
                    <a:srgbClr val="7030A0"/>
                  </a:solidFill>
                  <a:tailEnd type="stealt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19E532EA-053C-B117-CFE8-142E839DB84A}"/>
                    </a:ext>
                  </a:extLst>
                </p:cNvPr>
                <p:cNvSpPr txBox="1"/>
                <p:nvPr/>
              </p:nvSpPr>
              <p:spPr>
                <a:xfrm>
                  <a:off x="6302123" y="3280495"/>
                  <a:ext cx="15201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030A0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Payoff</a:t>
                  </a:r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6A89796-18B0-E701-23C7-789635C3A49C}"/>
                </a:ext>
              </a:extLst>
            </p:cNvPr>
            <p:cNvGrpSpPr/>
            <p:nvPr/>
          </p:nvGrpSpPr>
          <p:grpSpPr>
            <a:xfrm>
              <a:off x="9126189" y="4505554"/>
              <a:ext cx="2752344" cy="943300"/>
              <a:chOff x="9281007" y="5886294"/>
              <a:chExt cx="2752344" cy="9433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EFA6199-115B-8E10-759A-9B3004C3E53C}"/>
                      </a:ext>
                    </a:extLst>
                  </p:cNvPr>
                  <p:cNvSpPr txBox="1"/>
                  <p:nvPr/>
                </p:nvSpPr>
                <p:spPr>
                  <a:xfrm>
                    <a:off x="9281007" y="5886294"/>
                    <a:ext cx="1377172" cy="369332"/>
                  </a:xfrm>
                  <a:prstGeom prst="rect">
                    <a:avLst/>
                  </a:prstGeom>
                  <a:noFill/>
                  <a:ln w="19050">
                    <a:solidFill>
                      <a:schemeClr val="accent5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lvl="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≻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≻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oMath>
                      </m:oMathPara>
                    </a14:m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EFA6199-115B-8E10-759A-9B3004C3E5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81007" y="5886294"/>
                    <a:ext cx="1377172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83" r="-3930" b="-28125"/>
                    </a:stretch>
                  </a:blipFill>
                  <a:ln w="19050">
                    <a:solidFill>
                      <a:schemeClr val="accent5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1E3E2A5-785A-1C01-CEA3-5012756BC017}"/>
                  </a:ext>
                </a:extLst>
              </p:cNvPr>
              <p:cNvSpPr txBox="1"/>
              <p:nvPr/>
            </p:nvSpPr>
            <p:spPr>
              <a:xfrm>
                <a:off x="9281007" y="6460262"/>
                <a:ext cx="2752344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Preference Relations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73E2F4A-EFD1-DD90-1927-519C61BF935E}"/>
              </a:ext>
            </a:extLst>
          </p:cNvPr>
          <p:cNvGrpSpPr/>
          <p:nvPr/>
        </p:nvGrpSpPr>
        <p:grpSpPr>
          <a:xfrm>
            <a:off x="3680460" y="3105834"/>
            <a:ext cx="7673340" cy="3438839"/>
            <a:chOff x="3680460" y="3105834"/>
            <a:chExt cx="7673340" cy="343883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41A7036-2CBF-E8A8-551B-94C3F6E32622}"/>
                </a:ext>
              </a:extLst>
            </p:cNvPr>
            <p:cNvGrpSpPr/>
            <p:nvPr/>
          </p:nvGrpSpPr>
          <p:grpSpPr>
            <a:xfrm>
              <a:off x="3680460" y="4874230"/>
              <a:ext cx="2066741" cy="1670443"/>
              <a:chOff x="3680460" y="4874230"/>
              <a:chExt cx="2066741" cy="1670443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755ECF6-A354-5F4E-D4CC-3A46B75A4A93}"/>
                  </a:ext>
                </a:extLst>
              </p:cNvPr>
              <p:cNvSpPr/>
              <p:nvPr/>
            </p:nvSpPr>
            <p:spPr>
              <a:xfrm flipV="1">
                <a:off x="4920616" y="4874230"/>
                <a:ext cx="203270" cy="916475"/>
              </a:xfrm>
              <a:custGeom>
                <a:avLst/>
                <a:gdLst>
                  <a:gd name="connsiteX0" fmla="*/ 0 w 1014984"/>
                  <a:gd name="connsiteY0" fmla="*/ 17329 h 337369"/>
                  <a:gd name="connsiteX1" fmla="*/ 420624 w 1014984"/>
                  <a:gd name="connsiteY1" fmla="*/ 17329 h 337369"/>
                  <a:gd name="connsiteX2" fmla="*/ 576072 w 1014984"/>
                  <a:gd name="connsiteY2" fmla="*/ 35617 h 337369"/>
                  <a:gd name="connsiteX3" fmla="*/ 804672 w 1014984"/>
                  <a:gd name="connsiteY3" fmla="*/ 90481 h 337369"/>
                  <a:gd name="connsiteX4" fmla="*/ 877824 w 1014984"/>
                  <a:gd name="connsiteY4" fmla="*/ 117913 h 337369"/>
                  <a:gd name="connsiteX5" fmla="*/ 941832 w 1014984"/>
                  <a:gd name="connsiteY5" fmla="*/ 172777 h 337369"/>
                  <a:gd name="connsiteX6" fmla="*/ 978408 w 1014984"/>
                  <a:gd name="connsiteY6" fmla="*/ 200209 h 337369"/>
                  <a:gd name="connsiteX7" fmla="*/ 996696 w 1014984"/>
                  <a:gd name="connsiteY7" fmla="*/ 291649 h 337369"/>
                  <a:gd name="connsiteX8" fmla="*/ 1014984 w 1014984"/>
                  <a:gd name="connsiteY8" fmla="*/ 337369 h 3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4984" h="337369">
                    <a:moveTo>
                      <a:pt x="0" y="17329"/>
                    </a:moveTo>
                    <a:cubicBezTo>
                      <a:pt x="167802" y="-10638"/>
                      <a:pt x="84751" y="-349"/>
                      <a:pt x="420624" y="17329"/>
                    </a:cubicBezTo>
                    <a:cubicBezTo>
                      <a:pt x="472725" y="20071"/>
                      <a:pt x="524487" y="27801"/>
                      <a:pt x="576072" y="35617"/>
                    </a:cubicBezTo>
                    <a:cubicBezTo>
                      <a:pt x="697973" y="54087"/>
                      <a:pt x="706089" y="55687"/>
                      <a:pt x="804672" y="90481"/>
                    </a:cubicBezTo>
                    <a:cubicBezTo>
                      <a:pt x="829229" y="99148"/>
                      <a:pt x="854116" y="107137"/>
                      <a:pt x="877824" y="117913"/>
                    </a:cubicBezTo>
                    <a:cubicBezTo>
                      <a:pt x="906928" y="131142"/>
                      <a:pt x="917370" y="151373"/>
                      <a:pt x="941832" y="172777"/>
                    </a:cubicBezTo>
                    <a:cubicBezTo>
                      <a:pt x="953301" y="182813"/>
                      <a:pt x="966216" y="191065"/>
                      <a:pt x="978408" y="200209"/>
                    </a:cubicBezTo>
                    <a:cubicBezTo>
                      <a:pt x="984504" y="230689"/>
                      <a:pt x="985152" y="262789"/>
                      <a:pt x="996696" y="291649"/>
                    </a:cubicBezTo>
                    <a:lnTo>
                      <a:pt x="1014984" y="33736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33260F5-6AB3-D254-6836-E6E21FC551A7}"/>
                  </a:ext>
                </a:extLst>
              </p:cNvPr>
              <p:cNvSpPr txBox="1"/>
              <p:nvPr/>
            </p:nvSpPr>
            <p:spPr>
              <a:xfrm>
                <a:off x="3680460" y="5898342"/>
                <a:ext cx="2066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Terminal node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(Outcome)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FFB86B2-62FD-B48A-E022-908520C94377}"/>
                </a:ext>
              </a:extLst>
            </p:cNvPr>
            <p:cNvGrpSpPr/>
            <p:nvPr/>
          </p:nvGrpSpPr>
          <p:grpSpPr>
            <a:xfrm>
              <a:off x="9126189" y="3105834"/>
              <a:ext cx="2227611" cy="873347"/>
              <a:chOff x="5098783" y="5886294"/>
              <a:chExt cx="2227611" cy="8733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8AA1547-699B-AE22-1526-A68A37DC4A9B}"/>
                      </a:ext>
                    </a:extLst>
                  </p:cNvPr>
                  <p:cNvSpPr txBox="1"/>
                  <p:nvPr/>
                </p:nvSpPr>
                <p:spPr>
                  <a:xfrm>
                    <a:off x="5104299" y="5886294"/>
                    <a:ext cx="1703928" cy="369332"/>
                  </a:xfrm>
                  <a:prstGeom prst="rect">
                    <a:avLst/>
                  </a:prstGeom>
                  <a:noFill/>
                  <a:ln w="19050">
                    <a:solidFill>
                      <a:schemeClr val="accent5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</m:d>
                        </m:oMath>
                      </m:oMathPara>
                    </a14:m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305C341-CCA9-F26D-5CBE-46AABAF5A2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4299" y="5886294"/>
                    <a:ext cx="170392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120" b="-28571"/>
                    </a:stretch>
                  </a:blipFill>
                  <a:ln w="19050">
                    <a:solidFill>
                      <a:schemeClr val="accent5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9FFB8AF-F1FF-C921-2CE8-CA1220EB983D}"/>
                  </a:ext>
                </a:extLst>
              </p:cNvPr>
              <p:cNvSpPr txBox="1"/>
              <p:nvPr/>
            </p:nvSpPr>
            <p:spPr>
              <a:xfrm>
                <a:off x="5098783" y="6390309"/>
                <a:ext cx="2227611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Set of Outcomes</a:t>
                </a:r>
              </a:p>
            </p:txBody>
          </p:sp>
        </p:grpSp>
      </p:grpSp>
      <p:sp>
        <p:nvSpPr>
          <p:cNvPr id="66" name="Oval 65">
            <a:extLst>
              <a:ext uri="{FF2B5EF4-FFF2-40B4-BE49-F238E27FC236}">
                <a16:creationId xmlns:a16="http://schemas.microsoft.com/office/drawing/2014/main" id="{1F116ABF-4C11-92EE-31B8-F071EB964905}"/>
              </a:ext>
            </a:extLst>
          </p:cNvPr>
          <p:cNvSpPr>
            <a:spLocks/>
          </p:cNvSpPr>
          <p:nvPr/>
        </p:nvSpPr>
        <p:spPr>
          <a:xfrm>
            <a:off x="5163537" y="1835074"/>
            <a:ext cx="548640" cy="548640"/>
          </a:xfrm>
          <a:prstGeom prst="ellipse">
            <a:avLst/>
          </a:prstGeom>
          <a:solidFill>
            <a:schemeClr val="accent3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9FAE82-3C5C-8903-8ECB-0D7F37AA958A}"/>
              </a:ext>
            </a:extLst>
          </p:cNvPr>
          <p:cNvSpPr/>
          <p:nvPr/>
        </p:nvSpPr>
        <p:spPr>
          <a:xfrm>
            <a:off x="10933176" y="128707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7C5292-3F24-70B6-45F4-7A3530B1637C}"/>
              </a:ext>
            </a:extLst>
          </p:cNvPr>
          <p:cNvGrpSpPr/>
          <p:nvPr/>
        </p:nvGrpSpPr>
        <p:grpSpPr>
          <a:xfrm>
            <a:off x="475488" y="5559552"/>
            <a:ext cx="1984248" cy="708122"/>
            <a:chOff x="475488" y="5559552"/>
            <a:chExt cx="1984248" cy="708122"/>
          </a:xfrm>
        </p:grpSpPr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12CF44C3-292D-AF04-610E-1F0D71A0B4B0}"/>
                </a:ext>
              </a:extLst>
            </p:cNvPr>
            <p:cNvSpPr/>
            <p:nvPr/>
          </p:nvSpPr>
          <p:spPr>
            <a:xfrm>
              <a:off x="475488" y="5559552"/>
              <a:ext cx="1984248" cy="299326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D6174E-4BA7-EDEF-C126-CDA35C51F4E7}"/>
                </a:ext>
              </a:extLst>
            </p:cNvPr>
            <p:cNvSpPr txBox="1"/>
            <p:nvPr/>
          </p:nvSpPr>
          <p:spPr>
            <a:xfrm>
              <a:off x="475488" y="5898342"/>
              <a:ext cx="1984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Left to right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51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D9E17-F42B-1611-1E80-AC9CD6EE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B1C1E0-CA40-97FF-E4A0-46419FDDE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E4000F3-C0D3-47C2-41AC-D9EAA0512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92BB3FB-D426-2A0A-2C28-FEDCBBD3D72F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9428764" y="880059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D789349B-A1AA-281B-73F1-66E992EAFE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9428764" y="880059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45ED7E-3630-83D1-F3B7-7BA7993A327F}"/>
                </a:ext>
              </a:extLst>
            </p:cNvPr>
            <p:cNvSpPr txBox="1"/>
            <p:nvPr/>
          </p:nvSpPr>
          <p:spPr>
            <a:xfrm rot="352725">
              <a:off x="9547890" y="1076323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343134-565C-DB9C-4AC9-43031072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for Multiple </a:t>
            </a:r>
            <a:r>
              <a:rPr lang="en-US" sz="5400" dirty="0">
                <a:solidFill>
                  <a:srgbClr val="00B050"/>
                </a:solidFill>
              </a:rPr>
              <a:t>Outcomes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D5CDFBFD-F875-E499-5CF0-DD8056099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BCE6DF39-66ED-8D75-26BC-2C1A84F643CA}"/>
              </a:ext>
            </a:extLst>
          </p:cNvPr>
          <p:cNvSpPr txBox="1"/>
          <p:nvPr/>
        </p:nvSpPr>
        <p:spPr>
          <a:xfrm>
            <a:off x="3047294" y="2423463"/>
            <a:ext cx="8475670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Action 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: Conventional method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0C69C11-6056-6BE2-A244-92E2D1518A09}"/>
              </a:ext>
            </a:extLst>
          </p:cNvPr>
          <p:cNvSpPr txBox="1"/>
          <p:nvPr/>
        </p:nvSpPr>
        <p:spPr>
          <a:xfrm>
            <a:off x="3047294" y="1868037"/>
            <a:ext cx="8475670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Decision Problem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: Invest in a drug development method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FFF39C-257A-E9B4-DB0C-C18819235A3C}"/>
              </a:ext>
            </a:extLst>
          </p:cNvPr>
          <p:cNvSpPr txBox="1"/>
          <p:nvPr/>
        </p:nvSpPr>
        <p:spPr>
          <a:xfrm>
            <a:off x="3047294" y="4271135"/>
            <a:ext cx="8475670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Action 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: Innovative method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C413B6F-C34B-AC6C-528C-085FD52CBBE3}"/>
              </a:ext>
            </a:extLst>
          </p:cNvPr>
          <p:cNvSpPr txBox="1"/>
          <p:nvPr/>
        </p:nvSpPr>
        <p:spPr>
          <a:xfrm>
            <a:off x="3047294" y="2821529"/>
            <a:ext cx="8475670" cy="1264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Outcome 1: Success.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drug passes trials and gains approval for the market.  Probability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70%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  Payoff: Rs.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crores.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Outcome 2: Failure.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drug fails trials and is not approved for the market.  Probability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30%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  Payoff: Rs.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-20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crores (due to sunk costs).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7BE24C3-FBEA-2696-4A2E-3B90EC0DCD9C}"/>
              </a:ext>
            </a:extLst>
          </p:cNvPr>
          <p:cNvSpPr txBox="1"/>
          <p:nvPr/>
        </p:nvSpPr>
        <p:spPr>
          <a:xfrm>
            <a:off x="3047294" y="4732956"/>
            <a:ext cx="8475670" cy="18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Outcome 1: Breakthrough.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drug performs exceptionally, gaining approval and premium market interest.  Probability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30%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  Payoff: Rs.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200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crores.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Outcome 2: Standard </a:t>
            </a:r>
            <a:r>
              <a:rPr lang="en-US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success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drug passes trial, but without exceptional performance or market interest.  Probability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30%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  Payoff: Rs.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80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crores.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Outcome 3: Failure.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 drug fails trials and is not approved.  Probability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40%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.  Payoff: Rs.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-40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crores (higher losses due to increased research costs).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2E955-4B5D-FA87-F023-E9DBC0B8F578}"/>
              </a:ext>
            </a:extLst>
          </p:cNvPr>
          <p:cNvSpPr txBox="1"/>
          <p:nvPr/>
        </p:nvSpPr>
        <p:spPr>
          <a:xfrm>
            <a:off x="8275820" y="2440940"/>
            <a:ext cx="173777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Uncertainty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5D470-5ED2-1437-3A80-B6F9BC874D31}"/>
              </a:ext>
            </a:extLst>
          </p:cNvPr>
          <p:cNvSpPr txBox="1"/>
          <p:nvPr/>
        </p:nvSpPr>
        <p:spPr>
          <a:xfrm>
            <a:off x="8086474" y="4271135"/>
            <a:ext cx="173777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Uncertainty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3664F-FC61-0B49-78D1-74AE61C6F2E1}"/>
              </a:ext>
            </a:extLst>
          </p:cNvPr>
          <p:cNvSpPr txBox="1"/>
          <p:nvPr/>
        </p:nvSpPr>
        <p:spPr>
          <a:xfrm>
            <a:off x="584200" y="2146141"/>
            <a:ext cx="423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decision-maker chooses an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BE917-D936-D655-CE97-10B4D9F0316D}"/>
              </a:ext>
            </a:extLst>
          </p:cNvPr>
          <p:cNvSpPr txBox="1"/>
          <p:nvPr/>
        </p:nvSpPr>
        <p:spPr>
          <a:xfrm>
            <a:off x="647721" y="2601707"/>
            <a:ext cx="534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…but </a:t>
            </a:r>
            <a:r>
              <a:rPr lang="en-US" b="1" u="sng" dirty="0">
                <a:solidFill>
                  <a:srgbClr val="7030A0"/>
                </a:solidFill>
              </a:rPr>
              <a:t>who</a:t>
            </a:r>
            <a:r>
              <a:rPr lang="en-US" dirty="0"/>
              <a:t> selects the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  <a:r>
              <a:rPr lang="en-US" dirty="0"/>
              <a:t> of that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786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99" grpId="0"/>
      <p:bldP spid="100" grpId="0"/>
      <p:bldP spid="101" grpId="0"/>
      <p:bldP spid="3" grpId="0" animBg="1"/>
      <p:bldP spid="4" grpId="0" animBg="1"/>
      <p:bldP spid="5" grpId="0"/>
      <p:bldP spid="5" grpId="1"/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50F0A-F773-AAB5-5CBC-1E74FF7B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2AAABE8-7E06-C205-059E-481DBE05A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554EEFA-11D6-32C0-0F64-6130B2C3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196519F-AEEC-43F1-F175-9E9CD569C0E0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9428764" y="880059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70A79F0A-A49A-BAFE-E358-5A6AC6C8E4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9428764" y="880059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18FB51F-3586-1AE0-7D96-4CAD5E815F04}"/>
                </a:ext>
              </a:extLst>
            </p:cNvPr>
            <p:cNvSpPr txBox="1"/>
            <p:nvPr/>
          </p:nvSpPr>
          <p:spPr>
            <a:xfrm rot="352725">
              <a:off x="9547890" y="1076323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42BADB-CB05-976E-7EC9-30711BD7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Decision Tree for Multiple Outcomes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0FF4BD1E-DBA2-C067-05E7-3353C51C7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E0E14E-F736-7E9F-A268-DA9187CA5A22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E0E14E-F736-7E9F-A268-DA9187CA5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4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8811205-CCC2-C5BD-767F-2A81DC7F6436}"/>
              </a:ext>
            </a:extLst>
          </p:cNvPr>
          <p:cNvSpPr txBox="1"/>
          <p:nvPr/>
        </p:nvSpPr>
        <p:spPr>
          <a:xfrm>
            <a:off x="2227199" y="4063655"/>
            <a:ext cx="1199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Decision-maker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B8C662-E51A-79F5-3E29-5292852B6485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805B29-C801-C51B-F0D6-97DCF0B93D0C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0858" y="41403"/>
                    <a:pt x="46584" y="5550"/>
                    <a:pt x="91440" y="0"/>
                  </a:cubicBezTo>
                  <a:cubicBezTo>
                    <a:pt x="148057" y="12552"/>
                    <a:pt x="183069" y="46717"/>
                    <a:pt x="182880" y="91440"/>
                  </a:cubicBezTo>
                  <a:cubicBezTo>
                    <a:pt x="178477" y="135299"/>
                    <a:pt x="150944" y="193765"/>
                    <a:pt x="91440" y="182880"/>
                  </a:cubicBezTo>
                  <a:cubicBezTo>
                    <a:pt x="42574" y="176797"/>
                    <a:pt x="3173" y="147857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26502169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1FEA2B4-7C55-1DD7-B95C-90CD8C759E5D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1FEA2B4-7C55-1DD7-B95C-90CD8C759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35CA80-645F-850A-81B0-1AEBB94440A9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28A7ABD-AAD7-6288-236A-A553FA668322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28A7ABD-AAD7-6288-236A-A553FA668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90CF546-9EEB-5751-30D7-BA210D6D5BDA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90CF546-9EEB-5751-30D7-BA210D6D5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D7AD41-916D-813F-69C1-18FF011021C5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F50ACE9-1023-98B6-284D-EBFFE36EBB40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F50ACE9-1023-98B6-284D-EBFFE36EB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4694CBF-F849-3760-AD4D-1B59EE8A394C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4694CBF-F849-3760-AD4D-1B59EE8A39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4253735-39DD-6FB7-E05C-5DF9AE2FA3DF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4253735-39DD-6FB7-E05C-5DF9AE2FA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9E23ED5-2534-BB9A-5E67-AF1DDC5B8E3D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8779EBA-BE29-C818-883E-B9B9C58CB4A6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FCB077-6F4C-9691-DE62-0FEB385BAED0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3029E04-3404-F3B9-FAE8-2AEE71B5975D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CF5DFEE-2706-A8BC-FE44-C18F907C1511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DB090F4-CE52-E840-2DE4-4A2102300A1A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DB090F4-CE52-E840-2DE4-4A2102300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033129-A1F9-6B32-0BFB-8016C444784B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391B64-0403-472A-FF36-C13A11147A33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47D48A-7003-2616-C556-7BF7F476AFAB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7F15B99-48CC-6327-A728-F8C4DB3D14C5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76E803-9E74-E7A1-6F74-ED8D732B0C24}"/>
              </a:ext>
            </a:extLst>
          </p:cNvPr>
          <p:cNvSpPr txBox="1"/>
          <p:nvPr/>
        </p:nvSpPr>
        <p:spPr>
          <a:xfrm>
            <a:off x="3643369" y="5004412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1EE946-9F9B-4FA6-B366-1896E54715F6}"/>
                  </a:ext>
                </a:extLst>
              </p:cNvPr>
              <p:cNvSpPr txBox="1"/>
              <p:nvPr/>
            </p:nvSpPr>
            <p:spPr>
              <a:xfrm>
                <a:off x="8120597" y="2028787"/>
                <a:ext cx="3564380" cy="2256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Action 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: Conventional method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𝐶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1 (Approved)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70%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100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2 (Not 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30%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-20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1EE946-9F9B-4FA6-B366-1896E5471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597" y="2028787"/>
                <a:ext cx="3564380" cy="2256323"/>
              </a:xfrm>
              <a:prstGeom prst="rect">
                <a:avLst/>
              </a:prstGeom>
              <a:blipFill>
                <a:blip r:embed="rId19"/>
                <a:stretch>
                  <a:fillRect l="-1368" t="-1351" b="-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90AF8C6-392C-BDC7-7E03-70A0F2D656B0}"/>
                  </a:ext>
                </a:extLst>
              </p:cNvPr>
              <p:cNvSpPr txBox="1"/>
              <p:nvPr/>
            </p:nvSpPr>
            <p:spPr>
              <a:xfrm>
                <a:off x="8119897" y="2025214"/>
                <a:ext cx="3435042" cy="314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Action 2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: Innovative method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𝐼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1 (Breakthrough)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30%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200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2 (Approved)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30%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80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3 (Not 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40%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-40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90AF8C6-392C-BDC7-7E03-70A0F2D65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897" y="2025214"/>
                <a:ext cx="3435042" cy="3145413"/>
              </a:xfrm>
              <a:prstGeom prst="rect">
                <a:avLst/>
              </a:prstGeom>
              <a:blipFill>
                <a:blip r:embed="rId20"/>
                <a:stretch>
                  <a:fillRect l="-1421" t="-775" b="-21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B73A357D-A763-F2BE-F6CF-A71D42F31B64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A11FFE-4AA8-D098-8879-C14F4F7CD059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617BDA2-6A69-944C-AD4D-A3C910BB7BCF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8D31A97-C469-5406-612B-026F3EA8127D}"/>
              </a:ext>
            </a:extLst>
          </p:cNvPr>
          <p:cNvSpPr txBox="1"/>
          <p:nvPr/>
        </p:nvSpPr>
        <p:spPr>
          <a:xfrm>
            <a:off x="8124404" y="5278194"/>
            <a:ext cx="3435042" cy="1370247"/>
          </a:xfrm>
          <a:custGeom>
            <a:avLst/>
            <a:gdLst>
              <a:gd name="csX0" fmla="*/ 0 w 3435042"/>
              <a:gd name="csY0" fmla="*/ 0 h 1370247"/>
              <a:gd name="csX1" fmla="*/ 538157 w 3435042"/>
              <a:gd name="csY1" fmla="*/ 0 h 1370247"/>
              <a:gd name="csX2" fmla="*/ 1007612 w 3435042"/>
              <a:gd name="csY2" fmla="*/ 0 h 1370247"/>
              <a:gd name="csX3" fmla="*/ 1648820 w 3435042"/>
              <a:gd name="csY3" fmla="*/ 0 h 1370247"/>
              <a:gd name="csX4" fmla="*/ 2186977 w 3435042"/>
              <a:gd name="csY4" fmla="*/ 0 h 1370247"/>
              <a:gd name="csX5" fmla="*/ 2725133 w 3435042"/>
              <a:gd name="csY5" fmla="*/ 0 h 1370247"/>
              <a:gd name="csX6" fmla="*/ 3435042 w 3435042"/>
              <a:gd name="csY6" fmla="*/ 0 h 1370247"/>
              <a:gd name="csX7" fmla="*/ 3435042 w 3435042"/>
              <a:gd name="csY7" fmla="*/ 429344 h 1370247"/>
              <a:gd name="csX8" fmla="*/ 3435042 w 3435042"/>
              <a:gd name="csY8" fmla="*/ 886093 h 1370247"/>
              <a:gd name="csX9" fmla="*/ 3435042 w 3435042"/>
              <a:gd name="csY9" fmla="*/ 1370247 h 1370247"/>
              <a:gd name="csX10" fmla="*/ 2931236 w 3435042"/>
              <a:gd name="csY10" fmla="*/ 1370247 h 1370247"/>
              <a:gd name="csX11" fmla="*/ 2358729 w 3435042"/>
              <a:gd name="csY11" fmla="*/ 1370247 h 1370247"/>
              <a:gd name="csX12" fmla="*/ 1820572 w 3435042"/>
              <a:gd name="csY12" fmla="*/ 1370247 h 1370247"/>
              <a:gd name="csX13" fmla="*/ 1179364 w 3435042"/>
              <a:gd name="csY13" fmla="*/ 1370247 h 1370247"/>
              <a:gd name="csX14" fmla="*/ 538157 w 3435042"/>
              <a:gd name="csY14" fmla="*/ 1370247 h 1370247"/>
              <a:gd name="csX15" fmla="*/ 0 w 3435042"/>
              <a:gd name="csY15" fmla="*/ 1370247 h 1370247"/>
              <a:gd name="csX16" fmla="*/ 0 w 3435042"/>
              <a:gd name="csY16" fmla="*/ 913498 h 1370247"/>
              <a:gd name="csX17" fmla="*/ 0 w 3435042"/>
              <a:gd name="csY17" fmla="*/ 470451 h 1370247"/>
              <a:gd name="csX18" fmla="*/ 0 w 3435042"/>
              <a:gd name="csY18" fmla="*/ 0 h 1370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435042" h="1370247" extrusionOk="0">
                <a:moveTo>
                  <a:pt x="0" y="0"/>
                </a:moveTo>
                <a:cubicBezTo>
                  <a:pt x="185360" y="-50828"/>
                  <a:pt x="420784" y="25730"/>
                  <a:pt x="538157" y="0"/>
                </a:cubicBezTo>
                <a:cubicBezTo>
                  <a:pt x="655530" y="-25730"/>
                  <a:pt x="822565" y="44708"/>
                  <a:pt x="1007612" y="0"/>
                </a:cubicBezTo>
                <a:cubicBezTo>
                  <a:pt x="1192659" y="-44708"/>
                  <a:pt x="1408042" y="71841"/>
                  <a:pt x="1648820" y="0"/>
                </a:cubicBezTo>
                <a:cubicBezTo>
                  <a:pt x="1889598" y="-71841"/>
                  <a:pt x="2004394" y="34304"/>
                  <a:pt x="2186977" y="0"/>
                </a:cubicBezTo>
                <a:cubicBezTo>
                  <a:pt x="2369560" y="-34304"/>
                  <a:pt x="2514792" y="35482"/>
                  <a:pt x="2725133" y="0"/>
                </a:cubicBezTo>
                <a:cubicBezTo>
                  <a:pt x="2935474" y="-35482"/>
                  <a:pt x="3244009" y="32457"/>
                  <a:pt x="3435042" y="0"/>
                </a:cubicBezTo>
                <a:cubicBezTo>
                  <a:pt x="3435528" y="142010"/>
                  <a:pt x="3399650" y="299437"/>
                  <a:pt x="3435042" y="429344"/>
                </a:cubicBezTo>
                <a:cubicBezTo>
                  <a:pt x="3470434" y="559251"/>
                  <a:pt x="3381427" y="702522"/>
                  <a:pt x="3435042" y="886093"/>
                </a:cubicBezTo>
                <a:cubicBezTo>
                  <a:pt x="3488657" y="1069664"/>
                  <a:pt x="3425662" y="1224507"/>
                  <a:pt x="3435042" y="1370247"/>
                </a:cubicBezTo>
                <a:cubicBezTo>
                  <a:pt x="3241060" y="1385280"/>
                  <a:pt x="3173516" y="1367026"/>
                  <a:pt x="2931236" y="1370247"/>
                </a:cubicBezTo>
                <a:cubicBezTo>
                  <a:pt x="2688956" y="1373468"/>
                  <a:pt x="2485950" y="1363190"/>
                  <a:pt x="2358729" y="1370247"/>
                </a:cubicBezTo>
                <a:cubicBezTo>
                  <a:pt x="2231508" y="1377304"/>
                  <a:pt x="2029155" y="1370221"/>
                  <a:pt x="1820572" y="1370247"/>
                </a:cubicBezTo>
                <a:cubicBezTo>
                  <a:pt x="1611989" y="1370273"/>
                  <a:pt x="1329740" y="1345925"/>
                  <a:pt x="1179364" y="1370247"/>
                </a:cubicBezTo>
                <a:cubicBezTo>
                  <a:pt x="1028988" y="1394569"/>
                  <a:pt x="722372" y="1365495"/>
                  <a:pt x="538157" y="1370247"/>
                </a:cubicBezTo>
                <a:cubicBezTo>
                  <a:pt x="353942" y="1374999"/>
                  <a:pt x="172835" y="1354274"/>
                  <a:pt x="0" y="1370247"/>
                </a:cubicBezTo>
                <a:cubicBezTo>
                  <a:pt x="-9319" y="1179614"/>
                  <a:pt x="12279" y="1069724"/>
                  <a:pt x="0" y="913498"/>
                </a:cubicBezTo>
                <a:cubicBezTo>
                  <a:pt x="-12279" y="757272"/>
                  <a:pt x="28402" y="615805"/>
                  <a:pt x="0" y="470451"/>
                </a:cubicBezTo>
                <a:cubicBezTo>
                  <a:pt x="-28402" y="325097"/>
                  <a:pt x="4542" y="216269"/>
                  <a:pt x="0" y="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Times New Roman" panose="02020603050405020304" pitchFamily="18" charset="0"/>
                <a:cs typeface="Mangal" panose="02040503050203030202" pitchFamily="18" charset="0"/>
              </a:rPr>
              <a:t>The sum of probabilities of all ‘actions’ of Nature is 1.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Times New Roman" panose="02020603050405020304" pitchFamily="18" charset="0"/>
                <a:cs typeface="Mangal" panose="02040503050203030202" pitchFamily="18" charset="0"/>
              </a:rPr>
              <a:t>Each ‘action’ of Nature has a non-negative probability.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1DAACC8-70A2-E345-4AAB-73F639F5A644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4FB89A7-61CB-7D9B-544B-5D8B005C6FCF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DA7272F-F0F9-E6AD-4653-6F241F477144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DA7272F-F0F9-E6AD-4653-6F241F477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18F4522-E914-19F3-2827-C3B884F03CE8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18F4522-E914-19F3-2827-C3B884F03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ADA1A0F-4A80-C86D-46AF-760CD1641A3F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5BAEA68-D3A5-A3C2-5E3D-8B38E394BF75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86AA17-C4DD-E74F-9F79-68816E129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B8E5515-E1A7-DD9C-BD94-17F8A22719D8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B8E5515-E1A7-DD9C-BD94-17F8A2271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126D462-495A-7838-9275-25D03ECA3C00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126D462-495A-7838-9275-25D03ECA3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AD3B052-4C38-56F2-95D3-59227A12B811}"/>
              </a:ext>
            </a:extLst>
          </p:cNvPr>
          <p:cNvGrpSpPr/>
          <p:nvPr/>
        </p:nvGrpSpPr>
        <p:grpSpPr>
          <a:xfrm>
            <a:off x="5432106" y="2115036"/>
            <a:ext cx="1529463" cy="1405460"/>
            <a:chOff x="5432106" y="2115036"/>
            <a:chExt cx="1529463" cy="140546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5978115-9D4A-6CB9-4B03-1E7D4A7299CA}"/>
                </a:ext>
              </a:extLst>
            </p:cNvPr>
            <p:cNvGrpSpPr/>
            <p:nvPr/>
          </p:nvGrpSpPr>
          <p:grpSpPr>
            <a:xfrm>
              <a:off x="5432106" y="2115036"/>
              <a:ext cx="1529463" cy="1250123"/>
              <a:chOff x="5432106" y="2115036"/>
              <a:chExt cx="1529463" cy="1250123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3E2050C-15BC-09D8-E4B4-13CE266F3B5D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 flipV="1">
                <a:off x="5432106" y="2115036"/>
                <a:ext cx="1495430" cy="9234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0F359EE-1D75-ABAD-7A09-A9DF5EA95C92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>
                <a:off x="5432106" y="3038466"/>
                <a:ext cx="1529463" cy="3266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541A67-2376-6D66-A1F0-896BF2E9E53A}"/>
                </a:ext>
              </a:extLst>
            </p:cNvPr>
            <p:cNvSpPr txBox="1"/>
            <p:nvPr/>
          </p:nvSpPr>
          <p:spPr>
            <a:xfrm rot="19934916">
              <a:off x="5994536" y="2441658"/>
              <a:ext cx="887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Approved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468EA1-A66D-C52C-F489-FB3E0FB218DE}"/>
                </a:ext>
              </a:extLst>
            </p:cNvPr>
            <p:cNvSpPr txBox="1"/>
            <p:nvPr/>
          </p:nvSpPr>
          <p:spPr>
            <a:xfrm rot="684102">
              <a:off x="5642233" y="3243497"/>
              <a:ext cx="1184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 approved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087F3D7-46A8-0496-0164-287F2D06B58F}"/>
              </a:ext>
            </a:extLst>
          </p:cNvPr>
          <p:cNvGrpSpPr/>
          <p:nvPr/>
        </p:nvGrpSpPr>
        <p:grpSpPr>
          <a:xfrm>
            <a:off x="5432106" y="4198522"/>
            <a:ext cx="1670440" cy="2022527"/>
            <a:chOff x="5432106" y="4198522"/>
            <a:chExt cx="1670440" cy="202252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ED82AF0-A096-75BB-C722-CF0724D76DDB}"/>
                </a:ext>
              </a:extLst>
            </p:cNvPr>
            <p:cNvGrpSpPr/>
            <p:nvPr/>
          </p:nvGrpSpPr>
          <p:grpSpPr>
            <a:xfrm>
              <a:off x="5432106" y="4198522"/>
              <a:ext cx="1529463" cy="2022527"/>
              <a:chOff x="5432106" y="4198522"/>
              <a:chExt cx="1529463" cy="2022527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B8E0AAC-E0CE-3FB4-3D35-81BFF2921F05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 flipV="1">
                <a:off x="5432106" y="4198522"/>
                <a:ext cx="1529463" cy="10334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79D3E915-DC6C-4A31-BC12-2BADFE352E1D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>
                <a:off x="5432106" y="5231956"/>
                <a:ext cx="1510670" cy="989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602F6018-F159-D653-E2D2-5B64920FA0BC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>
                <a:off x="5432106" y="5231956"/>
                <a:ext cx="149543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7848AA-C5F2-2320-D8FE-128D44328556}"/>
                </a:ext>
              </a:extLst>
            </p:cNvPr>
            <p:cNvSpPr txBox="1"/>
            <p:nvPr/>
          </p:nvSpPr>
          <p:spPr>
            <a:xfrm rot="19686523">
              <a:off x="5981084" y="4508859"/>
              <a:ext cx="112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Breakthrough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4FC9651-A6AC-5648-E739-870E6BE5B303}"/>
                </a:ext>
              </a:extLst>
            </p:cNvPr>
            <p:cNvSpPr txBox="1"/>
            <p:nvPr/>
          </p:nvSpPr>
          <p:spPr>
            <a:xfrm>
              <a:off x="6112175" y="5188016"/>
              <a:ext cx="887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Approved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C0523A9-C03D-1669-F787-76AAC9FE06C2}"/>
                </a:ext>
              </a:extLst>
            </p:cNvPr>
            <p:cNvSpPr txBox="1"/>
            <p:nvPr/>
          </p:nvSpPr>
          <p:spPr>
            <a:xfrm rot="1904538">
              <a:off x="5595322" y="5833227"/>
              <a:ext cx="1184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Not approved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880ACE0-7DD3-8940-E0CA-C41EF328AD6C}"/>
              </a:ext>
            </a:extLst>
          </p:cNvPr>
          <p:cNvGrpSpPr/>
          <p:nvPr/>
        </p:nvGrpSpPr>
        <p:grpSpPr>
          <a:xfrm>
            <a:off x="3426939" y="3103124"/>
            <a:ext cx="1849069" cy="2067503"/>
            <a:chOff x="3426939" y="3103124"/>
            <a:chExt cx="1849069" cy="20675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B4CF3C-A7A6-EC4B-14A6-2FC2E0B8EA50}"/>
                </a:ext>
              </a:extLst>
            </p:cNvPr>
            <p:cNvGrpSpPr/>
            <p:nvPr/>
          </p:nvGrpSpPr>
          <p:grpSpPr>
            <a:xfrm>
              <a:off x="3426939" y="3103124"/>
              <a:ext cx="1849069" cy="2067503"/>
              <a:chOff x="3426939" y="3103124"/>
              <a:chExt cx="1849069" cy="206750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4F13AA8-04B0-D2B1-56CB-C5BD8B5E5A49}"/>
                  </a:ext>
                </a:extLst>
              </p:cNvPr>
              <p:cNvGrpSpPr/>
              <p:nvPr/>
            </p:nvGrpSpPr>
            <p:grpSpPr>
              <a:xfrm>
                <a:off x="3426939" y="3103124"/>
                <a:ext cx="1849069" cy="1283697"/>
                <a:chOff x="3426939" y="3103124"/>
                <a:chExt cx="1849069" cy="1283697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89A4E4E9-31B0-78BB-0450-1E1B54AE10E6}"/>
                    </a:ext>
                  </a:extLst>
                </p:cNvPr>
                <p:cNvCxnSpPr>
                  <a:cxnSpLocks/>
                  <a:stCxn id="11" idx="3"/>
                  <a:endCxn id="22" idx="3"/>
                </p:cNvCxnSpPr>
                <p:nvPr/>
              </p:nvCxnSpPr>
              <p:spPr>
                <a:xfrm flipV="1">
                  <a:off x="3426939" y="3103124"/>
                  <a:ext cx="1849069" cy="128369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8549149A-6882-BDE4-FDF5-0A7B6730EC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2704" y="3435292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𝐶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8549149A-6882-BDE4-FDF5-0A7B6730EC3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02704" y="3435292"/>
                      <a:ext cx="194477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8125" r="-28125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AFC214B-A2D7-D999-2FC2-A8CA8CB81CFD}"/>
                  </a:ext>
                </a:extLst>
              </p:cNvPr>
              <p:cNvGrpSpPr/>
              <p:nvPr/>
            </p:nvGrpSpPr>
            <p:grpSpPr>
              <a:xfrm>
                <a:off x="3426939" y="4386821"/>
                <a:ext cx="1822287" cy="783806"/>
                <a:chOff x="3426939" y="4386821"/>
                <a:chExt cx="1822287" cy="783806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A0AA6272-1C3B-360A-3CC4-31D67133A276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>
                  <a:off x="3426939" y="4386821"/>
                  <a:ext cx="1822287" cy="78380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7E08209-2BD9-FDFE-300B-A9E4DACA96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8929" y="4492165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7E08209-2BD9-FDFE-300B-A9E4DACA96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8929" y="4492165"/>
                      <a:ext cx="141962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37500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6410C46-3AC6-B3FE-0357-BDD9ED577606}"/>
                </a:ext>
              </a:extLst>
            </p:cNvPr>
            <p:cNvSpPr txBox="1"/>
            <p:nvPr/>
          </p:nvSpPr>
          <p:spPr>
            <a:xfrm rot="19622693">
              <a:off x="4030544" y="3592853"/>
              <a:ext cx="11846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Conventional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E98285F-424E-C1DF-665C-6536A15C7513}"/>
                </a:ext>
              </a:extLst>
            </p:cNvPr>
            <p:cNvSpPr txBox="1"/>
            <p:nvPr/>
          </p:nvSpPr>
          <p:spPr>
            <a:xfrm rot="1089308">
              <a:off x="3692542" y="4772255"/>
              <a:ext cx="11846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Innovative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753BEC1-E509-2E76-CC24-DC97B372FD67}"/>
              </a:ext>
            </a:extLst>
          </p:cNvPr>
          <p:cNvSpPr txBox="1"/>
          <p:nvPr/>
        </p:nvSpPr>
        <p:spPr>
          <a:xfrm>
            <a:off x="5195233" y="3022098"/>
            <a:ext cx="2357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pseudo decision node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F0CC09-5EE6-2289-5169-36D4FE7A35EE}"/>
              </a:ext>
            </a:extLst>
          </p:cNvPr>
          <p:cNvSpPr txBox="1"/>
          <p:nvPr/>
        </p:nvSpPr>
        <p:spPr>
          <a:xfrm>
            <a:off x="890596" y="233532"/>
            <a:ext cx="423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decision-maker chooses an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5B8D48-0C6F-3C4E-65D4-AC73D3E6B145}"/>
              </a:ext>
            </a:extLst>
          </p:cNvPr>
          <p:cNvSpPr txBox="1"/>
          <p:nvPr/>
        </p:nvSpPr>
        <p:spPr>
          <a:xfrm>
            <a:off x="4803906" y="229998"/>
            <a:ext cx="534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…but </a:t>
            </a:r>
            <a:r>
              <a:rPr lang="en-US" b="1" u="sng" dirty="0">
                <a:solidFill>
                  <a:srgbClr val="7030A0"/>
                </a:solidFill>
              </a:rPr>
              <a:t>who</a:t>
            </a:r>
            <a:r>
              <a:rPr lang="en-US" dirty="0"/>
              <a:t> selects the </a:t>
            </a:r>
            <a:r>
              <a:rPr lang="en-US" b="1" dirty="0">
                <a:solidFill>
                  <a:srgbClr val="00B050"/>
                </a:solidFill>
              </a:rPr>
              <a:t>outcome</a:t>
            </a:r>
            <a:r>
              <a:rPr lang="en-US" dirty="0"/>
              <a:t> of that </a:t>
            </a:r>
            <a:r>
              <a:rPr lang="en-US" b="1" dirty="0">
                <a:solidFill>
                  <a:srgbClr val="C00000"/>
                </a:solidFill>
              </a:rPr>
              <a:t>action</a:t>
            </a:r>
            <a:r>
              <a:rPr lang="en-US" dirty="0"/>
              <a:t>?</a:t>
            </a:r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99F89DBE-E58E-6B6B-0AB1-4CE353DB3DD7}"/>
              </a:ext>
            </a:extLst>
          </p:cNvPr>
          <p:cNvSpPr/>
          <p:nvPr/>
        </p:nvSpPr>
        <p:spPr>
          <a:xfrm rot="10800000">
            <a:off x="9867368" y="2789137"/>
            <a:ext cx="484977" cy="223444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11DB3BD1-47D2-D8D1-4783-31716CB5586C}"/>
              </a:ext>
            </a:extLst>
          </p:cNvPr>
          <p:cNvSpPr/>
          <p:nvPr/>
        </p:nvSpPr>
        <p:spPr>
          <a:xfrm rot="10800000">
            <a:off x="9902787" y="3688979"/>
            <a:ext cx="484977" cy="223444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4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8" grpId="0"/>
      <p:bldP spid="30" grpId="0"/>
      <p:bldP spid="32" grpId="0"/>
      <p:bldP spid="32" grpId="1"/>
      <p:bldP spid="41" grpId="0"/>
      <p:bldP spid="41" grpId="1"/>
      <p:bldP spid="43" grpId="0" animBg="1"/>
      <p:bldP spid="43" grpId="1" animBg="1"/>
      <p:bldP spid="63" grpId="0"/>
      <p:bldP spid="63" grpId="1"/>
      <p:bldP spid="64" grpId="0"/>
      <p:bldP spid="64" grpId="1"/>
      <p:bldP spid="65" grpId="0"/>
      <p:bldP spid="65" grpId="1"/>
      <p:bldP spid="66" grpId="0" animBg="1"/>
      <p:bldP spid="66" grpId="1" animBg="1"/>
      <p:bldP spid="67" grpId="0" animBg="1"/>
      <p:bldP spid="6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22A7D-0F78-F125-29ED-8C8CAA2B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9581A7-B031-2402-0F6B-5D1B3BBE9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E2D3EDC7-A34B-A901-7AE5-CCFA4DF7A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86365-BB03-10E1-C6BF-9F3EAE32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 Lottery</a:t>
            </a:r>
          </a:p>
        </p:txBody>
      </p:sp>
      <p:pic>
        <p:nvPicPr>
          <p:cNvPr id="9" name="Picture 8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B4EC70DC-4C9A-3C22-76A1-4AF3E20CE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584200" y="3002936"/>
            <a:ext cx="1744133" cy="2267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8583B-241D-5BA9-1955-DB58E00B2BF1}"/>
                  </a:ext>
                </a:extLst>
              </p:cNvPr>
              <p:cNvSpPr txBox="1"/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88583B-241D-5BA9-1955-DB58E00B2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030" y="2469942"/>
                <a:ext cx="1004762" cy="276999"/>
              </a:xfrm>
              <a:prstGeom prst="rect">
                <a:avLst/>
              </a:prstGeom>
              <a:blipFill>
                <a:blip r:embed="rId3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DC9D28CC-8255-1A4F-21B8-E81D1DDFDA35}"/>
              </a:ext>
            </a:extLst>
          </p:cNvPr>
          <p:cNvGrpSpPr/>
          <p:nvPr/>
        </p:nvGrpSpPr>
        <p:grpSpPr>
          <a:xfrm>
            <a:off x="3401737" y="3103124"/>
            <a:ext cx="1874271" cy="2094999"/>
            <a:chOff x="3401737" y="3103124"/>
            <a:chExt cx="1874271" cy="20949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A151546-8BE3-7995-1DE6-CDE4B17F6311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1288093"/>
              <a:chOff x="3401737" y="3103124"/>
              <a:chExt cx="1874271" cy="1288093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7B5594E-53B7-3727-8C1C-0A6B51D62D5C}"/>
                  </a:ext>
                </a:extLst>
              </p:cNvPr>
              <p:cNvCxnSpPr>
                <a:cxnSpLocks/>
                <a:endCxn id="22" idx="3"/>
              </p:cNvCxnSpPr>
              <p:nvPr/>
            </p:nvCxnSpPr>
            <p:spPr>
              <a:xfrm flipV="1">
                <a:off x="3401737" y="3103124"/>
                <a:ext cx="1874271" cy="1288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588FF0E-68BC-FFF1-2E04-A2B6342DCA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588FF0E-68BC-FFF1-2E04-A2B6342DCA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2704" y="3435292"/>
                    <a:ext cx="194477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8125" r="-28125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FB69EA-B883-7E35-A306-C16F4C46FE90}"/>
                </a:ext>
              </a:extLst>
            </p:cNvPr>
            <p:cNvGrpSpPr/>
            <p:nvPr/>
          </p:nvGrpSpPr>
          <p:grpSpPr>
            <a:xfrm>
              <a:off x="3401737" y="4391217"/>
              <a:ext cx="1873122" cy="806906"/>
              <a:chOff x="3401737" y="4391217"/>
              <a:chExt cx="1873122" cy="806906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CFF906C-E35A-7794-B6F3-BDFCF8084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1737" y="4391217"/>
                <a:ext cx="1873122" cy="806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994933E-BDFA-FDD5-13E2-06ADF835CC38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E994933E-BDFA-FDD5-13E2-06ADF835CC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8929" y="4492165"/>
                    <a:ext cx="1419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500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204D092-D0E5-BF3E-0C86-3A4191296665}"/>
              </a:ext>
            </a:extLst>
          </p:cNvPr>
          <p:cNvGrpSpPr/>
          <p:nvPr/>
        </p:nvGrpSpPr>
        <p:grpSpPr>
          <a:xfrm>
            <a:off x="5028781" y="5140516"/>
            <a:ext cx="403325" cy="459879"/>
            <a:chOff x="5028781" y="5140516"/>
            <a:chExt cx="403325" cy="45987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063093-42C8-A693-69FB-3CB443DC17AD}"/>
                </a:ext>
              </a:extLst>
            </p:cNvPr>
            <p:cNvSpPr/>
            <p:nvPr/>
          </p:nvSpPr>
          <p:spPr>
            <a:xfrm>
              <a:off x="5249226" y="514051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EFF9BA-348E-07D5-349F-3C69EB0B75D1}"/>
                    </a:ext>
                  </a:extLst>
                </p:cNvPr>
                <p:cNvSpPr txBox="1"/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BEFF9BA-348E-07D5-349F-3C69EB0B7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8781" y="5323396"/>
                  <a:ext cx="220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3684" r="-21053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FE28BB-C32D-1E52-2366-136AA78E5649}"/>
              </a:ext>
            </a:extLst>
          </p:cNvPr>
          <p:cNvGrpSpPr/>
          <p:nvPr/>
        </p:nvGrpSpPr>
        <p:grpSpPr>
          <a:xfrm>
            <a:off x="5432106" y="2115036"/>
            <a:ext cx="1529463" cy="1250123"/>
            <a:chOff x="5432106" y="2115036"/>
            <a:chExt cx="1529463" cy="1250123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E58994F-9EA7-FC46-C5E1-7EFF5EE4A67A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 flipV="1">
              <a:off x="5432106" y="2115036"/>
              <a:ext cx="1495430" cy="923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ABB161A-BCD2-B908-3C87-70B19E2CE30F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5432106" y="3038466"/>
              <a:ext cx="1529463" cy="32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88FBD52-F131-60F8-0E42-829D82C66321}"/>
              </a:ext>
            </a:extLst>
          </p:cNvPr>
          <p:cNvGrpSpPr/>
          <p:nvPr/>
        </p:nvGrpSpPr>
        <p:grpSpPr>
          <a:xfrm>
            <a:off x="5432106" y="4198522"/>
            <a:ext cx="1529463" cy="2022527"/>
            <a:chOff x="5432106" y="4198522"/>
            <a:chExt cx="1529463" cy="202252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943A4AA-5ADB-A82D-05D2-E8DA38D23B0D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5432106" y="4198522"/>
              <a:ext cx="1529463" cy="1033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BFC47DB-1F57-07F7-2B62-7C6A6768E31F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510670" cy="9890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FB6623E-BB4E-620F-419C-DB80A8B52B02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5432106" y="5231956"/>
              <a:ext cx="1495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86D4AA-016B-D654-27B0-22E4F247B7BF}"/>
              </a:ext>
            </a:extLst>
          </p:cNvPr>
          <p:cNvGrpSpPr/>
          <p:nvPr/>
        </p:nvGrpSpPr>
        <p:grpSpPr>
          <a:xfrm>
            <a:off x="6004292" y="2181568"/>
            <a:ext cx="351058" cy="980261"/>
            <a:chOff x="6004292" y="2181568"/>
            <a:chExt cx="351058" cy="980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56814B3-06A3-A388-846A-D29F919807B3}"/>
                    </a:ext>
                  </a:extLst>
                </p:cNvPr>
                <p:cNvSpPr txBox="1"/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0.7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56814B3-06A3-A388-846A-D29F91980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181568"/>
                  <a:ext cx="35105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B1F3A1F-8FDE-657A-557E-BDE21A2086C6}"/>
                    </a:ext>
                  </a:extLst>
                </p:cNvPr>
                <p:cNvSpPr txBox="1"/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B1F3A1F-8FDE-657A-557E-BDE21A208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2884830"/>
                  <a:ext cx="35105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80EF8D-B33D-CF3A-0A25-C7431416657C}"/>
              </a:ext>
            </a:extLst>
          </p:cNvPr>
          <p:cNvGrpSpPr/>
          <p:nvPr/>
        </p:nvGrpSpPr>
        <p:grpSpPr>
          <a:xfrm>
            <a:off x="6004292" y="4368063"/>
            <a:ext cx="351058" cy="1320868"/>
            <a:chOff x="6004292" y="4368063"/>
            <a:chExt cx="351058" cy="1320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E8F9DE6-623E-368A-27B0-10E460342053}"/>
                    </a:ext>
                  </a:extLst>
                </p:cNvPr>
                <p:cNvSpPr txBox="1"/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E8F9DE6-623E-368A-27B0-10E4603420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368063"/>
                  <a:ext cx="35105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19539E0-77FD-8366-729F-2A08ABAF0055}"/>
                    </a:ext>
                  </a:extLst>
                </p:cNvPr>
                <p:cNvSpPr txBox="1"/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0.3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19539E0-77FD-8366-729F-2A08ABAF0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4932826"/>
                  <a:ext cx="351058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7241" r="-1551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E01AD106-5B60-40C2-9A49-A7375A23B780}"/>
                    </a:ext>
                  </a:extLst>
                </p:cNvPr>
                <p:cNvSpPr txBox="1"/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0.4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E01AD106-5B60-40C2-9A49-A7375A23B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292" y="5411932"/>
                  <a:ext cx="35105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241" r="-15517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4C9D2AA-87D7-D61D-1BA2-61F97F99AE3D}"/>
              </a:ext>
            </a:extLst>
          </p:cNvPr>
          <p:cNvGrpSpPr/>
          <p:nvPr/>
        </p:nvGrpSpPr>
        <p:grpSpPr>
          <a:xfrm>
            <a:off x="7049863" y="1957089"/>
            <a:ext cx="476092" cy="1546569"/>
            <a:chOff x="7049863" y="1957089"/>
            <a:chExt cx="476092" cy="1546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5EBBD3D-020E-8BBF-3916-A95C7BEE0699}"/>
                    </a:ext>
                  </a:extLst>
                </p:cNvPr>
                <p:cNvSpPr txBox="1"/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5EBBD3D-020E-8BBF-3916-A95C7BEE0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1957089"/>
                  <a:ext cx="43120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4085" r="-12676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E6C46E7-3666-CA37-2712-4A00AE990F09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E6C46E7-3666-CA37-2712-4A00AE990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32" r="-11392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2FA273F-F9BE-BF9C-8922-AA52E19D763B}"/>
              </a:ext>
            </a:extLst>
          </p:cNvPr>
          <p:cNvGrpSpPr/>
          <p:nvPr/>
        </p:nvGrpSpPr>
        <p:grpSpPr>
          <a:xfrm>
            <a:off x="7094747" y="4068051"/>
            <a:ext cx="494388" cy="2291497"/>
            <a:chOff x="7094747" y="4068051"/>
            <a:chExt cx="494388" cy="22914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86AA17-C4DD-E74F-9F79-68816E1298A0}"/>
                    </a:ext>
                  </a:extLst>
                </p:cNvPr>
                <p:cNvSpPr txBox="1"/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486AA17-C4DD-E74F-9F79-68816E129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47" y="4068051"/>
                  <a:ext cx="43120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4085" r="-1267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E11D3BE-E277-A231-5DFA-754BA595D43E}"/>
                    </a:ext>
                  </a:extLst>
                </p:cNvPr>
                <p:cNvSpPr txBox="1"/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E11D3BE-E277-A231-5DFA-754BA595D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88" y="5093456"/>
                  <a:ext cx="30296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000" r="-18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643F5F6-3D6F-8CAC-FC58-4C37A32151AD}"/>
                    </a:ext>
                  </a:extLst>
                </p:cNvPr>
                <p:cNvSpPr txBox="1"/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643F5F6-3D6F-8CAC-FC58-4C37A3215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043" y="6082549"/>
                  <a:ext cx="47609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846" r="-1153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7E4AE93-0C75-E9E0-389B-B52FAA395FD1}"/>
              </a:ext>
            </a:extLst>
          </p:cNvPr>
          <p:cNvGrpSpPr/>
          <p:nvPr/>
        </p:nvGrpSpPr>
        <p:grpSpPr>
          <a:xfrm>
            <a:off x="1952413" y="4566075"/>
            <a:ext cx="1984588" cy="1608887"/>
            <a:chOff x="1760220" y="3536638"/>
            <a:chExt cx="1984588" cy="160888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DD25F3-B0F9-F5FB-169E-2B8D09C64E4E}"/>
                </a:ext>
              </a:extLst>
            </p:cNvPr>
            <p:cNvSpPr/>
            <p:nvPr/>
          </p:nvSpPr>
          <p:spPr>
            <a:xfrm flipV="1">
              <a:off x="3000375" y="3536638"/>
              <a:ext cx="203270" cy="916475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54E34B-C11F-AB8A-6422-EC9903E4FCD3}"/>
                </a:ext>
              </a:extLst>
            </p:cNvPr>
            <p:cNvSpPr txBox="1"/>
            <p:nvPr/>
          </p:nvSpPr>
          <p:spPr>
            <a:xfrm>
              <a:off x="1760220" y="4560750"/>
              <a:ext cx="19845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Root node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(Decision node)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EA71E0-C62A-3AC9-0DDA-B1EB8B2DD516}"/>
              </a:ext>
            </a:extLst>
          </p:cNvPr>
          <p:cNvGrpSpPr/>
          <p:nvPr/>
        </p:nvGrpSpPr>
        <p:grpSpPr>
          <a:xfrm>
            <a:off x="5249226" y="2623860"/>
            <a:ext cx="220445" cy="506046"/>
            <a:chOff x="5249226" y="2623860"/>
            <a:chExt cx="220445" cy="50604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82A8B0D-7F2B-998B-F411-FE3ED19BF44B}"/>
                </a:ext>
              </a:extLst>
            </p:cNvPr>
            <p:cNvSpPr/>
            <p:nvPr/>
          </p:nvSpPr>
          <p:spPr>
            <a:xfrm>
              <a:off x="5249226" y="2947026"/>
              <a:ext cx="182880" cy="182880"/>
            </a:xfrm>
            <a:custGeom>
              <a:avLst/>
              <a:gdLst>
                <a:gd name="csX0" fmla="*/ 0 w 182880"/>
                <a:gd name="csY0" fmla="*/ 91440 h 182880"/>
                <a:gd name="csX1" fmla="*/ 91440 w 182880"/>
                <a:gd name="csY1" fmla="*/ 0 h 182880"/>
                <a:gd name="csX2" fmla="*/ 182880 w 182880"/>
                <a:gd name="csY2" fmla="*/ 91440 h 182880"/>
                <a:gd name="csX3" fmla="*/ 91440 w 182880"/>
                <a:gd name="csY3" fmla="*/ 182880 h 182880"/>
                <a:gd name="csX4" fmla="*/ 0 w 182880"/>
                <a:gd name="csY4" fmla="*/ 91440 h 182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880" h="182880" extrusionOk="0">
                  <a:moveTo>
                    <a:pt x="0" y="91440"/>
                  </a:moveTo>
                  <a:cubicBezTo>
                    <a:pt x="-12507" y="33225"/>
                    <a:pt x="33387" y="2834"/>
                    <a:pt x="91440" y="0"/>
                  </a:cubicBezTo>
                  <a:cubicBezTo>
                    <a:pt x="152333" y="2188"/>
                    <a:pt x="177826" y="41100"/>
                    <a:pt x="182880" y="91440"/>
                  </a:cubicBezTo>
                  <a:cubicBezTo>
                    <a:pt x="174260" y="150358"/>
                    <a:pt x="141511" y="185259"/>
                    <a:pt x="91440" y="182880"/>
                  </a:cubicBezTo>
                  <a:cubicBezTo>
                    <a:pt x="32251" y="178127"/>
                    <a:pt x="8975" y="146229"/>
                    <a:pt x="0" y="91440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BCE632F-17B0-8C4A-C407-59375966288E}"/>
                    </a:ext>
                  </a:extLst>
                </p:cNvPr>
                <p:cNvSpPr txBox="1"/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BCE632F-17B0-8C4A-C407-593759662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226" y="2623860"/>
                  <a:ext cx="22044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053" r="-23684" b="-41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9A4631-89C0-389A-F159-D37BC85AF7DD}"/>
              </a:ext>
            </a:extLst>
          </p:cNvPr>
          <p:cNvGrpSpPr/>
          <p:nvPr/>
        </p:nvGrpSpPr>
        <p:grpSpPr>
          <a:xfrm>
            <a:off x="3627980" y="1898086"/>
            <a:ext cx="1718106" cy="656876"/>
            <a:chOff x="-2947810" y="1822510"/>
            <a:chExt cx="1718106" cy="65687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50A3912-A914-3A9C-C513-84E91969EC9A}"/>
                </a:ext>
              </a:extLst>
            </p:cNvPr>
            <p:cNvSpPr/>
            <p:nvPr/>
          </p:nvSpPr>
          <p:spPr>
            <a:xfrm>
              <a:off x="-1823385" y="2039460"/>
              <a:ext cx="593681" cy="439926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51013E-D04F-51A4-D5E1-CF668CE5DFAE}"/>
                </a:ext>
              </a:extLst>
            </p:cNvPr>
            <p:cNvSpPr txBox="1"/>
            <p:nvPr/>
          </p:nvSpPr>
          <p:spPr>
            <a:xfrm>
              <a:off x="-2947810" y="1822510"/>
              <a:ext cx="1124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Nature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DA15584-4EB9-5C88-800D-C6017E8B4A93}"/>
              </a:ext>
            </a:extLst>
          </p:cNvPr>
          <p:cNvSpPr txBox="1"/>
          <p:nvPr/>
        </p:nvSpPr>
        <p:spPr>
          <a:xfrm>
            <a:off x="3386158" y="2900859"/>
            <a:ext cx="1256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2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59ABD9-C5E6-FE0C-5E15-DFF981D0A92A}"/>
              </a:ext>
            </a:extLst>
          </p:cNvPr>
          <p:cNvSpPr txBox="1"/>
          <p:nvPr/>
        </p:nvSpPr>
        <p:spPr>
          <a:xfrm>
            <a:off x="3695863" y="4846277"/>
            <a:ext cx="119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3 Outcomes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254A60F-5368-E9C4-D5C6-2BE273FAD379}"/>
              </a:ext>
            </a:extLst>
          </p:cNvPr>
          <p:cNvGrpSpPr/>
          <p:nvPr/>
        </p:nvGrpSpPr>
        <p:grpSpPr>
          <a:xfrm>
            <a:off x="1192492" y="1742271"/>
            <a:ext cx="2526155" cy="388696"/>
            <a:chOff x="1034654" y="1819738"/>
            <a:chExt cx="2526155" cy="3886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B437FE-2317-E3DA-5B0B-03BD2FF85D17}"/>
                </a:ext>
              </a:extLst>
            </p:cNvPr>
            <p:cNvSpPr txBox="1"/>
            <p:nvPr/>
          </p:nvSpPr>
          <p:spPr>
            <a:xfrm>
              <a:off x="1034654" y="1819738"/>
              <a:ext cx="1931513" cy="388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Times New Roman" panose="02020603050405020304" pitchFamily="18" charset="0"/>
                  <a:cs typeface="Mangal" panose="02040503050203030202" pitchFamily="18" charset="0"/>
                </a:rPr>
                <a:t>…not rational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D9ACCC-1C5C-535D-F0E4-146D05E0CE15}"/>
                </a:ext>
              </a:extLst>
            </p:cNvPr>
            <p:cNvSpPr/>
            <p:nvPr/>
          </p:nvSpPr>
          <p:spPr>
            <a:xfrm>
              <a:off x="2966167" y="2008302"/>
              <a:ext cx="594642" cy="95911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rgbClr val="0070C0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B0096B-225A-065A-E7B4-41B50A00081D}"/>
              </a:ext>
            </a:extLst>
          </p:cNvPr>
          <p:cNvGrpSpPr/>
          <p:nvPr/>
        </p:nvGrpSpPr>
        <p:grpSpPr>
          <a:xfrm>
            <a:off x="4319405" y="5411931"/>
            <a:ext cx="1520823" cy="1310383"/>
            <a:chOff x="4319405" y="5411931"/>
            <a:chExt cx="1520823" cy="131038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5F4F13-8BD5-1859-E3F1-A4A3485094D9}"/>
                </a:ext>
              </a:extLst>
            </p:cNvPr>
            <p:cNvSpPr txBox="1"/>
            <p:nvPr/>
          </p:nvSpPr>
          <p:spPr>
            <a:xfrm>
              <a:off x="4319405" y="6137539"/>
              <a:ext cx="15208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Purchasing a lottery</a:t>
              </a: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FB4FEB4-B983-5B81-462B-91DA3B0FC155}"/>
                </a:ext>
              </a:extLst>
            </p:cNvPr>
            <p:cNvSpPr/>
            <p:nvPr/>
          </p:nvSpPr>
          <p:spPr>
            <a:xfrm flipV="1">
              <a:off x="5277389" y="5411931"/>
              <a:ext cx="45719" cy="691773"/>
            </a:xfrm>
            <a:custGeom>
              <a:avLst/>
              <a:gdLst>
                <a:gd name="connsiteX0" fmla="*/ 0 w 1014984"/>
                <a:gd name="connsiteY0" fmla="*/ 17329 h 337369"/>
                <a:gd name="connsiteX1" fmla="*/ 420624 w 1014984"/>
                <a:gd name="connsiteY1" fmla="*/ 17329 h 337369"/>
                <a:gd name="connsiteX2" fmla="*/ 576072 w 1014984"/>
                <a:gd name="connsiteY2" fmla="*/ 35617 h 337369"/>
                <a:gd name="connsiteX3" fmla="*/ 804672 w 1014984"/>
                <a:gd name="connsiteY3" fmla="*/ 90481 h 337369"/>
                <a:gd name="connsiteX4" fmla="*/ 877824 w 1014984"/>
                <a:gd name="connsiteY4" fmla="*/ 117913 h 337369"/>
                <a:gd name="connsiteX5" fmla="*/ 941832 w 1014984"/>
                <a:gd name="connsiteY5" fmla="*/ 172777 h 337369"/>
                <a:gd name="connsiteX6" fmla="*/ 978408 w 1014984"/>
                <a:gd name="connsiteY6" fmla="*/ 200209 h 337369"/>
                <a:gd name="connsiteX7" fmla="*/ 996696 w 1014984"/>
                <a:gd name="connsiteY7" fmla="*/ 291649 h 337369"/>
                <a:gd name="connsiteX8" fmla="*/ 1014984 w 1014984"/>
                <a:gd name="connsiteY8" fmla="*/ 337369 h 33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984" h="337369">
                  <a:moveTo>
                    <a:pt x="0" y="17329"/>
                  </a:moveTo>
                  <a:cubicBezTo>
                    <a:pt x="167802" y="-10638"/>
                    <a:pt x="84751" y="-349"/>
                    <a:pt x="420624" y="17329"/>
                  </a:cubicBezTo>
                  <a:cubicBezTo>
                    <a:pt x="472725" y="20071"/>
                    <a:pt x="524487" y="27801"/>
                    <a:pt x="576072" y="35617"/>
                  </a:cubicBezTo>
                  <a:cubicBezTo>
                    <a:pt x="697973" y="54087"/>
                    <a:pt x="706089" y="55687"/>
                    <a:pt x="804672" y="90481"/>
                  </a:cubicBezTo>
                  <a:cubicBezTo>
                    <a:pt x="829229" y="99148"/>
                    <a:pt x="854116" y="107137"/>
                    <a:pt x="877824" y="117913"/>
                  </a:cubicBezTo>
                  <a:cubicBezTo>
                    <a:pt x="906928" y="131142"/>
                    <a:pt x="917370" y="151373"/>
                    <a:pt x="941832" y="172777"/>
                  </a:cubicBezTo>
                  <a:cubicBezTo>
                    <a:pt x="953301" y="182813"/>
                    <a:pt x="966216" y="191065"/>
                    <a:pt x="978408" y="200209"/>
                  </a:cubicBezTo>
                  <a:cubicBezTo>
                    <a:pt x="984504" y="230689"/>
                    <a:pt x="985152" y="262789"/>
                    <a:pt x="996696" y="291649"/>
                  </a:cubicBezTo>
                  <a:lnTo>
                    <a:pt x="1014984" y="337369"/>
                  </a:ln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943E0F-052A-0DCF-9105-44823DC99003}"/>
              </a:ext>
            </a:extLst>
          </p:cNvPr>
          <p:cNvGrpSpPr/>
          <p:nvPr/>
        </p:nvGrpSpPr>
        <p:grpSpPr>
          <a:xfrm>
            <a:off x="5829300" y="4150892"/>
            <a:ext cx="1790744" cy="1773654"/>
            <a:chOff x="5829300" y="4150892"/>
            <a:chExt cx="1790744" cy="1773654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AC9201F-D09A-0D67-C109-DDC19EFDB89D}"/>
                </a:ext>
              </a:extLst>
            </p:cNvPr>
            <p:cNvSpPr/>
            <p:nvPr/>
          </p:nvSpPr>
          <p:spPr>
            <a:xfrm>
              <a:off x="5829300" y="4150892"/>
              <a:ext cx="696019" cy="1773654"/>
            </a:xfrm>
            <a:custGeom>
              <a:avLst/>
              <a:gdLst>
                <a:gd name="csX0" fmla="*/ 0 w 696019"/>
                <a:gd name="csY0" fmla="*/ 116005 h 1773654"/>
                <a:gd name="csX1" fmla="*/ 116005 w 696019"/>
                <a:gd name="csY1" fmla="*/ 0 h 1773654"/>
                <a:gd name="csX2" fmla="*/ 580014 w 696019"/>
                <a:gd name="csY2" fmla="*/ 0 h 1773654"/>
                <a:gd name="csX3" fmla="*/ 696019 w 696019"/>
                <a:gd name="csY3" fmla="*/ 116005 h 1773654"/>
                <a:gd name="csX4" fmla="*/ 696019 w 696019"/>
                <a:gd name="csY4" fmla="*/ 629886 h 1773654"/>
                <a:gd name="csX5" fmla="*/ 696019 w 696019"/>
                <a:gd name="csY5" fmla="*/ 1128351 h 1773654"/>
                <a:gd name="csX6" fmla="*/ 696019 w 696019"/>
                <a:gd name="csY6" fmla="*/ 1657649 h 1773654"/>
                <a:gd name="csX7" fmla="*/ 580014 w 696019"/>
                <a:gd name="csY7" fmla="*/ 1773654 h 1773654"/>
                <a:gd name="csX8" fmla="*/ 116005 w 696019"/>
                <a:gd name="csY8" fmla="*/ 1773654 h 1773654"/>
                <a:gd name="csX9" fmla="*/ 0 w 696019"/>
                <a:gd name="csY9" fmla="*/ 1657649 h 1773654"/>
                <a:gd name="csX10" fmla="*/ 0 w 696019"/>
                <a:gd name="csY10" fmla="*/ 1128351 h 1773654"/>
                <a:gd name="csX11" fmla="*/ 0 w 696019"/>
                <a:gd name="csY11" fmla="*/ 583637 h 1773654"/>
                <a:gd name="csX12" fmla="*/ 0 w 696019"/>
                <a:gd name="csY12" fmla="*/ 116005 h 1773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773654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49485" y="247611"/>
                    <a:pt x="677051" y="488432"/>
                    <a:pt x="696019" y="629886"/>
                  </a:cubicBezTo>
                  <a:cubicBezTo>
                    <a:pt x="714987" y="771340"/>
                    <a:pt x="689746" y="879941"/>
                    <a:pt x="696019" y="1128351"/>
                  </a:cubicBezTo>
                  <a:cubicBezTo>
                    <a:pt x="702292" y="1376761"/>
                    <a:pt x="673759" y="1416941"/>
                    <a:pt x="696019" y="1657649"/>
                  </a:cubicBezTo>
                  <a:cubicBezTo>
                    <a:pt x="695013" y="1712124"/>
                    <a:pt x="635727" y="1785266"/>
                    <a:pt x="580014" y="1773654"/>
                  </a:cubicBezTo>
                  <a:cubicBezTo>
                    <a:pt x="411615" y="1811895"/>
                    <a:pt x="269726" y="1721068"/>
                    <a:pt x="116005" y="1773654"/>
                  </a:cubicBezTo>
                  <a:cubicBezTo>
                    <a:pt x="38782" y="1772902"/>
                    <a:pt x="4752" y="1708686"/>
                    <a:pt x="0" y="1657649"/>
                  </a:cubicBezTo>
                  <a:cubicBezTo>
                    <a:pt x="-22555" y="1491170"/>
                    <a:pt x="52831" y="1306680"/>
                    <a:pt x="0" y="1128351"/>
                  </a:cubicBezTo>
                  <a:cubicBezTo>
                    <a:pt x="-52831" y="950022"/>
                    <a:pt x="31489" y="781759"/>
                    <a:pt x="0" y="583637"/>
                  </a:cubicBezTo>
                  <a:cubicBezTo>
                    <a:pt x="-31489" y="385515"/>
                    <a:pt x="51378" y="214580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B530DC-8660-4228-BA58-1C1F2E90238E}"/>
                </a:ext>
              </a:extLst>
            </p:cNvPr>
            <p:cNvSpPr txBox="1"/>
            <p:nvPr/>
          </p:nvSpPr>
          <p:spPr>
            <a:xfrm>
              <a:off x="6631268" y="5472927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285ABD3-94E3-6448-CDD2-25D4076000BE}"/>
              </a:ext>
            </a:extLst>
          </p:cNvPr>
          <p:cNvGrpSpPr/>
          <p:nvPr/>
        </p:nvGrpSpPr>
        <p:grpSpPr>
          <a:xfrm>
            <a:off x="5829300" y="1930835"/>
            <a:ext cx="1759835" cy="1461589"/>
            <a:chOff x="5829300" y="1930835"/>
            <a:chExt cx="1759835" cy="146158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9413D51-C9CB-94B9-4123-F6C5401CB878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8F8D081-655E-CCB0-E886-F3F2E5E76219}"/>
                </a:ext>
              </a:extLst>
            </p:cNvPr>
            <p:cNvSpPr txBox="1"/>
            <p:nvPr/>
          </p:nvSpPr>
          <p:spPr>
            <a:xfrm>
              <a:off x="6600359" y="2690901"/>
              <a:ext cx="98877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Lottery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15FA250-4C92-AE1E-A59D-4B0F2986209E}"/>
              </a:ext>
            </a:extLst>
          </p:cNvPr>
          <p:cNvSpPr txBox="1"/>
          <p:nvPr/>
        </p:nvSpPr>
        <p:spPr>
          <a:xfrm>
            <a:off x="8143663" y="1962110"/>
            <a:ext cx="342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Lottery: A probability distribution over outcomes</a:t>
            </a:r>
          </a:p>
        </p:txBody>
      </p:sp>
      <p:pic>
        <p:nvPicPr>
          <p:cNvPr id="41" name="Picture 40" descr="A key with a hole in the middle&#10;&#10;Description automatically generated">
            <a:extLst>
              <a:ext uri="{FF2B5EF4-FFF2-40B4-BE49-F238E27FC236}">
                <a16:creationId xmlns:a16="http://schemas.microsoft.com/office/drawing/2014/main" id="{BDF13268-A7D2-7881-B397-0CEBC11EFD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9" t="22881" r="7303" b="22399"/>
          <a:stretch/>
        </p:blipFill>
        <p:spPr>
          <a:xfrm rot="723852">
            <a:off x="10118423" y="483948"/>
            <a:ext cx="1474067" cy="70947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343ED35-8418-7842-88E0-CAEEAFAD19A3}"/>
              </a:ext>
            </a:extLst>
          </p:cNvPr>
          <p:cNvSpPr txBox="1"/>
          <p:nvPr/>
        </p:nvSpPr>
        <p:spPr>
          <a:xfrm>
            <a:off x="2227199" y="4063655"/>
            <a:ext cx="1199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Decision-maker</a:t>
            </a:r>
          </a:p>
        </p:txBody>
      </p:sp>
    </p:spTree>
    <p:extLst>
      <p:ext uri="{BB962C8B-B14F-4D97-AF65-F5344CB8AC3E}">
        <p14:creationId xmlns:p14="http://schemas.microsoft.com/office/powerpoint/2010/main" val="257860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91E82-BADF-DC6C-0294-F3AC11B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/>
              <p:nvPr/>
            </p:nvSpPr>
            <p:spPr>
              <a:xfrm>
                <a:off x="572492" y="2071316"/>
                <a:ext cx="11018520" cy="116284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lottery over outcomes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defined as a probability distribution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 …,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≥0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probability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occurs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00A074-AC22-9683-BB5F-39DB9BF1F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2" y="2071316"/>
                <a:ext cx="11018520" cy="1162847"/>
              </a:xfrm>
              <a:prstGeom prst="rect">
                <a:avLst/>
              </a:prstGeom>
              <a:blipFill>
                <a:blip r:embed="rId2"/>
                <a:stretch>
                  <a:fillRect l="-885" t="-7330" r="-830" b="-743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DEFINITION Text Written on Red Grungy Round Stamp Stock Illustration ...">
            <a:extLst>
              <a:ext uri="{FF2B5EF4-FFF2-40B4-BE49-F238E27FC236}">
                <a16:creationId xmlns:a16="http://schemas.microsoft.com/office/drawing/2014/main" id="{B0751BF1-C077-ED78-6C2B-8559AD91A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077"/>
          <a:stretch/>
        </p:blipFill>
        <p:spPr bwMode="auto">
          <a:xfrm>
            <a:off x="10728696" y="144196"/>
            <a:ext cx="1286911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3274D-0953-25EB-9977-C9059E3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A Simple Lottery</a:t>
            </a:r>
            <a:endParaRPr lang="en-US" sz="5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2491" y="4002279"/>
              <a:ext cx="6769085" cy="146304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2165029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4604056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 </a:t>
                          </a:r>
                          <a:r>
                            <a:rPr lang="en-US" i="1" dirty="0"/>
                            <a:t>of all available actions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Individual outcomes (Elements of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Probability that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will occur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8E8168-3E70-BEFA-D65C-B3A4F8573E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1557926"/>
                  </p:ext>
                </p:extLst>
              </p:nvPr>
            </p:nvGraphicFramePr>
            <p:xfrm>
              <a:off x="572491" y="4002279"/>
              <a:ext cx="6769085" cy="1463040"/>
            </p:xfrm>
            <a:graphic>
              <a:graphicData uri="http://schemas.openxmlformats.org/drawingml/2006/table">
                <a:tbl>
                  <a:tblPr firstRow="1" bandCol="1">
                    <a:tableStyleId>{D27102A9-8310-4765-A935-A1911B00CA55}</a:tableStyleId>
                  </a:tblPr>
                  <a:tblGrid>
                    <a:gridCol w="2165029">
                      <a:extLst>
                        <a:ext uri="{9D8B030D-6E8A-4147-A177-3AD203B41FA5}">
                          <a16:colId xmlns:a16="http://schemas.microsoft.com/office/drawing/2014/main" val="109060319"/>
                        </a:ext>
                      </a:extLst>
                    </a:gridCol>
                    <a:gridCol w="4604056">
                      <a:extLst>
                        <a:ext uri="{9D8B030D-6E8A-4147-A177-3AD203B41FA5}">
                          <a16:colId xmlns:a16="http://schemas.microsoft.com/office/drawing/2014/main" val="965449992"/>
                        </a:ext>
                      </a:extLst>
                    </a:gridCol>
                  </a:tblGrid>
                  <a:tr h="3657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Notation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7187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4918" r="-21264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Set of outcomes </a:t>
                          </a:r>
                          <a:r>
                            <a:rPr lang="en-US" i="1" dirty="0"/>
                            <a:t>of all available actions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88291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8333" r="-212640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090" t="-208333" r="-132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7371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8333" r="-212640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090" t="-308333" r="-132" b="-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12778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E2BFE02-EC03-751F-97F0-4A907FF39093}"/>
              </a:ext>
            </a:extLst>
          </p:cNvPr>
          <p:cNvSpPr txBox="1"/>
          <p:nvPr/>
        </p:nvSpPr>
        <p:spPr>
          <a:xfrm>
            <a:off x="5198023" y="1457740"/>
            <a:ext cx="2975369" cy="369332"/>
          </a:xfrm>
          <a:custGeom>
            <a:avLst/>
            <a:gdLst>
              <a:gd name="csX0" fmla="*/ 0 w 2975369"/>
              <a:gd name="csY0" fmla="*/ 0 h 369332"/>
              <a:gd name="csX1" fmla="*/ 565320 w 2975369"/>
              <a:gd name="csY1" fmla="*/ 0 h 369332"/>
              <a:gd name="csX2" fmla="*/ 1160394 w 2975369"/>
              <a:gd name="csY2" fmla="*/ 0 h 369332"/>
              <a:gd name="csX3" fmla="*/ 1785221 w 2975369"/>
              <a:gd name="csY3" fmla="*/ 0 h 369332"/>
              <a:gd name="csX4" fmla="*/ 2410049 w 2975369"/>
              <a:gd name="csY4" fmla="*/ 0 h 369332"/>
              <a:gd name="csX5" fmla="*/ 2975369 w 2975369"/>
              <a:gd name="csY5" fmla="*/ 0 h 369332"/>
              <a:gd name="csX6" fmla="*/ 2975369 w 2975369"/>
              <a:gd name="csY6" fmla="*/ 369332 h 369332"/>
              <a:gd name="csX7" fmla="*/ 2320788 w 2975369"/>
              <a:gd name="csY7" fmla="*/ 369332 h 369332"/>
              <a:gd name="csX8" fmla="*/ 1666207 w 2975369"/>
              <a:gd name="csY8" fmla="*/ 369332 h 369332"/>
              <a:gd name="csX9" fmla="*/ 1071133 w 2975369"/>
              <a:gd name="csY9" fmla="*/ 369332 h 369332"/>
              <a:gd name="csX10" fmla="*/ 0 w 2975369"/>
              <a:gd name="csY10" fmla="*/ 369332 h 369332"/>
              <a:gd name="csX11" fmla="*/ 0 w 2975369"/>
              <a:gd name="csY11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975369" h="369332" fill="none" extrusionOk="0">
                <a:moveTo>
                  <a:pt x="0" y="0"/>
                </a:moveTo>
                <a:cubicBezTo>
                  <a:pt x="212617" y="-32066"/>
                  <a:pt x="384235" y="11049"/>
                  <a:pt x="565320" y="0"/>
                </a:cubicBezTo>
                <a:cubicBezTo>
                  <a:pt x="746405" y="-11049"/>
                  <a:pt x="972983" y="52597"/>
                  <a:pt x="1160394" y="0"/>
                </a:cubicBezTo>
                <a:cubicBezTo>
                  <a:pt x="1347805" y="-52597"/>
                  <a:pt x="1522762" y="67608"/>
                  <a:pt x="1785221" y="0"/>
                </a:cubicBezTo>
                <a:cubicBezTo>
                  <a:pt x="2047680" y="-67608"/>
                  <a:pt x="2103721" y="19601"/>
                  <a:pt x="2410049" y="0"/>
                </a:cubicBezTo>
                <a:cubicBezTo>
                  <a:pt x="2716377" y="-19601"/>
                  <a:pt x="2712390" y="1673"/>
                  <a:pt x="2975369" y="0"/>
                </a:cubicBezTo>
                <a:cubicBezTo>
                  <a:pt x="2992203" y="102192"/>
                  <a:pt x="2938604" y="207137"/>
                  <a:pt x="2975369" y="369332"/>
                </a:cubicBezTo>
                <a:cubicBezTo>
                  <a:pt x="2838259" y="429113"/>
                  <a:pt x="2596370" y="361070"/>
                  <a:pt x="2320788" y="369332"/>
                </a:cubicBezTo>
                <a:cubicBezTo>
                  <a:pt x="2045206" y="377594"/>
                  <a:pt x="1839936" y="293785"/>
                  <a:pt x="1666207" y="369332"/>
                </a:cubicBezTo>
                <a:cubicBezTo>
                  <a:pt x="1492478" y="444879"/>
                  <a:pt x="1342179" y="358728"/>
                  <a:pt x="1071133" y="369332"/>
                </a:cubicBezTo>
                <a:cubicBezTo>
                  <a:pt x="800087" y="379936"/>
                  <a:pt x="278621" y="288832"/>
                  <a:pt x="0" y="369332"/>
                </a:cubicBezTo>
                <a:cubicBezTo>
                  <a:pt x="-1275" y="191808"/>
                  <a:pt x="34267" y="163671"/>
                  <a:pt x="0" y="0"/>
                </a:cubicBezTo>
                <a:close/>
              </a:path>
              <a:path w="2975369" h="369332" stroke="0" extrusionOk="0">
                <a:moveTo>
                  <a:pt x="0" y="0"/>
                </a:moveTo>
                <a:cubicBezTo>
                  <a:pt x="136580" y="-7933"/>
                  <a:pt x="334098" y="10326"/>
                  <a:pt x="565320" y="0"/>
                </a:cubicBezTo>
                <a:cubicBezTo>
                  <a:pt x="796542" y="-10326"/>
                  <a:pt x="926594" y="47969"/>
                  <a:pt x="1071133" y="0"/>
                </a:cubicBezTo>
                <a:cubicBezTo>
                  <a:pt x="1215672" y="-47969"/>
                  <a:pt x="1564735" y="41523"/>
                  <a:pt x="1725714" y="0"/>
                </a:cubicBezTo>
                <a:cubicBezTo>
                  <a:pt x="1886693" y="-41523"/>
                  <a:pt x="2052770" y="39184"/>
                  <a:pt x="2291034" y="0"/>
                </a:cubicBezTo>
                <a:cubicBezTo>
                  <a:pt x="2529298" y="-39184"/>
                  <a:pt x="2635759" y="33899"/>
                  <a:pt x="2975369" y="0"/>
                </a:cubicBezTo>
                <a:cubicBezTo>
                  <a:pt x="3011529" y="81226"/>
                  <a:pt x="2953831" y="278722"/>
                  <a:pt x="2975369" y="369332"/>
                </a:cubicBezTo>
                <a:cubicBezTo>
                  <a:pt x="2700019" y="426437"/>
                  <a:pt x="2532427" y="301804"/>
                  <a:pt x="2380295" y="369332"/>
                </a:cubicBezTo>
                <a:cubicBezTo>
                  <a:pt x="2228163" y="436860"/>
                  <a:pt x="1940049" y="363660"/>
                  <a:pt x="1725714" y="369332"/>
                </a:cubicBezTo>
                <a:cubicBezTo>
                  <a:pt x="1511379" y="375004"/>
                  <a:pt x="1406839" y="325960"/>
                  <a:pt x="1219901" y="369332"/>
                </a:cubicBezTo>
                <a:cubicBezTo>
                  <a:pt x="1032963" y="412704"/>
                  <a:pt x="888173" y="364072"/>
                  <a:pt x="624827" y="369332"/>
                </a:cubicBezTo>
                <a:cubicBezTo>
                  <a:pt x="361481" y="374592"/>
                  <a:pt x="290903" y="321863"/>
                  <a:pt x="0" y="369332"/>
                </a:cubicBezTo>
                <a:cubicBezTo>
                  <a:pt x="-36656" y="211973"/>
                  <a:pt x="14639" y="175527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Modeling Uncertainty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0803F-10C9-B1AC-787F-DAAE69F057D6}"/>
              </a:ext>
            </a:extLst>
          </p:cNvPr>
          <p:cNvSpPr txBox="1"/>
          <p:nvPr/>
        </p:nvSpPr>
        <p:spPr>
          <a:xfrm>
            <a:off x="7573926" y="5755863"/>
            <a:ext cx="2975369" cy="646331"/>
          </a:xfrm>
          <a:custGeom>
            <a:avLst/>
            <a:gdLst>
              <a:gd name="csX0" fmla="*/ 0 w 2975369"/>
              <a:gd name="csY0" fmla="*/ 0 h 646331"/>
              <a:gd name="csX1" fmla="*/ 654581 w 2975369"/>
              <a:gd name="csY1" fmla="*/ 0 h 646331"/>
              <a:gd name="csX2" fmla="*/ 1279409 w 2975369"/>
              <a:gd name="csY2" fmla="*/ 0 h 646331"/>
              <a:gd name="csX3" fmla="*/ 1904236 w 2975369"/>
              <a:gd name="csY3" fmla="*/ 0 h 646331"/>
              <a:gd name="csX4" fmla="*/ 2410049 w 2975369"/>
              <a:gd name="csY4" fmla="*/ 0 h 646331"/>
              <a:gd name="csX5" fmla="*/ 2975369 w 2975369"/>
              <a:gd name="csY5" fmla="*/ 0 h 646331"/>
              <a:gd name="csX6" fmla="*/ 2975369 w 2975369"/>
              <a:gd name="csY6" fmla="*/ 329629 h 646331"/>
              <a:gd name="csX7" fmla="*/ 2975369 w 2975369"/>
              <a:gd name="csY7" fmla="*/ 646331 h 646331"/>
              <a:gd name="csX8" fmla="*/ 2380295 w 2975369"/>
              <a:gd name="csY8" fmla="*/ 646331 h 646331"/>
              <a:gd name="csX9" fmla="*/ 1874482 w 2975369"/>
              <a:gd name="csY9" fmla="*/ 646331 h 646331"/>
              <a:gd name="csX10" fmla="*/ 1368670 w 2975369"/>
              <a:gd name="csY10" fmla="*/ 646331 h 646331"/>
              <a:gd name="csX11" fmla="*/ 743842 w 2975369"/>
              <a:gd name="csY11" fmla="*/ 646331 h 646331"/>
              <a:gd name="csX12" fmla="*/ 0 w 2975369"/>
              <a:gd name="csY12" fmla="*/ 646331 h 646331"/>
              <a:gd name="csX13" fmla="*/ 0 w 2975369"/>
              <a:gd name="csY13" fmla="*/ 310239 h 646331"/>
              <a:gd name="csX14" fmla="*/ 0 w 2975369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75369" h="646331" fill="none" extrusionOk="0">
                <a:moveTo>
                  <a:pt x="0" y="0"/>
                </a:moveTo>
                <a:cubicBezTo>
                  <a:pt x="260372" y="-33033"/>
                  <a:pt x="474393" y="28003"/>
                  <a:pt x="654581" y="0"/>
                </a:cubicBezTo>
                <a:cubicBezTo>
                  <a:pt x="834769" y="-28003"/>
                  <a:pt x="973081" y="19601"/>
                  <a:pt x="1279409" y="0"/>
                </a:cubicBezTo>
                <a:cubicBezTo>
                  <a:pt x="1585737" y="-19601"/>
                  <a:pt x="1603834" y="67609"/>
                  <a:pt x="1904236" y="0"/>
                </a:cubicBezTo>
                <a:cubicBezTo>
                  <a:pt x="2204638" y="-67609"/>
                  <a:pt x="2278726" y="50334"/>
                  <a:pt x="2410049" y="0"/>
                </a:cubicBezTo>
                <a:cubicBezTo>
                  <a:pt x="2541372" y="-50334"/>
                  <a:pt x="2742283" y="37215"/>
                  <a:pt x="2975369" y="0"/>
                </a:cubicBezTo>
                <a:cubicBezTo>
                  <a:pt x="2977556" y="72899"/>
                  <a:pt x="2938532" y="188421"/>
                  <a:pt x="2975369" y="329629"/>
                </a:cubicBezTo>
                <a:cubicBezTo>
                  <a:pt x="3012206" y="470837"/>
                  <a:pt x="2945130" y="552317"/>
                  <a:pt x="2975369" y="646331"/>
                </a:cubicBezTo>
                <a:cubicBezTo>
                  <a:pt x="2850133" y="692804"/>
                  <a:pt x="2642386" y="623448"/>
                  <a:pt x="2380295" y="646331"/>
                </a:cubicBezTo>
                <a:cubicBezTo>
                  <a:pt x="2118204" y="669214"/>
                  <a:pt x="2080225" y="590818"/>
                  <a:pt x="1874482" y="646331"/>
                </a:cubicBezTo>
                <a:cubicBezTo>
                  <a:pt x="1668739" y="701844"/>
                  <a:pt x="1547823" y="588233"/>
                  <a:pt x="1368670" y="646331"/>
                </a:cubicBezTo>
                <a:cubicBezTo>
                  <a:pt x="1189517" y="704429"/>
                  <a:pt x="888569" y="627343"/>
                  <a:pt x="743842" y="646331"/>
                </a:cubicBezTo>
                <a:cubicBezTo>
                  <a:pt x="599115" y="665319"/>
                  <a:pt x="227234" y="572744"/>
                  <a:pt x="0" y="646331"/>
                </a:cubicBezTo>
                <a:cubicBezTo>
                  <a:pt x="-12781" y="483927"/>
                  <a:pt x="37091" y="433782"/>
                  <a:pt x="0" y="310239"/>
                </a:cubicBezTo>
                <a:cubicBezTo>
                  <a:pt x="-37091" y="186696"/>
                  <a:pt x="4604" y="64801"/>
                  <a:pt x="0" y="0"/>
                </a:cubicBezTo>
                <a:close/>
              </a:path>
              <a:path w="2975369" h="646331" stroke="0" extrusionOk="0">
                <a:moveTo>
                  <a:pt x="0" y="0"/>
                </a:moveTo>
                <a:cubicBezTo>
                  <a:pt x="136580" y="-7933"/>
                  <a:pt x="334098" y="10326"/>
                  <a:pt x="565320" y="0"/>
                </a:cubicBezTo>
                <a:cubicBezTo>
                  <a:pt x="796542" y="-10326"/>
                  <a:pt x="926594" y="47969"/>
                  <a:pt x="1071133" y="0"/>
                </a:cubicBezTo>
                <a:cubicBezTo>
                  <a:pt x="1215672" y="-47969"/>
                  <a:pt x="1564735" y="41523"/>
                  <a:pt x="1725714" y="0"/>
                </a:cubicBezTo>
                <a:cubicBezTo>
                  <a:pt x="1886693" y="-41523"/>
                  <a:pt x="2052770" y="39184"/>
                  <a:pt x="2291034" y="0"/>
                </a:cubicBezTo>
                <a:cubicBezTo>
                  <a:pt x="2529298" y="-39184"/>
                  <a:pt x="2635759" y="33899"/>
                  <a:pt x="2975369" y="0"/>
                </a:cubicBezTo>
                <a:cubicBezTo>
                  <a:pt x="3010041" y="99397"/>
                  <a:pt x="2937308" y="207528"/>
                  <a:pt x="2975369" y="336092"/>
                </a:cubicBezTo>
                <a:cubicBezTo>
                  <a:pt x="3013430" y="464656"/>
                  <a:pt x="2968123" y="558683"/>
                  <a:pt x="2975369" y="646331"/>
                </a:cubicBezTo>
                <a:cubicBezTo>
                  <a:pt x="2758787" y="666582"/>
                  <a:pt x="2530094" y="598508"/>
                  <a:pt x="2380295" y="646331"/>
                </a:cubicBezTo>
                <a:cubicBezTo>
                  <a:pt x="2230496" y="694154"/>
                  <a:pt x="2061420" y="602959"/>
                  <a:pt x="1874482" y="646331"/>
                </a:cubicBezTo>
                <a:cubicBezTo>
                  <a:pt x="1687544" y="689703"/>
                  <a:pt x="1541281" y="636099"/>
                  <a:pt x="1279409" y="646331"/>
                </a:cubicBezTo>
                <a:cubicBezTo>
                  <a:pt x="1017537" y="656563"/>
                  <a:pt x="898660" y="629238"/>
                  <a:pt x="684335" y="646331"/>
                </a:cubicBezTo>
                <a:cubicBezTo>
                  <a:pt x="470010" y="663424"/>
                  <a:pt x="272634" y="629155"/>
                  <a:pt x="0" y="646331"/>
                </a:cubicBezTo>
                <a:cubicBezTo>
                  <a:pt x="-33616" y="483157"/>
                  <a:pt x="27355" y="419635"/>
                  <a:pt x="0" y="310239"/>
                </a:cubicBezTo>
                <a:cubicBezTo>
                  <a:pt x="-27355" y="200843"/>
                  <a:pt x="264" y="72993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Each action has its own lottery.</a:t>
            </a:r>
          </a:p>
        </p:txBody>
      </p:sp>
    </p:spTree>
    <p:extLst>
      <p:ext uri="{BB962C8B-B14F-4D97-AF65-F5344CB8AC3E}">
        <p14:creationId xmlns:p14="http://schemas.microsoft.com/office/powerpoint/2010/main" val="53874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5D27E-0117-EA52-A04D-3CE010EB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CE3C27-6562-71F0-8910-25BEA9FA9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AB320D2A-0BAE-5F5E-220F-424DCB4FF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54BE4AF-E57A-8465-0BD4-11BEB8311013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9428764" y="880059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D52B767C-C12F-57E3-7145-BE3310D406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9428764" y="880059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1405853-3838-87F8-3B8D-A9317000BE7C}"/>
                </a:ext>
              </a:extLst>
            </p:cNvPr>
            <p:cNvSpPr txBox="1"/>
            <p:nvPr/>
          </p:nvSpPr>
          <p:spPr>
            <a:xfrm rot="352725">
              <a:off x="9547890" y="1076323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18F287-4258-D9A1-0532-DB33F6832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 Compound Lottery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34BB90-C105-EBC1-7FBA-429E703074E3}"/>
              </a:ext>
            </a:extLst>
          </p:cNvPr>
          <p:cNvGrpSpPr/>
          <p:nvPr/>
        </p:nvGrpSpPr>
        <p:grpSpPr>
          <a:xfrm>
            <a:off x="584200" y="1868037"/>
            <a:ext cx="10938764" cy="4048452"/>
            <a:chOff x="584200" y="1868037"/>
            <a:chExt cx="10938764" cy="4048452"/>
          </a:xfrm>
        </p:grpSpPr>
        <p:pic>
          <p:nvPicPr>
            <p:cNvPr id="9" name="Picture 8" descr="A person standing behind a podium&#10;&#10;Description automatically generated">
              <a:extLst>
                <a:ext uri="{FF2B5EF4-FFF2-40B4-BE49-F238E27FC236}">
                  <a16:creationId xmlns:a16="http://schemas.microsoft.com/office/drawing/2014/main" id="{D85E2094-0B73-DA9A-423B-D1C0791BC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56" r="12508"/>
            <a:stretch/>
          </p:blipFill>
          <p:spPr>
            <a:xfrm>
              <a:off x="584200" y="3002936"/>
              <a:ext cx="1744133" cy="2267004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3772858-3EF4-6C91-DF77-7DA27127DF61}"/>
                </a:ext>
              </a:extLst>
            </p:cNvPr>
            <p:cNvSpPr txBox="1"/>
            <p:nvPr/>
          </p:nvSpPr>
          <p:spPr>
            <a:xfrm>
              <a:off x="3047294" y="2423463"/>
              <a:ext cx="8475670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Action 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: Conventional method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D1EB67D-EE31-E8C7-DFCC-9B3414FFD1D4}"/>
                </a:ext>
              </a:extLst>
            </p:cNvPr>
            <p:cNvSpPr txBox="1"/>
            <p:nvPr/>
          </p:nvSpPr>
          <p:spPr>
            <a:xfrm>
              <a:off x="3047294" y="1868037"/>
              <a:ext cx="8475670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Decision Problem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: Invest in a drug development method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0B56C3D-A049-A7DA-583E-17390D98A332}"/>
                </a:ext>
              </a:extLst>
            </p:cNvPr>
            <p:cNvSpPr txBox="1"/>
            <p:nvPr/>
          </p:nvSpPr>
          <p:spPr>
            <a:xfrm>
              <a:off x="3047294" y="5540937"/>
              <a:ext cx="8475670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Action 2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: Innovative method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8F1A000-387B-AC3C-0DDB-0142FF8DF973}"/>
                </a:ext>
              </a:extLst>
            </p:cNvPr>
            <p:cNvSpPr txBox="1"/>
            <p:nvPr/>
          </p:nvSpPr>
          <p:spPr>
            <a:xfrm>
              <a:off x="3047294" y="2911391"/>
              <a:ext cx="8475670" cy="2450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algn="just">
                <a:lnSpc>
                  <a:spcPct val="107000"/>
                </a:lnSpc>
                <a:buFont typeface="Symbol" panose="05050102010706020507" pitchFamily="18" charset="2"/>
                <a:buChar char=""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Outcome 1: Success. 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The drug passes trials and gains approval for the market.  Probability </a:t>
              </a:r>
              <a:r>
                <a:rPr lang="en-US" b="1" dirty="0">
                  <a:solidFill>
                    <a:srgbClr val="E97132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70%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.  Payoff: Rs. </a:t>
              </a:r>
              <a:r>
                <a:rPr lang="en-US" b="1" dirty="0">
                  <a:solidFill>
                    <a:srgbClr val="00B05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100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 crores.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endParaRPr>
            </a:p>
            <a:p>
              <a:pPr marL="800100" marR="0" lvl="1" indent="-34290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Symbol" panose="05050102010706020507" pitchFamily="18" charset="2"/>
                <a:buChar char=""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Outcome 1.1: Market acceptance.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  Highly effective.  Probability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80%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.  Payoff: Rs.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100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 crores.</a:t>
              </a:r>
            </a:p>
            <a:p>
              <a:pPr marL="800100" marR="0" lvl="1" indent="-342900" algn="just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Symbol" panose="05050102010706020507" pitchFamily="18" charset="2"/>
                <a:buChar char=""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Outcome 1.2: Market rejection.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  Adverse effects.  Probability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20%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.  Payoff: Rs.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-40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 crores.</a:t>
              </a:r>
            </a:p>
            <a:p>
              <a:pPr marL="342900" lvl="0" indent="-342900" algn="just">
                <a:lnSpc>
                  <a:spcPct val="107000"/>
                </a:lnSpc>
                <a:spcAft>
                  <a:spcPts val="800"/>
                </a:spcAft>
                <a:buFont typeface="Symbol" panose="05050102010706020507" pitchFamily="18" charset="2"/>
                <a:buChar char=""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Outcome 2: </a:t>
              </a:r>
              <a:r>
                <a:rPr lang="en-US" b="1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Failure.  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The drug fails trials and is not approved for the market.  Probability </a:t>
              </a:r>
              <a:r>
                <a:rPr lang="en-US" b="1" dirty="0">
                  <a:solidFill>
                    <a:srgbClr val="E97132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30%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.  Payoff: Rs. </a:t>
              </a:r>
              <a:r>
                <a:rPr lang="en-US" b="1" dirty="0">
                  <a:solidFill>
                    <a:srgbClr val="00B05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-20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rPr>
                <a:t> crores (due to sunk costs).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08C4242-C001-7425-DA16-E7EF9FA8EF1C}"/>
              </a:ext>
            </a:extLst>
          </p:cNvPr>
          <p:cNvCxnSpPr>
            <a:cxnSpLocks/>
          </p:cNvCxnSpPr>
          <p:nvPr/>
        </p:nvCxnSpPr>
        <p:spPr>
          <a:xfrm>
            <a:off x="5740923" y="3391292"/>
            <a:ext cx="1386903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40F1047-CD3B-D836-7E9F-A7B7EA0EE221}"/>
              </a:ext>
            </a:extLst>
          </p:cNvPr>
          <p:cNvSpPr txBox="1"/>
          <p:nvPr/>
        </p:nvSpPr>
        <p:spPr>
          <a:xfrm>
            <a:off x="6706107" y="1093638"/>
            <a:ext cx="3009487" cy="646331"/>
          </a:xfrm>
          <a:custGeom>
            <a:avLst/>
            <a:gdLst>
              <a:gd name="csX0" fmla="*/ 0 w 3009487"/>
              <a:gd name="csY0" fmla="*/ 0 h 646331"/>
              <a:gd name="csX1" fmla="*/ 471486 w 3009487"/>
              <a:gd name="csY1" fmla="*/ 0 h 646331"/>
              <a:gd name="csX2" fmla="*/ 882783 w 3009487"/>
              <a:gd name="csY2" fmla="*/ 0 h 646331"/>
              <a:gd name="csX3" fmla="*/ 1324174 w 3009487"/>
              <a:gd name="csY3" fmla="*/ 0 h 646331"/>
              <a:gd name="csX4" fmla="*/ 1855850 w 3009487"/>
              <a:gd name="csY4" fmla="*/ 0 h 646331"/>
              <a:gd name="csX5" fmla="*/ 2327337 w 3009487"/>
              <a:gd name="csY5" fmla="*/ 0 h 646331"/>
              <a:gd name="csX6" fmla="*/ 3009487 w 3009487"/>
              <a:gd name="csY6" fmla="*/ 0 h 646331"/>
              <a:gd name="csX7" fmla="*/ 3009487 w 3009487"/>
              <a:gd name="csY7" fmla="*/ 329629 h 646331"/>
              <a:gd name="csX8" fmla="*/ 3009487 w 3009487"/>
              <a:gd name="csY8" fmla="*/ 646331 h 646331"/>
              <a:gd name="csX9" fmla="*/ 2507906 w 3009487"/>
              <a:gd name="csY9" fmla="*/ 646331 h 646331"/>
              <a:gd name="csX10" fmla="*/ 2066514 w 3009487"/>
              <a:gd name="csY10" fmla="*/ 646331 h 646331"/>
              <a:gd name="csX11" fmla="*/ 1504744 w 3009487"/>
              <a:gd name="csY11" fmla="*/ 646331 h 646331"/>
              <a:gd name="csX12" fmla="*/ 1033257 w 3009487"/>
              <a:gd name="csY12" fmla="*/ 646331 h 646331"/>
              <a:gd name="csX13" fmla="*/ 621961 w 3009487"/>
              <a:gd name="csY13" fmla="*/ 646331 h 646331"/>
              <a:gd name="csX14" fmla="*/ 0 w 3009487"/>
              <a:gd name="csY14" fmla="*/ 646331 h 646331"/>
              <a:gd name="csX15" fmla="*/ 0 w 3009487"/>
              <a:gd name="csY15" fmla="*/ 336092 h 646331"/>
              <a:gd name="csX16" fmla="*/ 0 w 3009487"/>
              <a:gd name="csY16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09487" h="646331" fill="none" extrusionOk="0">
                <a:moveTo>
                  <a:pt x="0" y="0"/>
                </a:moveTo>
                <a:cubicBezTo>
                  <a:pt x="131759" y="-10998"/>
                  <a:pt x="264911" y="36478"/>
                  <a:pt x="471486" y="0"/>
                </a:cubicBezTo>
                <a:cubicBezTo>
                  <a:pt x="678061" y="-36478"/>
                  <a:pt x="681622" y="11081"/>
                  <a:pt x="882783" y="0"/>
                </a:cubicBezTo>
                <a:cubicBezTo>
                  <a:pt x="1083944" y="-11081"/>
                  <a:pt x="1177072" y="48005"/>
                  <a:pt x="1324174" y="0"/>
                </a:cubicBezTo>
                <a:cubicBezTo>
                  <a:pt x="1471276" y="-48005"/>
                  <a:pt x="1693086" y="58695"/>
                  <a:pt x="1855850" y="0"/>
                </a:cubicBezTo>
                <a:cubicBezTo>
                  <a:pt x="2018614" y="-58695"/>
                  <a:pt x="2229858" y="12884"/>
                  <a:pt x="2327337" y="0"/>
                </a:cubicBezTo>
                <a:cubicBezTo>
                  <a:pt x="2424816" y="-12884"/>
                  <a:pt x="2756355" y="18075"/>
                  <a:pt x="3009487" y="0"/>
                </a:cubicBezTo>
                <a:cubicBezTo>
                  <a:pt x="3034478" y="95584"/>
                  <a:pt x="2973226" y="238896"/>
                  <a:pt x="3009487" y="329629"/>
                </a:cubicBezTo>
                <a:cubicBezTo>
                  <a:pt x="3045748" y="420362"/>
                  <a:pt x="2999803" y="528952"/>
                  <a:pt x="3009487" y="646331"/>
                </a:cubicBezTo>
                <a:cubicBezTo>
                  <a:pt x="2817224" y="656150"/>
                  <a:pt x="2700889" y="605317"/>
                  <a:pt x="2507906" y="646331"/>
                </a:cubicBezTo>
                <a:cubicBezTo>
                  <a:pt x="2314923" y="687345"/>
                  <a:pt x="2170586" y="643418"/>
                  <a:pt x="2066514" y="646331"/>
                </a:cubicBezTo>
                <a:cubicBezTo>
                  <a:pt x="1962442" y="649244"/>
                  <a:pt x="1636072" y="579565"/>
                  <a:pt x="1504744" y="646331"/>
                </a:cubicBezTo>
                <a:cubicBezTo>
                  <a:pt x="1373416" y="713097"/>
                  <a:pt x="1162503" y="644722"/>
                  <a:pt x="1033257" y="646331"/>
                </a:cubicBezTo>
                <a:cubicBezTo>
                  <a:pt x="904011" y="647940"/>
                  <a:pt x="718240" y="598435"/>
                  <a:pt x="621961" y="646331"/>
                </a:cubicBezTo>
                <a:cubicBezTo>
                  <a:pt x="525682" y="694227"/>
                  <a:pt x="225202" y="607149"/>
                  <a:pt x="0" y="646331"/>
                </a:cubicBezTo>
                <a:cubicBezTo>
                  <a:pt x="-18676" y="560701"/>
                  <a:pt x="27135" y="429861"/>
                  <a:pt x="0" y="336092"/>
                </a:cubicBezTo>
                <a:cubicBezTo>
                  <a:pt x="-27135" y="242323"/>
                  <a:pt x="3131" y="123161"/>
                  <a:pt x="0" y="0"/>
                </a:cubicBezTo>
                <a:close/>
              </a:path>
              <a:path w="3009487" h="646331" stroke="0" extrusionOk="0">
                <a:moveTo>
                  <a:pt x="0" y="0"/>
                </a:moveTo>
                <a:cubicBezTo>
                  <a:pt x="140719" y="-31519"/>
                  <a:pt x="288916" y="54394"/>
                  <a:pt x="471486" y="0"/>
                </a:cubicBezTo>
                <a:cubicBezTo>
                  <a:pt x="654056" y="-54394"/>
                  <a:pt x="678093" y="4966"/>
                  <a:pt x="882783" y="0"/>
                </a:cubicBezTo>
                <a:cubicBezTo>
                  <a:pt x="1087473" y="-4966"/>
                  <a:pt x="1268720" y="65914"/>
                  <a:pt x="1444554" y="0"/>
                </a:cubicBezTo>
                <a:cubicBezTo>
                  <a:pt x="1620388" y="-65914"/>
                  <a:pt x="1819725" y="53089"/>
                  <a:pt x="1916040" y="0"/>
                </a:cubicBezTo>
                <a:cubicBezTo>
                  <a:pt x="2012355" y="-53089"/>
                  <a:pt x="2283407" y="31906"/>
                  <a:pt x="2387526" y="0"/>
                </a:cubicBezTo>
                <a:cubicBezTo>
                  <a:pt x="2491645" y="-31906"/>
                  <a:pt x="2884645" y="59399"/>
                  <a:pt x="3009487" y="0"/>
                </a:cubicBezTo>
                <a:cubicBezTo>
                  <a:pt x="3017443" y="88056"/>
                  <a:pt x="3002241" y="222591"/>
                  <a:pt x="3009487" y="310239"/>
                </a:cubicBezTo>
                <a:cubicBezTo>
                  <a:pt x="3016733" y="397887"/>
                  <a:pt x="2981805" y="498093"/>
                  <a:pt x="3009487" y="646331"/>
                </a:cubicBezTo>
                <a:cubicBezTo>
                  <a:pt x="2905732" y="690487"/>
                  <a:pt x="2710336" y="622486"/>
                  <a:pt x="2568096" y="646331"/>
                </a:cubicBezTo>
                <a:cubicBezTo>
                  <a:pt x="2425856" y="670176"/>
                  <a:pt x="2198477" y="641597"/>
                  <a:pt x="2066514" y="646331"/>
                </a:cubicBezTo>
                <a:cubicBezTo>
                  <a:pt x="1934551" y="651065"/>
                  <a:pt x="1815243" y="625043"/>
                  <a:pt x="1564933" y="646331"/>
                </a:cubicBezTo>
                <a:cubicBezTo>
                  <a:pt x="1314623" y="667619"/>
                  <a:pt x="1271913" y="605494"/>
                  <a:pt x="1093447" y="646331"/>
                </a:cubicBezTo>
                <a:cubicBezTo>
                  <a:pt x="914981" y="687168"/>
                  <a:pt x="748612" y="612453"/>
                  <a:pt x="531676" y="646331"/>
                </a:cubicBezTo>
                <a:cubicBezTo>
                  <a:pt x="314740" y="680209"/>
                  <a:pt x="112621" y="622987"/>
                  <a:pt x="0" y="646331"/>
                </a:cubicBezTo>
                <a:cubicBezTo>
                  <a:pt x="-12452" y="566656"/>
                  <a:pt x="1926" y="454460"/>
                  <a:pt x="0" y="336092"/>
                </a:cubicBezTo>
                <a:cubicBezTo>
                  <a:pt x="-1926" y="217724"/>
                  <a:pt x="19950" y="139684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Nature moves multiple times in a row…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B42539-CD31-5748-B187-3A097FF08C2D}"/>
              </a:ext>
            </a:extLst>
          </p:cNvPr>
          <p:cNvSpPr/>
          <p:nvPr/>
        </p:nvSpPr>
        <p:spPr>
          <a:xfrm>
            <a:off x="3438525" y="3530691"/>
            <a:ext cx="8084439" cy="1152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4D767665-1AF5-EF27-0BEE-AB18E286E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5993" y="3794292"/>
            <a:ext cx="365760" cy="365760"/>
          </a:xfrm>
          <a:prstGeom prst="rect">
            <a:avLst/>
          </a:prstGeom>
        </p:spPr>
      </p:pic>
      <p:pic>
        <p:nvPicPr>
          <p:cNvPr id="10" name="Graphic 9" descr="Badge Tick1 outline">
            <a:extLst>
              <a:ext uri="{FF2B5EF4-FFF2-40B4-BE49-F238E27FC236}">
                <a16:creationId xmlns:a16="http://schemas.microsoft.com/office/drawing/2014/main" id="{44630C22-A33C-C18A-5015-EE164FB84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2084" y="4384872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4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8B83B-F7D2-031E-6DD2-9CC4647E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06E43A-C19D-9805-EB1B-5B9932F8A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8FD8FA-D453-B992-100B-0A244263B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663D87C-0702-0807-4E81-8CA0F180B4DE}"/>
              </a:ext>
            </a:extLst>
          </p:cNvPr>
          <p:cNvGrpSpPr/>
          <p:nvPr/>
        </p:nvGrpSpPr>
        <p:grpSpPr>
          <a:xfrm>
            <a:off x="10300831" y="289161"/>
            <a:ext cx="1630623" cy="783751"/>
            <a:chOff x="9428764" y="880059"/>
            <a:chExt cx="1630623" cy="783751"/>
          </a:xfrm>
        </p:grpSpPr>
        <p:pic>
          <p:nvPicPr>
            <p:cNvPr id="60" name="Picture 16" descr="Blank Stamp Outline Wide | Great PowerPoint ClipArt for ...">
              <a:extLst>
                <a:ext uri="{FF2B5EF4-FFF2-40B4-BE49-F238E27FC236}">
                  <a16:creationId xmlns:a16="http://schemas.microsoft.com/office/drawing/2014/main" id="{0E0755B9-29A9-7F3D-62AE-06ECB48B12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96" b="26891"/>
            <a:stretch/>
          </p:blipFill>
          <p:spPr bwMode="auto">
            <a:xfrm rot="735545">
              <a:off x="9428764" y="880059"/>
              <a:ext cx="1630623" cy="78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0C0D034-F902-6E1E-F00A-D3B6E2AB132A}"/>
                </a:ext>
              </a:extLst>
            </p:cNvPr>
            <p:cNvSpPr txBox="1"/>
            <p:nvPr/>
          </p:nvSpPr>
          <p:spPr>
            <a:xfrm rot="352725">
              <a:off x="9547890" y="1076323"/>
              <a:ext cx="14393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EXAMPLE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E7ADCE-A50D-9275-9BF8-2E681AF47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 Compound Lottery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B3E1A2D-8896-FD85-A8A5-6B9627C5E32A}"/>
                  </a:ext>
                </a:extLst>
              </p:cNvPr>
              <p:cNvSpPr txBox="1"/>
              <p:nvPr/>
            </p:nvSpPr>
            <p:spPr>
              <a:xfrm>
                <a:off x="8120597" y="2028787"/>
                <a:ext cx="3564380" cy="314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Action 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: Conventional method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𝐶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1 (Approved)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70%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Outcome 1.1 (Accepted)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80%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100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Outcome 1.2 (Rejected)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20%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	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-40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B3E1A2D-8896-FD85-A8A5-6B9627C5E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597" y="2028787"/>
                <a:ext cx="3564380" cy="3145413"/>
              </a:xfrm>
              <a:prstGeom prst="rect">
                <a:avLst/>
              </a:prstGeom>
              <a:blipFill>
                <a:blip r:embed="rId3"/>
                <a:stretch>
                  <a:fillRect l="-1368" t="-969" b="-21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F7D0BCE-3407-39B8-3750-9FE50B14C9FC}"/>
              </a:ext>
            </a:extLst>
          </p:cNvPr>
          <p:cNvSpPr txBox="1"/>
          <p:nvPr/>
        </p:nvSpPr>
        <p:spPr>
          <a:xfrm>
            <a:off x="8124404" y="5278194"/>
            <a:ext cx="3750016" cy="971292"/>
          </a:xfrm>
          <a:custGeom>
            <a:avLst/>
            <a:gdLst>
              <a:gd name="csX0" fmla="*/ 0 w 3750016"/>
              <a:gd name="csY0" fmla="*/ 0 h 971292"/>
              <a:gd name="csX1" fmla="*/ 498216 w 3750016"/>
              <a:gd name="csY1" fmla="*/ 0 h 971292"/>
              <a:gd name="csX2" fmla="*/ 921433 w 3750016"/>
              <a:gd name="csY2" fmla="*/ 0 h 971292"/>
              <a:gd name="csX3" fmla="*/ 1532149 w 3750016"/>
              <a:gd name="csY3" fmla="*/ 0 h 971292"/>
              <a:gd name="csX4" fmla="*/ 2030366 w 3750016"/>
              <a:gd name="csY4" fmla="*/ 0 h 971292"/>
              <a:gd name="csX5" fmla="*/ 2528582 w 3750016"/>
              <a:gd name="csY5" fmla="*/ 0 h 971292"/>
              <a:gd name="csX6" fmla="*/ 3139299 w 3750016"/>
              <a:gd name="csY6" fmla="*/ 0 h 971292"/>
              <a:gd name="csX7" fmla="*/ 3750016 w 3750016"/>
              <a:gd name="csY7" fmla="*/ 0 h 971292"/>
              <a:gd name="csX8" fmla="*/ 3750016 w 3750016"/>
              <a:gd name="csY8" fmla="*/ 505072 h 971292"/>
              <a:gd name="csX9" fmla="*/ 3750016 w 3750016"/>
              <a:gd name="csY9" fmla="*/ 971292 h 971292"/>
              <a:gd name="csX10" fmla="*/ 3289300 w 3750016"/>
              <a:gd name="csY10" fmla="*/ 971292 h 971292"/>
              <a:gd name="csX11" fmla="*/ 2753583 w 3750016"/>
              <a:gd name="csY11" fmla="*/ 971292 h 971292"/>
              <a:gd name="csX12" fmla="*/ 2255367 w 3750016"/>
              <a:gd name="csY12" fmla="*/ 971292 h 971292"/>
              <a:gd name="csX13" fmla="*/ 1644650 w 3750016"/>
              <a:gd name="csY13" fmla="*/ 971292 h 971292"/>
              <a:gd name="csX14" fmla="*/ 1033933 w 3750016"/>
              <a:gd name="csY14" fmla="*/ 971292 h 971292"/>
              <a:gd name="csX15" fmla="*/ 573217 w 3750016"/>
              <a:gd name="csY15" fmla="*/ 971292 h 971292"/>
              <a:gd name="csX16" fmla="*/ 0 w 3750016"/>
              <a:gd name="csY16" fmla="*/ 971292 h 971292"/>
              <a:gd name="csX17" fmla="*/ 0 w 3750016"/>
              <a:gd name="csY17" fmla="*/ 466220 h 971292"/>
              <a:gd name="csX18" fmla="*/ 0 w 3750016"/>
              <a:gd name="csY18" fmla="*/ 0 h 9712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50016" h="971292" extrusionOk="0">
                <a:moveTo>
                  <a:pt x="0" y="0"/>
                </a:moveTo>
                <a:cubicBezTo>
                  <a:pt x="107790" y="-55116"/>
                  <a:pt x="328903" y="2974"/>
                  <a:pt x="498216" y="0"/>
                </a:cubicBezTo>
                <a:cubicBezTo>
                  <a:pt x="667529" y="-2974"/>
                  <a:pt x="757987" y="37054"/>
                  <a:pt x="921433" y="0"/>
                </a:cubicBezTo>
                <a:cubicBezTo>
                  <a:pt x="1084879" y="-37054"/>
                  <a:pt x="1357398" y="63463"/>
                  <a:pt x="1532149" y="0"/>
                </a:cubicBezTo>
                <a:cubicBezTo>
                  <a:pt x="1706900" y="-63463"/>
                  <a:pt x="1842368" y="47898"/>
                  <a:pt x="2030366" y="0"/>
                </a:cubicBezTo>
                <a:cubicBezTo>
                  <a:pt x="2218364" y="-47898"/>
                  <a:pt x="2357183" y="26731"/>
                  <a:pt x="2528582" y="0"/>
                </a:cubicBezTo>
                <a:cubicBezTo>
                  <a:pt x="2699981" y="-26731"/>
                  <a:pt x="2959102" y="71037"/>
                  <a:pt x="3139299" y="0"/>
                </a:cubicBezTo>
                <a:cubicBezTo>
                  <a:pt x="3319496" y="-71037"/>
                  <a:pt x="3470567" y="17112"/>
                  <a:pt x="3750016" y="0"/>
                </a:cubicBezTo>
                <a:cubicBezTo>
                  <a:pt x="3806707" y="246350"/>
                  <a:pt x="3715002" y="270676"/>
                  <a:pt x="3750016" y="505072"/>
                </a:cubicBezTo>
                <a:cubicBezTo>
                  <a:pt x="3785030" y="739468"/>
                  <a:pt x="3704222" y="850758"/>
                  <a:pt x="3750016" y="971292"/>
                </a:cubicBezTo>
                <a:cubicBezTo>
                  <a:pt x="3638993" y="1021474"/>
                  <a:pt x="3420544" y="921750"/>
                  <a:pt x="3289300" y="971292"/>
                </a:cubicBezTo>
                <a:cubicBezTo>
                  <a:pt x="3158056" y="1020834"/>
                  <a:pt x="2971850" y="908424"/>
                  <a:pt x="2753583" y="971292"/>
                </a:cubicBezTo>
                <a:cubicBezTo>
                  <a:pt x="2535316" y="1034160"/>
                  <a:pt x="2382252" y="936801"/>
                  <a:pt x="2255367" y="971292"/>
                </a:cubicBezTo>
                <a:cubicBezTo>
                  <a:pt x="2128482" y="1005783"/>
                  <a:pt x="1899668" y="903943"/>
                  <a:pt x="1644650" y="971292"/>
                </a:cubicBezTo>
                <a:cubicBezTo>
                  <a:pt x="1389632" y="1038641"/>
                  <a:pt x="1275489" y="953033"/>
                  <a:pt x="1033933" y="971292"/>
                </a:cubicBezTo>
                <a:cubicBezTo>
                  <a:pt x="792377" y="989551"/>
                  <a:pt x="716447" y="920209"/>
                  <a:pt x="573217" y="971292"/>
                </a:cubicBezTo>
                <a:cubicBezTo>
                  <a:pt x="429987" y="1022375"/>
                  <a:pt x="124107" y="926004"/>
                  <a:pt x="0" y="971292"/>
                </a:cubicBezTo>
                <a:cubicBezTo>
                  <a:pt x="-48915" y="736945"/>
                  <a:pt x="41954" y="610186"/>
                  <a:pt x="0" y="466220"/>
                </a:cubicBezTo>
                <a:cubicBezTo>
                  <a:pt x="-41954" y="322254"/>
                  <a:pt x="45650" y="217944"/>
                  <a:pt x="0" y="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player should focus only on the probabilities of final outcomes resulting from each action.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3454205-05AB-43DE-A14F-D5085D470679}"/>
              </a:ext>
            </a:extLst>
          </p:cNvPr>
          <p:cNvCxnSpPr>
            <a:cxnSpLocks/>
          </p:cNvCxnSpPr>
          <p:nvPr/>
        </p:nvCxnSpPr>
        <p:spPr>
          <a:xfrm>
            <a:off x="7972425" y="1978790"/>
            <a:ext cx="0" cy="4812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9FD4CDB-375C-D7B2-B9FD-16383FAE7724}"/>
              </a:ext>
            </a:extLst>
          </p:cNvPr>
          <p:cNvGrpSpPr/>
          <p:nvPr/>
        </p:nvGrpSpPr>
        <p:grpSpPr>
          <a:xfrm>
            <a:off x="457754" y="2242558"/>
            <a:ext cx="5636722" cy="4461462"/>
            <a:chOff x="1952413" y="1898086"/>
            <a:chExt cx="5636722" cy="446146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50CE2A-7CEF-D71B-0FF6-EC6640D69165}"/>
                </a:ext>
              </a:extLst>
            </p:cNvPr>
            <p:cNvSpPr txBox="1"/>
            <p:nvPr/>
          </p:nvSpPr>
          <p:spPr>
            <a:xfrm>
              <a:off x="2556933" y="4206551"/>
              <a:ext cx="8448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Player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E83D30E-D4CE-164C-1579-F8DF726ACF2A}"/>
                </a:ext>
              </a:extLst>
            </p:cNvPr>
            <p:cNvGrpSpPr/>
            <p:nvPr/>
          </p:nvGrpSpPr>
          <p:grpSpPr>
            <a:xfrm>
              <a:off x="3401737" y="3103124"/>
              <a:ext cx="1874271" cy="2094999"/>
              <a:chOff x="3401737" y="3103124"/>
              <a:chExt cx="1874271" cy="209499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26BB516-E9CE-4D2E-DE6F-B6B3B9C60FE7}"/>
                  </a:ext>
                </a:extLst>
              </p:cNvPr>
              <p:cNvGrpSpPr/>
              <p:nvPr/>
            </p:nvGrpSpPr>
            <p:grpSpPr>
              <a:xfrm>
                <a:off x="3401737" y="3103124"/>
                <a:ext cx="1874271" cy="1288093"/>
                <a:chOff x="3401737" y="3103124"/>
                <a:chExt cx="1874271" cy="1288093"/>
              </a:xfrm>
            </p:grpSpPr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225022E3-A27F-06FE-801E-CD7E5BCA2A97}"/>
                    </a:ext>
                  </a:extLst>
                </p:cNvPr>
                <p:cNvCxnSpPr>
                  <a:cxnSpLocks/>
                  <a:stCxn id="11" idx="3"/>
                  <a:endCxn id="22" idx="3"/>
                </p:cNvCxnSpPr>
                <p:nvPr/>
              </p:nvCxnSpPr>
              <p:spPr>
                <a:xfrm flipV="1">
                  <a:off x="3401737" y="3103124"/>
                  <a:ext cx="1874271" cy="128809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63338251-EFF0-D3EA-05A0-49FC80D798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2704" y="3435292"/>
                      <a:ext cx="19447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𝐶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63338251-EFF0-D3EA-05A0-49FC80D798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02704" y="3435292"/>
                      <a:ext cx="194477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8125" r="-28125" b="-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CFFDEB5-181A-9C6A-30AC-F4622FAC76C9}"/>
                  </a:ext>
                </a:extLst>
              </p:cNvPr>
              <p:cNvGrpSpPr/>
              <p:nvPr/>
            </p:nvGrpSpPr>
            <p:grpSpPr>
              <a:xfrm>
                <a:off x="3401737" y="4391217"/>
                <a:ext cx="1873122" cy="806906"/>
                <a:chOff x="3401737" y="4391217"/>
                <a:chExt cx="1873122" cy="806906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D2E97D61-349D-6D94-7363-D02B6F58FBE4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>
                  <a:off x="3401737" y="4391217"/>
                  <a:ext cx="1873122" cy="80690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71D408B1-B814-AB45-05DF-0645DE7CFC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18929" y="4492165"/>
                      <a:ext cx="14196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71D408B1-B814-AB45-05DF-0645DE7CFC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18929" y="4492165"/>
                      <a:ext cx="141962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7500" r="-3333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2C18BD7-73BA-8BD5-6378-2A49AA7A9F90}"/>
                </a:ext>
              </a:extLst>
            </p:cNvPr>
            <p:cNvGrpSpPr/>
            <p:nvPr/>
          </p:nvGrpSpPr>
          <p:grpSpPr>
            <a:xfrm>
              <a:off x="5028781" y="5140516"/>
              <a:ext cx="403325" cy="459879"/>
              <a:chOff x="5028781" y="5140516"/>
              <a:chExt cx="403325" cy="459879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8E7EE41-2736-7F1D-4BC8-FB773D65F704}"/>
                  </a:ext>
                </a:extLst>
              </p:cNvPr>
              <p:cNvSpPr/>
              <p:nvPr/>
            </p:nvSpPr>
            <p:spPr>
              <a:xfrm>
                <a:off x="5249226" y="5140516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-12507" y="33225"/>
                      <a:pt x="33387" y="2834"/>
                      <a:pt x="91440" y="0"/>
                    </a:cubicBezTo>
                    <a:cubicBezTo>
                      <a:pt x="152333" y="2188"/>
                      <a:pt x="177826" y="41100"/>
                      <a:pt x="182880" y="91440"/>
                    </a:cubicBezTo>
                    <a:cubicBezTo>
                      <a:pt x="174260" y="150358"/>
                      <a:pt x="141511" y="185259"/>
                      <a:pt x="91440" y="182880"/>
                    </a:cubicBezTo>
                    <a:cubicBezTo>
                      <a:pt x="32251" y="178127"/>
                      <a:pt x="8975" y="146229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1512A9D-A7C7-C311-218B-5EFCF2FBD358}"/>
                      </a:ext>
                    </a:extLst>
                  </p:cNvPr>
                  <p:cNvSpPr txBox="1"/>
                  <p:nvPr/>
                </p:nvSpPr>
                <p:spPr>
                  <a:xfrm>
                    <a:off x="5028781" y="5323396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1512A9D-A7C7-C311-218B-5EFCF2FBD3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8781" y="5323396"/>
                    <a:ext cx="22044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3684" r="-21053" b="-425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62B0C50-4AB3-490F-97AE-5770E3C65FBB}"/>
                </a:ext>
              </a:extLst>
            </p:cNvPr>
            <p:cNvGrpSpPr/>
            <p:nvPr/>
          </p:nvGrpSpPr>
          <p:grpSpPr>
            <a:xfrm>
              <a:off x="5432106" y="2156295"/>
              <a:ext cx="1529463" cy="1208864"/>
              <a:chOff x="5432106" y="2156295"/>
              <a:chExt cx="1529463" cy="1208864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30F2303-B1E1-4C34-791F-938DFE0EEC5C}"/>
                  </a:ext>
                </a:extLst>
              </p:cNvPr>
              <p:cNvCxnSpPr>
                <a:cxnSpLocks/>
                <a:stCxn id="22" idx="6"/>
                <a:endCxn id="58" idx="3"/>
              </p:cNvCxnSpPr>
              <p:nvPr/>
            </p:nvCxnSpPr>
            <p:spPr>
              <a:xfrm flipV="1">
                <a:off x="5432106" y="2156295"/>
                <a:ext cx="1500941" cy="88217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AF5D0387-D2BA-4826-BB64-F8307726DBAD}"/>
                  </a:ext>
                </a:extLst>
              </p:cNvPr>
              <p:cNvCxnSpPr>
                <a:cxnSpLocks/>
                <a:stCxn id="22" idx="6"/>
              </p:cNvCxnSpPr>
              <p:nvPr/>
            </p:nvCxnSpPr>
            <p:spPr>
              <a:xfrm>
                <a:off x="5432106" y="3038466"/>
                <a:ext cx="1529463" cy="3266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4F7ADDE-5AB6-41D3-915E-CA9970BE3CD3}"/>
                </a:ext>
              </a:extLst>
            </p:cNvPr>
            <p:cNvGrpSpPr/>
            <p:nvPr/>
          </p:nvGrpSpPr>
          <p:grpSpPr>
            <a:xfrm>
              <a:off x="5432106" y="4198522"/>
              <a:ext cx="1529463" cy="2022527"/>
              <a:chOff x="5432106" y="4198522"/>
              <a:chExt cx="1529463" cy="2022527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4085027-6ABE-2242-890A-BE169F733567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 flipV="1">
                <a:off x="5432106" y="4198522"/>
                <a:ext cx="1529463" cy="10334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3DB49A9-C754-1BEC-D80E-34EA90C84F3D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>
                <a:off x="5432106" y="5231956"/>
                <a:ext cx="1510670" cy="989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C8457A2-96AD-BA06-8BF0-719BD1117130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>
                <a:off x="5432106" y="5231956"/>
                <a:ext cx="149543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1756D63-098A-FA72-0D85-57F185F54E68}"/>
                </a:ext>
              </a:extLst>
            </p:cNvPr>
            <p:cNvGrpSpPr/>
            <p:nvPr/>
          </p:nvGrpSpPr>
          <p:grpSpPr>
            <a:xfrm>
              <a:off x="6004292" y="2181568"/>
              <a:ext cx="351058" cy="980261"/>
              <a:chOff x="6004292" y="2181568"/>
              <a:chExt cx="351058" cy="9802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47A33552-3120-C1AE-2859-666CEA966141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2181568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0.7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47A33552-3120-C1AE-2859-666CEA9661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2181568"/>
                    <a:ext cx="35105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61B5E402-6628-5A2A-091F-BDDC3E3E26DF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2884830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0.3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61B5E402-6628-5A2A-091F-BDDC3E3E26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2884830"/>
                    <a:ext cx="351058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7544" r="-1754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1FA9E5D-C4EA-077E-5FF4-0FBAE358FEAC}"/>
                </a:ext>
              </a:extLst>
            </p:cNvPr>
            <p:cNvGrpSpPr/>
            <p:nvPr/>
          </p:nvGrpSpPr>
          <p:grpSpPr>
            <a:xfrm>
              <a:off x="6004292" y="4368063"/>
              <a:ext cx="351058" cy="1320868"/>
              <a:chOff x="6004292" y="4368063"/>
              <a:chExt cx="351058" cy="13208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F0954D1-F0F9-4F30-A3CD-AE9620790E7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4368063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0.3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F0954D1-F0F9-4F30-A3CD-AE9620790E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4368063"/>
                    <a:ext cx="35105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7544" r="-17544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66326E35-598B-1CFE-03CB-FEF27780B8C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4932826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0.3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66326E35-598B-1CFE-03CB-FEF27780B8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4932826"/>
                    <a:ext cx="351058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7544" r="-1754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B40C78-1BCF-D3FD-1E14-97040AD2BE4D}"/>
                      </a:ext>
                    </a:extLst>
                  </p:cNvPr>
                  <p:cNvSpPr txBox="1"/>
                  <p:nvPr/>
                </p:nvSpPr>
                <p:spPr>
                  <a:xfrm>
                    <a:off x="6004292" y="5411932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0.4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B40C78-1BCF-D3FD-1E14-97040AD2BE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4292" y="5411932"/>
                    <a:ext cx="351058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7544" r="-17544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DA48747-48A1-5808-89B1-FF19852FF56A}"/>
                </a:ext>
              </a:extLst>
            </p:cNvPr>
            <p:cNvGrpSpPr/>
            <p:nvPr/>
          </p:nvGrpSpPr>
          <p:grpSpPr>
            <a:xfrm>
              <a:off x="1952413" y="4566075"/>
              <a:ext cx="1984588" cy="1608887"/>
              <a:chOff x="1760220" y="3536638"/>
              <a:chExt cx="1984588" cy="1608887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141755A2-24EF-F5AA-B6E4-BE18CAF34709}"/>
                  </a:ext>
                </a:extLst>
              </p:cNvPr>
              <p:cNvSpPr/>
              <p:nvPr/>
            </p:nvSpPr>
            <p:spPr>
              <a:xfrm flipV="1">
                <a:off x="3000375" y="3536638"/>
                <a:ext cx="203270" cy="916475"/>
              </a:xfrm>
              <a:custGeom>
                <a:avLst/>
                <a:gdLst>
                  <a:gd name="connsiteX0" fmla="*/ 0 w 1014984"/>
                  <a:gd name="connsiteY0" fmla="*/ 17329 h 337369"/>
                  <a:gd name="connsiteX1" fmla="*/ 420624 w 1014984"/>
                  <a:gd name="connsiteY1" fmla="*/ 17329 h 337369"/>
                  <a:gd name="connsiteX2" fmla="*/ 576072 w 1014984"/>
                  <a:gd name="connsiteY2" fmla="*/ 35617 h 337369"/>
                  <a:gd name="connsiteX3" fmla="*/ 804672 w 1014984"/>
                  <a:gd name="connsiteY3" fmla="*/ 90481 h 337369"/>
                  <a:gd name="connsiteX4" fmla="*/ 877824 w 1014984"/>
                  <a:gd name="connsiteY4" fmla="*/ 117913 h 337369"/>
                  <a:gd name="connsiteX5" fmla="*/ 941832 w 1014984"/>
                  <a:gd name="connsiteY5" fmla="*/ 172777 h 337369"/>
                  <a:gd name="connsiteX6" fmla="*/ 978408 w 1014984"/>
                  <a:gd name="connsiteY6" fmla="*/ 200209 h 337369"/>
                  <a:gd name="connsiteX7" fmla="*/ 996696 w 1014984"/>
                  <a:gd name="connsiteY7" fmla="*/ 291649 h 337369"/>
                  <a:gd name="connsiteX8" fmla="*/ 1014984 w 1014984"/>
                  <a:gd name="connsiteY8" fmla="*/ 337369 h 3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4984" h="337369">
                    <a:moveTo>
                      <a:pt x="0" y="17329"/>
                    </a:moveTo>
                    <a:cubicBezTo>
                      <a:pt x="167802" y="-10638"/>
                      <a:pt x="84751" y="-349"/>
                      <a:pt x="420624" y="17329"/>
                    </a:cubicBezTo>
                    <a:cubicBezTo>
                      <a:pt x="472725" y="20071"/>
                      <a:pt x="524487" y="27801"/>
                      <a:pt x="576072" y="35617"/>
                    </a:cubicBezTo>
                    <a:cubicBezTo>
                      <a:pt x="697973" y="54087"/>
                      <a:pt x="706089" y="55687"/>
                      <a:pt x="804672" y="90481"/>
                    </a:cubicBezTo>
                    <a:cubicBezTo>
                      <a:pt x="829229" y="99148"/>
                      <a:pt x="854116" y="107137"/>
                      <a:pt x="877824" y="117913"/>
                    </a:cubicBezTo>
                    <a:cubicBezTo>
                      <a:pt x="906928" y="131142"/>
                      <a:pt x="917370" y="151373"/>
                      <a:pt x="941832" y="172777"/>
                    </a:cubicBezTo>
                    <a:cubicBezTo>
                      <a:pt x="953301" y="182813"/>
                      <a:pt x="966216" y="191065"/>
                      <a:pt x="978408" y="200209"/>
                    </a:cubicBezTo>
                    <a:cubicBezTo>
                      <a:pt x="984504" y="230689"/>
                      <a:pt x="985152" y="262789"/>
                      <a:pt x="996696" y="291649"/>
                    </a:cubicBezTo>
                    <a:lnTo>
                      <a:pt x="1014984" y="33736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36FD21-B657-4811-81C8-4AD179506CBC}"/>
                  </a:ext>
                </a:extLst>
              </p:cNvPr>
              <p:cNvSpPr txBox="1"/>
              <p:nvPr/>
            </p:nvSpPr>
            <p:spPr>
              <a:xfrm>
                <a:off x="1760220" y="4560750"/>
                <a:ext cx="19845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Root node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(Decision node)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24922EB-C328-C6AC-EF51-631BD5DD8284}"/>
                </a:ext>
              </a:extLst>
            </p:cNvPr>
            <p:cNvGrpSpPr/>
            <p:nvPr/>
          </p:nvGrpSpPr>
          <p:grpSpPr>
            <a:xfrm>
              <a:off x="5249226" y="2623860"/>
              <a:ext cx="220445" cy="506046"/>
              <a:chOff x="5249226" y="2623860"/>
              <a:chExt cx="220445" cy="506046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A397B3C-DC0C-FE50-1763-151C3898EDA8}"/>
                  </a:ext>
                </a:extLst>
              </p:cNvPr>
              <p:cNvSpPr/>
              <p:nvPr/>
            </p:nvSpPr>
            <p:spPr>
              <a:xfrm>
                <a:off x="5249226" y="2947026"/>
                <a:ext cx="182880" cy="182880"/>
              </a:xfrm>
              <a:custGeom>
                <a:avLst/>
                <a:gdLst>
                  <a:gd name="csX0" fmla="*/ 0 w 182880"/>
                  <a:gd name="csY0" fmla="*/ 91440 h 182880"/>
                  <a:gd name="csX1" fmla="*/ 91440 w 182880"/>
                  <a:gd name="csY1" fmla="*/ 0 h 182880"/>
                  <a:gd name="csX2" fmla="*/ 182880 w 182880"/>
                  <a:gd name="csY2" fmla="*/ 91440 h 182880"/>
                  <a:gd name="csX3" fmla="*/ 91440 w 182880"/>
                  <a:gd name="csY3" fmla="*/ 182880 h 182880"/>
                  <a:gd name="csX4" fmla="*/ 0 w 182880"/>
                  <a:gd name="csY4" fmla="*/ 91440 h 182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" h="182880" extrusionOk="0">
                    <a:moveTo>
                      <a:pt x="0" y="91440"/>
                    </a:moveTo>
                    <a:cubicBezTo>
                      <a:pt x="-10858" y="41403"/>
                      <a:pt x="46584" y="5550"/>
                      <a:pt x="91440" y="0"/>
                    </a:cubicBezTo>
                    <a:cubicBezTo>
                      <a:pt x="148057" y="12552"/>
                      <a:pt x="183069" y="46717"/>
                      <a:pt x="182880" y="91440"/>
                    </a:cubicBezTo>
                    <a:cubicBezTo>
                      <a:pt x="178477" y="135299"/>
                      <a:pt x="150944" y="193765"/>
                      <a:pt x="91440" y="182880"/>
                    </a:cubicBezTo>
                    <a:cubicBezTo>
                      <a:pt x="42574" y="176797"/>
                      <a:pt x="3173" y="147857"/>
                      <a:pt x="0" y="91440"/>
                    </a:cubicBezTo>
                    <a:close/>
                  </a:path>
                </a:pathLst>
              </a:custGeom>
              <a:noFill/>
              <a:ln>
                <a:solidFill>
                  <a:srgbClr val="7030A0"/>
                </a:solidFill>
                <a:extLst>
                  <a:ext uri="{C807C97D-BFC1-408E-A445-0C87EB9F89A2}">
                    <ask:lineSketchStyleProps xmlns:ask="http://schemas.microsoft.com/office/drawing/2018/sketchyshapes" sd="2650216993">
                      <a:prstGeom prst="ellips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CBA22D2-D758-9412-1677-7C112BA17EDB}"/>
                      </a:ext>
                    </a:extLst>
                  </p:cNvPr>
                  <p:cNvSpPr txBox="1"/>
                  <p:nvPr/>
                </p:nvSpPr>
                <p:spPr>
                  <a:xfrm>
                    <a:off x="5249226" y="2623860"/>
                    <a:ext cx="220445" cy="27699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CBA22D2-D758-9412-1677-7C112BA17E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9226" y="2623860"/>
                    <a:ext cx="220445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3684" r="-21053" b="-425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09C6CA4-BFB3-FBF3-252A-65A1178908C7}"/>
                </a:ext>
              </a:extLst>
            </p:cNvPr>
            <p:cNvGrpSpPr/>
            <p:nvPr/>
          </p:nvGrpSpPr>
          <p:grpSpPr>
            <a:xfrm>
              <a:off x="3627980" y="1898086"/>
              <a:ext cx="1718106" cy="656876"/>
              <a:chOff x="-2947810" y="1822510"/>
              <a:chExt cx="1718106" cy="65687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02479BB-1708-C6E4-FD60-A2A0824AB52F}"/>
                  </a:ext>
                </a:extLst>
              </p:cNvPr>
              <p:cNvSpPr/>
              <p:nvPr/>
            </p:nvSpPr>
            <p:spPr>
              <a:xfrm>
                <a:off x="-1823385" y="2039460"/>
                <a:ext cx="593681" cy="439926"/>
              </a:xfrm>
              <a:custGeom>
                <a:avLst/>
                <a:gdLst>
                  <a:gd name="connsiteX0" fmla="*/ 0 w 1014984"/>
                  <a:gd name="connsiteY0" fmla="*/ 17329 h 337369"/>
                  <a:gd name="connsiteX1" fmla="*/ 420624 w 1014984"/>
                  <a:gd name="connsiteY1" fmla="*/ 17329 h 337369"/>
                  <a:gd name="connsiteX2" fmla="*/ 576072 w 1014984"/>
                  <a:gd name="connsiteY2" fmla="*/ 35617 h 337369"/>
                  <a:gd name="connsiteX3" fmla="*/ 804672 w 1014984"/>
                  <a:gd name="connsiteY3" fmla="*/ 90481 h 337369"/>
                  <a:gd name="connsiteX4" fmla="*/ 877824 w 1014984"/>
                  <a:gd name="connsiteY4" fmla="*/ 117913 h 337369"/>
                  <a:gd name="connsiteX5" fmla="*/ 941832 w 1014984"/>
                  <a:gd name="connsiteY5" fmla="*/ 172777 h 337369"/>
                  <a:gd name="connsiteX6" fmla="*/ 978408 w 1014984"/>
                  <a:gd name="connsiteY6" fmla="*/ 200209 h 337369"/>
                  <a:gd name="connsiteX7" fmla="*/ 996696 w 1014984"/>
                  <a:gd name="connsiteY7" fmla="*/ 291649 h 337369"/>
                  <a:gd name="connsiteX8" fmla="*/ 1014984 w 1014984"/>
                  <a:gd name="connsiteY8" fmla="*/ 337369 h 3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4984" h="337369">
                    <a:moveTo>
                      <a:pt x="0" y="17329"/>
                    </a:moveTo>
                    <a:cubicBezTo>
                      <a:pt x="167802" y="-10638"/>
                      <a:pt x="84751" y="-349"/>
                      <a:pt x="420624" y="17329"/>
                    </a:cubicBezTo>
                    <a:cubicBezTo>
                      <a:pt x="472725" y="20071"/>
                      <a:pt x="524487" y="27801"/>
                      <a:pt x="576072" y="35617"/>
                    </a:cubicBezTo>
                    <a:cubicBezTo>
                      <a:pt x="697973" y="54087"/>
                      <a:pt x="706089" y="55687"/>
                      <a:pt x="804672" y="90481"/>
                    </a:cubicBezTo>
                    <a:cubicBezTo>
                      <a:pt x="829229" y="99148"/>
                      <a:pt x="854116" y="107137"/>
                      <a:pt x="877824" y="117913"/>
                    </a:cubicBezTo>
                    <a:cubicBezTo>
                      <a:pt x="906928" y="131142"/>
                      <a:pt x="917370" y="151373"/>
                      <a:pt x="941832" y="172777"/>
                    </a:cubicBezTo>
                    <a:cubicBezTo>
                      <a:pt x="953301" y="182813"/>
                      <a:pt x="966216" y="191065"/>
                      <a:pt x="978408" y="200209"/>
                    </a:cubicBezTo>
                    <a:cubicBezTo>
                      <a:pt x="984504" y="230689"/>
                      <a:pt x="985152" y="262789"/>
                      <a:pt x="996696" y="291649"/>
                    </a:cubicBezTo>
                    <a:lnTo>
                      <a:pt x="1014984" y="337369"/>
                    </a:lnTo>
                  </a:path>
                </a:pathLst>
              </a:custGeom>
              <a:noFill/>
              <a:ln>
                <a:solidFill>
                  <a:srgbClr val="7030A0"/>
                </a:solidFill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BD69AB-FF52-2A7E-595C-D8A1F793CF40}"/>
                  </a:ext>
                </a:extLst>
              </p:cNvPr>
              <p:cNvSpPr txBox="1"/>
              <p:nvPr/>
            </p:nvSpPr>
            <p:spPr>
              <a:xfrm>
                <a:off x="-2947810" y="1822510"/>
                <a:ext cx="11244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Nature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6A5F64A-ED3A-D677-7F1C-BFD3DF88176E}"/>
                </a:ext>
              </a:extLst>
            </p:cNvPr>
            <p:cNvSpPr txBox="1"/>
            <p:nvPr/>
          </p:nvSpPr>
          <p:spPr>
            <a:xfrm>
              <a:off x="3386158" y="2900859"/>
              <a:ext cx="12560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2 Outcomes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6468DB5-3FEF-7D35-38E3-59353AE8D1EC}"/>
                </a:ext>
              </a:extLst>
            </p:cNvPr>
            <p:cNvSpPr txBox="1"/>
            <p:nvPr/>
          </p:nvSpPr>
          <p:spPr>
            <a:xfrm>
              <a:off x="3695863" y="4846277"/>
              <a:ext cx="11997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3 Outcomes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2FBFA75-C35B-62E5-49A3-6FE7A494772B}"/>
                    </a:ext>
                  </a:extLst>
                </p:cNvPr>
                <p:cNvSpPr txBox="1"/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2FBFA75-C35B-62E5-49A3-6FE7A4947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863" y="3226659"/>
                  <a:ext cx="47609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64" r="-1282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672D86C-3AB0-AB1A-2E61-15AE064D210E}"/>
                </a:ext>
              </a:extLst>
            </p:cNvPr>
            <p:cNvGrpSpPr/>
            <p:nvPr/>
          </p:nvGrpSpPr>
          <p:grpSpPr>
            <a:xfrm>
              <a:off x="7094747" y="4068051"/>
              <a:ext cx="494388" cy="2291497"/>
              <a:chOff x="7094747" y="4068051"/>
              <a:chExt cx="494388" cy="229149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272A8E5-20E7-863D-D69F-6ED6AA431A79}"/>
                      </a:ext>
                    </a:extLst>
                  </p:cNvPr>
                  <p:cNvSpPr txBox="1"/>
                  <p:nvPr/>
                </p:nvSpPr>
                <p:spPr>
                  <a:xfrm>
                    <a:off x="7094747" y="4068051"/>
                    <a:ext cx="431208" cy="276999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272A8E5-20E7-863D-D69F-6ED6AA431A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4747" y="4068051"/>
                    <a:ext cx="43120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4286" r="-14286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D8848076-8089-0C45-725F-5BF4DFDC3CA2}"/>
                      </a:ext>
                    </a:extLst>
                  </p:cNvPr>
                  <p:cNvSpPr txBox="1"/>
                  <p:nvPr/>
                </p:nvSpPr>
                <p:spPr>
                  <a:xfrm>
                    <a:off x="7222988" y="5093456"/>
                    <a:ext cx="302967" cy="276999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80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D8848076-8089-0C45-725F-5BF4DFDC3C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2988" y="5093456"/>
                    <a:ext cx="302967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408" r="-20408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4E5FD4E-5995-7407-76EF-DBD9D9393CCC}"/>
                      </a:ext>
                    </a:extLst>
                  </p:cNvPr>
                  <p:cNvSpPr txBox="1"/>
                  <p:nvPr/>
                </p:nvSpPr>
                <p:spPr>
                  <a:xfrm>
                    <a:off x="7113043" y="6082549"/>
                    <a:ext cx="476092" cy="276999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−40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4E5FD4E-5995-7407-76EF-DBD9D9393C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13043" y="6082549"/>
                    <a:ext cx="476092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846" r="-11538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1DF8E2C-6AB0-9801-9E33-70E3C3C9B578}"/>
                  </a:ext>
                </a:extLst>
              </p:cNvPr>
              <p:cNvSpPr txBox="1"/>
              <p:nvPr/>
            </p:nvSpPr>
            <p:spPr>
              <a:xfrm>
                <a:off x="8118036" y="2024499"/>
                <a:ext cx="3564380" cy="2256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Action 1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: Conventional method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rPr>
                      <m:t>𝐶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1 (Approved)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70%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100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Outcome 2 (Not Approved)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Probability: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30%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Mangal" panose="02040503050203030202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Payoff: Rs.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-20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Times New Roman" panose="02020603050405020304" pitchFamily="18" charset="0"/>
                    <a:cs typeface="Mangal" panose="02040503050203030202" pitchFamily="18" charset="0"/>
                  </a:rPr>
                  <a:t> crores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1DF8E2C-6AB0-9801-9E33-70E3C3C9B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036" y="2024499"/>
                <a:ext cx="3564380" cy="2256323"/>
              </a:xfrm>
              <a:prstGeom prst="rect">
                <a:avLst/>
              </a:prstGeom>
              <a:blipFill>
                <a:blip r:embed="rId17"/>
                <a:stretch>
                  <a:fillRect l="-1541" t="-1081" b="-3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Picture 51" descr="A person standing behind a podium&#10;&#10;Description automatically generated">
            <a:extLst>
              <a:ext uri="{FF2B5EF4-FFF2-40B4-BE49-F238E27FC236}">
                <a16:creationId xmlns:a16="http://schemas.microsoft.com/office/drawing/2014/main" id="{7D48588B-C896-F43E-E2F4-B682190B910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6" r="12508"/>
          <a:stretch/>
        </p:blipFill>
        <p:spPr>
          <a:xfrm>
            <a:off x="183229" y="4056920"/>
            <a:ext cx="836695" cy="1087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771470F-E4AF-C833-01E0-B4390681717E}"/>
                  </a:ext>
                </a:extLst>
              </p:cNvPr>
              <p:cNvSpPr txBox="1"/>
              <p:nvPr/>
            </p:nvSpPr>
            <p:spPr>
              <a:xfrm>
                <a:off x="69122" y="3623783"/>
                <a:ext cx="100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771470F-E4AF-C833-01E0-B43906817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2" y="3623783"/>
                <a:ext cx="1004762" cy="276999"/>
              </a:xfrm>
              <a:prstGeom prst="rect">
                <a:avLst/>
              </a:prstGeom>
              <a:blipFill>
                <a:blip r:embed="rId19"/>
                <a:stretch>
                  <a:fillRect l="-545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8F5B5E7-850D-E3D6-69F2-91369111E6DE}"/>
              </a:ext>
            </a:extLst>
          </p:cNvPr>
          <p:cNvGrpSpPr/>
          <p:nvPr/>
        </p:nvGrpSpPr>
        <p:grpSpPr>
          <a:xfrm>
            <a:off x="5594486" y="1512679"/>
            <a:ext cx="1529463" cy="1250123"/>
            <a:chOff x="5594486" y="1512679"/>
            <a:chExt cx="1529463" cy="1250123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DE7EF25-0D15-2B64-1CCB-2FF83DA904FA}"/>
                </a:ext>
              </a:extLst>
            </p:cNvPr>
            <p:cNvGrpSpPr/>
            <p:nvPr/>
          </p:nvGrpSpPr>
          <p:grpSpPr>
            <a:xfrm>
              <a:off x="5594486" y="1512679"/>
              <a:ext cx="1495430" cy="923430"/>
              <a:chOff x="5594486" y="1512679"/>
              <a:chExt cx="1495430" cy="923430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17A5963-D2E4-FCDA-786A-4FB8C4A10637}"/>
                  </a:ext>
                </a:extLst>
              </p:cNvPr>
              <p:cNvCxnSpPr>
                <a:cxnSpLocks/>
                <a:stCxn id="58" idx="6"/>
              </p:cNvCxnSpPr>
              <p:nvPr/>
            </p:nvCxnSpPr>
            <p:spPr>
              <a:xfrm flipV="1">
                <a:off x="5594486" y="1512679"/>
                <a:ext cx="1495430" cy="9234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EC484844-863C-D2F5-2480-B47DB87E1356}"/>
                      </a:ext>
                    </a:extLst>
                  </p:cNvPr>
                  <p:cNvSpPr txBox="1"/>
                  <p:nvPr/>
                </p:nvSpPr>
                <p:spPr>
                  <a:xfrm>
                    <a:off x="6164396" y="1612836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0.8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EC484844-863C-D2F5-2480-B47DB87E13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4396" y="1612836"/>
                    <a:ext cx="351058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5517" r="-1724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37C612F-90EC-3FF1-9852-3E8CC8FFD10F}"/>
                </a:ext>
              </a:extLst>
            </p:cNvPr>
            <p:cNvGrpSpPr/>
            <p:nvPr/>
          </p:nvGrpSpPr>
          <p:grpSpPr>
            <a:xfrm>
              <a:off x="5594486" y="2316098"/>
              <a:ext cx="1529463" cy="446704"/>
              <a:chOff x="5594486" y="2316098"/>
              <a:chExt cx="1529463" cy="446704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0FC0BE28-A2CD-E21C-EC47-E641CEA1B7F9}"/>
                  </a:ext>
                </a:extLst>
              </p:cNvPr>
              <p:cNvCxnSpPr>
                <a:cxnSpLocks/>
                <a:stCxn id="58" idx="6"/>
              </p:cNvCxnSpPr>
              <p:nvPr/>
            </p:nvCxnSpPr>
            <p:spPr>
              <a:xfrm>
                <a:off x="5594486" y="2436109"/>
                <a:ext cx="1529463" cy="3266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5DC901A0-8919-C018-727B-57C5DA4D8AEE}"/>
                      </a:ext>
                    </a:extLst>
                  </p:cNvPr>
                  <p:cNvSpPr txBox="1"/>
                  <p:nvPr/>
                </p:nvSpPr>
                <p:spPr>
                  <a:xfrm>
                    <a:off x="6164396" y="2316098"/>
                    <a:ext cx="351058" cy="276999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0.2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5DC901A0-8919-C018-727B-57C5DA4D8A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4396" y="2316098"/>
                    <a:ext cx="351058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15517" r="-1724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49F83C3-3498-9BC2-4477-3DDDB76454EC}"/>
              </a:ext>
            </a:extLst>
          </p:cNvPr>
          <p:cNvGrpSpPr/>
          <p:nvPr/>
        </p:nvGrpSpPr>
        <p:grpSpPr>
          <a:xfrm>
            <a:off x="7209967" y="1344699"/>
            <a:ext cx="476092" cy="1590227"/>
            <a:chOff x="7209967" y="1344699"/>
            <a:chExt cx="476092" cy="1590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84EDB59-00A5-7073-FFBF-732D48D3404A}"/>
                    </a:ext>
                  </a:extLst>
                </p:cNvPr>
                <p:cNvSpPr txBox="1"/>
                <p:nvPr/>
              </p:nvSpPr>
              <p:spPr>
                <a:xfrm>
                  <a:off x="7209967" y="2657927"/>
                  <a:ext cx="47609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−40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84EDB59-00A5-7073-FFBF-732D48D34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967" y="2657927"/>
                  <a:ext cx="476092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846" r="-11538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4C8D11D-A44F-9411-47EF-815F0FC0F03B}"/>
                    </a:ext>
                  </a:extLst>
                </p:cNvPr>
                <p:cNvSpPr txBox="1"/>
                <p:nvPr/>
              </p:nvSpPr>
              <p:spPr>
                <a:xfrm>
                  <a:off x="7254851" y="1344699"/>
                  <a:ext cx="431208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100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4C8D11D-A44F-9411-47EF-815F0FC0F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4851" y="1344699"/>
                  <a:ext cx="431208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2676" r="-140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E12A7F4-5C5E-B913-D149-BB3BB509E584}"/>
              </a:ext>
            </a:extLst>
          </p:cNvPr>
          <p:cNvGrpSpPr/>
          <p:nvPr/>
        </p:nvGrpSpPr>
        <p:grpSpPr>
          <a:xfrm>
            <a:off x="5356687" y="2009855"/>
            <a:ext cx="237799" cy="517694"/>
            <a:chOff x="5356687" y="2009855"/>
            <a:chExt cx="237799" cy="517694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07EED62-F187-FD10-F248-19863D07BDF0}"/>
                </a:ext>
              </a:extLst>
            </p:cNvPr>
            <p:cNvSpPr/>
            <p:nvPr/>
          </p:nvSpPr>
          <p:spPr>
            <a:xfrm>
              <a:off x="5411606" y="2344669"/>
              <a:ext cx="182880" cy="1828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7E622B-B86F-F7A9-4621-A19C5AB55418}"/>
                    </a:ext>
                  </a:extLst>
                </p:cNvPr>
                <p:cNvSpPr txBox="1"/>
                <p:nvPr/>
              </p:nvSpPr>
              <p:spPr>
                <a:xfrm>
                  <a:off x="5356687" y="2009855"/>
                  <a:ext cx="2204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7E622B-B86F-F7A9-4621-A19C5AB55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6687" y="2009855"/>
                  <a:ext cx="220445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7778" r="-2500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C6EBE99-43E8-2D4F-6D6B-9D319425C3AE}"/>
                  </a:ext>
                </a:extLst>
              </p:cNvPr>
              <p:cNvSpPr txBox="1"/>
              <p:nvPr/>
            </p:nvSpPr>
            <p:spPr>
              <a:xfrm>
                <a:off x="5603304" y="2330829"/>
                <a:ext cx="43120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C6EBE99-43E8-2D4F-6D6B-9D319425C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04" y="2330829"/>
                <a:ext cx="431208" cy="276999"/>
              </a:xfrm>
              <a:prstGeom prst="rect">
                <a:avLst/>
              </a:prstGeom>
              <a:blipFill>
                <a:blip r:embed="rId25"/>
                <a:stretch>
                  <a:fillRect l="-12676" r="-14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A261D4B-AEFA-F41A-DE69-09D76D1CEB42}"/>
              </a:ext>
            </a:extLst>
          </p:cNvPr>
          <p:cNvGrpSpPr/>
          <p:nvPr/>
        </p:nvGrpSpPr>
        <p:grpSpPr>
          <a:xfrm>
            <a:off x="6005287" y="1436400"/>
            <a:ext cx="1735115" cy="1325563"/>
            <a:chOff x="5829300" y="2066861"/>
            <a:chExt cx="1735115" cy="1325563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8C79B72-BD82-17DC-A948-FC42A997CFD6}"/>
                </a:ext>
              </a:extLst>
            </p:cNvPr>
            <p:cNvSpPr/>
            <p:nvPr/>
          </p:nvSpPr>
          <p:spPr>
            <a:xfrm>
              <a:off x="5829300" y="2066861"/>
              <a:ext cx="696019" cy="1325563"/>
            </a:xfrm>
            <a:custGeom>
              <a:avLst/>
              <a:gdLst>
                <a:gd name="csX0" fmla="*/ 0 w 696019"/>
                <a:gd name="csY0" fmla="*/ 116005 h 1325563"/>
                <a:gd name="csX1" fmla="*/ 116005 w 696019"/>
                <a:gd name="csY1" fmla="*/ 0 h 1325563"/>
                <a:gd name="csX2" fmla="*/ 580014 w 696019"/>
                <a:gd name="csY2" fmla="*/ 0 h 1325563"/>
                <a:gd name="csX3" fmla="*/ 696019 w 696019"/>
                <a:gd name="csY3" fmla="*/ 116005 h 1325563"/>
                <a:gd name="csX4" fmla="*/ 696019 w 696019"/>
                <a:gd name="csY4" fmla="*/ 662782 h 1325563"/>
                <a:gd name="csX5" fmla="*/ 696019 w 696019"/>
                <a:gd name="csY5" fmla="*/ 1209558 h 1325563"/>
                <a:gd name="csX6" fmla="*/ 580014 w 696019"/>
                <a:gd name="csY6" fmla="*/ 1325563 h 1325563"/>
                <a:gd name="csX7" fmla="*/ 116005 w 696019"/>
                <a:gd name="csY7" fmla="*/ 1325563 h 1325563"/>
                <a:gd name="csX8" fmla="*/ 0 w 696019"/>
                <a:gd name="csY8" fmla="*/ 1209558 h 1325563"/>
                <a:gd name="csX9" fmla="*/ 0 w 696019"/>
                <a:gd name="csY9" fmla="*/ 662782 h 1325563"/>
                <a:gd name="csX10" fmla="*/ 0 w 696019"/>
                <a:gd name="csY10" fmla="*/ 116005 h 13255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96019" h="1325563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19806" y="379763"/>
                    <a:pt x="669632" y="471467"/>
                    <a:pt x="696019" y="662782"/>
                  </a:cubicBezTo>
                  <a:cubicBezTo>
                    <a:pt x="722406" y="854097"/>
                    <a:pt x="684241" y="980132"/>
                    <a:pt x="696019" y="1209558"/>
                  </a:cubicBezTo>
                  <a:cubicBezTo>
                    <a:pt x="698383" y="1269779"/>
                    <a:pt x="636587" y="1332150"/>
                    <a:pt x="580014" y="1325563"/>
                  </a:cubicBezTo>
                  <a:cubicBezTo>
                    <a:pt x="370598" y="1356895"/>
                    <a:pt x="280478" y="1297479"/>
                    <a:pt x="116005" y="1325563"/>
                  </a:cubicBezTo>
                  <a:cubicBezTo>
                    <a:pt x="55254" y="1326361"/>
                    <a:pt x="-4579" y="1272885"/>
                    <a:pt x="0" y="1209558"/>
                  </a:cubicBezTo>
                  <a:cubicBezTo>
                    <a:pt x="-49544" y="988083"/>
                    <a:pt x="5000" y="875353"/>
                    <a:pt x="0" y="662782"/>
                  </a:cubicBezTo>
                  <a:cubicBezTo>
                    <a:pt x="-5000" y="450211"/>
                    <a:pt x="14697" y="346096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54C5120-AE17-5874-4E16-53C82FECD20B}"/>
                </a:ext>
              </a:extLst>
            </p:cNvPr>
            <p:cNvSpPr txBox="1"/>
            <p:nvPr/>
          </p:nvSpPr>
          <p:spPr>
            <a:xfrm>
              <a:off x="6575639" y="2469325"/>
              <a:ext cx="988776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Simple Lottery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2A07719-5FE3-D553-9DE1-05C5E0A7B0C8}"/>
              </a:ext>
            </a:extLst>
          </p:cNvPr>
          <p:cNvGrpSpPr/>
          <p:nvPr/>
        </p:nvGrpSpPr>
        <p:grpSpPr>
          <a:xfrm>
            <a:off x="4342602" y="2336175"/>
            <a:ext cx="1728918" cy="1461589"/>
            <a:chOff x="5829300" y="1930835"/>
            <a:chExt cx="1728918" cy="1461589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F2F82EA7-51D8-9FB2-5033-B6C8398F71AC}"/>
                </a:ext>
              </a:extLst>
            </p:cNvPr>
            <p:cNvSpPr/>
            <p:nvPr/>
          </p:nvSpPr>
          <p:spPr>
            <a:xfrm>
              <a:off x="5829300" y="1930835"/>
              <a:ext cx="696019" cy="1461589"/>
            </a:xfrm>
            <a:custGeom>
              <a:avLst/>
              <a:gdLst>
                <a:gd name="csX0" fmla="*/ 0 w 696019"/>
                <a:gd name="csY0" fmla="*/ 116005 h 1461589"/>
                <a:gd name="csX1" fmla="*/ 116005 w 696019"/>
                <a:gd name="csY1" fmla="*/ 0 h 1461589"/>
                <a:gd name="csX2" fmla="*/ 580014 w 696019"/>
                <a:gd name="csY2" fmla="*/ 0 h 1461589"/>
                <a:gd name="csX3" fmla="*/ 696019 w 696019"/>
                <a:gd name="csY3" fmla="*/ 116005 h 1461589"/>
                <a:gd name="csX4" fmla="*/ 696019 w 696019"/>
                <a:gd name="csY4" fmla="*/ 525865 h 1461589"/>
                <a:gd name="csX5" fmla="*/ 696019 w 696019"/>
                <a:gd name="csY5" fmla="*/ 923429 h 1461589"/>
                <a:gd name="csX6" fmla="*/ 696019 w 696019"/>
                <a:gd name="csY6" fmla="*/ 1345584 h 1461589"/>
                <a:gd name="csX7" fmla="*/ 580014 w 696019"/>
                <a:gd name="csY7" fmla="*/ 1461589 h 1461589"/>
                <a:gd name="csX8" fmla="*/ 116005 w 696019"/>
                <a:gd name="csY8" fmla="*/ 1461589 h 1461589"/>
                <a:gd name="csX9" fmla="*/ 0 w 696019"/>
                <a:gd name="csY9" fmla="*/ 1345584 h 1461589"/>
                <a:gd name="csX10" fmla="*/ 0 w 696019"/>
                <a:gd name="csY10" fmla="*/ 923429 h 1461589"/>
                <a:gd name="csX11" fmla="*/ 0 w 696019"/>
                <a:gd name="csY11" fmla="*/ 488977 h 1461589"/>
                <a:gd name="csX12" fmla="*/ 0 w 696019"/>
                <a:gd name="csY12" fmla="*/ 116005 h 1461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96019" h="1461589" extrusionOk="0">
                  <a:moveTo>
                    <a:pt x="0" y="116005"/>
                  </a:moveTo>
                  <a:cubicBezTo>
                    <a:pt x="-2081" y="50653"/>
                    <a:pt x="37860" y="5283"/>
                    <a:pt x="116005" y="0"/>
                  </a:cubicBezTo>
                  <a:cubicBezTo>
                    <a:pt x="243054" y="-19022"/>
                    <a:pt x="396617" y="27855"/>
                    <a:pt x="580014" y="0"/>
                  </a:cubicBezTo>
                  <a:cubicBezTo>
                    <a:pt x="641489" y="-1972"/>
                    <a:pt x="690420" y="63428"/>
                    <a:pt x="696019" y="116005"/>
                  </a:cubicBezTo>
                  <a:cubicBezTo>
                    <a:pt x="706013" y="224674"/>
                    <a:pt x="664179" y="402601"/>
                    <a:pt x="696019" y="525865"/>
                  </a:cubicBezTo>
                  <a:cubicBezTo>
                    <a:pt x="727859" y="649129"/>
                    <a:pt x="691124" y="792779"/>
                    <a:pt x="696019" y="923429"/>
                  </a:cubicBezTo>
                  <a:cubicBezTo>
                    <a:pt x="700914" y="1054079"/>
                    <a:pt x="674989" y="1184014"/>
                    <a:pt x="696019" y="1345584"/>
                  </a:cubicBezTo>
                  <a:cubicBezTo>
                    <a:pt x="695013" y="1400059"/>
                    <a:pt x="635727" y="1473201"/>
                    <a:pt x="580014" y="1461589"/>
                  </a:cubicBezTo>
                  <a:cubicBezTo>
                    <a:pt x="411615" y="1499830"/>
                    <a:pt x="269726" y="1409003"/>
                    <a:pt x="116005" y="1461589"/>
                  </a:cubicBezTo>
                  <a:cubicBezTo>
                    <a:pt x="38782" y="1460837"/>
                    <a:pt x="4752" y="1396621"/>
                    <a:pt x="0" y="1345584"/>
                  </a:cubicBezTo>
                  <a:cubicBezTo>
                    <a:pt x="-18548" y="1176742"/>
                    <a:pt x="23287" y="1085846"/>
                    <a:pt x="0" y="923429"/>
                  </a:cubicBezTo>
                  <a:cubicBezTo>
                    <a:pt x="-23287" y="761012"/>
                    <a:pt x="18441" y="681991"/>
                    <a:pt x="0" y="488977"/>
                  </a:cubicBezTo>
                  <a:cubicBezTo>
                    <a:pt x="-18441" y="295963"/>
                    <a:pt x="6606" y="274684"/>
                    <a:pt x="0" y="116005"/>
                  </a:cubicBezTo>
                  <a:close/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prstDash val="lg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BF955B3-63B7-9958-14F7-E70FF45FEF75}"/>
                </a:ext>
              </a:extLst>
            </p:cNvPr>
            <p:cNvSpPr txBox="1"/>
            <p:nvPr/>
          </p:nvSpPr>
          <p:spPr>
            <a:xfrm>
              <a:off x="6569442" y="2479428"/>
              <a:ext cx="988776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Simple Lottery</a:t>
              </a:r>
            </a:p>
          </p:txBody>
        </p:sp>
      </p:grp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80523A69-24E5-4057-C38B-B037C8C3AC94}"/>
              </a:ext>
            </a:extLst>
          </p:cNvPr>
          <p:cNvSpPr/>
          <p:nvPr/>
        </p:nvSpPr>
        <p:spPr>
          <a:xfrm>
            <a:off x="1411774" y="1270140"/>
            <a:ext cx="3273388" cy="17585"/>
          </a:xfrm>
          <a:custGeom>
            <a:avLst/>
            <a:gdLst>
              <a:gd name="csX0" fmla="*/ 0 w 3273388"/>
              <a:gd name="csY0" fmla="*/ 1 h 17585"/>
              <a:gd name="csX1" fmla="*/ 548640 w 3273388"/>
              <a:gd name="csY1" fmla="*/ 4221 h 17585"/>
              <a:gd name="csX2" fmla="*/ 1051560 w 3273388"/>
              <a:gd name="csY2" fmla="*/ 8090 h 17585"/>
              <a:gd name="csX3" fmla="*/ 1668780 w 3273388"/>
              <a:gd name="csY3" fmla="*/ 12837 h 17585"/>
              <a:gd name="csX4" fmla="*/ 2286000 w 3273388"/>
              <a:gd name="csY4" fmla="*/ 17585 h 17585"/>
              <a:gd name="csX5" fmla="*/ 2669432 w 3273388"/>
              <a:gd name="csY5" fmla="*/ 13277 h 17585"/>
              <a:gd name="csX6" fmla="*/ 3068515 w 3273388"/>
              <a:gd name="csY6" fmla="*/ 8793 h 17585"/>
              <a:gd name="csX7" fmla="*/ 3156438 w 3273388"/>
              <a:gd name="csY7" fmla="*/ 1 h 17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3388" h="17585" extrusionOk="0">
                <a:moveTo>
                  <a:pt x="0" y="1"/>
                </a:moveTo>
                <a:cubicBezTo>
                  <a:pt x="206530" y="830"/>
                  <a:pt x="294015" y="11463"/>
                  <a:pt x="548640" y="4221"/>
                </a:cubicBezTo>
                <a:cubicBezTo>
                  <a:pt x="803265" y="-3020"/>
                  <a:pt x="863890" y="53596"/>
                  <a:pt x="1051560" y="8090"/>
                </a:cubicBezTo>
                <a:cubicBezTo>
                  <a:pt x="1239230" y="-37416"/>
                  <a:pt x="1439675" y="37651"/>
                  <a:pt x="1668780" y="12837"/>
                </a:cubicBezTo>
                <a:cubicBezTo>
                  <a:pt x="1897885" y="-11977"/>
                  <a:pt x="2017979" y="39460"/>
                  <a:pt x="2286000" y="17585"/>
                </a:cubicBezTo>
                <a:cubicBezTo>
                  <a:pt x="2434056" y="13732"/>
                  <a:pt x="2557669" y="47775"/>
                  <a:pt x="2669432" y="13277"/>
                </a:cubicBezTo>
                <a:cubicBezTo>
                  <a:pt x="2781195" y="-21221"/>
                  <a:pt x="2881705" y="20406"/>
                  <a:pt x="3068515" y="8793"/>
                </a:cubicBezTo>
                <a:cubicBezTo>
                  <a:pt x="3505533" y="8775"/>
                  <a:pt x="3079784" y="-10076"/>
                  <a:pt x="3156438" y="1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273388"/>
                      <a:gd name="connsiteY0" fmla="*/ 1 h 17585"/>
                      <a:gd name="connsiteX1" fmla="*/ 2286000 w 3273388"/>
                      <a:gd name="connsiteY1" fmla="*/ 17585 h 17585"/>
                      <a:gd name="connsiteX2" fmla="*/ 3068515 w 3273388"/>
                      <a:gd name="connsiteY2" fmla="*/ 8793 h 17585"/>
                      <a:gd name="connsiteX3" fmla="*/ 3156438 w 3273388"/>
                      <a:gd name="connsiteY3" fmla="*/ 1 h 175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273388" h="17585">
                        <a:moveTo>
                          <a:pt x="0" y="1"/>
                        </a:moveTo>
                        <a:lnTo>
                          <a:pt x="2286000" y="17585"/>
                        </a:lnTo>
                        <a:lnTo>
                          <a:pt x="3068515" y="8793"/>
                        </a:lnTo>
                        <a:cubicBezTo>
                          <a:pt x="3515196" y="-323"/>
                          <a:pt x="3080841" y="1"/>
                          <a:pt x="3156438" y="1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A75F292-7EEC-027A-8AA2-BCBB3B16D18B}"/>
              </a:ext>
            </a:extLst>
          </p:cNvPr>
          <p:cNvSpPr/>
          <p:nvPr/>
        </p:nvSpPr>
        <p:spPr>
          <a:xfrm rot="10800000">
            <a:off x="6170271" y="3637630"/>
            <a:ext cx="360000" cy="14400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A7C476F-5825-3077-7F0E-22E701AF493E}"/>
              </a:ext>
            </a:extLst>
          </p:cNvPr>
          <p:cNvSpPr/>
          <p:nvPr/>
        </p:nvSpPr>
        <p:spPr>
          <a:xfrm rot="10800000">
            <a:off x="7767569" y="2744665"/>
            <a:ext cx="360000" cy="14400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417F4C1-3547-66E8-8190-FE0B02F44632}"/>
              </a:ext>
            </a:extLst>
          </p:cNvPr>
          <p:cNvSpPr/>
          <p:nvPr/>
        </p:nvSpPr>
        <p:spPr>
          <a:xfrm rot="10800000">
            <a:off x="7802338" y="1435653"/>
            <a:ext cx="360000" cy="14400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E6337D-ED42-C2A1-E389-88709D97AA03}"/>
                  </a:ext>
                </a:extLst>
              </p:cNvPr>
              <p:cNvSpPr txBox="1"/>
              <p:nvPr/>
            </p:nvSpPr>
            <p:spPr>
              <a:xfrm>
                <a:off x="6973585" y="892242"/>
                <a:ext cx="1657505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0.7×0.8=0.56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E6337D-ED42-C2A1-E389-88709D97A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585" y="892242"/>
                <a:ext cx="1657505" cy="276999"/>
              </a:xfrm>
              <a:prstGeom prst="rect">
                <a:avLst/>
              </a:prstGeom>
              <a:blipFill>
                <a:blip r:embed="rId26"/>
                <a:stretch>
                  <a:fillRect l="-3309" r="-330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5FBC27-0387-04CC-A350-F3E607B93571}"/>
                  </a:ext>
                </a:extLst>
              </p:cNvPr>
              <p:cNvSpPr txBox="1"/>
              <p:nvPr/>
            </p:nvSpPr>
            <p:spPr>
              <a:xfrm>
                <a:off x="6314920" y="3030937"/>
                <a:ext cx="1657505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0.7×0.2=0.14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5FBC27-0387-04CC-A350-F3E607B93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920" y="3030937"/>
                <a:ext cx="1657505" cy="276999"/>
              </a:xfrm>
              <a:prstGeom prst="rect">
                <a:avLst/>
              </a:prstGeom>
              <a:blipFill>
                <a:blip r:embed="rId27"/>
                <a:stretch>
                  <a:fillRect l="-3309" r="-294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B173A39-90D0-4C1D-8720-CB81AA0DA1B0}"/>
              </a:ext>
            </a:extLst>
          </p:cNvPr>
          <p:cNvSpPr txBox="1"/>
          <p:nvPr/>
        </p:nvSpPr>
        <p:spPr>
          <a:xfrm>
            <a:off x="8118036" y="6383847"/>
            <a:ext cx="3750016" cy="376065"/>
          </a:xfrm>
          <a:custGeom>
            <a:avLst/>
            <a:gdLst>
              <a:gd name="csX0" fmla="*/ 0 w 3750016"/>
              <a:gd name="csY0" fmla="*/ 0 h 376065"/>
              <a:gd name="csX1" fmla="*/ 498216 w 3750016"/>
              <a:gd name="csY1" fmla="*/ 0 h 376065"/>
              <a:gd name="csX2" fmla="*/ 921433 w 3750016"/>
              <a:gd name="csY2" fmla="*/ 0 h 376065"/>
              <a:gd name="csX3" fmla="*/ 1532149 w 3750016"/>
              <a:gd name="csY3" fmla="*/ 0 h 376065"/>
              <a:gd name="csX4" fmla="*/ 2030366 w 3750016"/>
              <a:gd name="csY4" fmla="*/ 0 h 376065"/>
              <a:gd name="csX5" fmla="*/ 2528582 w 3750016"/>
              <a:gd name="csY5" fmla="*/ 0 h 376065"/>
              <a:gd name="csX6" fmla="*/ 3139299 w 3750016"/>
              <a:gd name="csY6" fmla="*/ 0 h 376065"/>
              <a:gd name="csX7" fmla="*/ 3750016 w 3750016"/>
              <a:gd name="csY7" fmla="*/ 0 h 376065"/>
              <a:gd name="csX8" fmla="*/ 3750016 w 3750016"/>
              <a:gd name="csY8" fmla="*/ 376065 h 376065"/>
              <a:gd name="csX9" fmla="*/ 3289300 w 3750016"/>
              <a:gd name="csY9" fmla="*/ 376065 h 376065"/>
              <a:gd name="csX10" fmla="*/ 2753583 w 3750016"/>
              <a:gd name="csY10" fmla="*/ 376065 h 376065"/>
              <a:gd name="csX11" fmla="*/ 2217867 w 3750016"/>
              <a:gd name="csY11" fmla="*/ 376065 h 376065"/>
              <a:gd name="csX12" fmla="*/ 1719650 w 3750016"/>
              <a:gd name="csY12" fmla="*/ 376065 h 376065"/>
              <a:gd name="csX13" fmla="*/ 1108933 w 3750016"/>
              <a:gd name="csY13" fmla="*/ 376065 h 376065"/>
              <a:gd name="csX14" fmla="*/ 498216 w 3750016"/>
              <a:gd name="csY14" fmla="*/ 376065 h 376065"/>
              <a:gd name="csX15" fmla="*/ 0 w 3750016"/>
              <a:gd name="csY15" fmla="*/ 376065 h 376065"/>
              <a:gd name="csX16" fmla="*/ 0 w 3750016"/>
              <a:gd name="csY16" fmla="*/ 0 h 37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750016" h="376065" extrusionOk="0">
                <a:moveTo>
                  <a:pt x="0" y="0"/>
                </a:moveTo>
                <a:cubicBezTo>
                  <a:pt x="107790" y="-55116"/>
                  <a:pt x="328903" y="2974"/>
                  <a:pt x="498216" y="0"/>
                </a:cubicBezTo>
                <a:cubicBezTo>
                  <a:pt x="667529" y="-2974"/>
                  <a:pt x="757987" y="37054"/>
                  <a:pt x="921433" y="0"/>
                </a:cubicBezTo>
                <a:cubicBezTo>
                  <a:pt x="1084879" y="-37054"/>
                  <a:pt x="1357398" y="63463"/>
                  <a:pt x="1532149" y="0"/>
                </a:cubicBezTo>
                <a:cubicBezTo>
                  <a:pt x="1706900" y="-63463"/>
                  <a:pt x="1842368" y="47898"/>
                  <a:pt x="2030366" y="0"/>
                </a:cubicBezTo>
                <a:cubicBezTo>
                  <a:pt x="2218364" y="-47898"/>
                  <a:pt x="2357183" y="26731"/>
                  <a:pt x="2528582" y="0"/>
                </a:cubicBezTo>
                <a:cubicBezTo>
                  <a:pt x="2699981" y="-26731"/>
                  <a:pt x="2959102" y="71037"/>
                  <a:pt x="3139299" y="0"/>
                </a:cubicBezTo>
                <a:cubicBezTo>
                  <a:pt x="3319496" y="-71037"/>
                  <a:pt x="3470567" y="17112"/>
                  <a:pt x="3750016" y="0"/>
                </a:cubicBezTo>
                <a:cubicBezTo>
                  <a:pt x="3792476" y="174181"/>
                  <a:pt x="3724969" y="296566"/>
                  <a:pt x="3750016" y="376065"/>
                </a:cubicBezTo>
                <a:cubicBezTo>
                  <a:pt x="3529625" y="426664"/>
                  <a:pt x="3392091" y="322439"/>
                  <a:pt x="3289300" y="376065"/>
                </a:cubicBezTo>
                <a:cubicBezTo>
                  <a:pt x="3186509" y="429691"/>
                  <a:pt x="2948334" y="344648"/>
                  <a:pt x="2753583" y="376065"/>
                </a:cubicBezTo>
                <a:cubicBezTo>
                  <a:pt x="2558832" y="407482"/>
                  <a:pt x="2435082" y="374464"/>
                  <a:pt x="2217867" y="376065"/>
                </a:cubicBezTo>
                <a:cubicBezTo>
                  <a:pt x="2000652" y="377666"/>
                  <a:pt x="1849888" y="347048"/>
                  <a:pt x="1719650" y="376065"/>
                </a:cubicBezTo>
                <a:cubicBezTo>
                  <a:pt x="1589412" y="405082"/>
                  <a:pt x="1363951" y="308716"/>
                  <a:pt x="1108933" y="376065"/>
                </a:cubicBezTo>
                <a:cubicBezTo>
                  <a:pt x="853915" y="443414"/>
                  <a:pt x="739772" y="357806"/>
                  <a:pt x="498216" y="376065"/>
                </a:cubicBezTo>
                <a:cubicBezTo>
                  <a:pt x="256660" y="394324"/>
                  <a:pt x="141169" y="340941"/>
                  <a:pt x="0" y="376065"/>
                </a:cubicBezTo>
                <a:cubicBezTo>
                  <a:pt x="-15871" y="213092"/>
                  <a:pt x="21656" y="81480"/>
                  <a:pt x="0" y="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Times New Roman" panose="02020603050405020304" pitchFamily="18" charset="0"/>
                <a:cs typeface="Mangal" panose="02040503050203030202" pitchFamily="18" charset="0"/>
              </a:rPr>
              <a:t>Compound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Times New Roman" panose="02020603050405020304" pitchFamily="18" charset="0"/>
                <a:cs typeface="Mangal" panose="02040503050203030202" pitchFamily="18" charset="0"/>
                <a:sym typeface="Wingdings" panose="05000000000000000000" pitchFamily="2" charset="2"/>
              </a:rPr>
              <a:t> Simple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25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3" grpId="0" animBg="1"/>
      <p:bldP spid="36" grpId="0"/>
      <p:bldP spid="71" grpId="0" animBg="1"/>
      <p:bldP spid="84" grpId="0" animBg="1"/>
      <p:bldP spid="9" grpId="0" animBg="1"/>
      <p:bldP spid="10" grpId="0" animBg="1"/>
      <p:bldP spid="21" grpId="0" animBg="1"/>
      <p:bldP spid="27" grpId="0" animBg="1"/>
      <p:bldP spid="34" grpId="0" animBg="1"/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DD072-8992-8B77-4E5B-BE71BC1C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918543-5FF0-1BEB-E99C-4604A14B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2F336C6-0331-1B1B-8326-036D48147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A0C54-E8C9-EA47-3055-656E2AAD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 Degenerate Lottery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754B2D8-6E94-93C5-437E-1CA1AD329AEA}"/>
              </a:ext>
            </a:extLst>
          </p:cNvPr>
          <p:cNvSpPr txBox="1"/>
          <p:nvPr/>
        </p:nvSpPr>
        <p:spPr>
          <a:xfrm>
            <a:off x="6611807" y="1284173"/>
            <a:ext cx="323557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action, one outcome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266119C-C362-D327-1E27-6C3118B0562D}"/>
              </a:ext>
            </a:extLst>
          </p:cNvPr>
          <p:cNvGrpSpPr/>
          <p:nvPr/>
        </p:nvGrpSpPr>
        <p:grpSpPr>
          <a:xfrm>
            <a:off x="94573" y="128707"/>
            <a:ext cx="11954171" cy="6600586"/>
            <a:chOff x="94573" y="128707"/>
            <a:chExt cx="11954171" cy="660058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1EFDBAD-7E69-D876-6AF0-17E8D78DFBEB}"/>
                </a:ext>
              </a:extLst>
            </p:cNvPr>
            <p:cNvGrpSpPr/>
            <p:nvPr/>
          </p:nvGrpSpPr>
          <p:grpSpPr>
            <a:xfrm>
              <a:off x="311681" y="1995508"/>
              <a:ext cx="11567179" cy="2288655"/>
              <a:chOff x="650009" y="4018272"/>
              <a:chExt cx="11567179" cy="2288655"/>
            </a:xfrm>
          </p:grpSpPr>
          <p:pic>
            <p:nvPicPr>
              <p:cNvPr id="10" name="Picture 9" descr="A child sitting at a desk writing in a book&#10;&#10;Description automatically generated">
                <a:extLst>
                  <a:ext uri="{FF2B5EF4-FFF2-40B4-BE49-F238E27FC236}">
                    <a16:creationId xmlns:a16="http://schemas.microsoft.com/office/drawing/2014/main" id="{1C584AD6-DE18-F42C-5364-3A7A12447B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615" t="12040" r="10736" b="10893"/>
              <a:stretch/>
            </p:blipFill>
            <p:spPr>
              <a:xfrm>
                <a:off x="650009" y="4018272"/>
                <a:ext cx="3336636" cy="2288655"/>
              </a:xfrm>
              <a:prstGeom prst="rect">
                <a:avLst/>
              </a:prstGeom>
            </p:spPr>
          </p:pic>
          <p:pic>
            <p:nvPicPr>
              <p:cNvPr id="21" name="Picture 20" descr="A cartoon of a child playing video games&#10;&#10;Description automatically generated">
                <a:extLst>
                  <a:ext uri="{FF2B5EF4-FFF2-40B4-BE49-F238E27FC236}">
                    <a16:creationId xmlns:a16="http://schemas.microsoft.com/office/drawing/2014/main" id="{178322B4-E458-26F0-B88E-0181A6362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557" t="21034" r="12187" b="19996"/>
              <a:stretch/>
            </p:blipFill>
            <p:spPr>
              <a:xfrm>
                <a:off x="4290009" y="4020927"/>
                <a:ext cx="3987209" cy="2286000"/>
              </a:xfrm>
              <a:prstGeom prst="rect">
                <a:avLst/>
              </a:prstGeom>
            </p:spPr>
          </p:pic>
          <p:pic>
            <p:nvPicPr>
              <p:cNvPr id="27" name="Picture 26" descr="Cartoon of kids talking&#10;&#10;Description automatically generated">
                <a:extLst>
                  <a:ext uri="{FF2B5EF4-FFF2-40B4-BE49-F238E27FC236}">
                    <a16:creationId xmlns:a16="http://schemas.microsoft.com/office/drawing/2014/main" id="{9C1FA78F-DDCF-62A1-E280-C113CF78B6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80582" y="4018272"/>
                <a:ext cx="3636606" cy="2286000"/>
              </a:xfrm>
              <a:prstGeom prst="rect">
                <a:avLst/>
              </a:prstGeom>
            </p:spPr>
          </p:pic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3DA827E-2AD6-E178-FBDC-151935FFC753}"/>
                </a:ext>
              </a:extLst>
            </p:cNvPr>
            <p:cNvGrpSpPr/>
            <p:nvPr/>
          </p:nvGrpSpPr>
          <p:grpSpPr>
            <a:xfrm>
              <a:off x="94573" y="128707"/>
              <a:ext cx="11954171" cy="6600586"/>
              <a:chOff x="94573" y="128707"/>
              <a:chExt cx="11954171" cy="6600586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C6C847E-EE5B-132B-BF4D-2D11E8DF9780}"/>
                  </a:ext>
                </a:extLst>
              </p:cNvPr>
              <p:cNvGrpSpPr/>
              <p:nvPr/>
            </p:nvGrpSpPr>
            <p:grpSpPr>
              <a:xfrm>
                <a:off x="8560491" y="5886294"/>
                <a:ext cx="3000132" cy="842999"/>
                <a:chOff x="8560491" y="5886294"/>
                <a:chExt cx="3000132" cy="84299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E857C10F-969C-0B8C-AEF4-52A8C6242C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71971" y="5886294"/>
                      <a:ext cx="1377172" cy="369332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accent5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≿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≿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oMath>
                        </m:oMathPara>
                      </a14:m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C19F0032-6CFF-99D8-A5CD-ED7C520F27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71971" y="5886294"/>
                      <a:ext cx="1377172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83" r="-3930" b="-28571"/>
                      </a:stretch>
                    </a:blipFill>
                    <a:ln w="19050">
                      <a:solidFill>
                        <a:schemeClr val="accent5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A41209E-C315-AB88-0B94-A9126A4AD84F}"/>
                    </a:ext>
                  </a:extLst>
                </p:cNvPr>
                <p:cNvSpPr txBox="1"/>
                <p:nvPr/>
              </p:nvSpPr>
              <p:spPr>
                <a:xfrm>
                  <a:off x="8560491" y="6359961"/>
                  <a:ext cx="3000132" cy="369332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Preference Relations</a:t>
                  </a:r>
                </a:p>
              </p:txBody>
            </p:sp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C1BE10A-36CE-EBC5-799F-B9324F008855}"/>
                  </a:ext>
                </a:extLst>
              </p:cNvPr>
              <p:cNvCxnSpPr/>
              <p:nvPr/>
            </p:nvCxnSpPr>
            <p:spPr>
              <a:xfrm>
                <a:off x="1115568" y="5779008"/>
                <a:ext cx="1023823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BFB732E9-F4A3-0FB5-233B-41D0E806C1C0}"/>
                  </a:ext>
                </a:extLst>
              </p:cNvPr>
              <p:cNvGrpSpPr/>
              <p:nvPr/>
            </p:nvGrpSpPr>
            <p:grpSpPr>
              <a:xfrm>
                <a:off x="311679" y="4682390"/>
                <a:ext cx="11396798" cy="889332"/>
                <a:chOff x="311679" y="4682390"/>
                <a:chExt cx="11396798" cy="889332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BA629FD4-2F39-B727-D231-6AE4852AE127}"/>
                    </a:ext>
                  </a:extLst>
                </p:cNvPr>
                <p:cNvGrpSpPr/>
                <p:nvPr/>
              </p:nvGrpSpPr>
              <p:grpSpPr>
                <a:xfrm>
                  <a:off x="311679" y="4686327"/>
                  <a:ext cx="3333453" cy="885395"/>
                  <a:chOff x="311679" y="4686327"/>
                  <a:chExt cx="3333453" cy="885395"/>
                </a:xfrm>
              </p:grpSpPr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3517B7CF-73A3-CCA7-8062-E2E27C68146A}"/>
                      </a:ext>
                    </a:extLst>
                  </p:cNvPr>
                  <p:cNvSpPr txBox="1"/>
                  <p:nvPr/>
                </p:nvSpPr>
                <p:spPr>
                  <a:xfrm>
                    <a:off x="311679" y="5202390"/>
                    <a:ext cx="3333453" cy="36933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EA72E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+mn-ea"/>
                        <a:cs typeface="+mn-cs"/>
                      </a:rPr>
                      <a:t>Better Prepared for Exam</a:t>
                    </a:r>
                  </a:p>
                </p:txBody>
              </p:sp>
              <p:sp>
                <p:nvSpPr>
                  <p:cNvPr id="94" name="Arrow: Down 93">
                    <a:extLst>
                      <a:ext uri="{FF2B5EF4-FFF2-40B4-BE49-F238E27FC236}">
                        <a16:creationId xmlns:a16="http://schemas.microsoft.com/office/drawing/2014/main" id="{76C86F1E-2A86-D1E1-FC29-D109715587C9}"/>
                      </a:ext>
                    </a:extLst>
                  </p:cNvPr>
                  <p:cNvSpPr/>
                  <p:nvPr/>
                </p:nvSpPr>
                <p:spPr>
                  <a:xfrm>
                    <a:off x="1823444" y="4686327"/>
                    <a:ext cx="304800" cy="516063"/>
                  </a:xfrm>
                  <a:prstGeom prst="downArrow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EFBC7B3F-AE3F-5FF2-9341-C7CD11764425}"/>
                    </a:ext>
                  </a:extLst>
                </p:cNvPr>
                <p:cNvGrpSpPr/>
                <p:nvPr/>
              </p:nvGrpSpPr>
              <p:grpSpPr>
                <a:xfrm>
                  <a:off x="4503837" y="4686327"/>
                  <a:ext cx="3172968" cy="885395"/>
                  <a:chOff x="4503837" y="4686327"/>
                  <a:chExt cx="3172968" cy="885395"/>
                </a:xfrm>
              </p:grpSpPr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E5A9FADB-1B90-46BD-E124-87984243A71E}"/>
                      </a:ext>
                    </a:extLst>
                  </p:cNvPr>
                  <p:cNvSpPr txBox="1"/>
                  <p:nvPr/>
                </p:nvSpPr>
                <p:spPr>
                  <a:xfrm>
                    <a:off x="4503837" y="5202390"/>
                    <a:ext cx="3172968" cy="36933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EA72E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+mn-ea"/>
                        <a:cs typeface="+mn-cs"/>
                      </a:rPr>
                      <a:t>Immediate Relaxation</a:t>
                    </a:r>
                  </a:p>
                </p:txBody>
              </p:sp>
              <p:sp>
                <p:nvSpPr>
                  <p:cNvPr id="92" name="Arrow: Down 91">
                    <a:extLst>
                      <a:ext uri="{FF2B5EF4-FFF2-40B4-BE49-F238E27FC236}">
                        <a16:creationId xmlns:a16="http://schemas.microsoft.com/office/drawing/2014/main" id="{FC727360-63BE-9EA2-0223-955F7BE0A10C}"/>
                      </a:ext>
                    </a:extLst>
                  </p:cNvPr>
                  <p:cNvSpPr/>
                  <p:nvPr/>
                </p:nvSpPr>
                <p:spPr>
                  <a:xfrm>
                    <a:off x="5937921" y="4686327"/>
                    <a:ext cx="304800" cy="516063"/>
                  </a:xfrm>
                  <a:prstGeom prst="downArrow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B4655F54-B6F6-2118-F14C-67993EE8099A}"/>
                    </a:ext>
                  </a:extLst>
                </p:cNvPr>
                <p:cNvGrpSpPr/>
                <p:nvPr/>
              </p:nvGrpSpPr>
              <p:grpSpPr>
                <a:xfrm>
                  <a:off x="8535509" y="4682390"/>
                  <a:ext cx="3172968" cy="857782"/>
                  <a:chOff x="8535509" y="4682390"/>
                  <a:chExt cx="3172968" cy="857782"/>
                </a:xfrm>
              </p:grpSpPr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D56D082-532D-4816-4E71-CB9B0700F826}"/>
                      </a:ext>
                    </a:extLst>
                  </p:cNvPr>
                  <p:cNvSpPr txBox="1"/>
                  <p:nvPr/>
                </p:nvSpPr>
                <p:spPr>
                  <a:xfrm>
                    <a:off x="8535509" y="5170840"/>
                    <a:ext cx="3172968" cy="369332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EA72E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Segoe Script" panose="030B0504020000000003" pitchFamily="66" charset="0"/>
                        <a:ea typeface="+mn-ea"/>
                        <a:cs typeface="+mn-cs"/>
                      </a:rPr>
                      <a:t>Build Relationships</a:t>
                    </a:r>
                  </a:p>
                </p:txBody>
              </p:sp>
              <p:sp>
                <p:nvSpPr>
                  <p:cNvPr id="85" name="Arrow: Down 84">
                    <a:extLst>
                      <a:ext uri="{FF2B5EF4-FFF2-40B4-BE49-F238E27FC236}">
                        <a16:creationId xmlns:a16="http://schemas.microsoft.com/office/drawing/2014/main" id="{E1AE795A-460F-20F4-9311-F542CFF9C8DB}"/>
                      </a:ext>
                    </a:extLst>
                  </p:cNvPr>
                  <p:cNvSpPr/>
                  <p:nvPr/>
                </p:nvSpPr>
                <p:spPr>
                  <a:xfrm>
                    <a:off x="9969593" y="4682390"/>
                    <a:ext cx="304800" cy="516063"/>
                  </a:xfrm>
                  <a:prstGeom prst="downArrow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D6F98B4-E97A-1F35-6F4F-9E69B40D0567}"/>
                  </a:ext>
                </a:extLst>
              </p:cNvPr>
              <p:cNvSpPr txBox="1"/>
              <p:nvPr/>
            </p:nvSpPr>
            <p:spPr>
              <a:xfrm>
                <a:off x="311680" y="4316995"/>
                <a:ext cx="3336635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tudy for Exam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16DAE21-EA9C-4BD2-4B5E-F36BB6D2E2C8}"/>
                  </a:ext>
                </a:extLst>
              </p:cNvPr>
              <p:cNvSpPr txBox="1"/>
              <p:nvPr/>
            </p:nvSpPr>
            <p:spPr>
              <a:xfrm>
                <a:off x="4507992" y="4316995"/>
                <a:ext cx="3172968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Play </a:t>
                </a: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G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ames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D0CBEC1-60D6-8488-380C-E37C2E702300}"/>
                  </a:ext>
                </a:extLst>
              </p:cNvPr>
              <p:cNvSpPr txBox="1"/>
              <p:nvPr/>
            </p:nvSpPr>
            <p:spPr>
              <a:xfrm>
                <a:off x="8539664" y="4285445"/>
                <a:ext cx="3172968" cy="36933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Socialize with Friends</a:t>
                </a:r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BBA98F56-52CD-E43A-B96E-003C4BC78F94}"/>
                  </a:ext>
                </a:extLst>
              </p:cNvPr>
              <p:cNvGrpSpPr/>
              <p:nvPr/>
            </p:nvGrpSpPr>
            <p:grpSpPr>
              <a:xfrm>
                <a:off x="4855464" y="5886294"/>
                <a:ext cx="2185416" cy="826913"/>
                <a:chOff x="4855464" y="5886294"/>
                <a:chExt cx="2185416" cy="8269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TextBox 98">
                      <a:extLst>
                        <a:ext uri="{FF2B5EF4-FFF2-40B4-BE49-F238E27FC236}">
                          <a16:creationId xmlns:a16="http://schemas.microsoft.com/office/drawing/2014/main" id="{1FC8FABD-7B5A-EAEF-3DE3-8A7A038C98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4299" y="5886294"/>
                      <a:ext cx="1703928" cy="369332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accent5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</m:e>
                            </m:d>
                          </m:oMath>
                        </m:oMathPara>
                      </a14:m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C305C341-CCA9-F26D-5CBE-46AABAF5A2C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4299" y="5886294"/>
                      <a:ext cx="1703928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120" b="-28571"/>
                      </a:stretch>
                    </a:blipFill>
                    <a:ln w="19050">
                      <a:solidFill>
                        <a:schemeClr val="accent5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F9E105F-FEBC-F7E0-B9BC-77A0EE308B80}"/>
                    </a:ext>
                  </a:extLst>
                </p:cNvPr>
                <p:cNvSpPr txBox="1"/>
                <p:nvPr/>
              </p:nvSpPr>
              <p:spPr>
                <a:xfrm>
                  <a:off x="4855464" y="6343875"/>
                  <a:ext cx="2185416" cy="369332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Set of Outcomes</a:t>
                  </a: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618ED92A-7CF2-AB97-AF3D-C84AEFC8D44B}"/>
                  </a:ext>
                </a:extLst>
              </p:cNvPr>
              <p:cNvGrpSpPr/>
              <p:nvPr/>
            </p:nvGrpSpPr>
            <p:grpSpPr>
              <a:xfrm>
                <a:off x="1014985" y="5886294"/>
                <a:ext cx="2112264" cy="830104"/>
                <a:chOff x="1014985" y="5886294"/>
                <a:chExt cx="2112264" cy="83010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TextBox 101">
                      <a:extLst>
                        <a:ext uri="{FF2B5EF4-FFF2-40B4-BE49-F238E27FC236}">
                          <a16:creationId xmlns:a16="http://schemas.microsoft.com/office/drawing/2014/main" id="{989EC0C1-FA28-CDA2-2944-3AF43C2DFB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87258" y="5886294"/>
                      <a:ext cx="1703928" cy="369332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accent5"/>
                      </a:solidFill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𝑆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𝐹</m:t>
                                </m:r>
                              </m:e>
                            </m:d>
                          </m:oMath>
                        </m:oMathPara>
                      </a14:m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DB423123-9CBE-0327-0B9F-1549E7F9531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87258" y="5886294"/>
                      <a:ext cx="1703928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534" b="-1587"/>
                      </a:stretch>
                    </a:blipFill>
                    <a:ln w="19050">
                      <a:solidFill>
                        <a:schemeClr val="accent5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F9600A63-9BC2-86C2-3E03-A03018A92BCF}"/>
                    </a:ext>
                  </a:extLst>
                </p:cNvPr>
                <p:cNvSpPr txBox="1"/>
                <p:nvPr/>
              </p:nvSpPr>
              <p:spPr>
                <a:xfrm>
                  <a:off x="1014985" y="6347066"/>
                  <a:ext cx="2112264" cy="369332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Segoe Script" panose="030B0504020000000003" pitchFamily="66" charset="0"/>
                      <a:ea typeface="+mn-ea"/>
                      <a:cs typeface="+mn-cs"/>
                    </a:rPr>
                    <a:t>Set of Actions</a:t>
                  </a:r>
                </a:p>
              </p:txBody>
            </p:sp>
          </p:grp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6AD671FD-495D-272D-4144-8F1C741680B3}"/>
                  </a:ext>
                </a:extLst>
              </p:cNvPr>
              <p:cNvSpPr/>
              <p:nvPr/>
            </p:nvSpPr>
            <p:spPr>
              <a:xfrm>
                <a:off x="10933176" y="128707"/>
                <a:ext cx="1115568" cy="32004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REVIEW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3780321-91FA-9DA3-D611-48D327CA2176}"/>
                  </a:ext>
                </a:extLst>
              </p:cNvPr>
              <p:cNvSpPr txBox="1"/>
              <p:nvPr/>
            </p:nvSpPr>
            <p:spPr>
              <a:xfrm>
                <a:off x="94573" y="4626240"/>
                <a:ext cx="1099006" cy="369332"/>
              </a:xfrm>
              <a:custGeom>
                <a:avLst/>
                <a:gdLst>
                  <a:gd name="csX0" fmla="*/ 0 w 1099006"/>
                  <a:gd name="csY0" fmla="*/ 0 h 369332"/>
                  <a:gd name="csX1" fmla="*/ 571483 w 1099006"/>
                  <a:gd name="csY1" fmla="*/ 0 h 369332"/>
                  <a:gd name="csX2" fmla="*/ 1099006 w 1099006"/>
                  <a:gd name="csY2" fmla="*/ 0 h 369332"/>
                  <a:gd name="csX3" fmla="*/ 1099006 w 1099006"/>
                  <a:gd name="csY3" fmla="*/ 369332 h 369332"/>
                  <a:gd name="csX4" fmla="*/ 571483 w 1099006"/>
                  <a:gd name="csY4" fmla="*/ 369332 h 369332"/>
                  <a:gd name="csX5" fmla="*/ 0 w 1099006"/>
                  <a:gd name="csY5" fmla="*/ 369332 h 369332"/>
                  <a:gd name="csX6" fmla="*/ 0 w 1099006"/>
                  <a:gd name="csY6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099006" h="369332" fill="none" extrusionOk="0">
                    <a:moveTo>
                      <a:pt x="0" y="0"/>
                    </a:moveTo>
                    <a:cubicBezTo>
                      <a:pt x="213707" y="-67437"/>
                      <a:pt x="343364" y="16881"/>
                      <a:pt x="571483" y="0"/>
                    </a:cubicBezTo>
                    <a:cubicBezTo>
                      <a:pt x="799602" y="-16881"/>
                      <a:pt x="915703" y="32182"/>
                      <a:pt x="1099006" y="0"/>
                    </a:cubicBezTo>
                    <a:cubicBezTo>
                      <a:pt x="1137010" y="83358"/>
                      <a:pt x="1079042" y="284289"/>
                      <a:pt x="1099006" y="369332"/>
                    </a:cubicBezTo>
                    <a:cubicBezTo>
                      <a:pt x="901384" y="424878"/>
                      <a:pt x="700508" y="344530"/>
                      <a:pt x="571483" y="369332"/>
                    </a:cubicBezTo>
                    <a:cubicBezTo>
                      <a:pt x="442458" y="394134"/>
                      <a:pt x="230172" y="309647"/>
                      <a:pt x="0" y="369332"/>
                    </a:cubicBezTo>
                    <a:cubicBezTo>
                      <a:pt x="-21273" y="282781"/>
                      <a:pt x="31404" y="101364"/>
                      <a:pt x="0" y="0"/>
                    </a:cubicBezTo>
                    <a:close/>
                  </a:path>
                  <a:path w="1099006" h="369332" stroke="0" extrusionOk="0">
                    <a:moveTo>
                      <a:pt x="0" y="0"/>
                    </a:moveTo>
                    <a:cubicBezTo>
                      <a:pt x="232406" y="-11623"/>
                      <a:pt x="432538" y="62223"/>
                      <a:pt x="571483" y="0"/>
                    </a:cubicBezTo>
                    <a:cubicBezTo>
                      <a:pt x="710428" y="-62223"/>
                      <a:pt x="877995" y="19303"/>
                      <a:pt x="1099006" y="0"/>
                    </a:cubicBezTo>
                    <a:cubicBezTo>
                      <a:pt x="1123675" y="90030"/>
                      <a:pt x="1074130" y="242514"/>
                      <a:pt x="1099006" y="369332"/>
                    </a:cubicBezTo>
                    <a:cubicBezTo>
                      <a:pt x="897693" y="370742"/>
                      <a:pt x="731521" y="308279"/>
                      <a:pt x="571483" y="369332"/>
                    </a:cubicBezTo>
                    <a:cubicBezTo>
                      <a:pt x="411445" y="430385"/>
                      <a:pt x="150042" y="355105"/>
                      <a:pt x="0" y="369332"/>
                    </a:cubicBezTo>
                    <a:cubicBezTo>
                      <a:pt x="-28934" y="205418"/>
                      <a:pt x="24528" y="121482"/>
                      <a:pt x="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89558503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Actions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A72E4E2-2B2A-B621-7679-4336C875A1F6}"/>
                  </a:ext>
                </a:extLst>
              </p:cNvPr>
              <p:cNvSpPr txBox="1"/>
              <p:nvPr/>
            </p:nvSpPr>
            <p:spPr>
              <a:xfrm>
                <a:off x="107874" y="5530878"/>
                <a:ext cx="1334983" cy="369332"/>
              </a:xfrm>
              <a:custGeom>
                <a:avLst/>
                <a:gdLst>
                  <a:gd name="csX0" fmla="*/ 0 w 1334983"/>
                  <a:gd name="csY0" fmla="*/ 0 h 369332"/>
                  <a:gd name="csX1" fmla="*/ 471694 w 1334983"/>
                  <a:gd name="csY1" fmla="*/ 0 h 369332"/>
                  <a:gd name="csX2" fmla="*/ 876639 w 1334983"/>
                  <a:gd name="csY2" fmla="*/ 0 h 369332"/>
                  <a:gd name="csX3" fmla="*/ 1334983 w 1334983"/>
                  <a:gd name="csY3" fmla="*/ 0 h 369332"/>
                  <a:gd name="csX4" fmla="*/ 1334983 w 1334983"/>
                  <a:gd name="csY4" fmla="*/ 369332 h 369332"/>
                  <a:gd name="csX5" fmla="*/ 930038 w 1334983"/>
                  <a:gd name="csY5" fmla="*/ 369332 h 369332"/>
                  <a:gd name="csX6" fmla="*/ 471694 w 1334983"/>
                  <a:gd name="csY6" fmla="*/ 369332 h 369332"/>
                  <a:gd name="csX7" fmla="*/ 0 w 1334983"/>
                  <a:gd name="csY7" fmla="*/ 369332 h 369332"/>
                  <a:gd name="csX8" fmla="*/ 0 w 1334983"/>
                  <a:gd name="csY8" fmla="*/ 0 h 3693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34983" h="369332" fill="none" extrusionOk="0">
                    <a:moveTo>
                      <a:pt x="0" y="0"/>
                    </a:moveTo>
                    <a:cubicBezTo>
                      <a:pt x="115829" y="-40768"/>
                      <a:pt x="300173" y="29297"/>
                      <a:pt x="471694" y="0"/>
                    </a:cubicBezTo>
                    <a:cubicBezTo>
                      <a:pt x="643215" y="-29297"/>
                      <a:pt x="754045" y="46076"/>
                      <a:pt x="876639" y="0"/>
                    </a:cubicBezTo>
                    <a:cubicBezTo>
                      <a:pt x="999233" y="-46076"/>
                      <a:pt x="1126072" y="21594"/>
                      <a:pt x="1334983" y="0"/>
                    </a:cubicBezTo>
                    <a:cubicBezTo>
                      <a:pt x="1372633" y="152018"/>
                      <a:pt x="1330794" y="249231"/>
                      <a:pt x="1334983" y="369332"/>
                    </a:cubicBezTo>
                    <a:cubicBezTo>
                      <a:pt x="1189332" y="395423"/>
                      <a:pt x="1020161" y="368207"/>
                      <a:pt x="930038" y="369332"/>
                    </a:cubicBezTo>
                    <a:cubicBezTo>
                      <a:pt x="839916" y="370457"/>
                      <a:pt x="600985" y="351560"/>
                      <a:pt x="471694" y="369332"/>
                    </a:cubicBezTo>
                    <a:cubicBezTo>
                      <a:pt x="342403" y="387104"/>
                      <a:pt x="122652" y="334618"/>
                      <a:pt x="0" y="369332"/>
                    </a:cubicBezTo>
                    <a:cubicBezTo>
                      <a:pt x="-25134" y="241217"/>
                      <a:pt x="6214" y="91110"/>
                      <a:pt x="0" y="0"/>
                    </a:cubicBezTo>
                    <a:close/>
                  </a:path>
                  <a:path w="1334983" h="369332" stroke="0" extrusionOk="0">
                    <a:moveTo>
                      <a:pt x="0" y="0"/>
                    </a:moveTo>
                    <a:cubicBezTo>
                      <a:pt x="101277" y="-21778"/>
                      <a:pt x="263512" y="38675"/>
                      <a:pt x="471694" y="0"/>
                    </a:cubicBezTo>
                    <a:cubicBezTo>
                      <a:pt x="679876" y="-38675"/>
                      <a:pt x="794473" y="11122"/>
                      <a:pt x="889989" y="0"/>
                    </a:cubicBezTo>
                    <a:cubicBezTo>
                      <a:pt x="985505" y="-11122"/>
                      <a:pt x="1202782" y="52607"/>
                      <a:pt x="1334983" y="0"/>
                    </a:cubicBezTo>
                    <a:cubicBezTo>
                      <a:pt x="1368923" y="136158"/>
                      <a:pt x="1313244" y="279436"/>
                      <a:pt x="1334983" y="369332"/>
                    </a:cubicBezTo>
                    <a:cubicBezTo>
                      <a:pt x="1180322" y="371400"/>
                      <a:pt x="1048232" y="339320"/>
                      <a:pt x="930038" y="369332"/>
                    </a:cubicBezTo>
                    <a:cubicBezTo>
                      <a:pt x="811845" y="399344"/>
                      <a:pt x="685413" y="328960"/>
                      <a:pt x="485044" y="369332"/>
                    </a:cubicBezTo>
                    <a:cubicBezTo>
                      <a:pt x="284675" y="409704"/>
                      <a:pt x="125442" y="345964"/>
                      <a:pt x="0" y="369332"/>
                    </a:cubicBezTo>
                    <a:cubicBezTo>
                      <a:pt x="-30350" y="226559"/>
                      <a:pt x="24781" y="84157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89558503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Segoe Script" panose="030B0504020000000003" pitchFamily="66" charset="0"/>
                    <a:ea typeface="+mn-ea"/>
                    <a:cs typeface="+mn-cs"/>
                  </a:rPr>
                  <a:t>Outcomes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946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730B7-B0E2-E9FE-F8A6-C4C03916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661E49C-93A9-CF26-A53F-619110DA1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0A506766-00B9-F187-33B2-CC999C60D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30BD9-2C83-EB5E-25B3-BB25F113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A Degenerate Lottery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086B860B-DF9B-7318-C2B7-690733BAD849}"/>
              </a:ext>
            </a:extLst>
          </p:cNvPr>
          <p:cNvSpPr/>
          <p:nvPr/>
        </p:nvSpPr>
        <p:spPr>
          <a:xfrm>
            <a:off x="10933176" y="128707"/>
            <a:ext cx="1115568" cy="3200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B7E88AB-304D-27DF-AA12-54CD2198F13E}"/>
              </a:ext>
            </a:extLst>
          </p:cNvPr>
          <p:cNvSpPr txBox="1"/>
          <p:nvPr/>
        </p:nvSpPr>
        <p:spPr>
          <a:xfrm>
            <a:off x="6611807" y="1284173"/>
            <a:ext cx="3235578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+mn-cs"/>
              </a:rPr>
              <a:t>One action, one outcome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111F0F-CAF5-9198-4082-874888427DA1}"/>
              </a:ext>
            </a:extLst>
          </p:cNvPr>
          <p:cNvGrpSpPr/>
          <p:nvPr/>
        </p:nvGrpSpPr>
        <p:grpSpPr>
          <a:xfrm>
            <a:off x="4519034" y="2055813"/>
            <a:ext cx="2185416" cy="826913"/>
            <a:chOff x="4855464" y="5886294"/>
            <a:chExt cx="2185416" cy="826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9232091-25D6-EE4B-0827-F236E9C3DA84}"/>
                    </a:ext>
                  </a:extLst>
                </p:cNvPr>
                <p:cNvSpPr txBox="1"/>
                <p:nvPr/>
              </p:nvSpPr>
              <p:spPr>
                <a:xfrm>
                  <a:off x="5104299" y="5886294"/>
                  <a:ext cx="1703928" cy="369332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</m:d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05C341-CCA9-F26D-5CBE-46AABAF5A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4299" y="5886294"/>
                  <a:ext cx="170392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120" b="-28571"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B444D6-E0F8-BBDC-191F-079E8D3A0386}"/>
                </a:ext>
              </a:extLst>
            </p:cNvPr>
            <p:cNvSpPr txBox="1"/>
            <p:nvPr/>
          </p:nvSpPr>
          <p:spPr>
            <a:xfrm>
              <a:off x="4855464" y="6343875"/>
              <a:ext cx="2185416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Set of Outcomes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A4648A-7873-6B39-EF2D-E88B6F44B6DF}"/>
              </a:ext>
            </a:extLst>
          </p:cNvPr>
          <p:cNvGrpSpPr/>
          <p:nvPr/>
        </p:nvGrpSpPr>
        <p:grpSpPr>
          <a:xfrm>
            <a:off x="838200" y="2055813"/>
            <a:ext cx="2112264" cy="830104"/>
            <a:chOff x="1014985" y="5886294"/>
            <a:chExt cx="2112264" cy="8301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A56C8A0-4104-9385-1FF8-0BD73E61D7BC}"/>
                    </a:ext>
                  </a:extLst>
                </p:cNvPr>
                <p:cNvSpPr txBox="1"/>
                <p:nvPr/>
              </p:nvSpPr>
              <p:spPr>
                <a:xfrm>
                  <a:off x="1287258" y="5886294"/>
                  <a:ext cx="1703928" cy="369332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B423123-9CBE-0327-0B9F-1549E7F95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7258" y="5886294"/>
                  <a:ext cx="1703928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534" b="-1587"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EB1A68-0F03-ECA5-AD1D-CE138FA9EFCF}"/>
                </a:ext>
              </a:extLst>
            </p:cNvPr>
            <p:cNvSpPr txBox="1"/>
            <p:nvPr/>
          </p:nvSpPr>
          <p:spPr>
            <a:xfrm>
              <a:off x="1014985" y="6347066"/>
              <a:ext cx="2112264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Set of Actions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98A5AC-3804-02CF-26C4-95DC8DAB87CF}"/>
                  </a:ext>
                </a:extLst>
              </p:cNvPr>
              <p:cNvSpPr txBox="1"/>
              <p:nvPr/>
            </p:nvSpPr>
            <p:spPr>
              <a:xfrm>
                <a:off x="838200" y="3498632"/>
                <a:ext cx="56335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Probability distribution between outcomes for action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98A5AC-3804-02CF-26C4-95DC8DAB8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98632"/>
                <a:ext cx="5633597" cy="369332"/>
              </a:xfrm>
              <a:prstGeom prst="rect">
                <a:avLst/>
              </a:prstGeom>
              <a:blipFill>
                <a:blip r:embed="rId9"/>
                <a:stretch>
                  <a:fillRect l="-974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B96480-6498-5FC4-BBFD-6A072753F8AE}"/>
                  </a:ext>
                </a:extLst>
              </p:cNvPr>
              <p:cNvSpPr txBox="1"/>
              <p:nvPr/>
            </p:nvSpPr>
            <p:spPr>
              <a:xfrm>
                <a:off x="838200" y="3959207"/>
                <a:ext cx="2311851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B96480-6498-5FC4-BBFD-6A072753F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59207"/>
                <a:ext cx="2311851" cy="312650"/>
              </a:xfrm>
              <a:prstGeom prst="rect">
                <a:avLst/>
              </a:prstGeom>
              <a:blipFill>
                <a:blip r:embed="rId10"/>
                <a:stretch>
                  <a:fillRect l="-21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FD8315D-9585-112C-0DCA-0A138D39777D}"/>
              </a:ext>
            </a:extLst>
          </p:cNvPr>
          <p:cNvGrpSpPr/>
          <p:nvPr/>
        </p:nvGrpSpPr>
        <p:grpSpPr>
          <a:xfrm>
            <a:off x="3258782" y="3962713"/>
            <a:ext cx="2036044" cy="276999"/>
            <a:chOff x="3258782" y="3962713"/>
            <a:chExt cx="2036044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B4A18F-3FB5-995A-45DA-5EC54FB4345F}"/>
                    </a:ext>
                  </a:extLst>
                </p:cNvPr>
                <p:cNvSpPr txBox="1"/>
                <p:nvPr/>
              </p:nvSpPr>
              <p:spPr>
                <a:xfrm>
                  <a:off x="3972541" y="3962713"/>
                  <a:ext cx="1322285" cy="276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1, 0, 0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4B4A18F-3FB5-995A-45DA-5EC54FB43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2541" y="3962713"/>
                  <a:ext cx="132228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414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4F866B3E-51CD-6F0A-0402-2893CA47C4A9}"/>
                </a:ext>
              </a:extLst>
            </p:cNvPr>
            <p:cNvSpPr/>
            <p:nvPr/>
          </p:nvSpPr>
          <p:spPr>
            <a:xfrm>
              <a:off x="3258782" y="4083516"/>
              <a:ext cx="552450" cy="1385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1B8BCC7-6E6F-AFFD-37F3-A4F7DF65396F}"/>
              </a:ext>
            </a:extLst>
          </p:cNvPr>
          <p:cNvGrpSpPr/>
          <p:nvPr/>
        </p:nvGrpSpPr>
        <p:grpSpPr>
          <a:xfrm>
            <a:off x="838200" y="4589756"/>
            <a:ext cx="5633597" cy="773225"/>
            <a:chOff x="990600" y="3651032"/>
            <a:chExt cx="5633597" cy="773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0DFDFA-68D1-B39E-CBA8-076F5BC6BDB7}"/>
                    </a:ext>
                  </a:extLst>
                </p:cNvPr>
                <p:cNvSpPr txBox="1"/>
                <p:nvPr/>
              </p:nvSpPr>
              <p:spPr>
                <a:xfrm>
                  <a:off x="990600" y="3651032"/>
                  <a:ext cx="56335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Probability distribution between outcomes for action 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𝐺</m:t>
                      </m:r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0DFDFA-68D1-B39E-CBA8-076F5BC6B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3651032"/>
                  <a:ext cx="563359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974" t="-8333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FD5E14D-918E-649C-D1AC-1C24F47E3EB4}"/>
                    </a:ext>
                  </a:extLst>
                </p:cNvPr>
                <p:cNvSpPr txBox="1"/>
                <p:nvPr/>
              </p:nvSpPr>
              <p:spPr>
                <a:xfrm>
                  <a:off x="990600" y="4111607"/>
                  <a:ext cx="2335319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</m:e>
                            </m:d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e>
                            </m:d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FD5E14D-918E-649C-D1AC-1C24F47E3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4111607"/>
                  <a:ext cx="2335319" cy="312650"/>
                </a:xfrm>
                <a:prstGeom prst="rect">
                  <a:avLst/>
                </a:prstGeom>
                <a:blipFill>
                  <a:blip r:embed="rId13"/>
                  <a:stretch>
                    <a:fillRect l="-20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D45648E-930C-765A-446A-AB6037A3B0B2}"/>
                    </a:ext>
                  </a:extLst>
                </p:cNvPr>
                <p:cNvSpPr txBox="1"/>
                <p:nvPr/>
              </p:nvSpPr>
              <p:spPr>
                <a:xfrm>
                  <a:off x="4124941" y="4115113"/>
                  <a:ext cx="1345753" cy="276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0, 1, 0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D45648E-930C-765A-446A-AB6037A3B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941" y="4115113"/>
                  <a:ext cx="134575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409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392BF06F-0F7A-7A1A-8886-ED59953AA799}"/>
                </a:ext>
              </a:extLst>
            </p:cNvPr>
            <p:cNvSpPr/>
            <p:nvPr/>
          </p:nvSpPr>
          <p:spPr>
            <a:xfrm>
              <a:off x="3411182" y="4235916"/>
              <a:ext cx="552450" cy="1385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21E7DE-016A-965D-2A59-53B4FFB8170E}"/>
              </a:ext>
            </a:extLst>
          </p:cNvPr>
          <p:cNvGrpSpPr/>
          <p:nvPr/>
        </p:nvGrpSpPr>
        <p:grpSpPr>
          <a:xfrm>
            <a:off x="838199" y="5578533"/>
            <a:ext cx="5633597" cy="773225"/>
            <a:chOff x="990600" y="3651032"/>
            <a:chExt cx="5633597" cy="773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C483E3A-2F4E-9F7E-D9D4-69D7C2791C2F}"/>
                    </a:ext>
                  </a:extLst>
                </p:cNvPr>
                <p:cNvSpPr txBox="1"/>
                <p:nvPr/>
              </p:nvSpPr>
              <p:spPr>
                <a:xfrm>
                  <a:off x="990600" y="3651032"/>
                  <a:ext cx="56335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Probability distribution between outcomes for action 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C483E3A-2F4E-9F7E-D9D4-69D7C2791C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3651032"/>
                  <a:ext cx="5633597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865" t="-655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AB313F4-2A36-87F9-5157-BF6B23E291C5}"/>
                    </a:ext>
                  </a:extLst>
                </p:cNvPr>
                <p:cNvSpPr txBox="1"/>
                <p:nvPr/>
              </p:nvSpPr>
              <p:spPr>
                <a:xfrm>
                  <a:off x="990600" y="4111607"/>
                  <a:ext cx="2311851" cy="312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</m:e>
                            </m:d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e>
                            </m:d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AB313F4-2A36-87F9-5157-BF6B23E29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4111607"/>
                  <a:ext cx="2311851" cy="312650"/>
                </a:xfrm>
                <a:prstGeom prst="rect">
                  <a:avLst/>
                </a:prstGeom>
                <a:blipFill>
                  <a:blip r:embed="rId16"/>
                  <a:stretch>
                    <a:fillRect l="-2368" b="-27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C33A410-22A0-7809-4A3E-EF55B7CDF4A4}"/>
                    </a:ext>
                  </a:extLst>
                </p:cNvPr>
                <p:cNvSpPr txBox="1"/>
                <p:nvPr/>
              </p:nvSpPr>
              <p:spPr>
                <a:xfrm>
                  <a:off x="4124941" y="4115113"/>
                  <a:ext cx="1339341" cy="276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96B24">
                                <a:lumMod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96B24">
                                    <a:lumMod val="5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0, 0, 1</m:t>
                            </m:r>
                          </m:e>
                        </m:d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96B2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C33A410-22A0-7809-4A3E-EF55B7CDF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941" y="4115113"/>
                  <a:ext cx="133934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411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8E6CB7B0-3732-B96C-1CB3-18DB5877C644}"/>
                </a:ext>
              </a:extLst>
            </p:cNvPr>
            <p:cNvSpPr/>
            <p:nvPr/>
          </p:nvSpPr>
          <p:spPr>
            <a:xfrm>
              <a:off x="3411182" y="4235916"/>
              <a:ext cx="552450" cy="138500"/>
            </a:xfrm>
            <a:prstGeom prst="righ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A9A6900-ADCD-09F0-FABA-9F7B9D5831E0}"/>
              </a:ext>
            </a:extLst>
          </p:cNvPr>
          <p:cNvSpPr txBox="1"/>
          <p:nvPr/>
        </p:nvSpPr>
        <p:spPr>
          <a:xfrm>
            <a:off x="7841600" y="4391689"/>
            <a:ext cx="3435042" cy="971292"/>
          </a:xfrm>
          <a:custGeom>
            <a:avLst/>
            <a:gdLst>
              <a:gd name="csX0" fmla="*/ 0 w 3435042"/>
              <a:gd name="csY0" fmla="*/ 0 h 971292"/>
              <a:gd name="csX1" fmla="*/ 538157 w 3435042"/>
              <a:gd name="csY1" fmla="*/ 0 h 971292"/>
              <a:gd name="csX2" fmla="*/ 1007612 w 3435042"/>
              <a:gd name="csY2" fmla="*/ 0 h 971292"/>
              <a:gd name="csX3" fmla="*/ 1648820 w 3435042"/>
              <a:gd name="csY3" fmla="*/ 0 h 971292"/>
              <a:gd name="csX4" fmla="*/ 2186977 w 3435042"/>
              <a:gd name="csY4" fmla="*/ 0 h 971292"/>
              <a:gd name="csX5" fmla="*/ 2725133 w 3435042"/>
              <a:gd name="csY5" fmla="*/ 0 h 971292"/>
              <a:gd name="csX6" fmla="*/ 3435042 w 3435042"/>
              <a:gd name="csY6" fmla="*/ 0 h 971292"/>
              <a:gd name="csX7" fmla="*/ 3435042 w 3435042"/>
              <a:gd name="csY7" fmla="*/ 466220 h 971292"/>
              <a:gd name="csX8" fmla="*/ 3435042 w 3435042"/>
              <a:gd name="csY8" fmla="*/ 971292 h 971292"/>
              <a:gd name="csX9" fmla="*/ 2931236 w 3435042"/>
              <a:gd name="csY9" fmla="*/ 971292 h 971292"/>
              <a:gd name="csX10" fmla="*/ 2358729 w 3435042"/>
              <a:gd name="csY10" fmla="*/ 971292 h 971292"/>
              <a:gd name="csX11" fmla="*/ 1786222 w 3435042"/>
              <a:gd name="csY11" fmla="*/ 971292 h 971292"/>
              <a:gd name="csX12" fmla="*/ 1248065 w 3435042"/>
              <a:gd name="csY12" fmla="*/ 971292 h 971292"/>
              <a:gd name="csX13" fmla="*/ 606857 w 3435042"/>
              <a:gd name="csY13" fmla="*/ 971292 h 971292"/>
              <a:gd name="csX14" fmla="*/ 0 w 3435042"/>
              <a:gd name="csY14" fmla="*/ 971292 h 971292"/>
              <a:gd name="csX15" fmla="*/ 0 w 3435042"/>
              <a:gd name="csY15" fmla="*/ 505072 h 971292"/>
              <a:gd name="csX16" fmla="*/ 0 w 3435042"/>
              <a:gd name="csY16" fmla="*/ 0 h 9712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435042" h="971292" extrusionOk="0">
                <a:moveTo>
                  <a:pt x="0" y="0"/>
                </a:moveTo>
                <a:cubicBezTo>
                  <a:pt x="185360" y="-50828"/>
                  <a:pt x="420784" y="25730"/>
                  <a:pt x="538157" y="0"/>
                </a:cubicBezTo>
                <a:cubicBezTo>
                  <a:pt x="655530" y="-25730"/>
                  <a:pt x="822565" y="44708"/>
                  <a:pt x="1007612" y="0"/>
                </a:cubicBezTo>
                <a:cubicBezTo>
                  <a:pt x="1192659" y="-44708"/>
                  <a:pt x="1408042" y="71841"/>
                  <a:pt x="1648820" y="0"/>
                </a:cubicBezTo>
                <a:cubicBezTo>
                  <a:pt x="1889598" y="-71841"/>
                  <a:pt x="2004394" y="34304"/>
                  <a:pt x="2186977" y="0"/>
                </a:cubicBezTo>
                <a:cubicBezTo>
                  <a:pt x="2369560" y="-34304"/>
                  <a:pt x="2514792" y="35482"/>
                  <a:pt x="2725133" y="0"/>
                </a:cubicBezTo>
                <a:cubicBezTo>
                  <a:pt x="2935474" y="-35482"/>
                  <a:pt x="3244009" y="32457"/>
                  <a:pt x="3435042" y="0"/>
                </a:cubicBezTo>
                <a:cubicBezTo>
                  <a:pt x="3444572" y="166751"/>
                  <a:pt x="3415990" y="344483"/>
                  <a:pt x="3435042" y="466220"/>
                </a:cubicBezTo>
                <a:cubicBezTo>
                  <a:pt x="3454094" y="587957"/>
                  <a:pt x="3400028" y="736896"/>
                  <a:pt x="3435042" y="971292"/>
                </a:cubicBezTo>
                <a:cubicBezTo>
                  <a:pt x="3290146" y="1019973"/>
                  <a:pt x="3095086" y="962261"/>
                  <a:pt x="2931236" y="971292"/>
                </a:cubicBezTo>
                <a:cubicBezTo>
                  <a:pt x="2767386" y="980323"/>
                  <a:pt x="2504409" y="936034"/>
                  <a:pt x="2358729" y="971292"/>
                </a:cubicBezTo>
                <a:cubicBezTo>
                  <a:pt x="2213049" y="1006550"/>
                  <a:pt x="1913443" y="964235"/>
                  <a:pt x="1786222" y="971292"/>
                </a:cubicBezTo>
                <a:cubicBezTo>
                  <a:pt x="1659001" y="978349"/>
                  <a:pt x="1456648" y="971266"/>
                  <a:pt x="1248065" y="971292"/>
                </a:cubicBezTo>
                <a:cubicBezTo>
                  <a:pt x="1039482" y="971318"/>
                  <a:pt x="757233" y="946970"/>
                  <a:pt x="606857" y="971292"/>
                </a:cubicBezTo>
                <a:cubicBezTo>
                  <a:pt x="456481" y="995614"/>
                  <a:pt x="153582" y="929800"/>
                  <a:pt x="0" y="971292"/>
                </a:cubicBezTo>
                <a:cubicBezTo>
                  <a:pt x="-25350" y="780036"/>
                  <a:pt x="5766" y="639952"/>
                  <a:pt x="0" y="505072"/>
                </a:cubicBezTo>
                <a:cubicBezTo>
                  <a:pt x="-5766" y="370192"/>
                  <a:pt x="19888" y="212465"/>
                  <a:pt x="0" y="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degenerate lottery is a simple lottery with a single guaranteed outcome.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B9F72-6B8C-D87C-CBB5-8EFD64E44011}"/>
              </a:ext>
            </a:extLst>
          </p:cNvPr>
          <p:cNvSpPr txBox="1"/>
          <p:nvPr/>
        </p:nvSpPr>
        <p:spPr>
          <a:xfrm>
            <a:off x="7775382" y="5442711"/>
            <a:ext cx="2925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…generalization of </a:t>
            </a:r>
            <a:r>
              <a:rPr lang="en-US" i="1" dirty="0">
                <a:solidFill>
                  <a:srgbClr val="C00000"/>
                </a:solidFill>
              </a:rPr>
              <a:t>Topic 1</a:t>
            </a:r>
          </a:p>
        </p:txBody>
      </p:sp>
    </p:spTree>
    <p:extLst>
      <p:ext uri="{BB962C8B-B14F-4D97-AF65-F5344CB8AC3E}">
        <p14:creationId xmlns:p14="http://schemas.microsoft.com/office/powerpoint/2010/main" val="426208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0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12644</TotalTime>
  <Words>1491</Words>
  <Application>Microsoft Office PowerPoint</Application>
  <PresentationFormat>Widescreen</PresentationFormat>
  <Paragraphs>386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Aptos</vt:lpstr>
      <vt:lpstr>Aptos Display</vt:lpstr>
      <vt:lpstr>Arial</vt:lpstr>
      <vt:lpstr>Bahnschrift</vt:lpstr>
      <vt:lpstr>Bradley Hand ITC</vt:lpstr>
      <vt:lpstr>Calibri</vt:lpstr>
      <vt:lpstr>Cambria Math</vt:lpstr>
      <vt:lpstr>Segoe Script</vt:lpstr>
      <vt:lpstr>Symbol</vt:lpstr>
      <vt:lpstr>Univers</vt:lpstr>
      <vt:lpstr>Univers Condensed</vt:lpstr>
      <vt:lpstr>Wingdings</vt:lpstr>
      <vt:lpstr>Office Theme</vt:lpstr>
      <vt:lpstr>RetrospectVTI</vt:lpstr>
      <vt:lpstr>PowerPoint Presentation</vt:lpstr>
      <vt:lpstr>TOPIC 2  The Expected Utility Theory</vt:lpstr>
      <vt:lpstr>The Single-Person Decision Problem</vt:lpstr>
      <vt:lpstr>MODULE 1 Uncertain Outcomes &amp; Lotteries</vt:lpstr>
      <vt:lpstr>Multiple Outcomes</vt:lpstr>
      <vt:lpstr>Buying a Lottery Ticket</vt:lpstr>
      <vt:lpstr>Funding a Defense Project</vt:lpstr>
      <vt:lpstr>Decision Tree for Multiple Outcomes</vt:lpstr>
      <vt:lpstr>A Decision Tree: One Action, One Outcome</vt:lpstr>
      <vt:lpstr>Decision Tree for Multiple Outcomes</vt:lpstr>
      <vt:lpstr>Decision Tree for Multiple Outcomes</vt:lpstr>
      <vt:lpstr>A Lottery</vt:lpstr>
      <vt:lpstr>A Simple Lottery</vt:lpstr>
      <vt:lpstr>A Compound Lottery</vt:lpstr>
      <vt:lpstr>A Compound Lottery</vt:lpstr>
      <vt:lpstr>A Degenerate Lottery</vt:lpstr>
      <vt:lpstr>A Degenerate Lottery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8</cp:revision>
  <dcterms:created xsi:type="dcterms:W3CDTF">2024-10-23T01:19:00Z</dcterms:created>
  <dcterms:modified xsi:type="dcterms:W3CDTF">2026-01-23T11:04:02Z</dcterms:modified>
</cp:coreProperties>
</file>