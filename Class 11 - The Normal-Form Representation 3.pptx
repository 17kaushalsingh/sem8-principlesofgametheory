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1"/>
  </p:notesMasterIdLst>
  <p:sldIdLst>
    <p:sldId id="322" r:id="rId4"/>
    <p:sldId id="433" r:id="rId5"/>
    <p:sldId id="463" r:id="rId6"/>
    <p:sldId id="464" r:id="rId7"/>
    <p:sldId id="465" r:id="rId8"/>
    <p:sldId id="466" r:id="rId9"/>
    <p:sldId id="467" r:id="rId10"/>
    <p:sldId id="468" r:id="rId11"/>
    <p:sldId id="469" r:id="rId12"/>
    <p:sldId id="470" r:id="rId13"/>
    <p:sldId id="471" r:id="rId14"/>
    <p:sldId id="472" r:id="rId15"/>
    <p:sldId id="473" r:id="rId16"/>
    <p:sldId id="373" r:id="rId17"/>
    <p:sldId id="474" r:id="rId18"/>
    <p:sldId id="485" r:id="rId19"/>
    <p:sldId id="3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8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A220E-6432-4AD3-ABC3-FC75AD8AE1DC}" v="1037" dt="2026-02-20T08:50:02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48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Parag D. Pawar" userId="45f730c0-1703-4ce0-909b-efb17736071d" providerId="ADAL" clId="{629D698C-9F10-422F-9730-D8DB01D503EC}"/>
    <pc:docChg chg="undo custSel addSld delSld modSld sldOrd">
      <pc:chgData name="Dr Parag D. Pawar" userId="45f730c0-1703-4ce0-909b-efb17736071d" providerId="ADAL" clId="{629D698C-9F10-422F-9730-D8DB01D503EC}" dt="2026-02-20T11:29:18.787" v="8293" actId="20577"/>
      <pc:docMkLst>
        <pc:docMk/>
      </pc:docMkLst>
      <pc:sldChg chg="modSp mod modAnim">
        <pc:chgData name="Dr Parag D. Pawar" userId="45f730c0-1703-4ce0-909b-efb17736071d" providerId="ADAL" clId="{629D698C-9F10-422F-9730-D8DB01D503EC}" dt="2026-02-20T05:40:18.106" v="7395" actId="1076"/>
        <pc:sldMkLst>
          <pc:docMk/>
          <pc:sldMk cId="2345645036" sldId="305"/>
        </pc:sldMkLst>
        <pc:spChg chg="mod">
          <ac:chgData name="Dr Parag D. Pawar" userId="45f730c0-1703-4ce0-909b-efb17736071d" providerId="ADAL" clId="{629D698C-9F10-422F-9730-D8DB01D503EC}" dt="2026-02-20T05:40:14.083" v="7394" actId="207"/>
          <ac:spMkLst>
            <pc:docMk/>
            <pc:sldMk cId="2345645036" sldId="305"/>
            <ac:spMk id="28" creationId="{01B65AE7-A6AB-40A1-2183-48A29C5BB476}"/>
          </ac:spMkLst>
        </pc:spChg>
        <pc:spChg chg="mod">
          <ac:chgData name="Dr Parag D. Pawar" userId="45f730c0-1703-4ce0-909b-efb17736071d" providerId="ADAL" clId="{629D698C-9F10-422F-9730-D8DB01D503EC}" dt="2026-02-20T05:40:10.918" v="7393" actId="207"/>
          <ac:spMkLst>
            <pc:docMk/>
            <pc:sldMk cId="2345645036" sldId="305"/>
            <ac:spMk id="36" creationId="{66CE767F-35BC-1CD3-AB71-550E871BA699}"/>
          </ac:spMkLst>
        </pc:spChg>
        <pc:spChg chg="mod">
          <ac:chgData name="Dr Parag D. Pawar" userId="45f730c0-1703-4ce0-909b-efb17736071d" providerId="ADAL" clId="{629D698C-9F10-422F-9730-D8DB01D503EC}" dt="2026-02-20T05:39:57.318" v="7390" actId="207"/>
          <ac:spMkLst>
            <pc:docMk/>
            <pc:sldMk cId="2345645036" sldId="305"/>
            <ac:spMk id="37" creationId="{29274043-84E3-8A91-FBD1-1A9BB54B4F7C}"/>
          </ac:spMkLst>
        </pc:spChg>
        <pc:spChg chg="mod">
          <ac:chgData name="Dr Parag D. Pawar" userId="45f730c0-1703-4ce0-909b-efb17736071d" providerId="ADAL" clId="{629D698C-9F10-422F-9730-D8DB01D503EC}" dt="2026-02-20T05:40:07.082" v="7392" actId="207"/>
          <ac:spMkLst>
            <pc:docMk/>
            <pc:sldMk cId="2345645036" sldId="305"/>
            <ac:spMk id="38" creationId="{8144DC4C-0021-1C5B-4932-62DF2786AD1D}"/>
          </ac:spMkLst>
        </pc:spChg>
        <pc:picChg chg="mod">
          <ac:chgData name="Dr Parag D. Pawar" userId="45f730c0-1703-4ce0-909b-efb17736071d" providerId="ADAL" clId="{629D698C-9F10-422F-9730-D8DB01D503EC}" dt="2026-02-20T05:40:18.106" v="7395" actId="1076"/>
          <ac:picMkLst>
            <pc:docMk/>
            <pc:sldMk cId="2345645036" sldId="305"/>
            <ac:picMk id="66" creationId="{F16E2C05-27EA-B511-EB0D-843C4ADC465F}"/>
          </ac:picMkLst>
        </pc:picChg>
      </pc:sldChg>
      <pc:sldChg chg="addSp modSp mod">
        <pc:chgData name="Dr Parag D. Pawar" userId="45f730c0-1703-4ce0-909b-efb17736071d" providerId="ADAL" clId="{629D698C-9F10-422F-9730-D8DB01D503EC}" dt="2026-02-20T11:29:18.787" v="8293" actId="20577"/>
        <pc:sldMkLst>
          <pc:docMk/>
          <pc:sldMk cId="785800381" sldId="322"/>
        </pc:sldMkLst>
        <pc:spChg chg="mod">
          <ac:chgData name="Dr Parag D. Pawar" userId="45f730c0-1703-4ce0-909b-efb17736071d" providerId="ADAL" clId="{629D698C-9F10-422F-9730-D8DB01D503EC}" dt="2026-02-19T11:48:23.851" v="5388" actId="2711"/>
          <ac:spMkLst>
            <pc:docMk/>
            <pc:sldMk cId="785800381" sldId="322"/>
            <ac:spMk id="2" creationId="{A90EC0F8-0D05-7B5C-20CB-EBF9261495D8}"/>
          </ac:spMkLst>
        </pc:spChg>
        <pc:spChg chg="mod">
          <ac:chgData name="Dr Parag D. Pawar" userId="45f730c0-1703-4ce0-909b-efb17736071d" providerId="ADAL" clId="{629D698C-9F10-422F-9730-D8DB01D503EC}" dt="2026-02-20T11:29:18.787" v="8293" actId="20577"/>
          <ac:spMkLst>
            <pc:docMk/>
            <pc:sldMk cId="785800381" sldId="322"/>
            <ac:spMk id="3" creationId="{88A3CC31-F69E-20F1-9E39-39DE8A1C4988}"/>
          </ac:spMkLst>
        </pc:spChg>
        <pc:spChg chg="add mod">
          <ac:chgData name="Dr Parag D. Pawar" userId="45f730c0-1703-4ce0-909b-efb17736071d" providerId="ADAL" clId="{629D698C-9F10-422F-9730-D8DB01D503EC}" dt="2026-02-20T05:19:47.528" v="7255" actId="1076"/>
          <ac:spMkLst>
            <pc:docMk/>
            <pc:sldMk cId="785800381" sldId="322"/>
            <ac:spMk id="6" creationId="{7E4A2BA6-34CA-C5E4-9A1F-43636FEC44E8}"/>
          </ac:spMkLst>
        </pc:spChg>
      </pc:sldChg>
      <pc:sldChg chg="addSp delSp modSp mod addAnim delAnim modAnim">
        <pc:chgData name="Dr Parag D. Pawar" userId="45f730c0-1703-4ce0-909b-efb17736071d" providerId="ADAL" clId="{629D698C-9F10-422F-9730-D8DB01D503EC}" dt="2026-02-20T08:22:10.736" v="8193"/>
        <pc:sldMkLst>
          <pc:docMk/>
          <pc:sldMk cId="337569024" sldId="373"/>
        </pc:sldMkLst>
        <pc:spChg chg="mod">
          <ac:chgData name="Dr Parag D. Pawar" userId="45f730c0-1703-4ce0-909b-efb17736071d" providerId="ADAL" clId="{629D698C-9F10-422F-9730-D8DB01D503EC}" dt="2026-02-20T08:14:19.459" v="8122" actId="207"/>
          <ac:spMkLst>
            <pc:docMk/>
            <pc:sldMk cId="337569024" sldId="373"/>
            <ac:spMk id="3" creationId="{429C97C9-6A54-D1E8-0C35-61EC48478A1C}"/>
          </ac:spMkLst>
        </pc:spChg>
        <pc:spChg chg="add mod">
          <ac:chgData name="Dr Parag D. Pawar" userId="45f730c0-1703-4ce0-909b-efb17736071d" providerId="ADAL" clId="{629D698C-9F10-422F-9730-D8DB01D503EC}" dt="2026-02-20T08:17:47.314" v="8135" actId="20577"/>
          <ac:spMkLst>
            <pc:docMk/>
            <pc:sldMk cId="337569024" sldId="373"/>
            <ac:spMk id="4" creationId="{475CC8F3-562F-512C-BB0E-1E513D416994}"/>
          </ac:spMkLst>
        </pc:spChg>
        <pc:spChg chg="add mod">
          <ac:chgData name="Dr Parag D. Pawar" userId="45f730c0-1703-4ce0-909b-efb17736071d" providerId="ADAL" clId="{629D698C-9F10-422F-9730-D8DB01D503EC}" dt="2026-02-20T08:19:15.270" v="8165" actId="20577"/>
          <ac:spMkLst>
            <pc:docMk/>
            <pc:sldMk cId="337569024" sldId="373"/>
            <ac:spMk id="6" creationId="{BF4E2B3F-D70B-4121-695E-E4FCE47994E5}"/>
          </ac:spMkLst>
        </pc:spChg>
        <pc:spChg chg="add mod">
          <ac:chgData name="Dr Parag D. Pawar" userId="45f730c0-1703-4ce0-909b-efb17736071d" providerId="ADAL" clId="{629D698C-9F10-422F-9730-D8DB01D503EC}" dt="2026-02-17T03:13:09.287" v="5095" actId="1076"/>
          <ac:spMkLst>
            <pc:docMk/>
            <pc:sldMk cId="337569024" sldId="373"/>
            <ac:spMk id="10" creationId="{F2586566-E577-61F3-132F-EA0EF6647DAD}"/>
          </ac:spMkLst>
        </pc:spChg>
        <pc:spChg chg="add mod">
          <ac:chgData name="Dr Parag D. Pawar" userId="45f730c0-1703-4ce0-909b-efb17736071d" providerId="ADAL" clId="{629D698C-9F10-422F-9730-D8DB01D503EC}" dt="2026-02-17T03:13:18.680" v="5098" actId="692"/>
          <ac:spMkLst>
            <pc:docMk/>
            <pc:sldMk cId="337569024" sldId="373"/>
            <ac:spMk id="32" creationId="{9381CD55-AEEA-0BA5-B99B-C7791803ADC7}"/>
          </ac:spMkLst>
        </pc:spChg>
        <pc:spChg chg="mod">
          <ac:chgData name="Dr Parag D. Pawar" userId="45f730c0-1703-4ce0-909b-efb17736071d" providerId="ADAL" clId="{629D698C-9F10-422F-9730-D8DB01D503EC}" dt="2026-02-17T03:08:15.651" v="5044" actId="14100"/>
          <ac:spMkLst>
            <pc:docMk/>
            <pc:sldMk cId="337569024" sldId="373"/>
            <ac:spMk id="35" creationId="{BF49C470-9A1A-75CB-8815-A606A371FA11}"/>
          </ac:spMkLst>
        </pc:spChg>
        <pc:spChg chg="mod">
          <ac:chgData name="Dr Parag D. Pawar" userId="45f730c0-1703-4ce0-909b-efb17736071d" providerId="ADAL" clId="{629D698C-9F10-422F-9730-D8DB01D503EC}" dt="2026-02-20T08:14:39.735" v="8123" actId="692"/>
          <ac:spMkLst>
            <pc:docMk/>
            <pc:sldMk cId="337569024" sldId="373"/>
            <ac:spMk id="37" creationId="{BAEE2ADA-0E63-61C2-398C-AE331F82BA2F}"/>
          </ac:spMkLst>
        </pc:spChg>
        <pc:spChg chg="del">
          <ac:chgData name="Dr Parag D. Pawar" userId="45f730c0-1703-4ce0-909b-efb17736071d" providerId="ADAL" clId="{629D698C-9F10-422F-9730-D8DB01D503EC}" dt="2026-02-19T11:57:02.586" v="5400" actId="478"/>
          <ac:spMkLst>
            <pc:docMk/>
            <pc:sldMk cId="337569024" sldId="373"/>
            <ac:spMk id="40" creationId="{668E74A7-3A46-3A50-457B-90F8C82F3694}"/>
          </ac:spMkLst>
        </pc:spChg>
        <pc:spChg chg="add mod">
          <ac:chgData name="Dr Parag D. Pawar" userId="45f730c0-1703-4ce0-909b-efb17736071d" providerId="ADAL" clId="{629D698C-9F10-422F-9730-D8DB01D503EC}" dt="2026-02-17T03:14:29.636" v="5119" actId="1076"/>
          <ac:spMkLst>
            <pc:docMk/>
            <pc:sldMk cId="337569024" sldId="373"/>
            <ac:spMk id="41" creationId="{164959AB-5DF9-295D-D219-69F9D9DE04B4}"/>
          </ac:spMkLst>
        </pc:spChg>
        <pc:spChg chg="add mod">
          <ac:chgData name="Dr Parag D. Pawar" userId="45f730c0-1703-4ce0-909b-efb17736071d" providerId="ADAL" clId="{629D698C-9F10-422F-9730-D8DB01D503EC}" dt="2026-02-20T06:04:02.905" v="7595" actId="1037"/>
          <ac:spMkLst>
            <pc:docMk/>
            <pc:sldMk cId="337569024" sldId="373"/>
            <ac:spMk id="45" creationId="{4F93781A-86AC-CE1E-95E7-F29F9B201431}"/>
          </ac:spMkLst>
        </pc:spChg>
        <pc:spChg chg="add mod">
          <ac:chgData name="Dr Parag D. Pawar" userId="45f730c0-1703-4ce0-909b-efb17736071d" providerId="ADAL" clId="{629D698C-9F10-422F-9730-D8DB01D503EC}" dt="2026-02-20T06:04:02.905" v="7595" actId="1037"/>
          <ac:spMkLst>
            <pc:docMk/>
            <pc:sldMk cId="337569024" sldId="373"/>
            <ac:spMk id="46" creationId="{61DDCB5A-BFF8-7BFB-7AEC-6DAC50F6ADA6}"/>
          </ac:spMkLst>
        </pc:spChg>
        <pc:spChg chg="add mod">
          <ac:chgData name="Dr Parag D. Pawar" userId="45f730c0-1703-4ce0-909b-efb17736071d" providerId="ADAL" clId="{629D698C-9F10-422F-9730-D8DB01D503EC}" dt="2026-02-20T06:04:02.905" v="7595" actId="1037"/>
          <ac:spMkLst>
            <pc:docMk/>
            <pc:sldMk cId="337569024" sldId="373"/>
            <ac:spMk id="47" creationId="{3304E51F-1F6C-0606-D5B1-430FB62FBF8A}"/>
          </ac:spMkLst>
        </pc:spChg>
        <pc:spChg chg="add mod">
          <ac:chgData name="Dr Parag D. Pawar" userId="45f730c0-1703-4ce0-909b-efb17736071d" providerId="ADAL" clId="{629D698C-9F10-422F-9730-D8DB01D503EC}" dt="2026-02-20T06:04:02.905" v="7595" actId="1037"/>
          <ac:spMkLst>
            <pc:docMk/>
            <pc:sldMk cId="337569024" sldId="373"/>
            <ac:spMk id="48" creationId="{42765DA5-7F2C-90D6-4E3A-29A0F245A65A}"/>
          </ac:spMkLst>
        </pc:spChg>
        <pc:spChg chg="add mod">
          <ac:chgData name="Dr Parag D. Pawar" userId="45f730c0-1703-4ce0-909b-efb17736071d" providerId="ADAL" clId="{629D698C-9F10-422F-9730-D8DB01D503EC}" dt="2026-02-20T06:04:02.905" v="7595" actId="1037"/>
          <ac:spMkLst>
            <pc:docMk/>
            <pc:sldMk cId="337569024" sldId="373"/>
            <ac:spMk id="49" creationId="{BB7F3260-1545-E8F7-8166-4B4889F670BC}"/>
          </ac:spMkLst>
        </pc:spChg>
        <pc:spChg chg="add mod">
          <ac:chgData name="Dr Parag D. Pawar" userId="45f730c0-1703-4ce0-909b-efb17736071d" providerId="ADAL" clId="{629D698C-9F10-422F-9730-D8DB01D503EC}" dt="2026-02-19T12:06:30.713" v="5578" actId="571"/>
          <ac:spMkLst>
            <pc:docMk/>
            <pc:sldMk cId="337569024" sldId="373"/>
            <ac:spMk id="50" creationId="{CC2D1502-3248-7747-8BEE-A339BC559DFD}"/>
          </ac:spMkLst>
        </pc:spChg>
        <pc:spChg chg="add mod">
          <ac:chgData name="Dr Parag D. Pawar" userId="45f730c0-1703-4ce0-909b-efb17736071d" providerId="ADAL" clId="{629D698C-9F10-422F-9730-D8DB01D503EC}" dt="2026-02-20T08:04:52.814" v="7999" actId="1036"/>
          <ac:spMkLst>
            <pc:docMk/>
            <pc:sldMk cId="337569024" sldId="373"/>
            <ac:spMk id="56" creationId="{A0D43776-3DB2-70ED-B38C-B791617DA074}"/>
          </ac:spMkLst>
        </pc:spChg>
        <pc:spChg chg="add mod">
          <ac:chgData name="Dr Parag D. Pawar" userId="45f730c0-1703-4ce0-909b-efb17736071d" providerId="ADAL" clId="{629D698C-9F10-422F-9730-D8DB01D503EC}" dt="2026-02-20T08:04:52.814" v="7999" actId="1036"/>
          <ac:spMkLst>
            <pc:docMk/>
            <pc:sldMk cId="337569024" sldId="373"/>
            <ac:spMk id="57" creationId="{A1DD45CA-08C5-48D6-2A1C-9096BF8F4600}"/>
          </ac:spMkLst>
        </pc:spChg>
        <pc:spChg chg="add mod">
          <ac:chgData name="Dr Parag D. Pawar" userId="45f730c0-1703-4ce0-909b-efb17736071d" providerId="ADAL" clId="{629D698C-9F10-422F-9730-D8DB01D503EC}" dt="2026-02-20T08:06:49.004" v="8023" actId="14100"/>
          <ac:spMkLst>
            <pc:docMk/>
            <pc:sldMk cId="337569024" sldId="373"/>
            <ac:spMk id="58" creationId="{463B2132-E022-1E40-59CA-F8CD050FF7F2}"/>
          </ac:spMkLst>
        </pc:spChg>
        <pc:spChg chg="add mod">
          <ac:chgData name="Dr Parag D. Pawar" userId="45f730c0-1703-4ce0-909b-efb17736071d" providerId="ADAL" clId="{629D698C-9F10-422F-9730-D8DB01D503EC}" dt="2026-02-20T08:21:57.077" v="8190" actId="113"/>
          <ac:spMkLst>
            <pc:docMk/>
            <pc:sldMk cId="337569024" sldId="373"/>
            <ac:spMk id="61" creationId="{9C25ED15-3435-C470-BCD8-0CE5665D8B55}"/>
          </ac:spMkLst>
        </pc:spChg>
        <pc:picChg chg="add mod">
          <ac:chgData name="Dr Parag D. Pawar" userId="45f730c0-1703-4ce0-909b-efb17736071d" providerId="ADAL" clId="{629D698C-9F10-422F-9730-D8DB01D503EC}" dt="2026-02-20T06:04:02.905" v="7595" actId="1037"/>
          <ac:picMkLst>
            <pc:docMk/>
            <pc:sldMk cId="337569024" sldId="373"/>
            <ac:picMk id="52" creationId="{1C184D0B-E4B5-639E-CA86-7F456B0C680D}"/>
          </ac:picMkLst>
        </pc:picChg>
        <pc:picChg chg="add mod">
          <ac:chgData name="Dr Parag D. Pawar" userId="45f730c0-1703-4ce0-909b-efb17736071d" providerId="ADAL" clId="{629D698C-9F10-422F-9730-D8DB01D503EC}" dt="2026-02-20T06:04:02.905" v="7595" actId="1037"/>
          <ac:picMkLst>
            <pc:docMk/>
            <pc:sldMk cId="337569024" sldId="373"/>
            <ac:picMk id="54" creationId="{14F6356A-F040-4CAB-BDAE-C9674547ECB6}"/>
          </ac:picMkLst>
        </pc:picChg>
        <pc:picChg chg="add mod">
          <ac:chgData name="Dr Parag D. Pawar" userId="45f730c0-1703-4ce0-909b-efb17736071d" providerId="ADAL" clId="{629D698C-9F10-422F-9730-D8DB01D503EC}" dt="2026-02-20T06:04:02.905" v="7595" actId="1037"/>
          <ac:picMkLst>
            <pc:docMk/>
            <pc:sldMk cId="337569024" sldId="373"/>
            <ac:picMk id="55" creationId="{57180DDC-EA26-D69E-9B12-BB6F4705EEE8}"/>
          </ac:picMkLst>
        </pc:picChg>
        <pc:cxnChg chg="mod">
          <ac:chgData name="Dr Parag D. Pawar" userId="45f730c0-1703-4ce0-909b-efb17736071d" providerId="ADAL" clId="{629D698C-9F10-422F-9730-D8DB01D503EC}" dt="2026-02-20T08:14:39.735" v="8123" actId="692"/>
          <ac:cxnSpMkLst>
            <pc:docMk/>
            <pc:sldMk cId="337569024" sldId="373"/>
            <ac:cxnSpMk id="36" creationId="{3BDD4B56-4061-E56D-B531-EEC1AD008AA6}"/>
          </ac:cxnSpMkLst>
        </pc:cxnChg>
        <pc:cxnChg chg="add mod">
          <ac:chgData name="Dr Parag D. Pawar" userId="45f730c0-1703-4ce0-909b-efb17736071d" providerId="ADAL" clId="{629D698C-9F10-422F-9730-D8DB01D503EC}" dt="2026-02-19T11:57:08.888" v="5402" actId="1076"/>
          <ac:cxnSpMkLst>
            <pc:docMk/>
            <pc:sldMk cId="337569024" sldId="373"/>
            <ac:cxnSpMk id="43" creationId="{DF9FAFBF-7FE6-0DA0-294C-90EE3D108883}"/>
          </ac:cxnSpMkLst>
        </pc:cxnChg>
        <pc:cxnChg chg="add mod">
          <ac:chgData name="Dr Parag D. Pawar" userId="45f730c0-1703-4ce0-909b-efb17736071d" providerId="ADAL" clId="{629D698C-9F10-422F-9730-D8DB01D503EC}" dt="2026-02-20T08:05:24.202" v="8006" actId="692"/>
          <ac:cxnSpMkLst>
            <pc:docMk/>
            <pc:sldMk cId="337569024" sldId="373"/>
            <ac:cxnSpMk id="59" creationId="{86833429-C738-C5AF-79ED-FAB6A4054A11}"/>
          </ac:cxnSpMkLst>
        </pc:cxnChg>
      </pc:sldChg>
      <pc:sldChg chg="addSp modSp mod">
        <pc:chgData name="Dr Parag D. Pawar" userId="45f730c0-1703-4ce0-909b-efb17736071d" providerId="ADAL" clId="{629D698C-9F10-422F-9730-D8DB01D503EC}" dt="2026-02-19T11:48:44.942" v="5393" actId="2711"/>
        <pc:sldMkLst>
          <pc:docMk/>
          <pc:sldMk cId="1006617908" sldId="463"/>
        </pc:sldMkLst>
        <pc:spChg chg="add mod">
          <ac:chgData name="Dr Parag D. Pawar" userId="45f730c0-1703-4ce0-909b-efb17736071d" providerId="ADAL" clId="{629D698C-9F10-422F-9730-D8DB01D503EC}" dt="2026-02-19T11:48:44.942" v="5393" actId="2711"/>
          <ac:spMkLst>
            <pc:docMk/>
            <pc:sldMk cId="1006617908" sldId="463"/>
            <ac:spMk id="4" creationId="{40CD386A-5C04-FCBF-659A-F95DBFF0881D}"/>
          </ac:spMkLst>
        </pc:spChg>
        <pc:picChg chg="mod">
          <ac:chgData name="Dr Parag D. Pawar" userId="45f730c0-1703-4ce0-909b-efb17736071d" providerId="ADAL" clId="{629D698C-9F10-422F-9730-D8DB01D503EC}" dt="2026-02-19T11:35:40.299" v="5293" actId="1076"/>
          <ac:picMkLst>
            <pc:docMk/>
            <pc:sldMk cId="1006617908" sldId="463"/>
            <ac:picMk id="45" creationId="{33B00DF8-2681-41C9-7241-54145ED2E9E1}"/>
          </ac:picMkLst>
        </pc:picChg>
      </pc:sldChg>
      <pc:sldChg chg="addSp modSp mod modAnim">
        <pc:chgData name="Dr Parag D. Pawar" userId="45f730c0-1703-4ce0-909b-efb17736071d" providerId="ADAL" clId="{629D698C-9F10-422F-9730-D8DB01D503EC}" dt="2026-02-20T07:46:04.841" v="7840" actId="114"/>
        <pc:sldMkLst>
          <pc:docMk/>
          <pc:sldMk cId="3548471847" sldId="464"/>
        </pc:sldMkLst>
        <pc:spChg chg="mod">
          <ac:chgData name="Dr Parag D. Pawar" userId="45f730c0-1703-4ce0-909b-efb17736071d" providerId="ADAL" clId="{629D698C-9F10-422F-9730-D8DB01D503EC}" dt="2026-02-20T07:40:52.558" v="7651" actId="1076"/>
          <ac:spMkLst>
            <pc:docMk/>
            <pc:sldMk cId="3548471847" sldId="464"/>
            <ac:spMk id="3" creationId="{0E07FEA7-5CBE-74CC-4A6C-B525E86FCECC}"/>
          </ac:spMkLst>
        </pc:spChg>
        <pc:spChg chg="mod">
          <ac:chgData name="Dr Parag D. Pawar" userId="45f730c0-1703-4ce0-909b-efb17736071d" providerId="ADAL" clId="{629D698C-9F10-422F-9730-D8DB01D503EC}" dt="2026-02-20T07:40:52.558" v="7651" actId="1076"/>
          <ac:spMkLst>
            <pc:docMk/>
            <pc:sldMk cId="3548471847" sldId="464"/>
            <ac:spMk id="4" creationId="{47C8847D-B6D0-D93F-B73D-A0ABB1DABBC2}"/>
          </ac:spMkLst>
        </pc:spChg>
        <pc:spChg chg="add mod">
          <ac:chgData name="Dr Parag D. Pawar" userId="45f730c0-1703-4ce0-909b-efb17736071d" providerId="ADAL" clId="{629D698C-9F10-422F-9730-D8DB01D503EC}" dt="2026-02-20T07:39:09.231" v="7642" actId="114"/>
          <ac:spMkLst>
            <pc:docMk/>
            <pc:sldMk cId="3548471847" sldId="464"/>
            <ac:spMk id="6" creationId="{53640F1B-37A6-0CEA-EDB1-5140E1C5407D}"/>
          </ac:spMkLst>
        </pc:spChg>
        <pc:spChg chg="add mod">
          <ac:chgData name="Dr Parag D. Pawar" userId="45f730c0-1703-4ce0-909b-efb17736071d" providerId="ADAL" clId="{629D698C-9F10-422F-9730-D8DB01D503EC}" dt="2026-02-20T07:39:13.526" v="7650" actId="114"/>
          <ac:spMkLst>
            <pc:docMk/>
            <pc:sldMk cId="3548471847" sldId="464"/>
            <ac:spMk id="10" creationId="{76E8C503-EA62-D74B-874E-8E970DDA21F1}"/>
          </ac:spMkLst>
        </pc:spChg>
        <pc:spChg chg="add mod">
          <ac:chgData name="Dr Parag D. Pawar" userId="45f730c0-1703-4ce0-909b-efb17736071d" providerId="ADAL" clId="{629D698C-9F10-422F-9730-D8DB01D503EC}" dt="2026-02-20T07:40:54.569" v="7652"/>
          <ac:spMkLst>
            <pc:docMk/>
            <pc:sldMk cId="3548471847" sldId="464"/>
            <ac:spMk id="12" creationId="{C8CCDE72-D8D7-B97A-AA37-4D818BA5C5D5}"/>
          </ac:spMkLst>
        </pc:spChg>
        <pc:spChg chg="add mod">
          <ac:chgData name="Dr Parag D. Pawar" userId="45f730c0-1703-4ce0-909b-efb17736071d" providerId="ADAL" clId="{629D698C-9F10-422F-9730-D8DB01D503EC}" dt="2026-02-20T07:41:17.239" v="7707" actId="1076"/>
          <ac:spMkLst>
            <pc:docMk/>
            <pc:sldMk cId="3548471847" sldId="464"/>
            <ac:spMk id="14" creationId="{BBDC83EA-E769-14AD-54D3-0CFF63D7ABE0}"/>
          </ac:spMkLst>
        </pc:spChg>
        <pc:spChg chg="mod">
          <ac:chgData name="Dr Parag D. Pawar" userId="45f730c0-1703-4ce0-909b-efb17736071d" providerId="ADAL" clId="{629D698C-9F10-422F-9730-D8DB01D503EC}" dt="2026-02-20T07:38:58.296" v="7629" actId="1036"/>
          <ac:spMkLst>
            <pc:docMk/>
            <pc:sldMk cId="3548471847" sldId="464"/>
            <ac:spMk id="15" creationId="{F54B3E3C-274B-FCE5-6790-1C3CD99B92A9}"/>
          </ac:spMkLst>
        </pc:spChg>
        <pc:spChg chg="add mod">
          <ac:chgData name="Dr Parag D. Pawar" userId="45f730c0-1703-4ce0-909b-efb17736071d" providerId="ADAL" clId="{629D698C-9F10-422F-9730-D8DB01D503EC}" dt="2026-02-20T07:46:04.841" v="7840" actId="114"/>
          <ac:spMkLst>
            <pc:docMk/>
            <pc:sldMk cId="3548471847" sldId="464"/>
            <ac:spMk id="16" creationId="{1495E0A8-5294-00C9-5DAE-98DB4CBA32F6}"/>
          </ac:spMkLst>
        </pc:spChg>
      </pc:sldChg>
      <pc:sldChg chg="modSp">
        <pc:chgData name="Dr Parag D. Pawar" userId="45f730c0-1703-4ce0-909b-efb17736071d" providerId="ADAL" clId="{629D698C-9F10-422F-9730-D8DB01D503EC}" dt="2026-02-20T07:48:28.174" v="7844" actId="20577"/>
        <pc:sldMkLst>
          <pc:docMk/>
          <pc:sldMk cId="3112902956" sldId="465"/>
        </pc:sldMkLst>
        <pc:spChg chg="mod">
          <ac:chgData name="Dr Parag D. Pawar" userId="45f730c0-1703-4ce0-909b-efb17736071d" providerId="ADAL" clId="{629D698C-9F10-422F-9730-D8DB01D503EC}" dt="2026-02-20T07:48:20.682" v="7841" actId="20577"/>
          <ac:spMkLst>
            <pc:docMk/>
            <pc:sldMk cId="3112902956" sldId="465"/>
            <ac:spMk id="13" creationId="{55E05120-C14B-EC05-5A9E-9419FBD0F393}"/>
          </ac:spMkLst>
        </pc:spChg>
        <pc:spChg chg="mod">
          <ac:chgData name="Dr Parag D. Pawar" userId="45f730c0-1703-4ce0-909b-efb17736071d" providerId="ADAL" clId="{629D698C-9F10-422F-9730-D8DB01D503EC}" dt="2026-02-20T07:48:23.633" v="7842" actId="20577"/>
          <ac:spMkLst>
            <pc:docMk/>
            <pc:sldMk cId="3112902956" sldId="465"/>
            <ac:spMk id="43" creationId="{DA87BC45-78DB-AF73-4181-DD5311D0A843}"/>
          </ac:spMkLst>
        </pc:spChg>
        <pc:spChg chg="mod">
          <ac:chgData name="Dr Parag D. Pawar" userId="45f730c0-1703-4ce0-909b-efb17736071d" providerId="ADAL" clId="{629D698C-9F10-422F-9730-D8DB01D503EC}" dt="2026-02-20T07:48:23.633" v="7842" actId="20577"/>
          <ac:spMkLst>
            <pc:docMk/>
            <pc:sldMk cId="3112902956" sldId="465"/>
            <ac:spMk id="44" creationId="{32D58AAF-B979-AC3B-E373-44D8141E6F5E}"/>
          </ac:spMkLst>
        </pc:spChg>
        <pc:spChg chg="mod">
          <ac:chgData name="Dr Parag D. Pawar" userId="45f730c0-1703-4ce0-909b-efb17736071d" providerId="ADAL" clId="{629D698C-9F10-422F-9730-D8DB01D503EC}" dt="2026-02-20T07:48:26.008" v="7843" actId="20577"/>
          <ac:spMkLst>
            <pc:docMk/>
            <pc:sldMk cId="3112902956" sldId="465"/>
            <ac:spMk id="48" creationId="{31B70799-1F1C-58D7-CBC4-D5757F875CA1}"/>
          </ac:spMkLst>
        </pc:spChg>
        <pc:spChg chg="mod">
          <ac:chgData name="Dr Parag D. Pawar" userId="45f730c0-1703-4ce0-909b-efb17736071d" providerId="ADAL" clId="{629D698C-9F10-422F-9730-D8DB01D503EC}" dt="2026-02-20T07:48:28.174" v="7844" actId="20577"/>
          <ac:spMkLst>
            <pc:docMk/>
            <pc:sldMk cId="3112902956" sldId="465"/>
            <ac:spMk id="50" creationId="{3B11CA14-CEF6-8DAF-CE1E-C0C837655E01}"/>
          </ac:spMkLst>
        </pc:spChg>
        <pc:grpChg chg="mod">
          <ac:chgData name="Dr Parag D. Pawar" userId="45f730c0-1703-4ce0-909b-efb17736071d" providerId="ADAL" clId="{629D698C-9F10-422F-9730-D8DB01D503EC}" dt="2026-02-20T07:48:23.633" v="7842" actId="20577"/>
          <ac:grpSpMkLst>
            <pc:docMk/>
            <pc:sldMk cId="3112902956" sldId="465"/>
            <ac:grpSpMk id="14" creationId="{13AE2AC5-3DC2-7C29-5477-87F3187C6230}"/>
          </ac:grpSpMkLst>
        </pc:grpChg>
      </pc:sldChg>
      <pc:sldChg chg="modSp mod">
        <pc:chgData name="Dr Parag D. Pawar" userId="45f730c0-1703-4ce0-909b-efb17736071d" providerId="ADAL" clId="{629D698C-9F10-422F-9730-D8DB01D503EC}" dt="2026-02-19T11:49:02.413" v="5396" actId="113"/>
        <pc:sldMkLst>
          <pc:docMk/>
          <pc:sldMk cId="2940561429" sldId="466"/>
        </pc:sldMkLst>
        <pc:spChg chg="mod">
          <ac:chgData name="Dr Parag D. Pawar" userId="45f730c0-1703-4ce0-909b-efb17736071d" providerId="ADAL" clId="{629D698C-9F10-422F-9730-D8DB01D503EC}" dt="2026-02-19T11:49:02.413" v="5396" actId="113"/>
          <ac:spMkLst>
            <pc:docMk/>
            <pc:sldMk cId="2940561429" sldId="466"/>
            <ac:spMk id="60" creationId="{BF50BA4F-058C-2D43-6C6D-E5623F5A02A0}"/>
          </ac:spMkLst>
        </pc:spChg>
      </pc:sldChg>
      <pc:sldChg chg="addSp delSp modSp mod addAnim delAnim modAnim">
        <pc:chgData name="Dr Parag D. Pawar" userId="45f730c0-1703-4ce0-909b-efb17736071d" providerId="ADAL" clId="{629D698C-9F10-422F-9730-D8DB01D503EC}" dt="2026-02-20T07:52:21.289" v="7905"/>
        <pc:sldMkLst>
          <pc:docMk/>
          <pc:sldMk cId="582654273" sldId="467"/>
        </pc:sldMkLst>
        <pc:spChg chg="mod">
          <ac:chgData name="Dr Parag D. Pawar" userId="45f730c0-1703-4ce0-909b-efb17736071d" providerId="ADAL" clId="{629D698C-9F10-422F-9730-D8DB01D503EC}" dt="2026-02-20T05:26:31.064" v="7297" actId="1076"/>
          <ac:spMkLst>
            <pc:docMk/>
            <pc:sldMk cId="582654273" sldId="467"/>
            <ac:spMk id="7" creationId="{D8570642-8D80-D56C-C637-0D33FF4E84B9}"/>
          </ac:spMkLst>
        </pc:spChg>
        <pc:spChg chg="mod">
          <ac:chgData name="Dr Parag D. Pawar" userId="45f730c0-1703-4ce0-909b-efb17736071d" providerId="ADAL" clId="{629D698C-9F10-422F-9730-D8DB01D503EC}" dt="2026-02-20T07:49:40.554" v="7856" actId="1036"/>
          <ac:spMkLst>
            <pc:docMk/>
            <pc:sldMk cId="582654273" sldId="467"/>
            <ac:spMk id="8" creationId="{508287FE-2380-65AF-E5B7-20FADCBC25AD}"/>
          </ac:spMkLst>
        </pc:spChg>
        <pc:spChg chg="mod">
          <ac:chgData name="Dr Parag D. Pawar" userId="45f730c0-1703-4ce0-909b-efb17736071d" providerId="ADAL" clId="{629D698C-9F10-422F-9730-D8DB01D503EC}" dt="2026-02-20T07:51:38.183" v="7882" actId="14100"/>
          <ac:spMkLst>
            <pc:docMk/>
            <pc:sldMk cId="582654273" sldId="467"/>
            <ac:spMk id="22" creationId="{2AB03CDF-0A44-C20A-3365-64081F81B8DD}"/>
          </ac:spMkLst>
        </pc:spChg>
        <pc:spChg chg="add mod">
          <ac:chgData name="Dr Parag D. Pawar" userId="45f730c0-1703-4ce0-909b-efb17736071d" providerId="ADAL" clId="{629D698C-9F10-422F-9730-D8DB01D503EC}" dt="2026-02-20T05:26:32.481" v="7298" actId="1076"/>
          <ac:spMkLst>
            <pc:docMk/>
            <pc:sldMk cId="582654273" sldId="467"/>
            <ac:spMk id="25" creationId="{228687A2-C544-9D02-53CB-848222204717}"/>
          </ac:spMkLst>
        </pc:spChg>
        <pc:spChg chg="mod">
          <ac:chgData name="Dr Parag D. Pawar" userId="45f730c0-1703-4ce0-909b-efb17736071d" providerId="ADAL" clId="{629D698C-9F10-422F-9730-D8DB01D503EC}" dt="2026-02-20T05:27:55.326" v="7317" actId="20577"/>
          <ac:spMkLst>
            <pc:docMk/>
            <pc:sldMk cId="582654273" sldId="467"/>
            <ac:spMk id="27" creationId="{D2C5A01E-6179-C54C-00DE-8BEB5571054B}"/>
          </ac:spMkLst>
        </pc:spChg>
        <pc:spChg chg="mod">
          <ac:chgData name="Dr Parag D. Pawar" userId="45f730c0-1703-4ce0-909b-efb17736071d" providerId="ADAL" clId="{629D698C-9F10-422F-9730-D8DB01D503EC}" dt="2026-02-20T05:28:07.853" v="7327" actId="20577"/>
          <ac:spMkLst>
            <pc:docMk/>
            <pc:sldMk cId="582654273" sldId="467"/>
            <ac:spMk id="34" creationId="{73BD8814-28A2-0112-0845-ED162BF72BB1}"/>
          </ac:spMkLst>
        </pc:spChg>
        <pc:spChg chg="mod">
          <ac:chgData name="Dr Parag D. Pawar" userId="45f730c0-1703-4ce0-909b-efb17736071d" providerId="ADAL" clId="{629D698C-9F10-422F-9730-D8DB01D503EC}" dt="2026-02-20T07:49:18.212" v="7845" actId="113"/>
          <ac:spMkLst>
            <pc:docMk/>
            <pc:sldMk cId="582654273" sldId="467"/>
            <ac:spMk id="35" creationId="{BF49C470-9A1A-75CB-8815-A606A371FA11}"/>
          </ac:spMkLst>
        </pc:spChg>
        <pc:spChg chg="add del">
          <ac:chgData name="Dr Parag D. Pawar" userId="45f730c0-1703-4ce0-909b-efb17736071d" providerId="ADAL" clId="{629D698C-9F10-422F-9730-D8DB01D503EC}" dt="2026-02-20T02:50:35.085" v="6271" actId="22"/>
          <ac:spMkLst>
            <pc:docMk/>
            <pc:sldMk cId="582654273" sldId="467"/>
            <ac:spMk id="36" creationId="{0B482675-468D-5088-5444-4EB1C85AEC09}"/>
          </ac:spMkLst>
        </pc:spChg>
        <pc:spChg chg="add del mod">
          <ac:chgData name="Dr Parag D. Pawar" userId="45f730c0-1703-4ce0-909b-efb17736071d" providerId="ADAL" clId="{629D698C-9F10-422F-9730-D8DB01D503EC}" dt="2026-02-20T05:26:53.910" v="7302" actId="478"/>
          <ac:spMkLst>
            <pc:docMk/>
            <pc:sldMk cId="582654273" sldId="467"/>
            <ac:spMk id="37" creationId="{AF4956F2-443D-B0B3-2133-EF5D26481A93}"/>
          </ac:spMkLst>
        </pc:spChg>
        <pc:spChg chg="add mod">
          <ac:chgData name="Dr Parag D. Pawar" userId="45f730c0-1703-4ce0-909b-efb17736071d" providerId="ADAL" clId="{629D698C-9F10-422F-9730-D8DB01D503EC}" dt="2026-02-20T07:52:18.177" v="7904" actId="1076"/>
          <ac:spMkLst>
            <pc:docMk/>
            <pc:sldMk cId="582654273" sldId="467"/>
            <ac:spMk id="39" creationId="{B64A105F-4A57-D0EC-61D3-13FEB11195FA}"/>
          </ac:spMkLst>
        </pc:spChg>
        <pc:spChg chg="add mod">
          <ac:chgData name="Dr Parag D. Pawar" userId="45f730c0-1703-4ce0-909b-efb17736071d" providerId="ADAL" clId="{629D698C-9F10-422F-9730-D8DB01D503EC}" dt="2026-02-20T05:27:08.661" v="7305" actId="692"/>
          <ac:spMkLst>
            <pc:docMk/>
            <pc:sldMk cId="582654273" sldId="467"/>
            <ac:spMk id="40" creationId="{864FE3D5-63B8-B83D-7E9C-006EC7364480}"/>
          </ac:spMkLst>
        </pc:spChg>
        <pc:picChg chg="mod">
          <ac:chgData name="Dr Parag D. Pawar" userId="45f730c0-1703-4ce0-909b-efb17736071d" providerId="ADAL" clId="{629D698C-9F10-422F-9730-D8DB01D503EC}" dt="2026-02-20T07:51:56.449" v="7884" actId="1076"/>
          <ac:picMkLst>
            <pc:docMk/>
            <pc:sldMk cId="582654273" sldId="467"/>
            <ac:picMk id="10" creationId="{B3FB601E-921E-98E5-7EC0-39731329B769}"/>
          </ac:picMkLst>
        </pc:picChg>
      </pc:sldChg>
      <pc:sldChg chg="modSp">
        <pc:chgData name="Dr Parag D. Pawar" userId="45f730c0-1703-4ce0-909b-efb17736071d" providerId="ADAL" clId="{629D698C-9F10-422F-9730-D8DB01D503EC}" dt="2026-02-20T02:56:15.206" v="6293" actId="20577"/>
        <pc:sldMkLst>
          <pc:docMk/>
          <pc:sldMk cId="1406869669" sldId="468"/>
        </pc:sldMkLst>
        <pc:spChg chg="mod">
          <ac:chgData name="Dr Parag D. Pawar" userId="45f730c0-1703-4ce0-909b-efb17736071d" providerId="ADAL" clId="{629D698C-9F10-422F-9730-D8DB01D503EC}" dt="2026-02-20T02:55:34.226" v="6288" actId="20577"/>
          <ac:spMkLst>
            <pc:docMk/>
            <pc:sldMk cId="1406869669" sldId="468"/>
            <ac:spMk id="17" creationId="{2CD60C2F-C147-7087-BE77-2097B99A4E20}"/>
          </ac:spMkLst>
        </pc:spChg>
        <pc:spChg chg="mod">
          <ac:chgData name="Dr Parag D. Pawar" userId="45f730c0-1703-4ce0-909b-efb17736071d" providerId="ADAL" clId="{629D698C-9F10-422F-9730-D8DB01D503EC}" dt="2026-02-20T02:56:07.024" v="6289" actId="20577"/>
          <ac:spMkLst>
            <pc:docMk/>
            <pc:sldMk cId="1406869669" sldId="468"/>
            <ac:spMk id="18" creationId="{A09B6059-060F-CBF1-EF1D-5BB84F95A572}"/>
          </ac:spMkLst>
        </pc:spChg>
        <pc:spChg chg="mod">
          <ac:chgData name="Dr Parag D. Pawar" userId="45f730c0-1703-4ce0-909b-efb17736071d" providerId="ADAL" clId="{629D698C-9F10-422F-9730-D8DB01D503EC}" dt="2026-02-20T02:56:15.206" v="6293" actId="20577"/>
          <ac:spMkLst>
            <pc:docMk/>
            <pc:sldMk cId="1406869669" sldId="468"/>
            <ac:spMk id="19" creationId="{26340324-1DBE-3F3A-3E1B-68AE0DC3906C}"/>
          </ac:spMkLst>
        </pc:spChg>
        <pc:spChg chg="mod">
          <ac:chgData name="Dr Parag D. Pawar" userId="45f730c0-1703-4ce0-909b-efb17736071d" providerId="ADAL" clId="{629D698C-9F10-422F-9730-D8DB01D503EC}" dt="2026-02-20T02:56:11.310" v="6291" actId="20577"/>
          <ac:spMkLst>
            <pc:docMk/>
            <pc:sldMk cId="1406869669" sldId="468"/>
            <ac:spMk id="20" creationId="{38FE7E54-F908-01BC-6A6E-82FE546AC762}"/>
          </ac:spMkLst>
        </pc:spChg>
        <pc:spChg chg="mod">
          <ac:chgData name="Dr Parag D. Pawar" userId="45f730c0-1703-4ce0-909b-efb17736071d" providerId="ADAL" clId="{629D698C-9F10-422F-9730-D8DB01D503EC}" dt="2026-02-20T02:55:14.118" v="6283" actId="20577"/>
          <ac:spMkLst>
            <pc:docMk/>
            <pc:sldMk cId="1406869669" sldId="468"/>
            <ac:spMk id="21" creationId="{C6590669-DD38-BBA1-7C1E-820080A4F3AC}"/>
          </ac:spMkLst>
        </pc:spChg>
        <pc:spChg chg="mod">
          <ac:chgData name="Dr Parag D. Pawar" userId="45f730c0-1703-4ce0-909b-efb17736071d" providerId="ADAL" clId="{629D698C-9F10-422F-9730-D8DB01D503EC}" dt="2026-02-20T02:55:16.547" v="6284" actId="20577"/>
          <ac:spMkLst>
            <pc:docMk/>
            <pc:sldMk cId="1406869669" sldId="468"/>
            <ac:spMk id="23" creationId="{7E823ACE-0A1B-DA04-7494-721AC5279DD6}"/>
          </ac:spMkLst>
        </pc:spChg>
        <pc:spChg chg="mod">
          <ac:chgData name="Dr Parag D. Pawar" userId="45f730c0-1703-4ce0-909b-efb17736071d" providerId="ADAL" clId="{629D698C-9F10-422F-9730-D8DB01D503EC}" dt="2026-02-20T02:55:18.254" v="6285" actId="20577"/>
          <ac:spMkLst>
            <pc:docMk/>
            <pc:sldMk cId="1406869669" sldId="468"/>
            <ac:spMk id="24" creationId="{43885946-B6E9-B944-4DF1-2915B5BA55C5}"/>
          </ac:spMkLst>
        </pc:spChg>
        <pc:spChg chg="mod">
          <ac:chgData name="Dr Parag D. Pawar" userId="45f730c0-1703-4ce0-909b-efb17736071d" providerId="ADAL" clId="{629D698C-9F10-422F-9730-D8DB01D503EC}" dt="2026-02-20T02:55:20.191" v="6286" actId="20577"/>
          <ac:spMkLst>
            <pc:docMk/>
            <pc:sldMk cId="1406869669" sldId="468"/>
            <ac:spMk id="26" creationId="{31847CE9-D7B4-08DD-835E-D4B9B885D26F}"/>
          </ac:spMkLst>
        </pc:spChg>
      </pc:sldChg>
      <pc:sldChg chg="modSp">
        <pc:chgData name="Dr Parag D. Pawar" userId="45f730c0-1703-4ce0-909b-efb17736071d" providerId="ADAL" clId="{629D698C-9F10-422F-9730-D8DB01D503EC}" dt="2026-02-20T02:56:59.623" v="6302" actId="20577"/>
        <pc:sldMkLst>
          <pc:docMk/>
          <pc:sldMk cId="3895383736" sldId="469"/>
        </pc:sldMkLst>
        <pc:spChg chg="mod">
          <ac:chgData name="Dr Parag D. Pawar" userId="45f730c0-1703-4ce0-909b-efb17736071d" providerId="ADAL" clId="{629D698C-9F10-422F-9730-D8DB01D503EC}" dt="2026-02-20T02:56:50.093" v="6298" actId="20577"/>
          <ac:spMkLst>
            <pc:docMk/>
            <pc:sldMk cId="3895383736" sldId="469"/>
            <ac:spMk id="17" creationId="{8D13A04F-E808-03FE-265F-39B8A3C44BEE}"/>
          </ac:spMkLst>
        </pc:spChg>
        <pc:spChg chg="mod">
          <ac:chgData name="Dr Parag D. Pawar" userId="45f730c0-1703-4ce0-909b-efb17736071d" providerId="ADAL" clId="{629D698C-9F10-422F-9730-D8DB01D503EC}" dt="2026-02-20T02:56:54.029" v="6300" actId="20577"/>
          <ac:spMkLst>
            <pc:docMk/>
            <pc:sldMk cId="3895383736" sldId="469"/>
            <ac:spMk id="18" creationId="{2D6AE815-86EB-78AA-A5CE-2318A074DFAB}"/>
          </ac:spMkLst>
        </pc:spChg>
        <pc:spChg chg="mod">
          <ac:chgData name="Dr Parag D. Pawar" userId="45f730c0-1703-4ce0-909b-efb17736071d" providerId="ADAL" clId="{629D698C-9F10-422F-9730-D8DB01D503EC}" dt="2026-02-20T02:56:59.623" v="6302" actId="20577"/>
          <ac:spMkLst>
            <pc:docMk/>
            <pc:sldMk cId="3895383736" sldId="469"/>
            <ac:spMk id="19" creationId="{D3F95841-3F5F-575C-E3E8-5A565DDFD0A2}"/>
          </ac:spMkLst>
        </pc:spChg>
        <pc:spChg chg="mod">
          <ac:chgData name="Dr Parag D. Pawar" userId="45f730c0-1703-4ce0-909b-efb17736071d" providerId="ADAL" clId="{629D698C-9F10-422F-9730-D8DB01D503EC}" dt="2026-02-20T02:56:56.501" v="6301" actId="20577"/>
          <ac:spMkLst>
            <pc:docMk/>
            <pc:sldMk cId="3895383736" sldId="469"/>
            <ac:spMk id="20" creationId="{108E1C7D-763A-261F-E295-3871C5D1C6C9}"/>
          </ac:spMkLst>
        </pc:spChg>
        <pc:spChg chg="mod">
          <ac:chgData name="Dr Parag D. Pawar" userId="45f730c0-1703-4ce0-909b-efb17736071d" providerId="ADAL" clId="{629D698C-9F10-422F-9730-D8DB01D503EC}" dt="2026-02-20T02:56:42.283" v="6296" actId="20577"/>
          <ac:spMkLst>
            <pc:docMk/>
            <pc:sldMk cId="3895383736" sldId="469"/>
            <ac:spMk id="21" creationId="{C70C13B8-B34C-C38C-ECF6-EF2E00C3E05C}"/>
          </ac:spMkLst>
        </pc:spChg>
        <pc:spChg chg="mod">
          <ac:chgData name="Dr Parag D. Pawar" userId="45f730c0-1703-4ce0-909b-efb17736071d" providerId="ADAL" clId="{629D698C-9F10-422F-9730-D8DB01D503EC}" dt="2026-02-20T02:56:43.520" v="6297" actId="20577"/>
          <ac:spMkLst>
            <pc:docMk/>
            <pc:sldMk cId="3895383736" sldId="469"/>
            <ac:spMk id="23" creationId="{2D1BCD85-87AC-41D9-D6D5-8491EF642DA9}"/>
          </ac:spMkLst>
        </pc:spChg>
        <pc:spChg chg="mod">
          <ac:chgData name="Dr Parag D. Pawar" userId="45f730c0-1703-4ce0-909b-efb17736071d" providerId="ADAL" clId="{629D698C-9F10-422F-9730-D8DB01D503EC}" dt="2026-02-20T02:56:39.622" v="6294" actId="20577"/>
          <ac:spMkLst>
            <pc:docMk/>
            <pc:sldMk cId="3895383736" sldId="469"/>
            <ac:spMk id="24" creationId="{1493F401-4021-4D56-1DE4-E7CA10611D28}"/>
          </ac:spMkLst>
        </pc:spChg>
        <pc:spChg chg="mod">
          <ac:chgData name="Dr Parag D. Pawar" userId="45f730c0-1703-4ce0-909b-efb17736071d" providerId="ADAL" clId="{629D698C-9F10-422F-9730-D8DB01D503EC}" dt="2026-02-20T02:56:40.897" v="6295" actId="20577"/>
          <ac:spMkLst>
            <pc:docMk/>
            <pc:sldMk cId="3895383736" sldId="469"/>
            <ac:spMk id="26" creationId="{AFCE8DF6-D8B6-B025-A926-4C9885CEAD1F}"/>
          </ac:spMkLst>
        </pc:spChg>
      </pc:sldChg>
      <pc:sldChg chg="addSp modSp mod addAnim delAnim modAnim">
        <pc:chgData name="Dr Parag D. Pawar" userId="45f730c0-1703-4ce0-909b-efb17736071d" providerId="ADAL" clId="{629D698C-9F10-422F-9730-D8DB01D503EC}" dt="2026-02-20T07:58:09.426" v="7924" actId="20577"/>
        <pc:sldMkLst>
          <pc:docMk/>
          <pc:sldMk cId="3150169953" sldId="471"/>
        </pc:sldMkLst>
        <pc:spChg chg="add mod">
          <ac:chgData name="Dr Parag D. Pawar" userId="45f730c0-1703-4ce0-909b-efb17736071d" providerId="ADAL" clId="{629D698C-9F10-422F-9730-D8DB01D503EC}" dt="2026-02-20T07:57:13.630" v="7918" actId="2085"/>
          <ac:spMkLst>
            <pc:docMk/>
            <pc:sldMk cId="3150169953" sldId="471"/>
            <ac:spMk id="6" creationId="{0D72D5E9-09EC-FA3A-F173-B3D064F77EF7}"/>
          </ac:spMkLst>
        </pc:spChg>
        <pc:spChg chg="mod">
          <ac:chgData name="Dr Parag D. Pawar" userId="45f730c0-1703-4ce0-909b-efb17736071d" providerId="ADAL" clId="{629D698C-9F10-422F-9730-D8DB01D503EC}" dt="2026-02-19T11:42:29.970" v="5297" actId="207"/>
          <ac:spMkLst>
            <pc:docMk/>
            <pc:sldMk cId="3150169953" sldId="471"/>
            <ac:spMk id="13" creationId="{29437F1D-8EA9-ECF2-F74D-3261B4E81F20}"/>
          </ac:spMkLst>
        </pc:spChg>
        <pc:spChg chg="mod">
          <ac:chgData name="Dr Parag D. Pawar" userId="45f730c0-1703-4ce0-909b-efb17736071d" providerId="ADAL" clId="{629D698C-9F10-422F-9730-D8DB01D503EC}" dt="2026-02-20T07:58:09.426" v="7924" actId="20577"/>
          <ac:spMkLst>
            <pc:docMk/>
            <pc:sldMk cId="3150169953" sldId="471"/>
            <ac:spMk id="15" creationId="{F54B3E3C-274B-FCE5-6790-1C3CD99B92A9}"/>
          </ac:spMkLst>
        </pc:spChg>
        <pc:spChg chg="mod">
          <ac:chgData name="Dr Parag D. Pawar" userId="45f730c0-1703-4ce0-909b-efb17736071d" providerId="ADAL" clId="{629D698C-9F10-422F-9730-D8DB01D503EC}" dt="2026-02-19T11:42:32.513" v="5298" actId="207"/>
          <ac:spMkLst>
            <pc:docMk/>
            <pc:sldMk cId="3150169953" sldId="471"/>
            <ac:spMk id="17" creationId="{25832DA9-632C-C6BE-71C6-35F17753A360}"/>
          </ac:spMkLst>
        </pc:spChg>
      </pc:sldChg>
      <pc:sldChg chg="addSp modSp mod modAnim">
        <pc:chgData name="Dr Parag D. Pawar" userId="45f730c0-1703-4ce0-909b-efb17736071d" providerId="ADAL" clId="{629D698C-9F10-422F-9730-D8DB01D503EC}" dt="2026-02-19T11:47:58.700" v="5384" actId="255"/>
        <pc:sldMkLst>
          <pc:docMk/>
          <pc:sldMk cId="3885899036" sldId="472"/>
        </pc:sldMkLst>
        <pc:spChg chg="add mod">
          <ac:chgData name="Dr Parag D. Pawar" userId="45f730c0-1703-4ce0-909b-efb17736071d" providerId="ADAL" clId="{629D698C-9F10-422F-9730-D8DB01D503EC}" dt="2026-02-19T11:47:58.700" v="5384" actId="255"/>
          <ac:spMkLst>
            <pc:docMk/>
            <pc:sldMk cId="3885899036" sldId="472"/>
            <ac:spMk id="3" creationId="{081398FA-AA82-E8DB-E522-2BF1C191962D}"/>
          </ac:spMkLst>
        </pc:spChg>
      </pc:sldChg>
      <pc:sldChg chg="modSp del mod">
        <pc:chgData name="Dr Parag D. Pawar" userId="45f730c0-1703-4ce0-909b-efb17736071d" providerId="ADAL" clId="{629D698C-9F10-422F-9730-D8DB01D503EC}" dt="2026-02-20T11:27:46.885" v="8292" actId="47"/>
        <pc:sldMkLst>
          <pc:docMk/>
          <pc:sldMk cId="1101949553" sldId="476"/>
        </pc:sldMkLst>
      </pc:sldChg>
      <pc:sldChg chg="modSp del mod">
        <pc:chgData name="Dr Parag D. Pawar" userId="45f730c0-1703-4ce0-909b-efb17736071d" providerId="ADAL" clId="{629D698C-9F10-422F-9730-D8DB01D503EC}" dt="2026-02-20T11:27:46.885" v="8292" actId="47"/>
        <pc:sldMkLst>
          <pc:docMk/>
          <pc:sldMk cId="4248666426" sldId="477"/>
        </pc:sldMkLst>
        <pc:spChg chg="mod">
          <ac:chgData name="Dr Parag D. Pawar" userId="45f730c0-1703-4ce0-909b-efb17736071d" providerId="ADAL" clId="{629D698C-9F10-422F-9730-D8DB01D503EC}" dt="2026-02-20T08:48:40.953" v="8281" actId="207"/>
          <ac:spMkLst>
            <pc:docMk/>
            <pc:sldMk cId="4248666426" sldId="477"/>
            <ac:spMk id="2" creationId="{29E36457-47F9-D63F-0D52-FCDD6717ED9D}"/>
          </ac:spMkLst>
        </pc:spChg>
      </pc:sldChg>
      <pc:sldChg chg="del">
        <pc:chgData name="Dr Parag D. Pawar" userId="45f730c0-1703-4ce0-909b-efb17736071d" providerId="ADAL" clId="{629D698C-9F10-422F-9730-D8DB01D503EC}" dt="2026-02-20T11:27:46.885" v="8292" actId="47"/>
        <pc:sldMkLst>
          <pc:docMk/>
          <pc:sldMk cId="169607348" sldId="478"/>
        </pc:sldMkLst>
      </pc:sldChg>
      <pc:sldChg chg="addSp modSp del mod addAnim delAnim modAnim">
        <pc:chgData name="Dr Parag D. Pawar" userId="45f730c0-1703-4ce0-909b-efb17736071d" providerId="ADAL" clId="{629D698C-9F10-422F-9730-D8DB01D503EC}" dt="2026-02-20T11:27:46.885" v="8292" actId="47"/>
        <pc:sldMkLst>
          <pc:docMk/>
          <pc:sldMk cId="3227124089" sldId="479"/>
        </pc:sldMkLst>
        <pc:spChg chg="add mod">
          <ac:chgData name="Dr Parag D. Pawar" userId="45f730c0-1703-4ce0-909b-efb17736071d" providerId="ADAL" clId="{629D698C-9F10-422F-9730-D8DB01D503EC}" dt="2026-02-20T08:46:15.192" v="8277" actId="1076"/>
          <ac:spMkLst>
            <pc:docMk/>
            <pc:sldMk cId="3227124089" sldId="479"/>
            <ac:spMk id="36" creationId="{540CA240-7A34-A71F-FB74-03FAA227D1E7}"/>
          </ac:spMkLst>
        </pc:spChg>
      </pc:sldChg>
      <pc:sldChg chg="del">
        <pc:chgData name="Dr Parag D. Pawar" userId="45f730c0-1703-4ce0-909b-efb17736071d" providerId="ADAL" clId="{629D698C-9F10-422F-9730-D8DB01D503EC}" dt="2026-02-20T11:27:46.885" v="8292" actId="47"/>
        <pc:sldMkLst>
          <pc:docMk/>
          <pc:sldMk cId="3861337790" sldId="480"/>
        </pc:sldMkLst>
      </pc:sldChg>
      <pc:sldChg chg="modSp del mod">
        <pc:chgData name="Dr Parag D. Pawar" userId="45f730c0-1703-4ce0-909b-efb17736071d" providerId="ADAL" clId="{629D698C-9F10-422F-9730-D8DB01D503EC}" dt="2026-02-20T11:27:46.885" v="8292" actId="47"/>
        <pc:sldMkLst>
          <pc:docMk/>
          <pc:sldMk cId="1189844206" sldId="481"/>
        </pc:sldMkLst>
        <pc:spChg chg="mod">
          <ac:chgData name="Dr Parag D. Pawar" userId="45f730c0-1703-4ce0-909b-efb17736071d" providerId="ADAL" clId="{629D698C-9F10-422F-9730-D8DB01D503EC}" dt="2026-02-20T08:48:32.053" v="8280" actId="207"/>
          <ac:spMkLst>
            <pc:docMk/>
            <pc:sldMk cId="1189844206" sldId="481"/>
            <ac:spMk id="2" creationId="{A8F7DDD6-497E-877B-1ABF-E20BF695B077}"/>
          </ac:spMkLst>
        </pc:spChg>
      </pc:sldChg>
      <pc:sldChg chg="modSp del mod modAnim">
        <pc:chgData name="Dr Parag D. Pawar" userId="45f730c0-1703-4ce0-909b-efb17736071d" providerId="ADAL" clId="{629D698C-9F10-422F-9730-D8DB01D503EC}" dt="2026-02-20T11:27:46.885" v="8292" actId="47"/>
        <pc:sldMkLst>
          <pc:docMk/>
          <pc:sldMk cId="1158501747" sldId="482"/>
        </pc:sldMkLst>
        <pc:spChg chg="mod">
          <ac:chgData name="Dr Parag D. Pawar" userId="45f730c0-1703-4ce0-909b-efb17736071d" providerId="ADAL" clId="{629D698C-9F10-422F-9730-D8DB01D503EC}" dt="2026-02-20T08:50:09.766" v="8291" actId="1076"/>
          <ac:spMkLst>
            <pc:docMk/>
            <pc:sldMk cId="1158501747" sldId="482"/>
            <ac:spMk id="29" creationId="{F75851D2-86CF-CD5A-4C02-5DCECFA60D88}"/>
          </ac:spMkLst>
        </pc:spChg>
      </pc:sldChg>
      <pc:sldChg chg="del">
        <pc:chgData name="Dr Parag D. Pawar" userId="45f730c0-1703-4ce0-909b-efb17736071d" providerId="ADAL" clId="{629D698C-9F10-422F-9730-D8DB01D503EC}" dt="2026-02-20T11:27:46.885" v="8292" actId="47"/>
        <pc:sldMkLst>
          <pc:docMk/>
          <pc:sldMk cId="2074394669" sldId="483"/>
        </pc:sldMkLst>
      </pc:sldChg>
      <pc:sldChg chg="addSp delSp modSp add del mod ord">
        <pc:chgData name="Dr Parag D. Pawar" userId="45f730c0-1703-4ce0-909b-efb17736071d" providerId="ADAL" clId="{629D698C-9F10-422F-9730-D8DB01D503EC}" dt="2026-02-20T03:47:26.220" v="7063" actId="47"/>
        <pc:sldMkLst>
          <pc:docMk/>
          <pc:sldMk cId="4042565922" sldId="484"/>
        </pc:sldMkLst>
        <pc:spChg chg="mod">
          <ac:chgData name="Dr Parag D. Pawar" userId="45f730c0-1703-4ce0-909b-efb17736071d" providerId="ADAL" clId="{629D698C-9F10-422F-9730-D8DB01D503EC}" dt="2026-02-20T02:35:06.190" v="5630"/>
          <ac:spMkLst>
            <pc:docMk/>
            <pc:sldMk cId="4042565922" sldId="484"/>
            <ac:spMk id="2" creationId="{4E2C0643-1322-56B6-65DE-41A385768821}"/>
          </ac:spMkLst>
        </pc:spChg>
        <pc:spChg chg="add mod">
          <ac:chgData name="Dr Parag D. Pawar" userId="45f730c0-1703-4ce0-909b-efb17736071d" providerId="ADAL" clId="{629D698C-9F10-422F-9730-D8DB01D503EC}" dt="2026-02-20T02:36:03.949" v="5694" actId="14100"/>
          <ac:spMkLst>
            <pc:docMk/>
            <pc:sldMk cId="4042565922" sldId="484"/>
            <ac:spMk id="3" creationId="{A80B7829-3C77-2257-75D3-23496E7A9C95}"/>
          </ac:spMkLst>
        </pc:spChg>
        <pc:spChg chg="add mod">
          <ac:chgData name="Dr Parag D. Pawar" userId="45f730c0-1703-4ce0-909b-efb17736071d" providerId="ADAL" clId="{629D698C-9F10-422F-9730-D8DB01D503EC}" dt="2026-02-20T02:36:42.804" v="5746" actId="20577"/>
          <ac:spMkLst>
            <pc:docMk/>
            <pc:sldMk cId="4042565922" sldId="484"/>
            <ac:spMk id="4" creationId="{AAF1AE30-9845-A0ED-4B8A-93E1102D89D6}"/>
          </ac:spMkLst>
        </pc:spChg>
        <pc:spChg chg="mod">
          <ac:chgData name="Dr Parag D. Pawar" userId="45f730c0-1703-4ce0-909b-efb17736071d" providerId="ADAL" clId="{629D698C-9F10-422F-9730-D8DB01D503EC}" dt="2026-02-20T02:35:48.604" v="5676" actId="14100"/>
          <ac:spMkLst>
            <pc:docMk/>
            <pc:sldMk cId="4042565922" sldId="484"/>
            <ac:spMk id="6" creationId="{DC9B2ACC-F4BF-CD8E-96BC-4D22BF72D414}"/>
          </ac:spMkLst>
        </pc:spChg>
        <pc:spChg chg="add mod">
          <ac:chgData name="Dr Parag D. Pawar" userId="45f730c0-1703-4ce0-909b-efb17736071d" providerId="ADAL" clId="{629D698C-9F10-422F-9730-D8DB01D503EC}" dt="2026-02-20T02:36:48.404" v="5761" actId="20577"/>
          <ac:spMkLst>
            <pc:docMk/>
            <pc:sldMk cId="4042565922" sldId="484"/>
            <ac:spMk id="22" creationId="{1D8D7F49-F6D1-597D-4F0E-66C1BC24EACB}"/>
          </ac:spMkLst>
        </pc:spChg>
        <pc:spChg chg="add mod">
          <ac:chgData name="Dr Parag D. Pawar" userId="45f730c0-1703-4ce0-909b-efb17736071d" providerId="ADAL" clId="{629D698C-9F10-422F-9730-D8DB01D503EC}" dt="2026-02-20T02:37:02.592" v="5791" actId="313"/>
          <ac:spMkLst>
            <pc:docMk/>
            <pc:sldMk cId="4042565922" sldId="484"/>
            <ac:spMk id="25" creationId="{BC114229-A3C5-C1DC-CB7B-C5D458E0E0EE}"/>
          </ac:spMkLst>
        </pc:spChg>
        <pc:spChg chg="add mod">
          <ac:chgData name="Dr Parag D. Pawar" userId="45f730c0-1703-4ce0-909b-efb17736071d" providerId="ADAL" clId="{629D698C-9F10-422F-9730-D8DB01D503EC}" dt="2026-02-20T02:37:23.832" v="5819" actId="14100"/>
          <ac:spMkLst>
            <pc:docMk/>
            <pc:sldMk cId="4042565922" sldId="484"/>
            <ac:spMk id="27" creationId="{C4AD2544-B559-ACA2-D23B-BC035E7C3FC4}"/>
          </ac:spMkLst>
        </pc:spChg>
        <pc:spChg chg="add mod">
          <ac:chgData name="Dr Parag D. Pawar" userId="45f730c0-1703-4ce0-909b-efb17736071d" providerId="ADAL" clId="{629D698C-9F10-422F-9730-D8DB01D503EC}" dt="2026-02-20T03:34:46.339" v="6831" actId="1076"/>
          <ac:spMkLst>
            <pc:docMk/>
            <pc:sldMk cId="4042565922" sldId="484"/>
            <ac:spMk id="32" creationId="{A16F11F7-0FC7-88E2-1EC4-18F04EB55A78}"/>
          </ac:spMkLst>
        </pc:spChg>
        <pc:spChg chg="add mod">
          <ac:chgData name="Dr Parag D. Pawar" userId="45f730c0-1703-4ce0-909b-efb17736071d" providerId="ADAL" clId="{629D698C-9F10-422F-9730-D8DB01D503EC}" dt="2026-02-20T03:34:43.876" v="6830" actId="1076"/>
          <ac:spMkLst>
            <pc:docMk/>
            <pc:sldMk cId="4042565922" sldId="484"/>
            <ac:spMk id="34" creationId="{413A359E-AB8B-57B5-CE58-362FE310EF43}"/>
          </ac:spMkLst>
        </pc:spChg>
        <pc:spChg chg="add mod">
          <ac:chgData name="Dr Parag D. Pawar" userId="45f730c0-1703-4ce0-909b-efb17736071d" providerId="ADAL" clId="{629D698C-9F10-422F-9730-D8DB01D503EC}" dt="2026-02-20T03:37:06.028" v="6927" actId="1076"/>
          <ac:spMkLst>
            <pc:docMk/>
            <pc:sldMk cId="4042565922" sldId="484"/>
            <ac:spMk id="35" creationId="{50DF5523-7A03-2425-2596-78CE926D9693}"/>
          </ac:spMkLst>
        </pc:spChg>
        <pc:spChg chg="add mod">
          <ac:chgData name="Dr Parag D. Pawar" userId="45f730c0-1703-4ce0-909b-efb17736071d" providerId="ADAL" clId="{629D698C-9F10-422F-9730-D8DB01D503EC}" dt="2026-02-20T03:37:13.325" v="6929" actId="14100"/>
          <ac:spMkLst>
            <pc:docMk/>
            <pc:sldMk cId="4042565922" sldId="484"/>
            <ac:spMk id="36" creationId="{5C78A9CB-CE5B-A266-32C2-76EA0EC3D703}"/>
          </ac:spMkLst>
        </pc:spChg>
        <pc:spChg chg="add mod">
          <ac:chgData name="Dr Parag D. Pawar" userId="45f730c0-1703-4ce0-909b-efb17736071d" providerId="ADAL" clId="{629D698C-9F10-422F-9730-D8DB01D503EC}" dt="2026-02-20T03:37:22.273" v="6930" actId="1076"/>
          <ac:spMkLst>
            <pc:docMk/>
            <pc:sldMk cId="4042565922" sldId="484"/>
            <ac:spMk id="37" creationId="{FDD11999-FBE3-0927-C5C1-622B84BCAD60}"/>
          </ac:spMkLst>
        </pc:spChg>
        <pc:spChg chg="add mod">
          <ac:chgData name="Dr Parag D. Pawar" userId="45f730c0-1703-4ce0-909b-efb17736071d" providerId="ADAL" clId="{629D698C-9F10-422F-9730-D8DB01D503EC}" dt="2026-02-20T03:38:24.595" v="6942" actId="1076"/>
          <ac:spMkLst>
            <pc:docMk/>
            <pc:sldMk cId="4042565922" sldId="484"/>
            <ac:spMk id="38" creationId="{101B8DEB-2C87-3428-604E-ABDE8678217D}"/>
          </ac:spMkLst>
        </pc:spChg>
        <pc:spChg chg="add mod">
          <ac:chgData name="Dr Parag D. Pawar" userId="45f730c0-1703-4ce0-909b-efb17736071d" providerId="ADAL" clId="{629D698C-9F10-422F-9730-D8DB01D503EC}" dt="2026-02-20T03:37:25.759" v="6931" actId="1076"/>
          <ac:spMkLst>
            <pc:docMk/>
            <pc:sldMk cId="4042565922" sldId="484"/>
            <ac:spMk id="39" creationId="{F702F037-F510-425B-4193-D4B4D9B778FB}"/>
          </ac:spMkLst>
        </pc:spChg>
        <pc:grpChg chg="del">
          <ac:chgData name="Dr Parag D. Pawar" userId="45f730c0-1703-4ce0-909b-efb17736071d" providerId="ADAL" clId="{629D698C-9F10-422F-9730-D8DB01D503EC}" dt="2026-02-20T02:34:51.551" v="5628" actId="478"/>
          <ac:grpSpMkLst>
            <pc:docMk/>
            <pc:sldMk cId="4042565922" sldId="484"/>
            <ac:grpSpMk id="7" creationId="{08BAA41E-29FC-CE50-55EF-8640990EC499}"/>
          </ac:grpSpMkLst>
        </pc:grpChg>
        <pc:grpChg chg="del">
          <ac:chgData name="Dr Parag D. Pawar" userId="45f730c0-1703-4ce0-909b-efb17736071d" providerId="ADAL" clId="{629D698C-9F10-422F-9730-D8DB01D503EC}" dt="2026-02-20T02:34:59.668" v="5629" actId="478"/>
          <ac:grpSpMkLst>
            <pc:docMk/>
            <pc:sldMk cId="4042565922" sldId="484"/>
            <ac:grpSpMk id="8" creationId="{17EC7662-822A-A764-DDF4-7E3700BA8639}"/>
          </ac:grpSpMkLst>
        </pc:grpChg>
      </pc:sldChg>
      <pc:sldChg chg="addSp delSp modSp add mod ord addAnim delAnim modAnim">
        <pc:chgData name="Dr Parag D. Pawar" userId="45f730c0-1703-4ce0-909b-efb17736071d" providerId="ADAL" clId="{629D698C-9F10-422F-9730-D8DB01D503EC}" dt="2026-02-20T08:40:20.287" v="8240"/>
        <pc:sldMkLst>
          <pc:docMk/>
          <pc:sldMk cId="984450701" sldId="485"/>
        </pc:sldMkLst>
        <pc:spChg chg="mod">
          <ac:chgData name="Dr Parag D. Pawar" userId="45f730c0-1703-4ce0-909b-efb17736071d" providerId="ADAL" clId="{629D698C-9F10-422F-9730-D8DB01D503EC}" dt="2026-02-20T04:00:40.930" v="7226" actId="1076"/>
          <ac:spMkLst>
            <pc:docMk/>
            <pc:sldMk cId="984450701" sldId="485"/>
            <ac:spMk id="3" creationId="{6166382E-9688-E098-B2A3-F7B3AE8E00BB}"/>
          </ac:spMkLst>
        </pc:spChg>
        <pc:spChg chg="mod">
          <ac:chgData name="Dr Parag D. Pawar" userId="45f730c0-1703-4ce0-909b-efb17736071d" providerId="ADAL" clId="{629D698C-9F10-422F-9730-D8DB01D503EC}" dt="2026-02-20T05:35:09.513" v="7353" actId="207"/>
          <ac:spMkLst>
            <pc:docMk/>
            <pc:sldMk cId="984450701" sldId="485"/>
            <ac:spMk id="4" creationId="{D1854846-CD94-7444-8FEA-F5FAF84425B4}"/>
          </ac:spMkLst>
        </pc:spChg>
        <pc:spChg chg="add mod ord">
          <ac:chgData name="Dr Parag D. Pawar" userId="45f730c0-1703-4ce0-909b-efb17736071d" providerId="ADAL" clId="{629D698C-9F10-422F-9730-D8DB01D503EC}" dt="2026-02-20T05:38:45.768" v="7389" actId="1076"/>
          <ac:spMkLst>
            <pc:docMk/>
            <pc:sldMk cId="984450701" sldId="485"/>
            <ac:spMk id="5" creationId="{34AB1861-2828-E0D8-FCAE-62FAD2CA8F98}"/>
          </ac:spMkLst>
        </pc:spChg>
        <pc:spChg chg="mod">
          <ac:chgData name="Dr Parag D. Pawar" userId="45f730c0-1703-4ce0-909b-efb17736071d" providerId="ADAL" clId="{629D698C-9F10-422F-9730-D8DB01D503EC}" dt="2026-02-20T03:40:16.889" v="6971" actId="113"/>
          <ac:spMkLst>
            <pc:docMk/>
            <pc:sldMk cId="984450701" sldId="485"/>
            <ac:spMk id="6" creationId="{23439AA0-FDD5-679A-D0F4-33A61DBF48F4}"/>
          </ac:spMkLst>
        </pc:spChg>
        <pc:spChg chg="add mod">
          <ac:chgData name="Dr Parag D. Pawar" userId="45f730c0-1703-4ce0-909b-efb17736071d" providerId="ADAL" clId="{629D698C-9F10-422F-9730-D8DB01D503EC}" dt="2026-02-20T08:24:45.554" v="8211" actId="14100"/>
          <ac:spMkLst>
            <pc:docMk/>
            <pc:sldMk cId="984450701" sldId="485"/>
            <ac:spMk id="7" creationId="{45A18DE5-6124-CC2C-CDAD-993A3E0E31D8}"/>
          </ac:spMkLst>
        </pc:spChg>
        <pc:spChg chg="add mod">
          <ac:chgData name="Dr Parag D. Pawar" userId="45f730c0-1703-4ce0-909b-efb17736071d" providerId="ADAL" clId="{629D698C-9F10-422F-9730-D8DB01D503EC}" dt="2026-02-20T03:43:16.840" v="7005" actId="1076"/>
          <ac:spMkLst>
            <pc:docMk/>
            <pc:sldMk cId="984450701" sldId="485"/>
            <ac:spMk id="8" creationId="{EB920859-41A2-63E7-EEED-1EE887E47539}"/>
          </ac:spMkLst>
        </pc:spChg>
        <pc:spChg chg="add del">
          <ac:chgData name="Dr Parag D. Pawar" userId="45f730c0-1703-4ce0-909b-efb17736071d" providerId="ADAL" clId="{629D698C-9F10-422F-9730-D8DB01D503EC}" dt="2026-02-20T03:45:31.654" v="7047" actId="478"/>
          <ac:spMkLst>
            <pc:docMk/>
            <pc:sldMk cId="984450701" sldId="485"/>
            <ac:spMk id="9" creationId="{12E6DA40-F9DE-523D-40EA-EF04B803D18E}"/>
          </ac:spMkLst>
        </pc:spChg>
        <pc:spChg chg="add">
          <ac:chgData name="Dr Parag D. Pawar" userId="45f730c0-1703-4ce0-909b-efb17736071d" providerId="ADAL" clId="{629D698C-9F10-422F-9730-D8DB01D503EC}" dt="2026-02-20T03:45:37.440" v="7048" actId="11529"/>
          <ac:spMkLst>
            <pc:docMk/>
            <pc:sldMk cId="984450701" sldId="485"/>
            <ac:spMk id="10" creationId="{3FAD6B22-D28D-71A0-5534-8D371B34D10E}"/>
          </ac:spMkLst>
        </pc:spChg>
        <pc:spChg chg="add mod">
          <ac:chgData name="Dr Parag D. Pawar" userId="45f730c0-1703-4ce0-909b-efb17736071d" providerId="ADAL" clId="{629D698C-9F10-422F-9730-D8DB01D503EC}" dt="2026-02-20T08:26:06.670" v="8229" actId="20577"/>
          <ac:spMkLst>
            <pc:docMk/>
            <pc:sldMk cId="984450701" sldId="485"/>
            <ac:spMk id="11" creationId="{414CE9E6-B805-C4F8-5FA9-DB784E383A96}"/>
          </ac:spMkLst>
        </pc:spChg>
        <pc:spChg chg="add mod">
          <ac:chgData name="Dr Parag D. Pawar" userId="45f730c0-1703-4ce0-909b-efb17736071d" providerId="ADAL" clId="{629D698C-9F10-422F-9730-D8DB01D503EC}" dt="2026-02-20T08:26:12.579" v="8231" actId="1076"/>
          <ac:spMkLst>
            <pc:docMk/>
            <pc:sldMk cId="984450701" sldId="485"/>
            <ac:spMk id="12" creationId="{4CEC3C1F-0F0D-E9CC-85F7-28234FFD0D9C}"/>
          </ac:spMkLst>
        </pc:spChg>
        <pc:spChg chg="mod">
          <ac:chgData name="Dr Parag D. Pawar" userId="45f730c0-1703-4ce0-909b-efb17736071d" providerId="ADAL" clId="{629D698C-9F10-422F-9730-D8DB01D503EC}" dt="2026-02-20T05:35:19.123" v="7357" actId="207"/>
          <ac:spMkLst>
            <pc:docMk/>
            <pc:sldMk cId="984450701" sldId="485"/>
            <ac:spMk id="22" creationId="{866F4794-1242-6420-C136-C4F8A26D417B}"/>
          </ac:spMkLst>
        </pc:spChg>
        <pc:spChg chg="mod">
          <ac:chgData name="Dr Parag D. Pawar" userId="45f730c0-1703-4ce0-909b-efb17736071d" providerId="ADAL" clId="{629D698C-9F10-422F-9730-D8DB01D503EC}" dt="2026-02-20T03:41:54.183" v="6981" actId="207"/>
          <ac:spMkLst>
            <pc:docMk/>
            <pc:sldMk cId="984450701" sldId="485"/>
            <ac:spMk id="25" creationId="{07716288-43E1-A81B-283F-C09B9EDB9CEE}"/>
          </ac:spMkLst>
        </pc:spChg>
        <pc:spChg chg="mod">
          <ac:chgData name="Dr Parag D. Pawar" userId="45f730c0-1703-4ce0-909b-efb17736071d" providerId="ADAL" clId="{629D698C-9F10-422F-9730-D8DB01D503EC}" dt="2026-02-20T05:35:30.728" v="7360" actId="207"/>
          <ac:spMkLst>
            <pc:docMk/>
            <pc:sldMk cId="984450701" sldId="485"/>
            <ac:spMk id="27" creationId="{E98E0CC5-65BE-36E4-553D-70DE4F2B6519}"/>
          </ac:spMkLst>
        </pc:spChg>
        <pc:spChg chg="mod">
          <ac:chgData name="Dr Parag D. Pawar" userId="45f730c0-1703-4ce0-909b-efb17736071d" providerId="ADAL" clId="{629D698C-9F10-422F-9730-D8DB01D503EC}" dt="2026-02-20T08:23:19.908" v="8195" actId="20577"/>
          <ac:spMkLst>
            <pc:docMk/>
            <pc:sldMk cId="984450701" sldId="485"/>
            <ac:spMk id="32" creationId="{DB119911-294A-F56F-88FF-376D9B2423B2}"/>
          </ac:spMkLst>
        </pc:spChg>
        <pc:spChg chg="mod">
          <ac:chgData name="Dr Parag D. Pawar" userId="45f730c0-1703-4ce0-909b-efb17736071d" providerId="ADAL" clId="{629D698C-9F10-422F-9730-D8DB01D503EC}" dt="2026-02-20T04:00:44.448" v="7227" actId="1076"/>
          <ac:spMkLst>
            <pc:docMk/>
            <pc:sldMk cId="984450701" sldId="485"/>
            <ac:spMk id="34" creationId="{EAA9903D-6004-B114-96E3-35B7DA6FD6AA}"/>
          </ac:spMkLst>
        </pc:spChg>
        <pc:spChg chg="mod">
          <ac:chgData name="Dr Parag D. Pawar" userId="45f730c0-1703-4ce0-909b-efb17736071d" providerId="ADAL" clId="{629D698C-9F10-422F-9730-D8DB01D503EC}" dt="2026-02-20T03:57:17.753" v="7135" actId="14100"/>
          <ac:spMkLst>
            <pc:docMk/>
            <pc:sldMk cId="984450701" sldId="485"/>
            <ac:spMk id="35" creationId="{3914F5E3-0497-3492-9F19-7FA07AEDB046}"/>
          </ac:spMkLst>
        </pc:spChg>
        <pc:spChg chg="mod">
          <ac:chgData name="Dr Parag D. Pawar" userId="45f730c0-1703-4ce0-909b-efb17736071d" providerId="ADAL" clId="{629D698C-9F10-422F-9730-D8DB01D503EC}" dt="2026-02-20T03:39:39.081" v="6962" actId="14100"/>
          <ac:spMkLst>
            <pc:docMk/>
            <pc:sldMk cId="984450701" sldId="485"/>
            <ac:spMk id="36" creationId="{A83380B2-6D2F-0287-C29B-161CD0018DD1}"/>
          </ac:spMkLst>
        </pc:spChg>
        <pc:spChg chg="mod">
          <ac:chgData name="Dr Parag D. Pawar" userId="45f730c0-1703-4ce0-909b-efb17736071d" providerId="ADAL" clId="{629D698C-9F10-422F-9730-D8DB01D503EC}" dt="2026-02-20T08:24:54.019" v="8228" actId="20577"/>
          <ac:spMkLst>
            <pc:docMk/>
            <pc:sldMk cId="984450701" sldId="485"/>
            <ac:spMk id="37" creationId="{3A41420C-00D8-4601-487C-11D8B595CDDB}"/>
          </ac:spMkLst>
        </pc:spChg>
        <pc:spChg chg="del">
          <ac:chgData name="Dr Parag D. Pawar" userId="45f730c0-1703-4ce0-909b-efb17736071d" providerId="ADAL" clId="{629D698C-9F10-422F-9730-D8DB01D503EC}" dt="2026-02-20T03:38:48.146" v="6944" actId="478"/>
          <ac:spMkLst>
            <pc:docMk/>
            <pc:sldMk cId="984450701" sldId="485"/>
            <ac:spMk id="38" creationId="{1EF01852-983A-2BD0-F720-45BE2EFEE277}"/>
          </ac:spMkLst>
        </pc:spChg>
        <pc:spChg chg="mod">
          <ac:chgData name="Dr Parag D. Pawar" userId="45f730c0-1703-4ce0-909b-efb17736071d" providerId="ADAL" clId="{629D698C-9F10-422F-9730-D8DB01D503EC}" dt="2026-02-20T04:00:39.260" v="7225" actId="1076"/>
          <ac:spMkLst>
            <pc:docMk/>
            <pc:sldMk cId="984450701" sldId="485"/>
            <ac:spMk id="39" creationId="{0AE9F2AB-1B77-FAA1-2728-728ECE876769}"/>
          </ac:spMkLst>
        </pc:spChg>
      </pc:sldChg>
      <pc:sldChg chg="add del">
        <pc:chgData name="Dr Parag D. Pawar" userId="45f730c0-1703-4ce0-909b-efb17736071d" providerId="ADAL" clId="{629D698C-9F10-422F-9730-D8DB01D503EC}" dt="2026-02-20T08:20:01.125" v="8166" actId="47"/>
        <pc:sldMkLst>
          <pc:docMk/>
          <pc:sldMk cId="84886820" sldId="486"/>
        </pc:sldMkLst>
      </pc:sldChg>
      <pc:sldChg chg="addSp delSp add del mod">
        <pc:chgData name="Dr Parag D. Pawar" userId="45f730c0-1703-4ce0-909b-efb17736071d" providerId="ADAL" clId="{629D698C-9F10-422F-9730-D8DB01D503EC}" dt="2026-02-20T05:38:39.198" v="7388" actId="47"/>
        <pc:sldMkLst>
          <pc:docMk/>
          <pc:sldMk cId="527074585" sldId="486"/>
        </pc:sldMkLst>
        <pc:spChg chg="add">
          <ac:chgData name="Dr Parag D. Pawar" userId="45f730c0-1703-4ce0-909b-efb17736071d" providerId="ADAL" clId="{629D698C-9F10-422F-9730-D8DB01D503EC}" dt="2026-02-20T05:01:52.216" v="7250"/>
          <ac:spMkLst>
            <pc:docMk/>
            <pc:sldMk cId="527074585" sldId="486"/>
            <ac:spMk id="9" creationId="{A3CC4CDF-41B1-A3E8-0F3C-01FB98F4CFFE}"/>
          </ac:spMkLst>
        </pc:spChg>
        <pc:spChg chg="add">
          <ac:chgData name="Dr Parag D. Pawar" userId="45f730c0-1703-4ce0-909b-efb17736071d" providerId="ADAL" clId="{629D698C-9F10-422F-9730-D8DB01D503EC}" dt="2026-02-20T05:01:56.497" v="7251"/>
          <ac:spMkLst>
            <pc:docMk/>
            <pc:sldMk cId="527074585" sldId="486"/>
            <ac:spMk id="11" creationId="{EC4B6F7D-1448-2737-1013-D99AC21A867A}"/>
          </ac:spMkLst>
        </pc:spChg>
        <pc:picChg chg="add del">
          <ac:chgData name="Dr Parag D. Pawar" userId="45f730c0-1703-4ce0-909b-efb17736071d" providerId="ADAL" clId="{629D698C-9F10-422F-9730-D8DB01D503EC}" dt="2026-02-20T05:02:21.456" v="7253" actId="478"/>
          <ac:picMkLst>
            <pc:docMk/>
            <pc:sldMk cId="527074585" sldId="486"/>
            <ac:picMk id="12" creationId="{FB49BFC8-D18F-F9A9-189A-7FBC20E42EA7}"/>
          </ac:picMkLst>
        </pc:picChg>
      </pc:sldChg>
    </pc:docChg>
  </pc:docChgLst>
  <pc:docChgLst>
    <pc:chgData name="Dr Parag D. Pawar" userId="45f730c0-1703-4ce0-909b-efb17736071d" providerId="ADAL" clId="{CD4D9D87-25C2-47DB-AE56-A86177B2B98E}"/>
    <pc:docChg chg="undo custSel addSld delSld modSld sldOrd">
      <pc:chgData name="Dr Parag D. Pawar" userId="45f730c0-1703-4ce0-909b-efb17736071d" providerId="ADAL" clId="{CD4D9D87-25C2-47DB-AE56-A86177B2B98E}" dt="2026-02-18T11:34:25.719" v="2060" actId="1076"/>
      <pc:docMkLst>
        <pc:docMk/>
      </pc:docMkLst>
      <pc:sldChg chg="modSp add mod">
        <pc:chgData name="Dr Parag D. Pawar" userId="45f730c0-1703-4ce0-909b-efb17736071d" providerId="ADAL" clId="{CD4D9D87-25C2-47DB-AE56-A86177B2B98E}" dt="2026-02-18T11:34:25.719" v="2060" actId="1076"/>
        <pc:sldMkLst>
          <pc:docMk/>
          <pc:sldMk cId="2345645036" sldId="305"/>
        </pc:sldMkLst>
        <pc:spChg chg="mod">
          <ac:chgData name="Dr Parag D. Pawar" userId="45f730c0-1703-4ce0-909b-efb17736071d" providerId="ADAL" clId="{CD4D9D87-25C2-47DB-AE56-A86177B2B98E}" dt="2026-02-16T04:46:25.147" v="1927" actId="207"/>
          <ac:spMkLst>
            <pc:docMk/>
            <pc:sldMk cId="2345645036" sldId="305"/>
            <ac:spMk id="29" creationId="{253ADEFF-80A4-C6F2-A956-E42DEF58E002}"/>
          </ac:spMkLst>
        </pc:spChg>
        <pc:spChg chg="mod">
          <ac:chgData name="Dr Parag D. Pawar" userId="45f730c0-1703-4ce0-909b-efb17736071d" providerId="ADAL" clId="{CD4D9D87-25C2-47DB-AE56-A86177B2B98E}" dt="2026-02-18T11:33:53.587" v="2056"/>
          <ac:spMkLst>
            <pc:docMk/>
            <pc:sldMk cId="2345645036" sldId="305"/>
            <ac:spMk id="57" creationId="{3B10244C-892D-F05A-A412-63D9CB39446B}"/>
          </ac:spMkLst>
        </pc:spChg>
        <pc:spChg chg="mod">
          <ac:chgData name="Dr Parag D. Pawar" userId="45f730c0-1703-4ce0-909b-efb17736071d" providerId="ADAL" clId="{CD4D9D87-25C2-47DB-AE56-A86177B2B98E}" dt="2026-02-18T11:33:53.587" v="2056"/>
          <ac:spMkLst>
            <pc:docMk/>
            <pc:sldMk cId="2345645036" sldId="305"/>
            <ac:spMk id="59" creationId="{8AFFF0F1-3783-912D-2FB8-52D1B7BA0865}"/>
          </ac:spMkLst>
        </pc:spChg>
        <pc:spChg chg="mod">
          <ac:chgData name="Dr Parag D. Pawar" userId="45f730c0-1703-4ce0-909b-efb17736071d" providerId="ADAL" clId="{CD4D9D87-25C2-47DB-AE56-A86177B2B98E}" dt="2026-02-18T11:34:25.719" v="2060" actId="1076"/>
          <ac:spMkLst>
            <pc:docMk/>
            <pc:sldMk cId="2345645036" sldId="305"/>
            <ac:spMk id="60" creationId="{00B20E1C-BD10-327D-311D-CF0EB6608C75}"/>
          </ac:spMkLst>
        </pc:spChg>
        <pc:spChg chg="mod">
          <ac:chgData name="Dr Parag D. Pawar" userId="45f730c0-1703-4ce0-909b-efb17736071d" providerId="ADAL" clId="{CD4D9D87-25C2-47DB-AE56-A86177B2B98E}" dt="2026-02-18T11:34:14.861" v="2059" actId="14100"/>
          <ac:spMkLst>
            <pc:docMk/>
            <pc:sldMk cId="2345645036" sldId="305"/>
            <ac:spMk id="61" creationId="{AD23BCA0-9D40-C6D1-BE51-4BE286E6CF90}"/>
          </ac:spMkLst>
        </pc:spChg>
      </pc:sldChg>
      <pc:sldChg chg="addSp delSp modSp add mod">
        <pc:chgData name="Dr Parag D. Pawar" userId="45f730c0-1703-4ce0-909b-efb17736071d" providerId="ADAL" clId="{CD4D9D87-25C2-47DB-AE56-A86177B2B98E}" dt="2026-02-18T10:55:07.234" v="1997" actId="22"/>
        <pc:sldMkLst>
          <pc:docMk/>
          <pc:sldMk cId="785800381" sldId="322"/>
        </pc:sldMkLst>
        <pc:spChg chg="mod">
          <ac:chgData name="Dr Parag D. Pawar" userId="45f730c0-1703-4ce0-909b-efb17736071d" providerId="ADAL" clId="{CD4D9D87-25C2-47DB-AE56-A86177B2B98E}" dt="2026-02-18T10:52:16.140" v="1994" actId="20577"/>
          <ac:spMkLst>
            <pc:docMk/>
            <pc:sldMk cId="785800381" sldId="322"/>
            <ac:spMk id="3" creationId="{88A3CC31-F69E-20F1-9E39-39DE8A1C4988}"/>
          </ac:spMkLst>
        </pc:spChg>
      </pc:sldChg>
      <pc:sldChg chg="add">
        <pc:chgData name="Dr Parag D. Pawar" userId="45f730c0-1703-4ce0-909b-efb17736071d" providerId="ADAL" clId="{CD4D9D87-25C2-47DB-AE56-A86177B2B98E}" dt="2026-02-11T13:37:55.362" v="317"/>
        <pc:sldMkLst>
          <pc:docMk/>
          <pc:sldMk cId="337569024" sldId="373"/>
        </pc:sldMkLst>
      </pc:sldChg>
      <pc:sldChg chg="modSp add mod addAnim delAnim modAnim">
        <pc:chgData name="Dr Parag D. Pawar" userId="45f730c0-1703-4ce0-909b-efb17736071d" providerId="ADAL" clId="{CD4D9D87-25C2-47DB-AE56-A86177B2B98E}" dt="2026-02-18T10:56:37.298" v="2004"/>
        <pc:sldMkLst>
          <pc:docMk/>
          <pc:sldMk cId="3239103780" sldId="433"/>
        </pc:sldMkLst>
        <pc:spChg chg="mod">
          <ac:chgData name="Dr Parag D. Pawar" userId="45f730c0-1703-4ce0-909b-efb17736071d" providerId="ADAL" clId="{CD4D9D87-25C2-47DB-AE56-A86177B2B98E}" dt="2026-02-18T10:55:46.067" v="2000" actId="14861"/>
          <ac:spMkLst>
            <pc:docMk/>
            <pc:sldMk cId="3239103780" sldId="433"/>
            <ac:spMk id="4" creationId="{1C584AF7-A1B4-8600-D3AF-77F2D94C77BE}"/>
          </ac:spMkLst>
        </pc:spChg>
        <pc:spChg chg="mod">
          <ac:chgData name="Dr Parag D. Pawar" userId="45f730c0-1703-4ce0-909b-efb17736071d" providerId="ADAL" clId="{CD4D9D87-25C2-47DB-AE56-A86177B2B98E}" dt="2026-02-18T10:55:39.546" v="1999" actId="14861"/>
          <ac:spMkLst>
            <pc:docMk/>
            <pc:sldMk cId="3239103780" sldId="433"/>
            <ac:spMk id="19" creationId="{9DE8D47C-FDC1-1AFD-C839-B99D5CBE0BE3}"/>
          </ac:spMkLst>
        </pc:spChg>
      </pc:sldChg>
      <pc:sldChg chg="modSp add mod">
        <pc:chgData name="Dr Parag D. Pawar" userId="45f730c0-1703-4ce0-909b-efb17736071d" providerId="ADAL" clId="{CD4D9D87-25C2-47DB-AE56-A86177B2B98E}" dt="2026-02-16T04:46:02.606" v="1925" actId="207"/>
        <pc:sldMkLst>
          <pc:docMk/>
          <pc:sldMk cId="1006617908" sldId="463"/>
        </pc:sldMkLst>
        <pc:spChg chg="mod">
          <ac:chgData name="Dr Parag D. Pawar" userId="45f730c0-1703-4ce0-909b-efb17736071d" providerId="ADAL" clId="{CD4D9D87-25C2-47DB-AE56-A86177B2B98E}" dt="2026-02-16T04:46:02.606" v="1925" actId="207"/>
          <ac:spMkLst>
            <pc:docMk/>
            <pc:sldMk cId="1006617908" sldId="463"/>
            <ac:spMk id="2" creationId="{548E46DC-9070-4D05-81A0-3CABEB72EFB0}"/>
          </ac:spMkLst>
        </pc:spChg>
      </pc:sldChg>
      <pc:sldChg chg="modSp add">
        <pc:chgData name="Dr Parag D. Pawar" userId="45f730c0-1703-4ce0-909b-efb17736071d" providerId="ADAL" clId="{CD4D9D87-25C2-47DB-AE56-A86177B2B98E}" dt="2026-02-18T11:28:13.944" v="2044" actId="207"/>
        <pc:sldMkLst>
          <pc:docMk/>
          <pc:sldMk cId="3548471847" sldId="464"/>
        </pc:sldMkLst>
        <pc:spChg chg="mod">
          <ac:chgData name="Dr Parag D. Pawar" userId="45f730c0-1703-4ce0-909b-efb17736071d" providerId="ADAL" clId="{CD4D9D87-25C2-47DB-AE56-A86177B2B98E}" dt="2026-02-18T11:28:13.944" v="2044" actId="207"/>
          <ac:spMkLst>
            <pc:docMk/>
            <pc:sldMk cId="3548471847" sldId="464"/>
            <ac:spMk id="4" creationId="{47C8847D-B6D0-D93F-B73D-A0ABB1DABBC2}"/>
          </ac:spMkLst>
        </pc:spChg>
        <pc:spChg chg="mod">
          <ac:chgData name="Dr Parag D. Pawar" userId="45f730c0-1703-4ce0-909b-efb17736071d" providerId="ADAL" clId="{CD4D9D87-25C2-47DB-AE56-A86177B2B98E}" dt="2026-02-18T11:27:27.203" v="2024" actId="20577"/>
          <ac:spMkLst>
            <pc:docMk/>
            <pc:sldMk cId="3548471847" sldId="464"/>
            <ac:spMk id="11" creationId="{106C590A-D504-FFF9-6804-76BCB1A26215}"/>
          </ac:spMkLst>
        </pc:spChg>
        <pc:spChg chg="mod">
          <ac:chgData name="Dr Parag D. Pawar" userId="45f730c0-1703-4ce0-909b-efb17736071d" providerId="ADAL" clId="{CD4D9D87-25C2-47DB-AE56-A86177B2B98E}" dt="2026-02-18T11:27:34.013" v="2040" actId="20577"/>
          <ac:spMkLst>
            <pc:docMk/>
            <pc:sldMk cId="3548471847" sldId="464"/>
            <ac:spMk id="13" creationId="{29437F1D-8EA9-ECF2-F74D-3261B4E81F20}"/>
          </ac:spMkLst>
        </pc:spChg>
        <pc:spChg chg="mod">
          <ac:chgData name="Dr Parag D. Pawar" userId="45f730c0-1703-4ce0-909b-efb17736071d" providerId="ADAL" clId="{CD4D9D87-25C2-47DB-AE56-A86177B2B98E}" dt="2026-02-18T11:27:49.004" v="2041" actId="207"/>
          <ac:spMkLst>
            <pc:docMk/>
            <pc:sldMk cId="3548471847" sldId="464"/>
            <ac:spMk id="15" creationId="{F54B3E3C-274B-FCE5-6790-1C3CD99B92A9}"/>
          </ac:spMkLst>
        </pc:spChg>
        <pc:spChg chg="mod">
          <ac:chgData name="Dr Parag D. Pawar" userId="45f730c0-1703-4ce0-909b-efb17736071d" providerId="ADAL" clId="{CD4D9D87-25C2-47DB-AE56-A86177B2B98E}" dt="2026-02-18T11:27:13.510" v="2006" actId="207"/>
          <ac:spMkLst>
            <pc:docMk/>
            <pc:sldMk cId="3548471847" sldId="464"/>
            <ac:spMk id="25" creationId="{AB3680B5-A34F-BB0D-4075-3BB3260C395C}"/>
          </ac:spMkLst>
        </pc:spChg>
      </pc:sldChg>
      <pc:sldChg chg="add">
        <pc:chgData name="Dr Parag D. Pawar" userId="45f730c0-1703-4ce0-909b-efb17736071d" providerId="ADAL" clId="{CD4D9D87-25C2-47DB-AE56-A86177B2B98E}" dt="2026-02-11T13:37:55.362" v="317"/>
        <pc:sldMkLst>
          <pc:docMk/>
          <pc:sldMk cId="3112902956" sldId="465"/>
        </pc:sldMkLst>
      </pc:sldChg>
      <pc:sldChg chg="add">
        <pc:chgData name="Dr Parag D. Pawar" userId="45f730c0-1703-4ce0-909b-efb17736071d" providerId="ADAL" clId="{CD4D9D87-25C2-47DB-AE56-A86177B2B98E}" dt="2026-02-11T13:37:55.362" v="317"/>
        <pc:sldMkLst>
          <pc:docMk/>
          <pc:sldMk cId="2940561429" sldId="466"/>
        </pc:sldMkLst>
      </pc:sldChg>
      <pc:sldChg chg="add">
        <pc:chgData name="Dr Parag D. Pawar" userId="45f730c0-1703-4ce0-909b-efb17736071d" providerId="ADAL" clId="{CD4D9D87-25C2-47DB-AE56-A86177B2B98E}" dt="2026-02-11T13:37:55.362" v="317"/>
        <pc:sldMkLst>
          <pc:docMk/>
          <pc:sldMk cId="582654273" sldId="467"/>
        </pc:sldMkLst>
      </pc:sldChg>
      <pc:sldChg chg="add">
        <pc:chgData name="Dr Parag D. Pawar" userId="45f730c0-1703-4ce0-909b-efb17736071d" providerId="ADAL" clId="{CD4D9D87-25C2-47DB-AE56-A86177B2B98E}" dt="2026-02-11T13:37:55.362" v="317"/>
        <pc:sldMkLst>
          <pc:docMk/>
          <pc:sldMk cId="1406869669" sldId="468"/>
        </pc:sldMkLst>
      </pc:sldChg>
      <pc:sldChg chg="add">
        <pc:chgData name="Dr Parag D. Pawar" userId="45f730c0-1703-4ce0-909b-efb17736071d" providerId="ADAL" clId="{CD4D9D87-25C2-47DB-AE56-A86177B2B98E}" dt="2026-02-11T13:37:55.362" v="317"/>
        <pc:sldMkLst>
          <pc:docMk/>
          <pc:sldMk cId="3895383736" sldId="469"/>
        </pc:sldMkLst>
      </pc:sldChg>
      <pc:sldChg chg="modSp add mod">
        <pc:chgData name="Dr Parag D. Pawar" userId="45f730c0-1703-4ce0-909b-efb17736071d" providerId="ADAL" clId="{CD4D9D87-25C2-47DB-AE56-A86177B2B98E}" dt="2026-02-16T04:46:12.428" v="1926" actId="207"/>
        <pc:sldMkLst>
          <pc:docMk/>
          <pc:sldMk cId="2966985108" sldId="470"/>
        </pc:sldMkLst>
        <pc:spChg chg="mod">
          <ac:chgData name="Dr Parag D. Pawar" userId="45f730c0-1703-4ce0-909b-efb17736071d" providerId="ADAL" clId="{CD4D9D87-25C2-47DB-AE56-A86177B2B98E}" dt="2026-02-16T04:46:12.428" v="1926" actId="207"/>
          <ac:spMkLst>
            <pc:docMk/>
            <pc:sldMk cId="2966985108" sldId="470"/>
            <ac:spMk id="2" creationId="{37BA726D-D5A4-F5D9-AFDE-A7FDB5BC4A68}"/>
          </ac:spMkLst>
        </pc:spChg>
      </pc:sldChg>
      <pc:sldChg chg="modSp add">
        <pc:chgData name="Dr Parag D. Pawar" userId="45f730c0-1703-4ce0-909b-efb17736071d" providerId="ADAL" clId="{CD4D9D87-25C2-47DB-AE56-A86177B2B98E}" dt="2026-02-18T11:32:27.363" v="2050" actId="207"/>
        <pc:sldMkLst>
          <pc:docMk/>
          <pc:sldMk cId="3150169953" sldId="471"/>
        </pc:sldMkLst>
        <pc:spChg chg="mod">
          <ac:chgData name="Dr Parag D. Pawar" userId="45f730c0-1703-4ce0-909b-efb17736071d" providerId="ADAL" clId="{CD4D9D87-25C2-47DB-AE56-A86177B2B98E}" dt="2026-02-18T11:31:52.884" v="2047" actId="207"/>
          <ac:spMkLst>
            <pc:docMk/>
            <pc:sldMk cId="3150169953" sldId="471"/>
            <ac:spMk id="13" creationId="{29437F1D-8EA9-ECF2-F74D-3261B4E81F20}"/>
          </ac:spMkLst>
        </pc:spChg>
        <pc:spChg chg="mod">
          <ac:chgData name="Dr Parag D. Pawar" userId="45f730c0-1703-4ce0-909b-efb17736071d" providerId="ADAL" clId="{CD4D9D87-25C2-47DB-AE56-A86177B2B98E}" dt="2026-02-18T11:32:27.363" v="2050" actId="207"/>
          <ac:spMkLst>
            <pc:docMk/>
            <pc:sldMk cId="3150169953" sldId="471"/>
            <ac:spMk id="15" creationId="{F54B3E3C-274B-FCE5-6790-1C3CD99B92A9}"/>
          </ac:spMkLst>
        </pc:spChg>
        <pc:spChg chg="mod">
          <ac:chgData name="Dr Parag D. Pawar" userId="45f730c0-1703-4ce0-909b-efb17736071d" providerId="ADAL" clId="{CD4D9D87-25C2-47DB-AE56-A86177B2B98E}" dt="2026-02-18T11:32:13.121" v="2049" actId="207"/>
          <ac:spMkLst>
            <pc:docMk/>
            <pc:sldMk cId="3150169953" sldId="471"/>
            <ac:spMk id="17" creationId="{25832DA9-632C-C6BE-71C6-35F17753A360}"/>
          </ac:spMkLst>
        </pc:spChg>
        <pc:spChg chg="mod">
          <ac:chgData name="Dr Parag D. Pawar" userId="45f730c0-1703-4ce0-909b-efb17736071d" providerId="ADAL" clId="{CD4D9D87-25C2-47DB-AE56-A86177B2B98E}" dt="2026-02-18T11:31:44.731" v="2046" actId="207"/>
          <ac:spMkLst>
            <pc:docMk/>
            <pc:sldMk cId="3150169953" sldId="471"/>
            <ac:spMk id="25" creationId="{AB3680B5-A34F-BB0D-4075-3BB3260C395C}"/>
          </ac:spMkLst>
        </pc:spChg>
      </pc:sldChg>
      <pc:sldChg chg="add">
        <pc:chgData name="Dr Parag D. Pawar" userId="45f730c0-1703-4ce0-909b-efb17736071d" providerId="ADAL" clId="{CD4D9D87-25C2-47DB-AE56-A86177B2B98E}" dt="2026-02-11T13:37:55.362" v="317"/>
        <pc:sldMkLst>
          <pc:docMk/>
          <pc:sldMk cId="3885899036" sldId="472"/>
        </pc:sldMkLst>
      </pc:sldChg>
      <pc:sldChg chg="add">
        <pc:chgData name="Dr Parag D. Pawar" userId="45f730c0-1703-4ce0-909b-efb17736071d" providerId="ADAL" clId="{CD4D9D87-25C2-47DB-AE56-A86177B2B98E}" dt="2026-02-11T13:37:55.362" v="317"/>
        <pc:sldMkLst>
          <pc:docMk/>
          <pc:sldMk cId="1737438601" sldId="473"/>
        </pc:sldMkLst>
      </pc:sldChg>
      <pc:sldChg chg="add">
        <pc:chgData name="Dr Parag D. Pawar" userId="45f730c0-1703-4ce0-909b-efb17736071d" providerId="ADAL" clId="{CD4D9D87-25C2-47DB-AE56-A86177B2B98E}" dt="2026-02-11T13:37:55.362" v="317"/>
        <pc:sldMkLst>
          <pc:docMk/>
          <pc:sldMk cId="575126292" sldId="4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0C40-380F-467F-B2E8-E7180F29145A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F0A6D-EEA4-4712-949D-959F890BC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8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BF5B-9B04-F6DF-E291-C3826A00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42A99-FDCC-8AE7-718B-1A52E8668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8CBC6-385A-3A95-7160-6EDB434FF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573A6-9C05-C628-9B7B-F44950C5F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E83F6-3A65-482C-B878-5103AB5386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747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F6D9-433D-9FCD-1371-1FFC5B22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D57-1E42-FEF9-0046-F55DAD532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FED1-DC2E-CA26-77D3-B561CC9C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2C593-CC40-D16B-0A92-941477A9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334F8-28C8-6190-4C7A-46BE2551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CF8B-79E3-327D-BE10-75A66EF3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FD811-EBEC-A270-B6E0-0245AD78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6D39-7B87-DE1A-5773-802CCC8F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8125-5496-97EB-E47F-48BE46EF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BE62-5957-C388-3C97-08E94A02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8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49FF-2E5A-4944-C1BF-C8E2B512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2F7C-B359-6847-B6BB-CB0D4FDA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0B2F-8D7D-88CB-EB4C-D002D54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AD0E-CDC9-81DE-EAE1-4D48F97F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8BBC0-DF8F-9633-3CF0-B537CC4B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BC8D-7B47-32C2-5D96-31B3077D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B44F-FCDC-3C0E-EE40-C85D05455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47FFF-518C-F697-E99F-82A49EDB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59D35-265F-B240-4867-A8884695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B8C1-6A1F-7695-CE51-B11363BD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52C22-A624-D254-DF4D-844F544C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4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0277-2A98-F5FB-469B-993AD22E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F13E-9536-45FA-3843-3EB0BAC1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26A17-C4D6-59E3-0A04-A2C0AB179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2183E-7155-D59D-77AA-533FFF38F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EA97B-8655-8A53-7B87-F43C923B5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3C9E4-AD31-6A15-DEBA-532AB09A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A57D4-E06C-ED8E-3954-958ABB03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4200A-B4D8-DF9F-A065-32BA685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0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3A8F-C2BE-88F1-871E-FCDBBC10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9B962-578D-B4FE-AF9D-7957A581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609FF-4186-0E56-3F39-68FD17AE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05437-F288-98C3-7F90-5C6ACEE6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0323B-08B1-2CFB-ABD3-A510B613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0435D-871A-182C-7C87-B4989835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F160-3EFD-19D0-298E-AD69EC98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5AD0-4B31-492F-9BA4-1F5D982A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1AF9-7A27-04D5-9D85-5D4D80190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A3A66-5958-769B-741E-B5437CA15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A6B32-A397-2328-9339-0D650285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70F0E-2882-5BED-DA88-638CC2CB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23D9-AA7A-9A39-B5F1-328454DB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3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B9B5-B531-AB92-B827-2FD74C17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83E2-9567-629B-664B-298D5897D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4114-FC7A-5462-1297-5D6BCAB5C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ECCCB-9FE2-8591-F205-F8B5B9E7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9A163-75DC-03AF-5326-849EC4CF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D94F6-8E2C-E63C-8B91-F740383C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CAC5-CD37-F867-6192-C9494749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53604-94B5-CB17-2771-A0C924832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DCE7-2FBC-1748-AAC8-E7540469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31F0-1E5F-E267-722F-1A471441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33FD-4898-0238-3ABB-8FF1D8AE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6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F1B78-415C-335C-90B0-0A7C6BEE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350C0-BEFD-B8FB-DE09-0170706F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DFC31-6E76-0879-B3EE-E2EF6AAE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E808-F47B-32A9-D83A-60E8B93B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8CFE5-801F-C96D-7414-92898D0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35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60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2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89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715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335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255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820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557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979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305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7232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9EA7F-FCAF-412A-8BBC-893AA2B96CD8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412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9E6DE-93F1-4C7C-8DD5-CA430625CA3B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803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AAEC-8FA7-4019-840F-D999959FDA3D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439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983E-D6B4-425B-AB76-683AB642AC33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222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AB77A-D05E-4D1E-AD93-E84ACCD681A1}" type="datetime1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47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B9C7-A180-4425-AFCC-D38F3A6AA307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39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D46F-B963-46EF-9146-5BF8C0FF40A5}" type="datetime1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665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67579-01B6-4B39-A858-86CAD06EA51B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80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C180-ECB7-4587-8ACC-2AB98C84E048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149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86E7B-7C2D-4614-BAE5-93A338E0EF40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225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3B34-A18F-4622-9F4E-53B125BAC6A8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4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96E57-FC88-A9B0-F1C3-F11DD354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114DD-3CA0-C024-F938-3704B7A5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FFB1C-F5F4-F094-0D2E-44E231849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D2172-B066-42B6-872E-3CB95A0AB1F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7CC7-25A6-0109-6794-AC24CB7EE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B55D-30F1-5288-DA2C-3E5909CD4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0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13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33500-A71A-434E-AEFF-ED4F19179B8D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5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3" Type="http://schemas.openxmlformats.org/officeDocument/2006/relationships/image" Target="../media/image254.png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11" Type="http://schemas.openxmlformats.org/officeDocument/2006/relationships/image" Target="../media/image261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146.png"/><Relationship Id="rId9" Type="http://schemas.openxmlformats.org/officeDocument/2006/relationships/image" Target="../media/image2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3" Type="http://schemas.openxmlformats.org/officeDocument/2006/relationships/image" Target="../media/image264.png"/><Relationship Id="rId7" Type="http://schemas.openxmlformats.org/officeDocument/2006/relationships/image" Target="../media/image268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7.png"/><Relationship Id="rId5" Type="http://schemas.openxmlformats.org/officeDocument/2006/relationships/image" Target="../media/image266.png"/><Relationship Id="rId4" Type="http://schemas.openxmlformats.org/officeDocument/2006/relationships/image" Target="../media/image2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3" Type="http://schemas.openxmlformats.org/officeDocument/2006/relationships/image" Target="../media/image271.png"/><Relationship Id="rId7" Type="http://schemas.openxmlformats.org/officeDocument/2006/relationships/image" Target="../media/image27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10" Type="http://schemas.openxmlformats.org/officeDocument/2006/relationships/image" Target="../media/image8.jpg"/><Relationship Id="rId4" Type="http://schemas.openxmlformats.org/officeDocument/2006/relationships/image" Target="../media/image272.png"/><Relationship Id="rId9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0.jpeg"/><Relationship Id="rId7" Type="http://schemas.openxmlformats.org/officeDocument/2006/relationships/image" Target="../media/image1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9.jpg"/><Relationship Id="rId9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png"/><Relationship Id="rId3" Type="http://schemas.openxmlformats.org/officeDocument/2006/relationships/image" Target="../media/image296.png"/><Relationship Id="rId7" Type="http://schemas.openxmlformats.org/officeDocument/2006/relationships/image" Target="../media/image300.png"/><Relationship Id="rId12" Type="http://schemas.openxmlformats.org/officeDocument/2006/relationships/image" Target="../media/image305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9.png"/><Relationship Id="rId11" Type="http://schemas.openxmlformats.org/officeDocument/2006/relationships/image" Target="../media/image304.png"/><Relationship Id="rId5" Type="http://schemas.openxmlformats.org/officeDocument/2006/relationships/image" Target="../media/image298.png"/><Relationship Id="rId10" Type="http://schemas.openxmlformats.org/officeDocument/2006/relationships/image" Target="../media/image303.png"/><Relationship Id="rId4" Type="http://schemas.openxmlformats.org/officeDocument/2006/relationships/image" Target="../media/image297.png"/><Relationship Id="rId9" Type="http://schemas.openxmlformats.org/officeDocument/2006/relationships/image" Target="../media/image30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png"/><Relationship Id="rId3" Type="http://schemas.openxmlformats.org/officeDocument/2006/relationships/image" Target="../media/image307.png"/><Relationship Id="rId7" Type="http://schemas.openxmlformats.org/officeDocument/2006/relationships/image" Target="../media/image311.png"/><Relationship Id="rId12" Type="http://schemas.openxmlformats.org/officeDocument/2006/relationships/image" Target="../media/image316.png"/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15.png"/><Relationship Id="rId5" Type="http://schemas.openxmlformats.org/officeDocument/2006/relationships/image" Target="../media/image309.png"/><Relationship Id="rId10" Type="http://schemas.openxmlformats.org/officeDocument/2006/relationships/image" Target="../media/image314.png"/><Relationship Id="rId4" Type="http://schemas.openxmlformats.org/officeDocument/2006/relationships/image" Target="../media/image308.png"/><Relationship Id="rId9" Type="http://schemas.openxmlformats.org/officeDocument/2006/relationships/image" Target="../media/image3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13" Type="http://schemas.openxmlformats.org/officeDocument/2006/relationships/image" Target="../media/image25.png"/><Relationship Id="rId3" Type="http://schemas.openxmlformats.org/officeDocument/2006/relationships/image" Target="../media/image318.png"/><Relationship Id="rId7" Type="http://schemas.openxmlformats.org/officeDocument/2006/relationships/image" Target="../media/image322.png"/><Relationship Id="rId12" Type="http://schemas.openxmlformats.org/officeDocument/2006/relationships/image" Target="../media/image24.svg"/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1.png"/><Relationship Id="rId11" Type="http://schemas.openxmlformats.org/officeDocument/2006/relationships/image" Target="../media/image23.png"/><Relationship Id="rId5" Type="http://schemas.openxmlformats.org/officeDocument/2006/relationships/image" Target="../media/image320.png"/><Relationship Id="rId10" Type="http://schemas.openxmlformats.org/officeDocument/2006/relationships/image" Target="../media/image30.png"/><Relationship Id="rId4" Type="http://schemas.openxmlformats.org/officeDocument/2006/relationships/image" Target="../media/image319.png"/><Relationship Id="rId9" Type="http://schemas.openxmlformats.org/officeDocument/2006/relationships/image" Target="../media/image324.png"/><Relationship Id="rId1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326.png"/><Relationship Id="rId7" Type="http://schemas.openxmlformats.org/officeDocument/2006/relationships/image" Target="../media/image330.png"/><Relationship Id="rId2" Type="http://schemas.openxmlformats.org/officeDocument/2006/relationships/image" Target="../media/image3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9.png"/><Relationship Id="rId5" Type="http://schemas.openxmlformats.org/officeDocument/2006/relationships/image" Target="../media/image328.png"/><Relationship Id="rId10" Type="http://schemas.openxmlformats.org/officeDocument/2006/relationships/image" Target="../media/image5.jpeg"/><Relationship Id="rId4" Type="http://schemas.openxmlformats.org/officeDocument/2006/relationships/image" Target="../media/image327.png"/><Relationship Id="rId9" Type="http://schemas.openxmlformats.org/officeDocument/2006/relationships/image" Target="../media/image3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334.png"/><Relationship Id="rId7" Type="http://schemas.openxmlformats.org/officeDocument/2006/relationships/image" Target="../media/image27.jp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7.png"/><Relationship Id="rId5" Type="http://schemas.openxmlformats.org/officeDocument/2006/relationships/image" Target="../media/image336.png"/><Relationship Id="rId4" Type="http://schemas.openxmlformats.org/officeDocument/2006/relationships/image" Target="../media/image3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149BE-D401-D038-B38A-8C612A3AE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0D67972-8136-6222-2A73-D29A20A50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EC0F8-0D05-7B5C-20CB-EBF926149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6504" y="758951"/>
            <a:ext cx="7319175" cy="3374931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SECTION  2</a:t>
            </a:r>
            <a:br>
              <a:rPr lang="en-IN" sz="1800" dirty="0">
                <a:solidFill>
                  <a:srgbClr val="C00000"/>
                </a:solidFill>
              </a:rPr>
            </a:br>
            <a:br>
              <a:rPr lang="en-US" sz="5600" dirty="0"/>
            </a:br>
            <a:r>
              <a:rPr lang="en-IN" sz="5600" dirty="0"/>
              <a:t>Static </a:t>
            </a:r>
            <a:r>
              <a:rPr lang="en-IN" sz="5600" dirty="0">
                <a:solidFill>
                  <a:srgbClr val="0070C0"/>
                </a:solidFill>
                <a:latin typeface="Segoe Script" panose="030B0504020000000003" pitchFamily="66" charset="0"/>
              </a:rPr>
              <a:t>Games</a:t>
            </a:r>
            <a:r>
              <a:rPr lang="en-IN" sz="5600" dirty="0"/>
              <a:t> of Complete Information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3CC31-F69E-20F1-9E39-39DE8A1C4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6504" y="4455620"/>
            <a:ext cx="7321946" cy="1143000"/>
          </a:xfrm>
        </p:spPr>
        <p:txBody>
          <a:bodyPr>
            <a:normAutofit/>
          </a:bodyPr>
          <a:lstStyle/>
          <a:p>
            <a:r>
              <a:rPr lang="en-IN" dirty="0"/>
              <a:t>Class </a:t>
            </a:r>
            <a:r>
              <a:rPr lang="en-IN" b="1" dirty="0">
                <a:solidFill>
                  <a:srgbClr val="C00000"/>
                </a:solidFill>
              </a:rPr>
              <a:t>11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31" name="Graphic 30" descr="Game controller">
            <a:extLst>
              <a:ext uri="{FF2B5EF4-FFF2-40B4-BE49-F238E27FC236}">
                <a16:creationId xmlns:a16="http://schemas.microsoft.com/office/drawing/2014/main" id="{3D8811AD-892B-2AD9-D069-F26769196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973" y="1790485"/>
            <a:ext cx="2758331" cy="2758331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C81360-FCD6-DD99-B3CF-FBB2FD3C4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8251" y="4294753"/>
            <a:ext cx="71323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D6B9E29-119A-F044-183A-9BD98348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A2BA6-34CA-C5E4-9A1F-43636FEC44E8}"/>
              </a:ext>
            </a:extLst>
          </p:cNvPr>
          <p:cNvSpPr txBox="1"/>
          <p:nvPr/>
        </p:nvSpPr>
        <p:spPr>
          <a:xfrm>
            <a:off x="8362624" y="138092"/>
            <a:ext cx="3667327" cy="2308324"/>
          </a:xfrm>
          <a:custGeom>
            <a:avLst/>
            <a:gdLst>
              <a:gd name="csX0" fmla="*/ 0 w 3667327"/>
              <a:gd name="csY0" fmla="*/ 0 h 2308324"/>
              <a:gd name="csX1" fmla="*/ 597250 w 3667327"/>
              <a:gd name="csY1" fmla="*/ 0 h 2308324"/>
              <a:gd name="csX2" fmla="*/ 1157828 w 3667327"/>
              <a:gd name="csY2" fmla="*/ 0 h 2308324"/>
              <a:gd name="csX3" fmla="*/ 1681731 w 3667327"/>
              <a:gd name="csY3" fmla="*/ 0 h 2308324"/>
              <a:gd name="csX4" fmla="*/ 2205635 w 3667327"/>
              <a:gd name="csY4" fmla="*/ 0 h 2308324"/>
              <a:gd name="csX5" fmla="*/ 2802886 w 3667327"/>
              <a:gd name="csY5" fmla="*/ 0 h 2308324"/>
              <a:gd name="csX6" fmla="*/ 3667327 w 3667327"/>
              <a:gd name="csY6" fmla="*/ 0 h 2308324"/>
              <a:gd name="csX7" fmla="*/ 3667327 w 3667327"/>
              <a:gd name="csY7" fmla="*/ 507831 h 2308324"/>
              <a:gd name="csX8" fmla="*/ 3667327 w 3667327"/>
              <a:gd name="csY8" fmla="*/ 1107996 h 2308324"/>
              <a:gd name="csX9" fmla="*/ 3667327 w 3667327"/>
              <a:gd name="csY9" fmla="*/ 1615827 h 2308324"/>
              <a:gd name="csX10" fmla="*/ 3667327 w 3667327"/>
              <a:gd name="csY10" fmla="*/ 2308324 h 2308324"/>
              <a:gd name="csX11" fmla="*/ 3216770 w 3667327"/>
              <a:gd name="csY11" fmla="*/ 2308324 h 2308324"/>
              <a:gd name="csX12" fmla="*/ 2619519 w 3667327"/>
              <a:gd name="csY12" fmla="*/ 2308324 h 2308324"/>
              <a:gd name="csX13" fmla="*/ 2132289 w 3667327"/>
              <a:gd name="csY13" fmla="*/ 2308324 h 2308324"/>
              <a:gd name="csX14" fmla="*/ 1535038 w 3667327"/>
              <a:gd name="csY14" fmla="*/ 2308324 h 2308324"/>
              <a:gd name="csX15" fmla="*/ 1084481 w 3667327"/>
              <a:gd name="csY15" fmla="*/ 2308324 h 2308324"/>
              <a:gd name="csX16" fmla="*/ 670597 w 3667327"/>
              <a:gd name="csY16" fmla="*/ 2308324 h 2308324"/>
              <a:gd name="csX17" fmla="*/ 0 w 3667327"/>
              <a:gd name="csY17" fmla="*/ 2308324 h 2308324"/>
              <a:gd name="csX18" fmla="*/ 0 w 3667327"/>
              <a:gd name="csY18" fmla="*/ 1708160 h 2308324"/>
              <a:gd name="csX19" fmla="*/ 0 w 3667327"/>
              <a:gd name="csY19" fmla="*/ 1200328 h 2308324"/>
              <a:gd name="csX20" fmla="*/ 0 w 3667327"/>
              <a:gd name="csY20" fmla="*/ 577081 h 2308324"/>
              <a:gd name="csX21" fmla="*/ 0 w 3667327"/>
              <a:gd name="csY21" fmla="*/ 0 h 2308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667327" h="2308324" fill="none" extrusionOk="0">
                <a:moveTo>
                  <a:pt x="0" y="0"/>
                </a:moveTo>
                <a:cubicBezTo>
                  <a:pt x="173487" y="-26351"/>
                  <a:pt x="403610" y="43635"/>
                  <a:pt x="597250" y="0"/>
                </a:cubicBezTo>
                <a:cubicBezTo>
                  <a:pt x="790890" y="-43635"/>
                  <a:pt x="979531" y="35260"/>
                  <a:pt x="1157828" y="0"/>
                </a:cubicBezTo>
                <a:cubicBezTo>
                  <a:pt x="1336125" y="-35260"/>
                  <a:pt x="1429787" y="9873"/>
                  <a:pt x="1681731" y="0"/>
                </a:cubicBezTo>
                <a:cubicBezTo>
                  <a:pt x="1933675" y="-9873"/>
                  <a:pt x="1980391" y="24175"/>
                  <a:pt x="2205635" y="0"/>
                </a:cubicBezTo>
                <a:cubicBezTo>
                  <a:pt x="2430879" y="-24175"/>
                  <a:pt x="2518689" y="31211"/>
                  <a:pt x="2802886" y="0"/>
                </a:cubicBezTo>
                <a:cubicBezTo>
                  <a:pt x="3087083" y="-31211"/>
                  <a:pt x="3430765" y="103299"/>
                  <a:pt x="3667327" y="0"/>
                </a:cubicBezTo>
                <a:cubicBezTo>
                  <a:pt x="3697098" y="178538"/>
                  <a:pt x="3653573" y="287293"/>
                  <a:pt x="3667327" y="507831"/>
                </a:cubicBezTo>
                <a:cubicBezTo>
                  <a:pt x="3681081" y="728369"/>
                  <a:pt x="3653773" y="865270"/>
                  <a:pt x="3667327" y="1107996"/>
                </a:cubicBezTo>
                <a:cubicBezTo>
                  <a:pt x="3680881" y="1350723"/>
                  <a:pt x="3656200" y="1475424"/>
                  <a:pt x="3667327" y="1615827"/>
                </a:cubicBezTo>
                <a:cubicBezTo>
                  <a:pt x="3678454" y="1756230"/>
                  <a:pt x="3614740" y="2033950"/>
                  <a:pt x="3667327" y="2308324"/>
                </a:cubicBezTo>
                <a:cubicBezTo>
                  <a:pt x="3519937" y="2315708"/>
                  <a:pt x="3431795" y="2268637"/>
                  <a:pt x="3216770" y="2308324"/>
                </a:cubicBezTo>
                <a:cubicBezTo>
                  <a:pt x="3001745" y="2348011"/>
                  <a:pt x="2869779" y="2250625"/>
                  <a:pt x="2619519" y="2308324"/>
                </a:cubicBezTo>
                <a:cubicBezTo>
                  <a:pt x="2369259" y="2366023"/>
                  <a:pt x="2316152" y="2300439"/>
                  <a:pt x="2132289" y="2308324"/>
                </a:cubicBezTo>
                <a:cubicBezTo>
                  <a:pt x="1948426" y="2316209"/>
                  <a:pt x="1806816" y="2261636"/>
                  <a:pt x="1535038" y="2308324"/>
                </a:cubicBezTo>
                <a:cubicBezTo>
                  <a:pt x="1263260" y="2355012"/>
                  <a:pt x="1206376" y="2285174"/>
                  <a:pt x="1084481" y="2308324"/>
                </a:cubicBezTo>
                <a:cubicBezTo>
                  <a:pt x="962586" y="2331474"/>
                  <a:pt x="778866" y="2299729"/>
                  <a:pt x="670597" y="2308324"/>
                </a:cubicBezTo>
                <a:cubicBezTo>
                  <a:pt x="562328" y="2316919"/>
                  <a:pt x="325429" y="2305784"/>
                  <a:pt x="0" y="2308324"/>
                </a:cubicBezTo>
                <a:cubicBezTo>
                  <a:pt x="-13305" y="2082094"/>
                  <a:pt x="37367" y="1941994"/>
                  <a:pt x="0" y="1708160"/>
                </a:cubicBezTo>
                <a:cubicBezTo>
                  <a:pt x="-37367" y="1474326"/>
                  <a:pt x="13031" y="1375427"/>
                  <a:pt x="0" y="1200328"/>
                </a:cubicBezTo>
                <a:cubicBezTo>
                  <a:pt x="-13031" y="1025229"/>
                  <a:pt x="69728" y="752421"/>
                  <a:pt x="0" y="577081"/>
                </a:cubicBezTo>
                <a:cubicBezTo>
                  <a:pt x="-69728" y="401741"/>
                  <a:pt x="57674" y="133799"/>
                  <a:pt x="0" y="0"/>
                </a:cubicBezTo>
                <a:close/>
              </a:path>
              <a:path w="3667327" h="2308324" stroke="0" extrusionOk="0">
                <a:moveTo>
                  <a:pt x="0" y="0"/>
                </a:moveTo>
                <a:cubicBezTo>
                  <a:pt x="136410" y="-13323"/>
                  <a:pt x="338236" y="43862"/>
                  <a:pt x="487231" y="0"/>
                </a:cubicBezTo>
                <a:cubicBezTo>
                  <a:pt x="636226" y="-43862"/>
                  <a:pt x="801412" y="3376"/>
                  <a:pt x="901115" y="0"/>
                </a:cubicBezTo>
                <a:cubicBezTo>
                  <a:pt x="1000818" y="-3376"/>
                  <a:pt x="1214572" y="24191"/>
                  <a:pt x="1498365" y="0"/>
                </a:cubicBezTo>
                <a:cubicBezTo>
                  <a:pt x="1782158" y="-24191"/>
                  <a:pt x="1886465" y="48688"/>
                  <a:pt x="1985596" y="0"/>
                </a:cubicBezTo>
                <a:cubicBezTo>
                  <a:pt x="2084727" y="-48688"/>
                  <a:pt x="2316941" y="56088"/>
                  <a:pt x="2472826" y="0"/>
                </a:cubicBezTo>
                <a:cubicBezTo>
                  <a:pt x="2628711" y="-56088"/>
                  <a:pt x="2791868" y="45799"/>
                  <a:pt x="3070077" y="0"/>
                </a:cubicBezTo>
                <a:cubicBezTo>
                  <a:pt x="3348286" y="-45799"/>
                  <a:pt x="3499119" y="15837"/>
                  <a:pt x="3667327" y="0"/>
                </a:cubicBezTo>
                <a:cubicBezTo>
                  <a:pt x="3709126" y="144678"/>
                  <a:pt x="3596760" y="394803"/>
                  <a:pt x="3667327" y="623247"/>
                </a:cubicBezTo>
                <a:cubicBezTo>
                  <a:pt x="3737894" y="851691"/>
                  <a:pt x="3661108" y="912329"/>
                  <a:pt x="3667327" y="1154162"/>
                </a:cubicBezTo>
                <a:cubicBezTo>
                  <a:pt x="3673546" y="1395995"/>
                  <a:pt x="3632691" y="1570420"/>
                  <a:pt x="3667327" y="1685077"/>
                </a:cubicBezTo>
                <a:cubicBezTo>
                  <a:pt x="3701963" y="1799734"/>
                  <a:pt x="3647901" y="2046606"/>
                  <a:pt x="3667327" y="2308324"/>
                </a:cubicBezTo>
                <a:cubicBezTo>
                  <a:pt x="3554071" y="2329922"/>
                  <a:pt x="3289662" y="2241565"/>
                  <a:pt x="3106750" y="2308324"/>
                </a:cubicBezTo>
                <a:cubicBezTo>
                  <a:pt x="2923838" y="2375083"/>
                  <a:pt x="2739348" y="2252600"/>
                  <a:pt x="2509499" y="2308324"/>
                </a:cubicBezTo>
                <a:cubicBezTo>
                  <a:pt x="2279650" y="2364048"/>
                  <a:pt x="2054343" y="2262833"/>
                  <a:pt x="1912249" y="2308324"/>
                </a:cubicBezTo>
                <a:cubicBezTo>
                  <a:pt x="1770155" y="2353815"/>
                  <a:pt x="1651525" y="2254968"/>
                  <a:pt x="1461692" y="2308324"/>
                </a:cubicBezTo>
                <a:cubicBezTo>
                  <a:pt x="1271859" y="2361680"/>
                  <a:pt x="1062678" y="2270199"/>
                  <a:pt x="937788" y="2308324"/>
                </a:cubicBezTo>
                <a:cubicBezTo>
                  <a:pt x="812898" y="2346449"/>
                  <a:pt x="380270" y="2226737"/>
                  <a:pt x="0" y="2308324"/>
                </a:cubicBezTo>
                <a:cubicBezTo>
                  <a:pt x="-6266" y="2157988"/>
                  <a:pt x="8027" y="2015019"/>
                  <a:pt x="0" y="1731243"/>
                </a:cubicBezTo>
                <a:cubicBezTo>
                  <a:pt x="-8027" y="1447467"/>
                  <a:pt x="35306" y="1329169"/>
                  <a:pt x="0" y="1200328"/>
                </a:cubicBezTo>
                <a:cubicBezTo>
                  <a:pt x="-35306" y="1071488"/>
                  <a:pt x="62837" y="799712"/>
                  <a:pt x="0" y="669414"/>
                </a:cubicBezTo>
                <a:cubicBezTo>
                  <a:pt x="-62837" y="539116"/>
                  <a:pt x="52250" y="19452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+mj-lt"/>
              </a:rPr>
              <a:t>TOPIC 1</a:t>
            </a:r>
          </a:p>
          <a:p>
            <a:r>
              <a:rPr lang="en-US" sz="1600" dirty="0">
                <a:latin typeface="+mj-lt"/>
              </a:rPr>
              <a:t>The Normal-Form Representation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b="1" dirty="0">
                <a:solidFill>
                  <a:srgbClr val="7030A0"/>
                </a:solidFill>
                <a:latin typeface="+mj-lt"/>
              </a:rPr>
              <a:t>MODULES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Introducing Games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Static Games of Complete Information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A Pure Strategy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The Normal-Form Game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Canonical Games…</a:t>
            </a:r>
          </a:p>
        </p:txBody>
      </p:sp>
    </p:spTree>
    <p:extLst>
      <p:ext uri="{BB962C8B-B14F-4D97-AF65-F5344CB8AC3E}">
        <p14:creationId xmlns:p14="http://schemas.microsoft.com/office/powerpoint/2010/main" val="785800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890AA-5F10-4479-AE11-D9BDDD71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 fontScale="90000"/>
          </a:bodyPr>
          <a:lstStyle/>
          <a:p>
            <a:r>
              <a:rPr lang="en-US" sz="4900" b="1" dirty="0"/>
              <a:t>Logistics</a:t>
            </a:r>
            <a:br>
              <a:rPr lang="en-US" sz="4000" dirty="0"/>
            </a:br>
            <a:r>
              <a:rPr lang="en-US" sz="2700" dirty="0"/>
              <a:t>Exams and Grading Scheme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268A6BC-3F33-4164-80CE-801839CBA3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418" y="471031"/>
            <a:ext cx="842106" cy="738738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6B72FFD-2D95-2AC2-319C-E1164A3A0790}"/>
              </a:ext>
            </a:extLst>
          </p:cNvPr>
          <p:cNvSpPr/>
          <p:nvPr/>
        </p:nvSpPr>
        <p:spPr>
          <a:xfrm>
            <a:off x="126892" y="3128405"/>
            <a:ext cx="11189617" cy="851821"/>
          </a:xfrm>
          <a:custGeom>
            <a:avLst/>
            <a:gdLst>
              <a:gd name="csX0" fmla="*/ 0 w 11189617"/>
              <a:gd name="csY0" fmla="*/ 851821 h 851821"/>
              <a:gd name="csX1" fmla="*/ 113122 w 11189617"/>
              <a:gd name="csY1" fmla="*/ 842395 h 851821"/>
              <a:gd name="csX2" fmla="*/ 329938 w 11189617"/>
              <a:gd name="csY2" fmla="*/ 832968 h 851821"/>
              <a:gd name="csX3" fmla="*/ 820132 w 11189617"/>
              <a:gd name="csY3" fmla="*/ 814114 h 851821"/>
              <a:gd name="csX4" fmla="*/ 1159497 w 11189617"/>
              <a:gd name="csY4" fmla="*/ 795261 h 851821"/>
              <a:gd name="csX5" fmla="*/ 2309567 w 11189617"/>
              <a:gd name="csY5" fmla="*/ 785834 h 851821"/>
              <a:gd name="csX6" fmla="*/ 2696066 w 11189617"/>
              <a:gd name="csY6" fmla="*/ 700992 h 851821"/>
              <a:gd name="csX7" fmla="*/ 2846895 w 11189617"/>
              <a:gd name="csY7" fmla="*/ 663285 h 851821"/>
              <a:gd name="csX8" fmla="*/ 3233394 w 11189617"/>
              <a:gd name="csY8" fmla="*/ 644432 h 851821"/>
              <a:gd name="csX9" fmla="*/ 3629320 w 11189617"/>
              <a:gd name="csY9" fmla="*/ 682139 h 851821"/>
              <a:gd name="csX10" fmla="*/ 3864990 w 11189617"/>
              <a:gd name="csY10" fmla="*/ 719846 h 851821"/>
              <a:gd name="csX11" fmla="*/ 4147794 w 11189617"/>
              <a:gd name="csY11" fmla="*/ 738700 h 851821"/>
              <a:gd name="csX12" fmla="*/ 4835951 w 11189617"/>
              <a:gd name="csY12" fmla="*/ 691566 h 851821"/>
              <a:gd name="csX13" fmla="*/ 5354425 w 11189617"/>
              <a:gd name="csY13" fmla="*/ 616151 h 851821"/>
              <a:gd name="csX14" fmla="*/ 5637229 w 11189617"/>
              <a:gd name="csY14" fmla="*/ 578444 h 851821"/>
              <a:gd name="csX15" fmla="*/ 6061435 w 11189617"/>
              <a:gd name="csY15" fmla="*/ 550164 h 851821"/>
              <a:gd name="csX16" fmla="*/ 6570483 w 11189617"/>
              <a:gd name="csY16" fmla="*/ 578444 h 851821"/>
              <a:gd name="csX17" fmla="*/ 7088957 w 11189617"/>
              <a:gd name="csY17" fmla="*/ 719846 h 851821"/>
              <a:gd name="csX18" fmla="*/ 7409468 w 11189617"/>
              <a:gd name="csY18" fmla="*/ 766980 h 851821"/>
              <a:gd name="csX19" fmla="*/ 8229600 w 11189617"/>
              <a:gd name="csY19" fmla="*/ 710419 h 851821"/>
              <a:gd name="csX20" fmla="*/ 8776355 w 11189617"/>
              <a:gd name="csY20" fmla="*/ 512456 h 851821"/>
              <a:gd name="csX21" fmla="*/ 9125147 w 11189617"/>
              <a:gd name="csY21" fmla="*/ 408762 h 851821"/>
              <a:gd name="csX22" fmla="*/ 9530499 w 11189617"/>
              <a:gd name="csY22" fmla="*/ 323920 h 851821"/>
              <a:gd name="csX23" fmla="*/ 9851011 w 11189617"/>
              <a:gd name="csY23" fmla="*/ 248506 h 851821"/>
              <a:gd name="csX24" fmla="*/ 10190375 w 11189617"/>
              <a:gd name="csY24" fmla="*/ 191945 h 851821"/>
              <a:gd name="csX25" fmla="*/ 10435472 w 11189617"/>
              <a:gd name="csY25" fmla="*/ 173091 h 851821"/>
              <a:gd name="csX26" fmla="*/ 10803118 w 11189617"/>
              <a:gd name="csY26" fmla="*/ 135384 h 851821"/>
              <a:gd name="csX27" fmla="*/ 10953947 w 11189617"/>
              <a:gd name="csY27" fmla="*/ 107104 h 851821"/>
              <a:gd name="csX28" fmla="*/ 11029361 w 11189617"/>
              <a:gd name="csY28" fmla="*/ 88250 h 851821"/>
              <a:gd name="csX29" fmla="*/ 11048215 w 11189617"/>
              <a:gd name="csY29" fmla="*/ 59970 h 851821"/>
              <a:gd name="csX30" fmla="*/ 11123629 w 11189617"/>
              <a:gd name="csY30" fmla="*/ 31689 h 851821"/>
              <a:gd name="csX31" fmla="*/ 11189617 w 11189617"/>
              <a:gd name="csY31" fmla="*/ 3409 h 851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1189617" h="851821">
                <a:moveTo>
                  <a:pt x="0" y="851821"/>
                </a:moveTo>
                <a:cubicBezTo>
                  <a:pt x="37707" y="848679"/>
                  <a:pt x="75346" y="844554"/>
                  <a:pt x="113122" y="842395"/>
                </a:cubicBezTo>
                <a:cubicBezTo>
                  <a:pt x="185344" y="838268"/>
                  <a:pt x="257656" y="835859"/>
                  <a:pt x="329938" y="832968"/>
                </a:cubicBezTo>
                <a:lnTo>
                  <a:pt x="820132" y="814114"/>
                </a:lnTo>
                <a:cubicBezTo>
                  <a:pt x="933311" y="808970"/>
                  <a:pt x="1159497" y="795261"/>
                  <a:pt x="1159497" y="795261"/>
                </a:cubicBezTo>
                <a:cubicBezTo>
                  <a:pt x="2027442" y="840349"/>
                  <a:pt x="1644562" y="859723"/>
                  <a:pt x="2309567" y="785834"/>
                </a:cubicBezTo>
                <a:cubicBezTo>
                  <a:pt x="2947799" y="633874"/>
                  <a:pt x="2083943" y="837020"/>
                  <a:pt x="2696066" y="700992"/>
                </a:cubicBezTo>
                <a:cubicBezTo>
                  <a:pt x="2746656" y="689750"/>
                  <a:pt x="2795356" y="668710"/>
                  <a:pt x="2846895" y="663285"/>
                </a:cubicBezTo>
                <a:cubicBezTo>
                  <a:pt x="2975172" y="649782"/>
                  <a:pt x="3233394" y="644432"/>
                  <a:pt x="3233394" y="644432"/>
                </a:cubicBezTo>
                <a:cubicBezTo>
                  <a:pt x="3365369" y="657001"/>
                  <a:pt x="3497683" y="666421"/>
                  <a:pt x="3629320" y="682139"/>
                </a:cubicBezTo>
                <a:cubicBezTo>
                  <a:pt x="3708315" y="691571"/>
                  <a:pt x="3785903" y="711218"/>
                  <a:pt x="3864990" y="719846"/>
                </a:cubicBezTo>
                <a:cubicBezTo>
                  <a:pt x="3958910" y="730092"/>
                  <a:pt x="4053526" y="732415"/>
                  <a:pt x="4147794" y="738700"/>
                </a:cubicBezTo>
                <a:lnTo>
                  <a:pt x="4835951" y="691566"/>
                </a:lnTo>
                <a:cubicBezTo>
                  <a:pt x="5010092" y="676350"/>
                  <a:pt x="5181714" y="641272"/>
                  <a:pt x="5354425" y="616151"/>
                </a:cubicBezTo>
                <a:cubicBezTo>
                  <a:pt x="5448537" y="602462"/>
                  <a:pt x="5542708" y="588946"/>
                  <a:pt x="5637229" y="578444"/>
                </a:cubicBezTo>
                <a:cubicBezTo>
                  <a:pt x="5801538" y="560187"/>
                  <a:pt x="5899419" y="557878"/>
                  <a:pt x="6061435" y="550164"/>
                </a:cubicBezTo>
                <a:cubicBezTo>
                  <a:pt x="6231118" y="559591"/>
                  <a:pt x="6401788" y="557872"/>
                  <a:pt x="6570483" y="578444"/>
                </a:cubicBezTo>
                <a:cubicBezTo>
                  <a:pt x="6748281" y="600127"/>
                  <a:pt x="6915295" y="682836"/>
                  <a:pt x="7088957" y="719846"/>
                </a:cubicBezTo>
                <a:cubicBezTo>
                  <a:pt x="7194571" y="742354"/>
                  <a:pt x="7302631" y="751269"/>
                  <a:pt x="7409468" y="766980"/>
                </a:cubicBezTo>
                <a:cubicBezTo>
                  <a:pt x="7833999" y="760133"/>
                  <a:pt x="7901559" y="794174"/>
                  <a:pt x="8229600" y="710419"/>
                </a:cubicBezTo>
                <a:cubicBezTo>
                  <a:pt x="8599662" y="615936"/>
                  <a:pt x="8290724" y="656831"/>
                  <a:pt x="8776355" y="512456"/>
                </a:cubicBezTo>
                <a:cubicBezTo>
                  <a:pt x="8892619" y="477891"/>
                  <a:pt x="9006426" y="433611"/>
                  <a:pt x="9125147" y="408762"/>
                </a:cubicBezTo>
                <a:cubicBezTo>
                  <a:pt x="9260264" y="380481"/>
                  <a:pt x="9396575" y="357401"/>
                  <a:pt x="9530499" y="323920"/>
                </a:cubicBezTo>
                <a:cubicBezTo>
                  <a:pt x="9624961" y="300305"/>
                  <a:pt x="9756605" y="265989"/>
                  <a:pt x="9851011" y="248506"/>
                </a:cubicBezTo>
                <a:cubicBezTo>
                  <a:pt x="9963775" y="227624"/>
                  <a:pt x="10075917" y="199099"/>
                  <a:pt x="10190375" y="191945"/>
                </a:cubicBezTo>
                <a:cubicBezTo>
                  <a:pt x="10289515" y="185749"/>
                  <a:pt x="10343242" y="184270"/>
                  <a:pt x="10435472" y="173091"/>
                </a:cubicBezTo>
                <a:cubicBezTo>
                  <a:pt x="10744141" y="135677"/>
                  <a:pt x="10550587" y="151168"/>
                  <a:pt x="10803118" y="135384"/>
                </a:cubicBezTo>
                <a:cubicBezTo>
                  <a:pt x="10853394" y="125957"/>
                  <a:pt x="10903870" y="117537"/>
                  <a:pt x="10953947" y="107104"/>
                </a:cubicBezTo>
                <a:cubicBezTo>
                  <a:pt x="10979314" y="101819"/>
                  <a:pt x="11006185" y="99838"/>
                  <a:pt x="11029361" y="88250"/>
                </a:cubicBezTo>
                <a:cubicBezTo>
                  <a:pt x="11039494" y="83183"/>
                  <a:pt x="11038996" y="66555"/>
                  <a:pt x="11048215" y="59970"/>
                </a:cubicBezTo>
                <a:cubicBezTo>
                  <a:pt x="11058078" y="52925"/>
                  <a:pt x="11106599" y="37366"/>
                  <a:pt x="11123629" y="31689"/>
                </a:cubicBezTo>
                <a:cubicBezTo>
                  <a:pt x="11139018" y="-14477"/>
                  <a:pt x="11123119" y="3409"/>
                  <a:pt x="11189617" y="3409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84AF7-A1B4-8600-D3AF-77F2D94C77BE}"/>
              </a:ext>
            </a:extLst>
          </p:cNvPr>
          <p:cNvSpPr txBox="1"/>
          <p:nvPr/>
        </p:nvSpPr>
        <p:spPr>
          <a:xfrm>
            <a:off x="3329860" y="1843697"/>
            <a:ext cx="2286000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Exam 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February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1031C1-085F-9863-B736-FE346A06AC82}"/>
              </a:ext>
            </a:extLst>
          </p:cNvPr>
          <p:cNvSpPr/>
          <p:nvPr/>
        </p:nvSpPr>
        <p:spPr>
          <a:xfrm>
            <a:off x="4405686" y="3684629"/>
            <a:ext cx="134349" cy="311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25E00-1998-19C5-F87C-D4357130C2F3}"/>
              </a:ext>
            </a:extLst>
          </p:cNvPr>
          <p:cNvSpPr txBox="1"/>
          <p:nvPr/>
        </p:nvSpPr>
        <p:spPr>
          <a:xfrm>
            <a:off x="8935790" y="1346156"/>
            <a:ext cx="2286000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Exam 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April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F2F49-7698-D56B-9CA5-7D4F8CAE1B5A}"/>
              </a:ext>
            </a:extLst>
          </p:cNvPr>
          <p:cNvSpPr/>
          <p:nvPr/>
        </p:nvSpPr>
        <p:spPr>
          <a:xfrm>
            <a:off x="10019581" y="3172578"/>
            <a:ext cx="134349" cy="311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66B37A-F320-5F52-D4F5-E1A208B20441}"/>
              </a:ext>
            </a:extLst>
          </p:cNvPr>
          <p:cNvSpPr txBox="1"/>
          <p:nvPr/>
        </p:nvSpPr>
        <p:spPr>
          <a:xfrm>
            <a:off x="6663424" y="1616295"/>
            <a:ext cx="1224802" cy="9848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Focus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Problem-solving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9CA640-513C-707C-5CED-77CCE10098C9}"/>
              </a:ext>
            </a:extLst>
          </p:cNvPr>
          <p:cNvSpPr/>
          <p:nvPr/>
        </p:nvSpPr>
        <p:spPr>
          <a:xfrm>
            <a:off x="1581857" y="3776182"/>
            <a:ext cx="134349" cy="31142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CFF7AD-8797-FB1D-C1A9-DCC9AC311B7B}"/>
              </a:ext>
            </a:extLst>
          </p:cNvPr>
          <p:cNvSpPr/>
          <p:nvPr/>
        </p:nvSpPr>
        <p:spPr>
          <a:xfrm>
            <a:off x="7102087" y="3682075"/>
            <a:ext cx="134349" cy="31142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E8D47C-FDC1-1AFD-C839-B99D5CBE0BE3}"/>
              </a:ext>
            </a:extLst>
          </p:cNvPr>
          <p:cNvSpPr txBox="1"/>
          <p:nvPr/>
        </p:nvSpPr>
        <p:spPr>
          <a:xfrm>
            <a:off x="506031" y="4219214"/>
            <a:ext cx="2286000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Test 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February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Tuesday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4 – 5:30 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5E705B-9D32-85F3-74F0-6D41970EDF6B}"/>
              </a:ext>
            </a:extLst>
          </p:cNvPr>
          <p:cNvSpPr txBox="1"/>
          <p:nvPr/>
        </p:nvSpPr>
        <p:spPr>
          <a:xfrm>
            <a:off x="3666378" y="4712188"/>
            <a:ext cx="1575572" cy="9848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Focus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Conceptual understanding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C76F7-6672-7BBC-3B06-4F7B0A91CC95}"/>
              </a:ext>
            </a:extLst>
          </p:cNvPr>
          <p:cNvSpPr txBox="1"/>
          <p:nvPr/>
        </p:nvSpPr>
        <p:spPr>
          <a:xfrm>
            <a:off x="6093436" y="4104136"/>
            <a:ext cx="2286000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Test 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March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2AD4F8-BF0A-8209-E91B-919F65427CDE}"/>
              </a:ext>
            </a:extLst>
          </p:cNvPr>
          <p:cNvSpPr/>
          <p:nvPr/>
        </p:nvSpPr>
        <p:spPr>
          <a:xfrm>
            <a:off x="5076364" y="2686193"/>
            <a:ext cx="539496" cy="8503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5579A3-EB29-3C3F-4B28-3B3456F2EC95}"/>
              </a:ext>
            </a:extLst>
          </p:cNvPr>
          <p:cNvSpPr/>
          <p:nvPr/>
        </p:nvSpPr>
        <p:spPr>
          <a:xfrm>
            <a:off x="10683476" y="1849559"/>
            <a:ext cx="539496" cy="11887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519C5C-6665-5CC8-B802-B1E537CF08A6}"/>
              </a:ext>
            </a:extLst>
          </p:cNvPr>
          <p:cNvSpPr/>
          <p:nvPr/>
        </p:nvSpPr>
        <p:spPr>
          <a:xfrm>
            <a:off x="7839940" y="5286632"/>
            <a:ext cx="539496" cy="5120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34693D-BD7D-F185-224C-DB0FDA67B270}"/>
              </a:ext>
            </a:extLst>
          </p:cNvPr>
          <p:cNvSpPr/>
          <p:nvPr/>
        </p:nvSpPr>
        <p:spPr>
          <a:xfrm>
            <a:off x="2259858" y="5404401"/>
            <a:ext cx="539496" cy="5120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937DDE-69DA-6784-99FC-00542B15AAAC}"/>
              </a:ext>
            </a:extLst>
          </p:cNvPr>
          <p:cNvSpPr txBox="1"/>
          <p:nvPr/>
        </p:nvSpPr>
        <p:spPr>
          <a:xfrm>
            <a:off x="9401865" y="4724975"/>
            <a:ext cx="2286000" cy="16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Attendance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300E25-904E-0D37-1611-FC28599EB0D6}"/>
              </a:ext>
            </a:extLst>
          </p:cNvPr>
          <p:cNvSpPr/>
          <p:nvPr/>
        </p:nvSpPr>
        <p:spPr>
          <a:xfrm>
            <a:off x="11154188" y="6078287"/>
            <a:ext cx="539496" cy="3383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BDBD269-B4A8-0DC0-A920-2B979AEDED1B}"/>
              </a:ext>
            </a:extLst>
          </p:cNvPr>
          <p:cNvSpPr/>
          <p:nvPr/>
        </p:nvSpPr>
        <p:spPr>
          <a:xfrm>
            <a:off x="8058150" y="2057400"/>
            <a:ext cx="457200" cy="1817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DA574B0-86EB-1343-47A4-2E89B93795EB}"/>
              </a:ext>
            </a:extLst>
          </p:cNvPr>
          <p:cNvSpPr/>
          <p:nvPr/>
        </p:nvSpPr>
        <p:spPr>
          <a:xfrm rot="10800000">
            <a:off x="6036300" y="2052349"/>
            <a:ext cx="457200" cy="1817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2D517DA-EE87-DD83-C42B-36CB2AF89C30}"/>
              </a:ext>
            </a:extLst>
          </p:cNvPr>
          <p:cNvSpPr/>
          <p:nvPr/>
        </p:nvSpPr>
        <p:spPr>
          <a:xfrm>
            <a:off x="5372950" y="5121547"/>
            <a:ext cx="457200" cy="18173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8FEC7F70-09E2-0170-36D2-DD906EE16B31}"/>
              </a:ext>
            </a:extLst>
          </p:cNvPr>
          <p:cNvSpPr/>
          <p:nvPr/>
        </p:nvSpPr>
        <p:spPr>
          <a:xfrm rot="10800000">
            <a:off x="3047994" y="5122110"/>
            <a:ext cx="457200" cy="18173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10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FDA72-B0F1-0545-B1ED-8536D8CE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5" name="Picture 44" descr="World map made up of coins">
            <a:extLst>
              <a:ext uri="{FF2B5EF4-FFF2-40B4-BE49-F238E27FC236}">
                <a16:creationId xmlns:a16="http://schemas.microsoft.com/office/drawing/2014/main" id="{33B00DF8-2681-41C9-7241-54145ED2E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0" r="14105" b="764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E46DC-9070-4D05-81A0-3CABEB72E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1800" dirty="0">
                <a:solidFill>
                  <a:srgbClr val="7030A0"/>
                </a:solidFill>
                <a:latin typeface="Univers Condensed" panose="020B0506020202050204" pitchFamily="34" charset="0"/>
              </a:rPr>
              <a:t>MODULE 8</a:t>
            </a:r>
            <a:br>
              <a:rPr lang="en-IN" sz="4800" dirty="0">
                <a:solidFill>
                  <a:srgbClr val="7030A0"/>
                </a:solidFill>
                <a:latin typeface="Univers Condensed" panose="020B0506020202050204" pitchFamily="34" charset="0"/>
              </a:rPr>
            </a:br>
            <a:r>
              <a:rPr lang="en-US" sz="6600" kern="1200" dirty="0">
                <a:latin typeface="+mj-lt"/>
                <a:ea typeface="+mj-ea"/>
                <a:cs typeface="+mj-cs"/>
              </a:rPr>
              <a:t>Matching Pennies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ADD91-B867-84E4-6CF6-2652E6C8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IN" sz="2000" dirty="0"/>
              <a:t>The Normal-Form Representation</a:t>
            </a:r>
          </a:p>
          <a:p>
            <a:pPr algn="l"/>
            <a:r>
              <a:rPr lang="en-IN" sz="2000" dirty="0"/>
              <a:t>(Discrete Strategy Spaces)</a:t>
            </a:r>
            <a:endParaRPr lang="en-US" sz="20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D386A-5C04-FCBF-659A-F95DBFF0881D}"/>
              </a:ext>
            </a:extLst>
          </p:cNvPr>
          <p:cNvSpPr txBox="1"/>
          <p:nvPr/>
        </p:nvSpPr>
        <p:spPr>
          <a:xfrm rot="21092881">
            <a:off x="374638" y="5761054"/>
            <a:ext cx="160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Script" panose="030B0504020000000003" pitchFamily="66" charset="0"/>
              </a:rPr>
              <a:t>Two player</a:t>
            </a:r>
          </a:p>
        </p:txBody>
      </p:sp>
    </p:spTree>
    <p:extLst>
      <p:ext uri="{BB962C8B-B14F-4D97-AF65-F5344CB8AC3E}">
        <p14:creationId xmlns:p14="http://schemas.microsoft.com/office/powerpoint/2010/main" val="100661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91770-0DD2-BB54-3287-EA7626CE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D9DD6B2-61CA-38C4-23B5-0664B3AE8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81BCB594-6355-75DE-DF52-01E7D1BE7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CF015-E271-A2D8-5329-F759C3E3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The Scenario</a:t>
            </a:r>
            <a:endParaRPr lang="en-US" sz="49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136EFE-DA0D-CF2A-BCF0-3F8DF110459A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7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CA822060-0FE3-4405-0C4C-613D550022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AF84F3-6896-B07E-A5F8-C66CF7F01397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B3680B5-A34F-BB0D-4075-3BB3260C395C}"/>
              </a:ext>
            </a:extLst>
          </p:cNvPr>
          <p:cNvSpPr txBox="1"/>
          <p:nvPr/>
        </p:nvSpPr>
        <p:spPr>
          <a:xfrm>
            <a:off x="572493" y="1911493"/>
            <a:ext cx="7970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Game Setup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players simultaneously choose to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either the Head or Tail of a coin</a:t>
            </a:r>
          </a:p>
        </p:txBody>
      </p:sp>
      <p:pic>
        <p:nvPicPr>
          <p:cNvPr id="9" name="Picture 8" descr="A close-up of a coin&#10;&#10;Description automatically generated">
            <a:extLst>
              <a:ext uri="{FF2B5EF4-FFF2-40B4-BE49-F238E27FC236}">
                <a16:creationId xmlns:a16="http://schemas.microsoft.com/office/drawing/2014/main" id="{A1A8C3C9-D7BA-3B3E-6E1B-6D906C16D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9" t="20389" r="11197" b="31015"/>
          <a:stretch/>
        </p:blipFill>
        <p:spPr>
          <a:xfrm>
            <a:off x="8601201" y="1950680"/>
            <a:ext cx="2989812" cy="13716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6C590A-D504-FFF9-6804-76BCB1A26215}"/>
              </a:ext>
            </a:extLst>
          </p:cNvPr>
          <p:cNvSpPr txBox="1"/>
          <p:nvPr/>
        </p:nvSpPr>
        <p:spPr>
          <a:xfrm>
            <a:off x="572493" y="2568009"/>
            <a:ext cx="797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both players show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same side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Player 1 wins.  Player 2 pays Player 1  ₹1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37F1D-8EA9-ECF2-F74D-3261B4E81F20}"/>
              </a:ext>
            </a:extLst>
          </p:cNvPr>
          <p:cNvSpPr txBox="1"/>
          <p:nvPr/>
        </p:nvSpPr>
        <p:spPr>
          <a:xfrm>
            <a:off x="572493" y="2948454"/>
            <a:ext cx="797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they show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different sides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Player 2 wins.  Player 1 pays Player 2 ₹1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4B3E3C-274B-FCE5-6790-1C3CD99B92A9}"/>
              </a:ext>
            </a:extLst>
          </p:cNvPr>
          <p:cNvSpPr txBox="1"/>
          <p:nvPr/>
        </p:nvSpPr>
        <p:spPr>
          <a:xfrm>
            <a:off x="630327" y="4170660"/>
            <a:ext cx="1065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Preferences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player cares only about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amount of money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they receive and prefers receiving more than less.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7FEA7-5CBE-74CC-4A6C-B525E86FCECC}"/>
              </a:ext>
            </a:extLst>
          </p:cNvPr>
          <p:cNvSpPr txBox="1"/>
          <p:nvPr/>
        </p:nvSpPr>
        <p:spPr>
          <a:xfrm>
            <a:off x="1848254" y="5357540"/>
            <a:ext cx="239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…not a coin toss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8847D-B6D0-D93F-B73D-A0ABB1DABBC2}"/>
              </a:ext>
            </a:extLst>
          </p:cNvPr>
          <p:cNvSpPr txBox="1"/>
          <p:nvPr/>
        </p:nvSpPr>
        <p:spPr>
          <a:xfrm>
            <a:off x="1848254" y="5804091"/>
            <a:ext cx="4609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…we’ll revisit this game when discussing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" panose="020B0503020202020204" pitchFamily="34" charset="0"/>
              </a:rPr>
              <a:t>mixed strategies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later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40F1B-37A6-0CEA-EDB1-5140E1C5407D}"/>
              </a:ext>
            </a:extLst>
          </p:cNvPr>
          <p:cNvSpPr txBox="1"/>
          <p:nvPr/>
        </p:nvSpPr>
        <p:spPr>
          <a:xfrm>
            <a:off x="8738647" y="3429000"/>
            <a:ext cx="1168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Player 1</a:t>
            </a:r>
          </a:p>
          <a:p>
            <a:pPr algn="ctr"/>
            <a:r>
              <a:rPr lang="en-US" i="1" dirty="0"/>
              <a:t>Coin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8C503-EA62-D74B-874E-8E970DDA21F1}"/>
              </a:ext>
            </a:extLst>
          </p:cNvPr>
          <p:cNvSpPr txBox="1"/>
          <p:nvPr/>
        </p:nvSpPr>
        <p:spPr>
          <a:xfrm>
            <a:off x="10376369" y="3428999"/>
            <a:ext cx="1168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Player 2</a:t>
            </a:r>
          </a:p>
          <a:p>
            <a:pPr algn="ctr"/>
            <a:r>
              <a:rPr lang="en-US" i="1" dirty="0"/>
              <a:t>Coin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C83EA-E769-14AD-54D3-0CFF63D7ABE0}"/>
              </a:ext>
            </a:extLst>
          </p:cNvPr>
          <p:cNvSpPr txBox="1"/>
          <p:nvPr/>
        </p:nvSpPr>
        <p:spPr>
          <a:xfrm>
            <a:off x="4133397" y="5357540"/>
            <a:ext cx="5459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…face to show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= strategy, not random selection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nivers" panose="020B0503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5E0A8-5294-00C9-5DAE-98DB4CBA32F6}"/>
              </a:ext>
            </a:extLst>
          </p:cNvPr>
          <p:cNvSpPr txBox="1"/>
          <p:nvPr/>
        </p:nvSpPr>
        <p:spPr>
          <a:xfrm>
            <a:off x="5680440" y="6035086"/>
            <a:ext cx="5459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…sometimes, there’s wisdom in tossing a coin to choose a strategy (being</a:t>
            </a:r>
            <a:r>
              <a:rPr kumimoji="0" lang="en-US" sz="1600" b="0" i="1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unpredictable)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nivers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47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1" grpId="0"/>
      <p:bldP spid="13" grpId="0"/>
      <p:bldP spid="15" grpId="0"/>
      <p:bldP spid="3" grpId="0"/>
      <p:bldP spid="4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941B6-12B7-0410-1CC3-3D6D83C2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4E88D33-C6EE-A1F0-2195-E5E197DF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68A7C400-3FD6-FDCF-0FA4-BDB377E6B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711E6-EE94-96E5-DB23-EFA4EE58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The Normal-Form Representation</a:t>
            </a:r>
            <a:endParaRPr lang="en-US" sz="490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166B2-93EB-B19C-02CF-FCDD0EE98952}"/>
              </a:ext>
            </a:extLst>
          </p:cNvPr>
          <p:cNvSpPr txBox="1"/>
          <p:nvPr/>
        </p:nvSpPr>
        <p:spPr>
          <a:xfrm>
            <a:off x="572493" y="2049780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61E28-F3A5-639E-07C4-4BDDDA5E02FE}"/>
                  </a:ext>
                </a:extLst>
              </p:cNvPr>
              <p:cNvSpPr txBox="1"/>
              <p:nvPr/>
            </p:nvSpPr>
            <p:spPr>
              <a:xfrm>
                <a:off x="2887980" y="2095946"/>
                <a:ext cx="1043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𝑁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61E28-F3A5-639E-07C4-4BDDDA5E0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80" y="2095946"/>
                <a:ext cx="1043619" cy="276999"/>
              </a:xfrm>
              <a:prstGeom prst="rect">
                <a:avLst/>
              </a:prstGeom>
              <a:blipFill>
                <a:blip r:embed="rId2"/>
                <a:stretch>
                  <a:fillRect l="-526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7F867D3-97B4-FD36-499C-C13F3E135BC5}"/>
              </a:ext>
            </a:extLst>
          </p:cNvPr>
          <p:cNvSpPr txBox="1"/>
          <p:nvPr/>
        </p:nvSpPr>
        <p:spPr>
          <a:xfrm>
            <a:off x="572492" y="2584394"/>
            <a:ext cx="166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Strategy sets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5F51D9D-E371-A5FE-8F42-5DB7840FCC22}"/>
              </a:ext>
            </a:extLst>
          </p:cNvPr>
          <p:cNvGrpSpPr/>
          <p:nvPr/>
        </p:nvGrpSpPr>
        <p:grpSpPr>
          <a:xfrm>
            <a:off x="2887979" y="2584394"/>
            <a:ext cx="2780320" cy="369332"/>
            <a:chOff x="2887979" y="2584394"/>
            <a:chExt cx="278032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94D66B-96E0-7CDA-6FCB-5C2D482AC7C2}"/>
                    </a:ext>
                  </a:extLst>
                </p:cNvPr>
                <p:cNvSpPr txBox="1"/>
                <p:nvPr/>
              </p:nvSpPr>
              <p:spPr>
                <a:xfrm>
                  <a:off x="2887979" y="2630559"/>
                  <a:ext cx="11524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94D66B-96E0-7CDA-6FCB-5C2D482AC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7979" y="2630559"/>
                  <a:ext cx="115243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704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FF81BC9-C3B7-5CE0-7786-84AE17B7B4FD}"/>
                </a:ext>
              </a:extLst>
            </p:cNvPr>
            <p:cNvGrpSpPr/>
            <p:nvPr/>
          </p:nvGrpSpPr>
          <p:grpSpPr>
            <a:xfrm>
              <a:off x="4153893" y="2584394"/>
              <a:ext cx="1514406" cy="369332"/>
              <a:chOff x="4153893" y="2584394"/>
              <a:chExt cx="1514406" cy="36933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22A51F-F92B-39C8-54B6-A36D311D89B8}"/>
                  </a:ext>
                </a:extLst>
              </p:cNvPr>
              <p:cNvSpPr txBox="1"/>
              <p:nvPr/>
            </p:nvSpPr>
            <p:spPr>
              <a:xfrm>
                <a:off x="4153893" y="2584394"/>
                <a:ext cx="4790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for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A52F5AD-E016-3E87-E873-D3334D6272B3}"/>
                      </a:ext>
                    </a:extLst>
                  </p:cNvPr>
                  <p:cNvSpPr txBox="1"/>
                  <p:nvPr/>
                </p:nvSpPr>
                <p:spPr>
                  <a:xfrm>
                    <a:off x="4746444" y="2635345"/>
                    <a:ext cx="92185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1, 2</m:t>
                              </m:r>
                            </m:e>
                          </m:d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A52F5AD-E016-3E87-E873-D3334D6272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46444" y="2635345"/>
                    <a:ext cx="921855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623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0C9824-4B01-6C37-E384-829C1DF5ABC2}"/>
              </a:ext>
            </a:extLst>
          </p:cNvPr>
          <p:cNvSpPr txBox="1"/>
          <p:nvPr/>
        </p:nvSpPr>
        <p:spPr>
          <a:xfrm>
            <a:off x="572492" y="3119008"/>
            <a:ext cx="166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Payoffs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E05120-C14B-EC05-5A9E-9419FBD0F393}"/>
                  </a:ext>
                </a:extLst>
              </p:cNvPr>
              <p:cNvSpPr txBox="1"/>
              <p:nvPr/>
            </p:nvSpPr>
            <p:spPr>
              <a:xfrm>
                <a:off x="2887978" y="3165172"/>
                <a:ext cx="150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E05120-C14B-EC05-5A9E-9419FBD0F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78" y="3165172"/>
                <a:ext cx="1502271" cy="276999"/>
              </a:xfrm>
              <a:prstGeom prst="rect">
                <a:avLst/>
              </a:prstGeom>
              <a:blipFill>
                <a:blip r:embed="rId5"/>
                <a:stretch>
                  <a:fillRect l="-2033" r="-365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6664EF-AE73-798A-B1FD-D56731D1629A}"/>
                  </a:ext>
                </a:extLst>
              </p:cNvPr>
              <p:cNvSpPr txBox="1"/>
              <p:nvPr/>
            </p:nvSpPr>
            <p:spPr>
              <a:xfrm>
                <a:off x="5195734" y="3165172"/>
                <a:ext cx="1507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6664EF-AE73-798A-B1FD-D56731D16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734" y="3165172"/>
                <a:ext cx="1507592" cy="276999"/>
              </a:xfrm>
              <a:prstGeom prst="rect">
                <a:avLst/>
              </a:prstGeom>
              <a:blipFill>
                <a:blip r:embed="rId6"/>
                <a:stretch>
                  <a:fillRect l="-2016" r="-322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3AE2AC5-3DC2-7C29-5477-87F3187C6230}"/>
              </a:ext>
            </a:extLst>
          </p:cNvPr>
          <p:cNvGrpSpPr/>
          <p:nvPr/>
        </p:nvGrpSpPr>
        <p:grpSpPr>
          <a:xfrm>
            <a:off x="2891690" y="3653617"/>
            <a:ext cx="3751100" cy="276999"/>
            <a:chOff x="2891690" y="3653617"/>
            <a:chExt cx="3751100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A87BC45-78DB-AF73-4181-DD5311D0A843}"/>
                    </a:ext>
                  </a:extLst>
                </p:cNvPr>
                <p:cNvSpPr txBox="1"/>
                <p:nvPr/>
              </p:nvSpPr>
              <p:spPr>
                <a:xfrm>
                  <a:off x="2891690" y="3653617"/>
                  <a:ext cx="14380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A87BC45-78DB-AF73-4181-DD5311D0A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690" y="3653617"/>
                  <a:ext cx="143802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119" r="-381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2D58AAF-B979-AC3B-E373-44D8141E6F5E}"/>
                    </a:ext>
                  </a:extLst>
                </p:cNvPr>
                <p:cNvSpPr txBox="1"/>
                <p:nvPr/>
              </p:nvSpPr>
              <p:spPr>
                <a:xfrm>
                  <a:off x="5199446" y="3653617"/>
                  <a:ext cx="144334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=−1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2D58AAF-B979-AC3B-E373-44D8141E6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9446" y="3653617"/>
                  <a:ext cx="144334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110" r="-337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B48E194-50FD-8000-3D73-48F4D0269DF5}"/>
                  </a:ext>
                </a:extLst>
              </p:cNvPr>
              <p:cNvSpPr txBox="1"/>
              <p:nvPr/>
            </p:nvSpPr>
            <p:spPr>
              <a:xfrm>
                <a:off x="2891690" y="4173941"/>
                <a:ext cx="14701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B48E194-50FD-8000-3D73-48F4D0269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690" y="4173941"/>
                <a:ext cx="1470146" cy="276999"/>
              </a:xfrm>
              <a:prstGeom prst="rect">
                <a:avLst/>
              </a:prstGeom>
              <a:blipFill>
                <a:blip r:embed="rId9"/>
                <a:stretch>
                  <a:fillRect l="-2066" r="-330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1B70799-1F1C-58D7-CBC4-D5757F875CA1}"/>
                  </a:ext>
                </a:extLst>
              </p:cNvPr>
              <p:cNvSpPr txBox="1"/>
              <p:nvPr/>
            </p:nvSpPr>
            <p:spPr>
              <a:xfrm>
                <a:off x="5199446" y="4173941"/>
                <a:ext cx="14754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1B70799-1F1C-58D7-CBC4-D5757F875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46" y="4173941"/>
                <a:ext cx="1475469" cy="276999"/>
              </a:xfrm>
              <a:prstGeom prst="rect">
                <a:avLst/>
              </a:prstGeom>
              <a:blipFill>
                <a:blip r:embed="rId10"/>
                <a:stretch>
                  <a:fillRect l="-2066" r="-330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92A3014-B4B7-9CD0-E3CF-715FDC8A6BC0}"/>
                  </a:ext>
                </a:extLst>
              </p:cNvPr>
              <p:cNvSpPr txBox="1"/>
              <p:nvPr/>
            </p:nvSpPr>
            <p:spPr>
              <a:xfrm>
                <a:off x="2891690" y="4694265"/>
                <a:ext cx="1463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92A3014-B4B7-9CD0-E3CF-715FDC8A6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690" y="4694265"/>
                <a:ext cx="1463414" cy="276999"/>
              </a:xfrm>
              <a:prstGeom prst="rect">
                <a:avLst/>
              </a:prstGeom>
              <a:blipFill>
                <a:blip r:embed="rId11"/>
                <a:stretch>
                  <a:fillRect l="-2500" r="-416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B11CA14-CEF6-8DAF-CE1E-C0C837655E01}"/>
                  </a:ext>
                </a:extLst>
              </p:cNvPr>
              <p:cNvSpPr txBox="1"/>
              <p:nvPr/>
            </p:nvSpPr>
            <p:spPr>
              <a:xfrm>
                <a:off x="5199446" y="4692068"/>
                <a:ext cx="14754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B11CA14-CEF6-8DAF-CE1E-C0C837655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46" y="4692068"/>
                <a:ext cx="1475469" cy="276999"/>
              </a:xfrm>
              <a:prstGeom prst="rect">
                <a:avLst/>
              </a:prstGeom>
              <a:blipFill>
                <a:blip r:embed="rId12"/>
                <a:stretch>
                  <a:fillRect l="-2066" r="-330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90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2" grpId="0"/>
      <p:bldP spid="13" grpId="0"/>
      <p:bldP spid="3" grpId="0"/>
      <p:bldP spid="47" grpId="0"/>
      <p:bldP spid="48" grpId="0"/>
      <p:bldP spid="49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91770-0DD2-BB54-3287-EA7626CE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D9DD6B2-61CA-38C4-23B5-0664B3AE8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81BCB594-6355-75DE-DF52-01E7D1BE7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CF015-E271-A2D8-5329-F759C3E3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The Matrix Representation</a:t>
            </a:r>
            <a:endParaRPr lang="en-US" sz="4900" dirty="0">
              <a:solidFill>
                <a:srgbClr val="7030A0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E583D41-0938-3A84-FD2C-BDE6445F8B59}"/>
              </a:ext>
            </a:extLst>
          </p:cNvPr>
          <p:cNvGrpSpPr/>
          <p:nvPr/>
        </p:nvGrpSpPr>
        <p:grpSpPr>
          <a:xfrm>
            <a:off x="5015895" y="2530929"/>
            <a:ext cx="1828800" cy="914400"/>
            <a:chOff x="3443910" y="2526652"/>
            <a:chExt cx="1828800" cy="914400"/>
          </a:xfrm>
          <a:solidFill>
            <a:schemeClr val="accent6">
              <a:lumMod val="20000"/>
              <a:lumOff val="8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14C40256-DBE4-675A-1666-9FD4F58B44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43910" y="2526652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14C40256-DBE4-675A-1666-9FD4F58B44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910" y="2526652"/>
                  <a:ext cx="914400" cy="9144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D604601-D6A4-3F0A-448B-7A4EEC904F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8310" y="2526652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D604601-D6A4-3F0A-448B-7A4EEC904F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8310" y="2526652"/>
                  <a:ext cx="914400" cy="9144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773FD7-7A2F-6D81-E6BE-E5C7C78FBE4A}"/>
              </a:ext>
            </a:extLst>
          </p:cNvPr>
          <p:cNvGrpSpPr/>
          <p:nvPr/>
        </p:nvGrpSpPr>
        <p:grpSpPr>
          <a:xfrm>
            <a:off x="4106938" y="3438040"/>
            <a:ext cx="914400" cy="1828800"/>
            <a:chOff x="2751667" y="2929467"/>
            <a:chExt cx="914400" cy="1828800"/>
          </a:xfrm>
          <a:solidFill>
            <a:schemeClr val="tx2">
              <a:lumMod val="10000"/>
              <a:lumOff val="9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3FFAC6ED-E130-6E75-C2A9-C33A99356CA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51667" y="2929467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3FFAC6ED-E130-6E75-C2A9-C33A99356C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667" y="2929467"/>
                  <a:ext cx="914400" cy="9144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C6D950F-3C1B-5999-A871-CAB8F997E4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51667" y="3843867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C6D950F-3C1B-5999-A871-CAB8F997E4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667" y="3843867"/>
                  <a:ext cx="914400" cy="9144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B86F773-6F60-CB23-C23B-2518E36BED2B}"/>
              </a:ext>
            </a:extLst>
          </p:cNvPr>
          <p:cNvGrpSpPr/>
          <p:nvPr/>
        </p:nvGrpSpPr>
        <p:grpSpPr>
          <a:xfrm>
            <a:off x="5015895" y="3438040"/>
            <a:ext cx="1828800" cy="1848972"/>
            <a:chOff x="3437467" y="3417868"/>
            <a:chExt cx="1828800" cy="18489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182CB62-8CA2-8772-C0D2-AF3852D5CE7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37467" y="3417868"/>
                  <a:ext cx="914400" cy="9345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182CB62-8CA2-8772-C0D2-AF3852D5CE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7467" y="3417868"/>
                  <a:ext cx="914400" cy="9345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CD1B259-FE35-3425-EFCB-440A2503D6B2}"/>
                    </a:ext>
                  </a:extLst>
                </p:cNvPr>
                <p:cNvSpPr/>
                <p:nvPr/>
              </p:nvSpPr>
              <p:spPr>
                <a:xfrm>
                  <a:off x="4351867" y="4352440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1, −1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CD1B259-FE35-3425-EFCB-440A2503D6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867" y="4352440"/>
                  <a:ext cx="914400" cy="9144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06EB7F2-A828-0E6E-90C7-1154791DB8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1867" y="3430751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−1, 1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06EB7F2-A828-0E6E-90C7-1154791DB8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867" y="3430751"/>
                  <a:ext cx="914400" cy="9144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08C5A9F-5B1B-31F8-681A-574DE265E8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37467" y="4345151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−1, 1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08C5A9F-5B1B-31F8-681A-574DE265E8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7467" y="4345151"/>
                  <a:ext cx="914400" cy="9144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F50BA4F-058C-2D43-6C6D-E5623F5A02A0}"/>
              </a:ext>
            </a:extLst>
          </p:cNvPr>
          <p:cNvSpPr txBox="1"/>
          <p:nvPr/>
        </p:nvSpPr>
        <p:spPr>
          <a:xfrm>
            <a:off x="8329341" y="1830272"/>
            <a:ext cx="326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Two-player finite game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4EB5E16-4A19-4469-0CFD-D693CC4FDE08}"/>
              </a:ext>
            </a:extLst>
          </p:cNvPr>
          <p:cNvGrpSpPr/>
          <p:nvPr/>
        </p:nvGrpSpPr>
        <p:grpSpPr>
          <a:xfrm>
            <a:off x="3055346" y="2086656"/>
            <a:ext cx="3376972" cy="2448644"/>
            <a:chOff x="1476918" y="2014938"/>
            <a:chExt cx="3376972" cy="244864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16212B2-761B-BA62-0925-31D3BD5610A8}"/>
                </a:ext>
              </a:extLst>
            </p:cNvPr>
            <p:cNvSpPr txBox="1"/>
            <p:nvPr/>
          </p:nvSpPr>
          <p:spPr>
            <a:xfrm>
              <a:off x="1476918" y="4094250"/>
              <a:ext cx="1004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Player 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022631-118C-8515-AF5C-150D24864EBD}"/>
                </a:ext>
              </a:extLst>
            </p:cNvPr>
            <p:cNvSpPr txBox="1"/>
            <p:nvPr/>
          </p:nvSpPr>
          <p:spPr>
            <a:xfrm>
              <a:off x="3849843" y="2014938"/>
              <a:ext cx="1004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Player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056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0A7A8-22CD-A5BF-871D-E4E5069C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06B8666-E9EF-138B-66F8-E8716A2DB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9251B291-233B-DFF3-E7F0-218888C0F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E2DDA-5CCB-2972-DFF3-F349AD24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Game Structure</a:t>
            </a:r>
            <a:endParaRPr lang="en-US" sz="49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719CD0-B074-2A87-C929-EF794FD5FD6A}"/>
              </a:ext>
            </a:extLst>
          </p:cNvPr>
          <p:cNvGrpSpPr/>
          <p:nvPr/>
        </p:nvGrpSpPr>
        <p:grpSpPr>
          <a:xfrm>
            <a:off x="7914217" y="289677"/>
            <a:ext cx="3789349" cy="3272074"/>
            <a:chOff x="3055346" y="2014938"/>
            <a:chExt cx="3789349" cy="327207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3B76E53-0BF5-5380-914A-0DFE6C02584D}"/>
                </a:ext>
              </a:extLst>
            </p:cNvPr>
            <p:cNvGrpSpPr/>
            <p:nvPr/>
          </p:nvGrpSpPr>
          <p:grpSpPr>
            <a:xfrm>
              <a:off x="5015895" y="2530929"/>
              <a:ext cx="1828800" cy="914400"/>
              <a:chOff x="3443910" y="2526652"/>
              <a:chExt cx="1828800" cy="914400"/>
            </a:xfrm>
            <a:solidFill>
              <a:schemeClr val="accent6">
                <a:lumMod val="20000"/>
                <a:lumOff val="8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37816F84-1C6C-ED48-4103-59D58D82FA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37816F84-1C6C-ED48-4103-59D58D82FAD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6286F648-6F41-C20A-6652-9467B426CEA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6286F648-6F41-C20A-6652-9467B426CEA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5B85B8D-5A7D-C37F-D16B-26B54F7D2D20}"/>
                </a:ext>
              </a:extLst>
            </p:cNvPr>
            <p:cNvGrpSpPr/>
            <p:nvPr/>
          </p:nvGrpSpPr>
          <p:grpSpPr>
            <a:xfrm>
              <a:off x="4106938" y="3438040"/>
              <a:ext cx="914400" cy="1828800"/>
              <a:chOff x="2751667" y="2929467"/>
              <a:chExt cx="914400" cy="1828800"/>
            </a:xfrm>
            <a:solidFill>
              <a:schemeClr val="tx2">
                <a:lumMod val="10000"/>
                <a:lumOff val="9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B3B3F06A-03A6-7338-E51B-EAE5845D53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B3B3F06A-03A6-7338-E51B-EAE5845D53D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7C3467F-4803-0222-5479-0935F769AA9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7C3467F-4803-0222-5479-0935F769AA9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AF9064-C9FC-E9ED-EB57-2F6BA66BDC1C}"/>
                </a:ext>
              </a:extLst>
            </p:cNvPr>
            <p:cNvGrpSpPr/>
            <p:nvPr/>
          </p:nvGrpSpPr>
          <p:grpSpPr>
            <a:xfrm>
              <a:off x="5015895" y="3438040"/>
              <a:ext cx="1828800" cy="1848972"/>
              <a:chOff x="3437467" y="3417868"/>
              <a:chExt cx="1828800" cy="18489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6F02E401-4B0F-5AF0-2E2A-5A8A6B98025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6F02E401-4B0F-5AF0-2E2A-5A8A6B98025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0AA6F6C1-B541-FB70-601E-3B0AA7AB7428}"/>
                      </a:ext>
                    </a:extLst>
                  </p:cNvPr>
                  <p:cNvSpPr/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0AA6F6C1-B541-FB70-601E-3B0AA7AB74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A68579BA-5A8E-8CAC-5BB7-D934CE89BF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−1, 1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A68579BA-5A8E-8CAC-5BB7-D934CE89BF0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A51E2C7F-1D4D-E4A5-7BF9-6CEEB14250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−1, 1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A51E2C7F-1D4D-E4A5-7BF9-6CEEB14250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7A5E4F2-3541-2178-F6F4-C143F76C223B}"/>
                </a:ext>
              </a:extLst>
            </p:cNvPr>
            <p:cNvGrpSpPr/>
            <p:nvPr/>
          </p:nvGrpSpPr>
          <p:grpSpPr>
            <a:xfrm>
              <a:off x="3055346" y="2014938"/>
              <a:ext cx="3376972" cy="2448644"/>
              <a:chOff x="1476918" y="2014938"/>
              <a:chExt cx="3376972" cy="244864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023E4F-6CFD-993D-F0B0-192D94716CEA}"/>
                  </a:ext>
                </a:extLst>
              </p:cNvPr>
              <p:cNvSpPr txBox="1"/>
              <p:nvPr/>
            </p:nvSpPr>
            <p:spPr>
              <a:xfrm>
                <a:off x="1476918" y="4094250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Player 1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2C87D8-FB03-D3B9-896C-19B969800AE4}"/>
                  </a:ext>
                </a:extLst>
              </p:cNvPr>
              <p:cNvSpPr txBox="1"/>
              <p:nvPr/>
            </p:nvSpPr>
            <p:spPr>
              <a:xfrm>
                <a:off x="3849843" y="2014938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Player 2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2C5A01E-6179-C54C-00DE-8BEB5571054B}"/>
              </a:ext>
            </a:extLst>
          </p:cNvPr>
          <p:cNvSpPr txBox="1"/>
          <p:nvPr/>
        </p:nvSpPr>
        <p:spPr>
          <a:xfrm>
            <a:off x="572492" y="2201854"/>
            <a:ext cx="592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game models a situation in which—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player prefers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mutual alignment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021C0E-821F-93E0-2764-74F97C8301DA}"/>
              </a:ext>
            </a:extLst>
          </p:cNvPr>
          <p:cNvSpPr/>
          <p:nvPr/>
        </p:nvSpPr>
        <p:spPr>
          <a:xfrm>
            <a:off x="9936167" y="1840585"/>
            <a:ext cx="802484" cy="658787"/>
          </a:xfrm>
          <a:custGeom>
            <a:avLst/>
            <a:gdLst>
              <a:gd name="csX0" fmla="*/ 0 w 802484"/>
              <a:gd name="csY0" fmla="*/ 329394 h 658787"/>
              <a:gd name="csX1" fmla="*/ 401242 w 802484"/>
              <a:gd name="csY1" fmla="*/ 0 h 658787"/>
              <a:gd name="csX2" fmla="*/ 802484 w 802484"/>
              <a:gd name="csY2" fmla="*/ 329394 h 658787"/>
              <a:gd name="csX3" fmla="*/ 401242 w 802484"/>
              <a:gd name="csY3" fmla="*/ 658788 h 658787"/>
              <a:gd name="csX4" fmla="*/ 0 w 802484"/>
              <a:gd name="csY4" fmla="*/ 329394 h 658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2484" h="658787" extrusionOk="0">
                <a:moveTo>
                  <a:pt x="0" y="329394"/>
                </a:moveTo>
                <a:cubicBezTo>
                  <a:pt x="-15742" y="137765"/>
                  <a:pt x="155361" y="9113"/>
                  <a:pt x="401242" y="0"/>
                </a:cubicBezTo>
                <a:cubicBezTo>
                  <a:pt x="660207" y="7866"/>
                  <a:pt x="781633" y="148138"/>
                  <a:pt x="802484" y="329394"/>
                </a:cubicBezTo>
                <a:cubicBezTo>
                  <a:pt x="773446" y="539670"/>
                  <a:pt x="618145" y="684751"/>
                  <a:pt x="401242" y="658788"/>
                </a:cubicBezTo>
                <a:cubicBezTo>
                  <a:pt x="141043" y="637669"/>
                  <a:pt x="22390" y="522011"/>
                  <a:pt x="0" y="329394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DDDE5D-E6A0-4B07-C921-225E393028AF}"/>
              </a:ext>
            </a:extLst>
          </p:cNvPr>
          <p:cNvSpPr/>
          <p:nvPr/>
        </p:nvSpPr>
        <p:spPr>
          <a:xfrm>
            <a:off x="9930724" y="2770213"/>
            <a:ext cx="802484" cy="658787"/>
          </a:xfrm>
          <a:custGeom>
            <a:avLst/>
            <a:gdLst>
              <a:gd name="csX0" fmla="*/ 0 w 802484"/>
              <a:gd name="csY0" fmla="*/ 329394 h 658787"/>
              <a:gd name="csX1" fmla="*/ 401242 w 802484"/>
              <a:gd name="csY1" fmla="*/ 0 h 658787"/>
              <a:gd name="csX2" fmla="*/ 802484 w 802484"/>
              <a:gd name="csY2" fmla="*/ 329394 h 658787"/>
              <a:gd name="csX3" fmla="*/ 401242 w 802484"/>
              <a:gd name="csY3" fmla="*/ 658788 h 658787"/>
              <a:gd name="csX4" fmla="*/ 0 w 802484"/>
              <a:gd name="csY4" fmla="*/ 329394 h 658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2484" h="658787" extrusionOk="0">
                <a:moveTo>
                  <a:pt x="0" y="329394"/>
                </a:moveTo>
                <a:cubicBezTo>
                  <a:pt x="-15742" y="137765"/>
                  <a:pt x="155361" y="9113"/>
                  <a:pt x="401242" y="0"/>
                </a:cubicBezTo>
                <a:cubicBezTo>
                  <a:pt x="660207" y="7866"/>
                  <a:pt x="781633" y="148138"/>
                  <a:pt x="802484" y="329394"/>
                </a:cubicBezTo>
                <a:cubicBezTo>
                  <a:pt x="773446" y="539670"/>
                  <a:pt x="618145" y="684751"/>
                  <a:pt x="401242" y="658788"/>
                </a:cubicBezTo>
                <a:cubicBezTo>
                  <a:pt x="141043" y="637669"/>
                  <a:pt x="22390" y="522011"/>
                  <a:pt x="0" y="329394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F260191-6FDC-AF2F-21A1-5C4DD1A19B8E}"/>
              </a:ext>
            </a:extLst>
          </p:cNvPr>
          <p:cNvSpPr/>
          <p:nvPr/>
        </p:nvSpPr>
        <p:spPr>
          <a:xfrm>
            <a:off x="10839681" y="1840585"/>
            <a:ext cx="802484" cy="658787"/>
          </a:xfrm>
          <a:custGeom>
            <a:avLst/>
            <a:gdLst>
              <a:gd name="csX0" fmla="*/ 0 w 802484"/>
              <a:gd name="csY0" fmla="*/ 329394 h 658787"/>
              <a:gd name="csX1" fmla="*/ 401242 w 802484"/>
              <a:gd name="csY1" fmla="*/ 0 h 658787"/>
              <a:gd name="csX2" fmla="*/ 802484 w 802484"/>
              <a:gd name="csY2" fmla="*/ 329394 h 658787"/>
              <a:gd name="csX3" fmla="*/ 401242 w 802484"/>
              <a:gd name="csY3" fmla="*/ 658788 h 658787"/>
              <a:gd name="csX4" fmla="*/ 0 w 802484"/>
              <a:gd name="csY4" fmla="*/ 329394 h 658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2484" h="658787" extrusionOk="0">
                <a:moveTo>
                  <a:pt x="0" y="329394"/>
                </a:moveTo>
                <a:cubicBezTo>
                  <a:pt x="-15742" y="137765"/>
                  <a:pt x="155361" y="9113"/>
                  <a:pt x="401242" y="0"/>
                </a:cubicBezTo>
                <a:cubicBezTo>
                  <a:pt x="660207" y="7866"/>
                  <a:pt x="781633" y="148138"/>
                  <a:pt x="802484" y="329394"/>
                </a:cubicBezTo>
                <a:cubicBezTo>
                  <a:pt x="773446" y="539670"/>
                  <a:pt x="618145" y="684751"/>
                  <a:pt x="401242" y="658788"/>
                </a:cubicBezTo>
                <a:cubicBezTo>
                  <a:pt x="141043" y="637669"/>
                  <a:pt x="22390" y="522011"/>
                  <a:pt x="0" y="329394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BD8814-28A2-0112-0845-ED162BF72BB1}"/>
              </a:ext>
            </a:extLst>
          </p:cNvPr>
          <p:cNvSpPr txBox="1"/>
          <p:nvPr/>
        </p:nvSpPr>
        <p:spPr>
          <a:xfrm>
            <a:off x="572492" y="2785307"/>
            <a:ext cx="5622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other player prefers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mutual opposition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49C470-9A1A-75CB-8815-A606A371FA11}"/>
              </a:ext>
            </a:extLst>
          </p:cNvPr>
          <p:cNvSpPr txBox="1"/>
          <p:nvPr/>
        </p:nvSpPr>
        <p:spPr>
          <a:xfrm>
            <a:off x="572491" y="1868829"/>
            <a:ext cx="6501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Strictly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competitive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interactions: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Alignment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versus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Opposition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9AD90E6-E3CF-EF65-6104-8CC4C1D74321}"/>
              </a:ext>
            </a:extLst>
          </p:cNvPr>
          <p:cNvSpPr/>
          <p:nvPr/>
        </p:nvSpPr>
        <p:spPr>
          <a:xfrm>
            <a:off x="10839681" y="2738321"/>
            <a:ext cx="802484" cy="658787"/>
          </a:xfrm>
          <a:custGeom>
            <a:avLst/>
            <a:gdLst>
              <a:gd name="csX0" fmla="*/ 0 w 802484"/>
              <a:gd name="csY0" fmla="*/ 329394 h 658787"/>
              <a:gd name="csX1" fmla="*/ 401242 w 802484"/>
              <a:gd name="csY1" fmla="*/ 0 h 658787"/>
              <a:gd name="csX2" fmla="*/ 802484 w 802484"/>
              <a:gd name="csY2" fmla="*/ 329394 h 658787"/>
              <a:gd name="csX3" fmla="*/ 401242 w 802484"/>
              <a:gd name="csY3" fmla="*/ 658788 h 658787"/>
              <a:gd name="csX4" fmla="*/ 0 w 802484"/>
              <a:gd name="csY4" fmla="*/ 329394 h 658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2484" h="658787" extrusionOk="0">
                <a:moveTo>
                  <a:pt x="0" y="329394"/>
                </a:moveTo>
                <a:cubicBezTo>
                  <a:pt x="-15742" y="137765"/>
                  <a:pt x="155361" y="9113"/>
                  <a:pt x="401242" y="0"/>
                </a:cubicBezTo>
                <a:cubicBezTo>
                  <a:pt x="660207" y="7866"/>
                  <a:pt x="781633" y="148138"/>
                  <a:pt x="802484" y="329394"/>
                </a:cubicBezTo>
                <a:cubicBezTo>
                  <a:pt x="773446" y="539670"/>
                  <a:pt x="618145" y="684751"/>
                  <a:pt x="401242" y="658788"/>
                </a:cubicBezTo>
                <a:cubicBezTo>
                  <a:pt x="141043" y="637669"/>
                  <a:pt x="22390" y="522011"/>
                  <a:pt x="0" y="329394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DCE3CDF-061C-D65C-EA6D-05DCFAB97E67}"/>
              </a:ext>
            </a:extLst>
          </p:cNvPr>
          <p:cNvSpPr/>
          <p:nvPr/>
        </p:nvSpPr>
        <p:spPr>
          <a:xfrm>
            <a:off x="7489457" y="2499372"/>
            <a:ext cx="467268" cy="14797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7DE64A5-41C6-0127-0451-0583DBD89EB2}"/>
              </a:ext>
            </a:extLst>
          </p:cNvPr>
          <p:cNvSpPr/>
          <p:nvPr/>
        </p:nvSpPr>
        <p:spPr>
          <a:xfrm>
            <a:off x="9799459" y="400353"/>
            <a:ext cx="467268" cy="147979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0989F-7848-8CC0-D101-3C46AC538507}"/>
              </a:ext>
            </a:extLst>
          </p:cNvPr>
          <p:cNvSpPr txBox="1"/>
          <p:nvPr/>
        </p:nvSpPr>
        <p:spPr>
          <a:xfrm>
            <a:off x="2676501" y="3284415"/>
            <a:ext cx="3168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…role of unpredictability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70642-8D80-D56C-C637-0D33FF4E84B9}"/>
              </a:ext>
            </a:extLst>
          </p:cNvPr>
          <p:cNvSpPr txBox="1"/>
          <p:nvPr/>
        </p:nvSpPr>
        <p:spPr>
          <a:xfrm>
            <a:off x="8918264" y="5243655"/>
            <a:ext cx="2189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…zero-sum game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8287FE-2380-65AF-E5B7-20FADCBC25AD}"/>
              </a:ext>
            </a:extLst>
          </p:cNvPr>
          <p:cNvSpPr/>
          <p:nvPr/>
        </p:nvSpPr>
        <p:spPr>
          <a:xfrm>
            <a:off x="3890684" y="1904689"/>
            <a:ext cx="2994211" cy="33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" name="Picture 11" descr="A cartoon skull and crossbones&#10;&#10;AI-generated content may be incorrect.">
            <a:extLst>
              <a:ext uri="{FF2B5EF4-FFF2-40B4-BE49-F238E27FC236}">
                <a16:creationId xmlns:a16="http://schemas.microsoft.com/office/drawing/2014/main" id="{F0221C4A-D5AD-D113-B6A8-3ED1A7DA64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91" y="4064231"/>
            <a:ext cx="1865376" cy="18653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AB03CDF-0A44-C20A-3365-64081F81B8DD}"/>
              </a:ext>
            </a:extLst>
          </p:cNvPr>
          <p:cNvSpPr txBox="1"/>
          <p:nvPr/>
        </p:nvSpPr>
        <p:spPr>
          <a:xfrm>
            <a:off x="2437867" y="5007179"/>
            <a:ext cx="221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Opposing</a:t>
            </a:r>
            <a:r>
              <a:rPr kumimoji="0" lang="en-IN" sz="1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Interests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Win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,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Lose</a:t>
            </a:r>
          </a:p>
        </p:txBody>
      </p:sp>
      <p:pic>
        <p:nvPicPr>
          <p:cNvPr id="10" name="Picture 9" descr="A football player kicking a ball&#10;&#10;Description automatically generated">
            <a:extLst>
              <a:ext uri="{FF2B5EF4-FFF2-40B4-BE49-F238E27FC236}">
                <a16:creationId xmlns:a16="http://schemas.microsoft.com/office/drawing/2014/main" id="{B3FB601E-921E-98E5-7EC0-39731329B7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196" y="4675526"/>
            <a:ext cx="2689398" cy="17214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28687A2-C544-9D02-53CB-848222204717}"/>
              </a:ext>
            </a:extLst>
          </p:cNvPr>
          <p:cNvSpPr txBox="1"/>
          <p:nvPr/>
        </p:nvSpPr>
        <p:spPr>
          <a:xfrm>
            <a:off x="8881414" y="4491173"/>
            <a:ext cx="2808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…one player’s gain = other player’s loss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4A105F-4A57-D0EC-61D3-13FEB11195FA}"/>
              </a:ext>
            </a:extLst>
          </p:cNvPr>
          <p:cNvSpPr txBox="1"/>
          <p:nvPr/>
        </p:nvSpPr>
        <p:spPr>
          <a:xfrm>
            <a:off x="7009866" y="3622695"/>
            <a:ext cx="3102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Cooperation (Mutual benefit) isn’t even an option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64FE3D5-63B8-B83D-7E9C-006EC7364480}"/>
              </a:ext>
            </a:extLst>
          </p:cNvPr>
          <p:cNvSpPr/>
          <p:nvPr/>
        </p:nvSpPr>
        <p:spPr>
          <a:xfrm>
            <a:off x="10416988" y="3505200"/>
            <a:ext cx="538600" cy="1004047"/>
          </a:xfrm>
          <a:custGeom>
            <a:avLst/>
            <a:gdLst>
              <a:gd name="csX0" fmla="*/ 0 w 538600"/>
              <a:gd name="csY0" fmla="*/ 1004047 h 1004047"/>
              <a:gd name="csX1" fmla="*/ 134471 w 538600"/>
              <a:gd name="csY1" fmla="*/ 905435 h 1004047"/>
              <a:gd name="csX2" fmla="*/ 197224 w 538600"/>
              <a:gd name="csY2" fmla="*/ 824753 h 1004047"/>
              <a:gd name="csX3" fmla="*/ 313765 w 538600"/>
              <a:gd name="csY3" fmla="*/ 636494 h 1004047"/>
              <a:gd name="csX4" fmla="*/ 358588 w 538600"/>
              <a:gd name="csY4" fmla="*/ 546847 h 1004047"/>
              <a:gd name="csX5" fmla="*/ 421341 w 538600"/>
              <a:gd name="csY5" fmla="*/ 367553 h 1004047"/>
              <a:gd name="csX6" fmla="*/ 466165 w 538600"/>
              <a:gd name="csY6" fmla="*/ 268941 h 1004047"/>
              <a:gd name="csX7" fmla="*/ 510988 w 538600"/>
              <a:gd name="csY7" fmla="*/ 143435 h 1004047"/>
              <a:gd name="csX8" fmla="*/ 537883 w 538600"/>
              <a:gd name="csY8" fmla="*/ 80682 h 1004047"/>
              <a:gd name="csX9" fmla="*/ 528918 w 538600"/>
              <a:gd name="csY9" fmla="*/ 0 h 1004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38600" h="1004047">
                <a:moveTo>
                  <a:pt x="0" y="1004047"/>
                </a:moveTo>
                <a:cubicBezTo>
                  <a:pt x="54133" y="971568"/>
                  <a:pt x="82842" y="957064"/>
                  <a:pt x="134471" y="905435"/>
                </a:cubicBezTo>
                <a:cubicBezTo>
                  <a:pt x="158563" y="881343"/>
                  <a:pt x="177421" y="852478"/>
                  <a:pt x="197224" y="824753"/>
                </a:cubicBezTo>
                <a:cubicBezTo>
                  <a:pt x="249821" y="751117"/>
                  <a:pt x="273843" y="712346"/>
                  <a:pt x="313765" y="636494"/>
                </a:cubicBezTo>
                <a:cubicBezTo>
                  <a:pt x="329325" y="606929"/>
                  <a:pt x="346180" y="577867"/>
                  <a:pt x="358588" y="546847"/>
                </a:cubicBezTo>
                <a:cubicBezTo>
                  <a:pt x="382104" y="488056"/>
                  <a:pt x="398483" y="426603"/>
                  <a:pt x="421341" y="367553"/>
                </a:cubicBezTo>
                <a:cubicBezTo>
                  <a:pt x="434376" y="333881"/>
                  <a:pt x="452755" y="302466"/>
                  <a:pt x="466165" y="268941"/>
                </a:cubicBezTo>
                <a:cubicBezTo>
                  <a:pt x="482663" y="227695"/>
                  <a:pt x="495173" y="184948"/>
                  <a:pt x="510988" y="143435"/>
                </a:cubicBezTo>
                <a:cubicBezTo>
                  <a:pt x="519090" y="122168"/>
                  <a:pt x="535060" y="103264"/>
                  <a:pt x="537883" y="80682"/>
                </a:cubicBezTo>
                <a:cubicBezTo>
                  <a:pt x="541239" y="53831"/>
                  <a:pt x="531906" y="26894"/>
                  <a:pt x="528918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5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 animBg="1"/>
      <p:bldP spid="33" grpId="0" animBg="1"/>
      <p:bldP spid="34" grpId="0"/>
      <p:bldP spid="35" grpId="0"/>
      <p:bldP spid="38" grpId="0" animBg="1"/>
      <p:bldP spid="3" grpId="0" animBg="1"/>
      <p:bldP spid="4" grpId="0" animBg="1"/>
      <p:bldP spid="6" grpId="0"/>
      <p:bldP spid="7" grpId="0"/>
      <p:bldP spid="8" grpId="0" animBg="1"/>
      <p:bldP spid="22" grpId="0"/>
      <p:bldP spid="25" grpId="0"/>
      <p:bldP spid="39" grpId="0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6C5FC-7854-0E89-1F8F-F5C2F9CD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60B02C0-04B5-E536-5B36-BC3FDB632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8786921-4A27-7E4E-471A-6BC33344A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0E512A-2A5A-4CD2-BE94-50C20875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Product Appearance</a:t>
            </a:r>
            <a:endParaRPr lang="en-US" sz="49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F08240-E9DE-E000-4F05-C353834ACDFA}"/>
              </a:ext>
            </a:extLst>
          </p:cNvPr>
          <p:cNvGrpSpPr/>
          <p:nvPr/>
        </p:nvGrpSpPr>
        <p:grpSpPr>
          <a:xfrm>
            <a:off x="4164216" y="3185278"/>
            <a:ext cx="3789349" cy="3272074"/>
            <a:chOff x="7959041" y="3203207"/>
            <a:chExt cx="3789349" cy="327207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245F5C2-35B4-CFA2-B562-A50B944B5670}"/>
                </a:ext>
              </a:extLst>
            </p:cNvPr>
            <p:cNvGrpSpPr/>
            <p:nvPr/>
          </p:nvGrpSpPr>
          <p:grpSpPr>
            <a:xfrm>
              <a:off x="7959041" y="3203207"/>
              <a:ext cx="3789349" cy="3272074"/>
              <a:chOff x="3055346" y="2014938"/>
              <a:chExt cx="3789349" cy="327207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E6521D1-E02B-2869-F902-DF813CC6F2B4}"/>
                  </a:ext>
                </a:extLst>
              </p:cNvPr>
              <p:cNvGrpSpPr/>
              <p:nvPr/>
            </p:nvGrpSpPr>
            <p:grpSpPr>
              <a:xfrm>
                <a:off x="5015895" y="253092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43885946-B6E9-B944-4DF1-2915B5BA55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43885946-B6E9-B944-4DF1-2915B5BA55C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31847CE9-D7B4-08DD-835E-D4B9B885D2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31847CE9-D7B4-08DD-835E-D4B9B885D26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0213384-0920-5FAF-C3E7-A23E08581D4B}"/>
                  </a:ext>
                </a:extLst>
              </p:cNvPr>
              <p:cNvGrpSpPr/>
              <p:nvPr/>
            </p:nvGrpSpPr>
            <p:grpSpPr>
              <a:xfrm>
                <a:off x="4106938" y="343804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6590669-DD38-BBA1-7C1E-820080A4F3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6590669-DD38-BBA1-7C1E-820080A4F3A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7E823ACE-0A1B-DA04-7494-721AC5279D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7E823ACE-0A1B-DA04-7494-721AC5279DD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A400713-2059-FBC8-14DD-53DC420D9660}"/>
                  </a:ext>
                </a:extLst>
              </p:cNvPr>
              <p:cNvGrpSpPr/>
              <p:nvPr/>
            </p:nvGrpSpPr>
            <p:grpSpPr>
              <a:xfrm>
                <a:off x="5015895" y="343804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2CD60C2F-C147-7087-BE77-2097B99A4E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2CD60C2F-C147-7087-BE77-2097B99A4E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A09B6059-060F-CBF1-EF1D-5BB84F95A5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A09B6059-060F-CBF1-EF1D-5BB84F95A57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6340324-1DBE-3F3A-3E1B-68AE0DC390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6340324-1DBE-3F3A-3E1B-68AE0DC3906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38FE7E54-F908-01BC-6A6E-82FE546AC7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38FE7E54-F908-01BC-6A6E-82FE546AC76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046671F-E559-62F3-9E8F-93A8C455CAD6}"/>
                  </a:ext>
                </a:extLst>
              </p:cNvPr>
              <p:cNvGrpSpPr/>
              <p:nvPr/>
            </p:nvGrpSpPr>
            <p:grpSpPr>
              <a:xfrm>
                <a:off x="3055346" y="2014938"/>
                <a:ext cx="3376972" cy="2448644"/>
                <a:chOff x="1476918" y="2014938"/>
                <a:chExt cx="3376972" cy="2448644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D4B436A-C76E-B000-EBE3-3B8E64F8BB87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Player 1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5BA72F5-CE70-D008-0F64-39D80730D119}"/>
                    </a:ext>
                  </a:extLst>
                </p:cNvPr>
                <p:cNvSpPr txBox="1"/>
                <p:nvPr/>
              </p:nvSpPr>
              <p:spPr>
                <a:xfrm>
                  <a:off x="3849843" y="2014938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Player 2</a:t>
                  </a:r>
                </a:p>
              </p:txBody>
            </p:sp>
          </p:grp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C5EE84-92BD-5FBF-55C3-251BF1A0B1FC}"/>
                </a:ext>
              </a:extLst>
            </p:cNvPr>
            <p:cNvSpPr/>
            <p:nvPr/>
          </p:nvSpPr>
          <p:spPr>
            <a:xfrm>
              <a:off x="9975548" y="4752943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5A5019A-FDD8-AEE6-0D6A-331D62575CA7}"/>
                </a:ext>
              </a:extLst>
            </p:cNvPr>
            <p:cNvSpPr/>
            <p:nvPr/>
          </p:nvSpPr>
          <p:spPr>
            <a:xfrm>
              <a:off x="9970105" y="5682571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9B8DD65-B6E3-CB49-53F9-D5784C094351}"/>
                </a:ext>
              </a:extLst>
            </p:cNvPr>
            <p:cNvSpPr/>
            <p:nvPr/>
          </p:nvSpPr>
          <p:spPr>
            <a:xfrm>
              <a:off x="10889948" y="4754115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E0F3897-9959-8C4E-B3C0-1B5C4C0BD46D}"/>
                </a:ext>
              </a:extLst>
            </p:cNvPr>
            <p:cNvSpPr/>
            <p:nvPr/>
          </p:nvSpPr>
          <p:spPr>
            <a:xfrm>
              <a:off x="10889948" y="5651851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0B45FC-8D5D-7881-EA6E-1D139613761A}"/>
              </a:ext>
            </a:extLst>
          </p:cNvPr>
          <p:cNvSpPr txBox="1"/>
          <p:nvPr/>
        </p:nvSpPr>
        <p:spPr>
          <a:xfrm>
            <a:off x="572492" y="1952592"/>
            <a:ext cx="10972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firms, an established producer and a new entrant, are choosing product appearances in a market of fixed size. The established producer prefers the newcomer’s product to look different to retain its customers. The newcomer prefers the products to look alike to attract customers.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AA4868-A437-AE0D-73BB-847E93ECE053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1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B5AB06EB-2421-43A3-6F36-8883C8235F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C9F3C1-5DCD-2F2A-D004-8552009065CD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686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BF86F7-A096-6782-EFB3-23851D44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7538501-48FA-8AC3-D7F0-83288BFAA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A3D85569-E033-07ED-7EE5-66A4704B9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44263-FC14-F453-D23E-13FFE8F6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Imitation vs. Uniqueness</a:t>
            </a:r>
            <a:endParaRPr lang="en-US" sz="4900" dirty="0">
              <a:solidFill>
                <a:srgbClr val="7030A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CBEE30-25D1-817A-313E-28989F94BB9A}"/>
              </a:ext>
            </a:extLst>
          </p:cNvPr>
          <p:cNvGrpSpPr/>
          <p:nvPr/>
        </p:nvGrpSpPr>
        <p:grpSpPr>
          <a:xfrm>
            <a:off x="4164216" y="3185278"/>
            <a:ext cx="3789349" cy="3272074"/>
            <a:chOff x="7959041" y="3203207"/>
            <a:chExt cx="3789349" cy="327207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D11048E-313A-6F1A-0801-564982E0330D}"/>
                </a:ext>
              </a:extLst>
            </p:cNvPr>
            <p:cNvGrpSpPr/>
            <p:nvPr/>
          </p:nvGrpSpPr>
          <p:grpSpPr>
            <a:xfrm>
              <a:off x="7959041" y="3203207"/>
              <a:ext cx="3789349" cy="3272074"/>
              <a:chOff x="3055346" y="2014938"/>
              <a:chExt cx="3789349" cy="327207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53FEF56B-1BEF-6F1A-8692-C8A580561D21}"/>
                  </a:ext>
                </a:extLst>
              </p:cNvPr>
              <p:cNvGrpSpPr/>
              <p:nvPr/>
            </p:nvGrpSpPr>
            <p:grpSpPr>
              <a:xfrm>
                <a:off x="5015895" y="253092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1493F401-4021-4D56-1DE4-E7CA10611D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1493F401-4021-4D56-1DE4-E7CA10611D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AFCE8DF6-D8B6-B025-A926-4C9885CEAD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AFCE8DF6-D8B6-B025-A926-4C9885CEAD1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85FDBA0-2F9A-B812-EE21-80F28B053DFD}"/>
                  </a:ext>
                </a:extLst>
              </p:cNvPr>
              <p:cNvGrpSpPr/>
              <p:nvPr/>
            </p:nvGrpSpPr>
            <p:grpSpPr>
              <a:xfrm>
                <a:off x="4106938" y="343804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70C13B8-B34C-C38C-ECF6-EF2E00C3E0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70C13B8-B34C-C38C-ECF6-EF2E00C3E05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2D1BCD85-87AC-41D9-D6D5-8491EF642D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2D1BCD85-87AC-41D9-D6D5-8491EF642DA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D47CAC5-37B1-B692-1DD6-1470CAB4B7A5}"/>
                  </a:ext>
                </a:extLst>
              </p:cNvPr>
              <p:cNvGrpSpPr/>
              <p:nvPr/>
            </p:nvGrpSpPr>
            <p:grpSpPr>
              <a:xfrm>
                <a:off x="5015895" y="343804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8D13A04F-E808-03FE-265F-39B8A3C44B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8D13A04F-E808-03FE-265F-39B8A3C44B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2D6AE815-86EB-78AA-A5CE-2318A074DF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2D6AE815-86EB-78AA-A5CE-2318A074DFA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D3F95841-3F5F-575C-E3E8-5A565DDFD0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0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D3F95841-3F5F-575C-E3E8-5A565DDFD0A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108E1C7D-763A-261F-E295-3871C5D1C6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0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108E1C7D-763A-261F-E295-3871C5D1C6C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F4E47B4-6BA4-6BB9-ADFB-96DA0E917972}"/>
                  </a:ext>
                </a:extLst>
              </p:cNvPr>
              <p:cNvGrpSpPr/>
              <p:nvPr/>
            </p:nvGrpSpPr>
            <p:grpSpPr>
              <a:xfrm>
                <a:off x="3055346" y="2014938"/>
                <a:ext cx="3376972" cy="2448644"/>
                <a:chOff x="1476918" y="2014938"/>
                <a:chExt cx="3376972" cy="2448644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6D2D300-E35B-AE6C-BA51-C94253DBDAD8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Player 1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61DC5DF-35C6-6431-A6FD-32578532CE6F}"/>
                    </a:ext>
                  </a:extLst>
                </p:cNvPr>
                <p:cNvSpPr txBox="1"/>
                <p:nvPr/>
              </p:nvSpPr>
              <p:spPr>
                <a:xfrm>
                  <a:off x="3849843" y="2014938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Player 2</a:t>
                  </a:r>
                </a:p>
              </p:txBody>
            </p:sp>
          </p:grp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D8B55FB-48F8-A31C-CC92-978F20C120B5}"/>
                </a:ext>
              </a:extLst>
            </p:cNvPr>
            <p:cNvSpPr/>
            <p:nvPr/>
          </p:nvSpPr>
          <p:spPr>
            <a:xfrm>
              <a:off x="9975548" y="4752943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F3A86DA-FC66-B74E-FA4E-201F6529CC93}"/>
                </a:ext>
              </a:extLst>
            </p:cNvPr>
            <p:cNvSpPr/>
            <p:nvPr/>
          </p:nvSpPr>
          <p:spPr>
            <a:xfrm>
              <a:off x="9970105" y="5682571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BA61CA3-E625-CEB7-C929-3A1B2C73FA12}"/>
                </a:ext>
              </a:extLst>
            </p:cNvPr>
            <p:cNvSpPr/>
            <p:nvPr/>
          </p:nvSpPr>
          <p:spPr>
            <a:xfrm>
              <a:off x="10889948" y="4754115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1301C27-CFC6-2A35-024A-B03E567030EA}"/>
                </a:ext>
              </a:extLst>
            </p:cNvPr>
            <p:cNvSpPr/>
            <p:nvPr/>
          </p:nvSpPr>
          <p:spPr>
            <a:xfrm>
              <a:off x="10889948" y="5651851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387677-B076-FA37-F1EA-BB1DD75A333B}"/>
              </a:ext>
            </a:extLst>
          </p:cNvPr>
          <p:cNvSpPr txBox="1"/>
          <p:nvPr/>
        </p:nvSpPr>
        <p:spPr>
          <a:xfrm>
            <a:off x="572492" y="1952592"/>
            <a:ext cx="10972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person desires to be like the other, aiming for similarity, while the other seeks to distinguish themselves, preferring difference.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6A9FCE-A501-4280-1A13-9D07181EB1E4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4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6480BA86-F95E-D52A-0D71-A1F4B8F9CD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64DB02-2260-150D-2710-27695573EDDB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5383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deer standing in a field&#10;&#10;Description automatically generated">
            <a:extLst>
              <a:ext uri="{FF2B5EF4-FFF2-40B4-BE49-F238E27FC236}">
                <a16:creationId xmlns:a16="http://schemas.microsoft.com/office/drawing/2014/main" id="{D500F311-88AD-1C0F-B72B-A92BE1AF5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18" b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A726D-D5A4-F5D9-AFDE-A7FDB5BC4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1800" dirty="0">
                <a:solidFill>
                  <a:srgbClr val="7030A0"/>
                </a:solidFill>
                <a:latin typeface="Univers Condensed" panose="020B0506020202050204" pitchFamily="34" charset="0"/>
              </a:rPr>
              <a:t>MODULE 9</a:t>
            </a:r>
            <a:br>
              <a:rPr lang="en-IN" sz="1800" dirty="0">
                <a:solidFill>
                  <a:srgbClr val="7030A0"/>
                </a:solidFill>
                <a:latin typeface="Univers Condensed" panose="020B0506020202050204" pitchFamily="34" charset="0"/>
              </a:rPr>
            </a:br>
            <a:r>
              <a:rPr lang="en-US" sz="4800" kern="1200" dirty="0">
                <a:latin typeface="+mj-lt"/>
                <a:ea typeface="+mj-ea"/>
                <a:cs typeface="+mj-cs"/>
              </a:rPr>
              <a:t>The Stag Hunt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46326-8A08-0822-CDD5-7290A6739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IN" sz="2000"/>
              <a:t>The Normal-Form Representation</a:t>
            </a:r>
          </a:p>
          <a:p>
            <a:pPr algn="l"/>
            <a:r>
              <a:rPr lang="en-IN" sz="2000"/>
              <a:t>(Discrete Strategy Spaces)</a:t>
            </a:r>
            <a:endParaRPr lang="en-US" sz="20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985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91770-0DD2-BB54-3287-EA7626CE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D9DD6B2-61CA-38C4-23B5-0664B3AE8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81BCB594-6355-75DE-DF52-01E7D1BE7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CF015-E271-A2D8-5329-F759C3E3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The Scenario: Stag or Hare</a:t>
            </a:r>
            <a:endParaRPr lang="en-US" sz="49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136EFE-DA0D-CF2A-BCF0-3F8DF110459A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7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CA822060-0FE3-4405-0C4C-613D550022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AF84F3-6896-B07E-A5F8-C66CF7F01397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B3680B5-A34F-BB0D-4075-3BB3260C395C}"/>
              </a:ext>
            </a:extLst>
          </p:cNvPr>
          <p:cNvSpPr txBox="1"/>
          <p:nvPr/>
        </p:nvSpPr>
        <p:spPr>
          <a:xfrm>
            <a:off x="572493" y="1911493"/>
            <a:ext cx="1097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Game Setup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group of hunters must choose between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cooperating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 catch a stag or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individually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catching a hare.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37F1D-8EA9-ECF2-F74D-3261B4E81F20}"/>
              </a:ext>
            </a:extLst>
          </p:cNvPr>
          <p:cNvSpPr txBox="1"/>
          <p:nvPr/>
        </p:nvSpPr>
        <p:spPr>
          <a:xfrm>
            <a:off x="572493" y="2557824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all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cooperate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they succeed in catching the stag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 it equally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4B3E3C-274B-FCE5-6790-1C3CD99B92A9}"/>
              </a:ext>
            </a:extLst>
          </p:cNvPr>
          <p:cNvSpPr txBox="1"/>
          <p:nvPr/>
        </p:nvSpPr>
        <p:spPr>
          <a:xfrm>
            <a:off x="572493" y="3598431"/>
            <a:ext cx="1097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Preferences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Each hunter values 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 of the stag more than a hare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may hunt the hare due to lack of trust in the other hunters’ commitment).</a:t>
            </a:r>
          </a:p>
        </p:txBody>
      </p:sp>
      <p:pic>
        <p:nvPicPr>
          <p:cNvPr id="14" name="Picture 13" descr="A rabbit sitting in grass&#10;&#10;Description automatically generated">
            <a:extLst>
              <a:ext uri="{FF2B5EF4-FFF2-40B4-BE49-F238E27FC236}">
                <a16:creationId xmlns:a16="http://schemas.microsoft.com/office/drawing/2014/main" id="{B0A35EAB-252D-D380-4E45-0AD20CDF0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r="30703" b="-1"/>
          <a:stretch/>
        </p:blipFill>
        <p:spPr>
          <a:xfrm>
            <a:off x="0" y="4969569"/>
            <a:ext cx="1650194" cy="1888430"/>
          </a:xfrm>
          <a:custGeom>
            <a:avLst/>
            <a:gdLst/>
            <a:ahLst/>
            <a:cxnLst/>
            <a:rect l="l" t="t" r="r" b="b"/>
            <a:pathLst>
              <a:path w="5004928" h="5727482">
                <a:moveTo>
                  <a:pt x="1673274" y="0"/>
                </a:moveTo>
                <a:cubicBezTo>
                  <a:pt x="3513296" y="0"/>
                  <a:pt x="5004928" y="1491632"/>
                  <a:pt x="5004928" y="3331654"/>
                </a:cubicBezTo>
                <a:cubicBezTo>
                  <a:pt x="5004928" y="4251665"/>
                  <a:pt x="4632020" y="5084579"/>
                  <a:pt x="4029109" y="5687489"/>
                </a:cubicBezTo>
                <a:lnTo>
                  <a:pt x="3985106" y="5727482"/>
                </a:lnTo>
                <a:lnTo>
                  <a:pt x="0" y="5727482"/>
                </a:lnTo>
                <a:lnTo>
                  <a:pt x="0" y="453879"/>
                </a:lnTo>
                <a:lnTo>
                  <a:pt x="85210" y="402113"/>
                </a:lnTo>
                <a:cubicBezTo>
                  <a:pt x="557283" y="145668"/>
                  <a:pt x="1098267" y="0"/>
                  <a:pt x="1673274" y="0"/>
                </a:cubicBezTo>
                <a:close/>
              </a:path>
            </a:pathLst>
          </a:custGeom>
        </p:spPr>
      </p:pic>
      <p:pic>
        <p:nvPicPr>
          <p:cNvPr id="16" name="Picture 15" descr="A deer standing in a field&#10;&#10;Description automatically generated">
            <a:extLst>
              <a:ext uri="{FF2B5EF4-FFF2-40B4-BE49-F238E27FC236}">
                <a16:creationId xmlns:a16="http://schemas.microsoft.com/office/drawing/2014/main" id="{41BF2922-FF0D-E62B-26E3-FFFE04C343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1" r="3" b="3"/>
          <a:stretch/>
        </p:blipFill>
        <p:spPr>
          <a:xfrm>
            <a:off x="8564229" y="-22069"/>
            <a:ext cx="1550334" cy="1111812"/>
          </a:xfrm>
          <a:custGeom>
            <a:avLst/>
            <a:gdLst/>
            <a:ahLst/>
            <a:cxnLst/>
            <a:rect l="l" t="t" r="r" b="b"/>
            <a:pathLst>
              <a:path w="5061985" h="3630170">
                <a:moveTo>
                  <a:pt x="253815" y="0"/>
                </a:moveTo>
                <a:lnTo>
                  <a:pt x="4808170" y="0"/>
                </a:lnTo>
                <a:lnTo>
                  <a:pt x="4863087" y="114001"/>
                </a:lnTo>
                <a:cubicBezTo>
                  <a:pt x="4991162" y="416805"/>
                  <a:pt x="5061985" y="749721"/>
                  <a:pt x="5061985" y="1099178"/>
                </a:cubicBezTo>
                <a:cubicBezTo>
                  <a:pt x="5061985" y="2497007"/>
                  <a:pt x="3928821" y="3630170"/>
                  <a:pt x="2530993" y="3630170"/>
                </a:cubicBezTo>
                <a:cubicBezTo>
                  <a:pt x="1133164" y="3630170"/>
                  <a:pt x="0" y="2497007"/>
                  <a:pt x="0" y="1099178"/>
                </a:cubicBezTo>
                <a:cubicBezTo>
                  <a:pt x="0" y="749721"/>
                  <a:pt x="70823" y="416805"/>
                  <a:pt x="198898" y="114001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5832DA9-632C-C6BE-71C6-35F17753A360}"/>
              </a:ext>
            </a:extLst>
          </p:cNvPr>
          <p:cNvSpPr txBox="1"/>
          <p:nvPr/>
        </p:nvSpPr>
        <p:spPr>
          <a:xfrm>
            <a:off x="572493" y="2923607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even one hunter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defects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 catch a hare,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stag escapes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and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defector keeps the hare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DEABB8-BB8D-C11D-AF8F-D25803E63B34}"/>
              </a:ext>
            </a:extLst>
          </p:cNvPr>
          <p:cNvGrpSpPr/>
          <p:nvPr/>
        </p:nvGrpSpPr>
        <p:grpSpPr>
          <a:xfrm>
            <a:off x="2719200" y="4406302"/>
            <a:ext cx="7483513" cy="2285282"/>
            <a:chOff x="2719200" y="4406302"/>
            <a:chExt cx="7483513" cy="2285282"/>
          </a:xfrm>
        </p:grpSpPr>
        <p:pic>
          <p:nvPicPr>
            <p:cNvPr id="19" name="Picture 18" descr="Cartoon of a caveman holding a stone&#10;&#10;Description automatically generated">
              <a:extLst>
                <a:ext uri="{FF2B5EF4-FFF2-40B4-BE49-F238E27FC236}">
                  <a16:creationId xmlns:a16="http://schemas.microsoft.com/office/drawing/2014/main" id="{5D7F04B6-1C42-7C7C-AC4B-32FCD908B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6670" y="4406302"/>
              <a:ext cx="1760071" cy="1792941"/>
            </a:xfrm>
            <a:prstGeom prst="rect">
              <a:avLst/>
            </a:prstGeom>
          </p:spPr>
        </p:pic>
        <p:pic>
          <p:nvPicPr>
            <p:cNvPr id="21" name="Picture 20" descr="A cartoon of a caveman carrying a club&#10;&#10;Description automatically generated">
              <a:extLst>
                <a:ext uri="{FF2B5EF4-FFF2-40B4-BE49-F238E27FC236}">
                  <a16:creationId xmlns:a16="http://schemas.microsoft.com/office/drawing/2014/main" id="{0BA3154F-90A2-7DB3-8642-1E3B4B28A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6741" y="4826208"/>
              <a:ext cx="1526390" cy="1526390"/>
            </a:xfrm>
            <a:prstGeom prst="rect">
              <a:avLst/>
            </a:prstGeom>
          </p:spPr>
        </p:pic>
        <p:pic>
          <p:nvPicPr>
            <p:cNvPr id="23" name="Picture 22" descr="Cartoon of a person holding a spear&#10;&#10;Description automatically generated">
              <a:extLst>
                <a:ext uri="{FF2B5EF4-FFF2-40B4-BE49-F238E27FC236}">
                  <a16:creationId xmlns:a16="http://schemas.microsoft.com/office/drawing/2014/main" id="{C8AFB5EE-5665-7DB0-B6E5-3A9FC2B3A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96429">
              <a:off x="7173150" y="4419084"/>
              <a:ext cx="1417447" cy="1823450"/>
            </a:xfrm>
            <a:prstGeom prst="rect">
              <a:avLst/>
            </a:prstGeom>
          </p:spPr>
        </p:pic>
        <p:pic>
          <p:nvPicPr>
            <p:cNvPr id="26" name="Picture 25" descr="Cartoon of a caveman holding a large brown stick&#10;&#10;Description automatically generated">
              <a:extLst>
                <a:ext uri="{FF2B5EF4-FFF2-40B4-BE49-F238E27FC236}">
                  <a16:creationId xmlns:a16="http://schemas.microsoft.com/office/drawing/2014/main" id="{DAD655A7-AFB4-6EF4-52AE-7E08DFE1D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775"/>
            <a:stretch/>
          </p:blipFill>
          <p:spPr>
            <a:xfrm>
              <a:off x="8744736" y="4760348"/>
              <a:ext cx="1457977" cy="1823450"/>
            </a:xfrm>
            <a:prstGeom prst="rect">
              <a:avLst/>
            </a:prstGeom>
          </p:spPr>
        </p:pic>
        <p:pic>
          <p:nvPicPr>
            <p:cNvPr id="28" name="Picture 27" descr="Cartoon of a caveman&#10;&#10;Description automatically generated">
              <a:extLst>
                <a:ext uri="{FF2B5EF4-FFF2-40B4-BE49-F238E27FC236}">
                  <a16:creationId xmlns:a16="http://schemas.microsoft.com/office/drawing/2014/main" id="{68379144-70A1-0C16-E766-D4E808939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95" r="18522"/>
            <a:stretch/>
          </p:blipFill>
          <p:spPr>
            <a:xfrm>
              <a:off x="2719200" y="4826208"/>
              <a:ext cx="1277470" cy="186537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33A3CE7-4807-54A7-1B62-DEEAF1F5631A}"/>
              </a:ext>
            </a:extLst>
          </p:cNvPr>
          <p:cNvSpPr txBox="1"/>
          <p:nvPr/>
        </p:nvSpPr>
        <p:spPr>
          <a:xfrm>
            <a:off x="6794665" y="37092"/>
            <a:ext cx="189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risk/reward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7A675-6742-5FC1-3D82-EB6E240D9DE2}"/>
              </a:ext>
            </a:extLst>
          </p:cNvPr>
          <p:cNvSpPr txBox="1"/>
          <p:nvPr/>
        </p:nvSpPr>
        <p:spPr>
          <a:xfrm>
            <a:off x="825097" y="4659792"/>
            <a:ext cx="189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Low risk/reward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72D5E9-09EC-FA3A-F173-B3D064F77EF7}"/>
              </a:ext>
            </a:extLst>
          </p:cNvPr>
          <p:cNvSpPr/>
          <p:nvPr/>
        </p:nvSpPr>
        <p:spPr>
          <a:xfrm>
            <a:off x="2780147" y="2253673"/>
            <a:ext cx="7970982" cy="2456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6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3" grpId="0"/>
      <p:bldP spid="15" grpId="0"/>
      <p:bldP spid="17" grpId="0"/>
      <p:bldP spid="3" grpId="0"/>
      <p:bldP spid="4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941B6-12B7-0410-1CC3-3D6D83C2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4E88D33-C6EE-A1F0-2195-E5E197DF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68A7C400-3FD6-FDCF-0FA4-BDB377E6B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711E6-EE94-96E5-DB23-EFA4EE58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The Normal-Form Representation</a:t>
            </a:r>
            <a:endParaRPr lang="en-US" sz="490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166B2-93EB-B19C-02CF-FCDD0EE98952}"/>
              </a:ext>
            </a:extLst>
          </p:cNvPr>
          <p:cNvSpPr txBox="1"/>
          <p:nvPr/>
        </p:nvSpPr>
        <p:spPr>
          <a:xfrm>
            <a:off x="572493" y="2049780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61E28-F3A5-639E-07C4-4BDDDA5E02FE}"/>
                  </a:ext>
                </a:extLst>
              </p:cNvPr>
              <p:cNvSpPr txBox="1"/>
              <p:nvPr/>
            </p:nvSpPr>
            <p:spPr>
              <a:xfrm>
                <a:off x="2887980" y="2095946"/>
                <a:ext cx="15653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𝑁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 2, …,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61E28-F3A5-639E-07C4-4BDDDA5E0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80" y="2095946"/>
                <a:ext cx="1565365" cy="276999"/>
              </a:xfrm>
              <a:prstGeom prst="rect">
                <a:avLst/>
              </a:prstGeom>
              <a:blipFill>
                <a:blip r:embed="rId2"/>
                <a:stretch>
                  <a:fillRect l="-350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7F867D3-97B4-FD36-499C-C13F3E135BC5}"/>
              </a:ext>
            </a:extLst>
          </p:cNvPr>
          <p:cNvSpPr txBox="1"/>
          <p:nvPr/>
        </p:nvSpPr>
        <p:spPr>
          <a:xfrm>
            <a:off x="572492" y="2584394"/>
            <a:ext cx="166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Strategy sets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5F51D9D-E371-A5FE-8F42-5DB7840FCC22}"/>
              </a:ext>
            </a:extLst>
          </p:cNvPr>
          <p:cNvGrpSpPr/>
          <p:nvPr/>
        </p:nvGrpSpPr>
        <p:grpSpPr>
          <a:xfrm>
            <a:off x="2887979" y="2584394"/>
            <a:ext cx="3302065" cy="369332"/>
            <a:chOff x="2887979" y="2584394"/>
            <a:chExt cx="3302065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94D66B-96E0-7CDA-6FCB-5C2D482AC7C2}"/>
                    </a:ext>
                  </a:extLst>
                </p:cNvPr>
                <p:cNvSpPr txBox="1"/>
                <p:nvPr/>
              </p:nvSpPr>
              <p:spPr>
                <a:xfrm>
                  <a:off x="2887979" y="2630559"/>
                  <a:ext cx="13205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𝑆𝑡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𝐻𝑎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94D66B-96E0-7CDA-6FCB-5C2D482AC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7979" y="2630559"/>
                  <a:ext cx="132055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167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FF81BC9-C3B7-5CE0-7786-84AE17B7B4FD}"/>
                </a:ext>
              </a:extLst>
            </p:cNvPr>
            <p:cNvGrpSpPr/>
            <p:nvPr/>
          </p:nvGrpSpPr>
          <p:grpSpPr>
            <a:xfrm>
              <a:off x="4153893" y="2584394"/>
              <a:ext cx="2036151" cy="369332"/>
              <a:chOff x="4153893" y="2584394"/>
              <a:chExt cx="2036151" cy="36933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22A51F-F92B-39C8-54B6-A36D311D89B8}"/>
                  </a:ext>
                </a:extLst>
              </p:cNvPr>
              <p:cNvSpPr txBox="1"/>
              <p:nvPr/>
            </p:nvSpPr>
            <p:spPr>
              <a:xfrm>
                <a:off x="4153893" y="2584394"/>
                <a:ext cx="4790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for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A52F5AD-E016-3E87-E873-D3334D6272B3}"/>
                      </a:ext>
                    </a:extLst>
                  </p:cNvPr>
                  <p:cNvSpPr txBox="1"/>
                  <p:nvPr/>
                </p:nvSpPr>
                <p:spPr>
                  <a:xfrm>
                    <a:off x="4746444" y="2635345"/>
                    <a:ext cx="144360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1, 2, …, 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</m:d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A52F5AD-E016-3E87-E873-D3334D6272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46444" y="2635345"/>
                    <a:ext cx="1443600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81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0C9824-4B01-6C37-E384-829C1DF5ABC2}"/>
              </a:ext>
            </a:extLst>
          </p:cNvPr>
          <p:cNvSpPr txBox="1"/>
          <p:nvPr/>
        </p:nvSpPr>
        <p:spPr>
          <a:xfrm>
            <a:off x="572492" y="3119008"/>
            <a:ext cx="166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Payoffs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8A9E6F-4C8E-07E9-ECFC-CD68A58B8434}"/>
                  </a:ext>
                </a:extLst>
              </p:cNvPr>
              <p:cNvSpPr txBox="1"/>
              <p:nvPr/>
            </p:nvSpPr>
            <p:spPr>
              <a:xfrm>
                <a:off x="5369859" y="2049780"/>
                <a:ext cx="1909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The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hunters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8A9E6F-4C8E-07E9-ECFC-CD68A58B8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859" y="2049780"/>
                <a:ext cx="1909482" cy="369332"/>
              </a:xfrm>
              <a:prstGeom prst="rect">
                <a:avLst/>
              </a:prstGeom>
              <a:blipFill>
                <a:blip r:embed="rId5"/>
                <a:stretch>
                  <a:fillRect l="-2875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CFC6C-B186-86BE-533D-6556ABD1969E}"/>
                  </a:ext>
                </a:extLst>
              </p:cNvPr>
              <p:cNvSpPr txBox="1"/>
              <p:nvPr/>
            </p:nvSpPr>
            <p:spPr>
              <a:xfrm>
                <a:off x="8591091" y="2492061"/>
                <a:ext cx="24001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𝑆𝑡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: Value of one stag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𝐻𝑎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: Value of one hare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CFC6C-B186-86BE-533D-6556ABD19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091" y="2492061"/>
                <a:ext cx="2400182" cy="646331"/>
              </a:xfrm>
              <a:prstGeom prst="rect">
                <a:avLst/>
              </a:prstGeom>
              <a:blipFill>
                <a:blip r:embed="rId6"/>
                <a:stretch>
                  <a:fillRect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F19950-C53C-DFD1-B77A-E2472EBA7B79}"/>
                  </a:ext>
                </a:extLst>
              </p:cNvPr>
              <p:cNvSpPr txBox="1"/>
              <p:nvPr/>
            </p:nvSpPr>
            <p:spPr>
              <a:xfrm>
                <a:off x="2805151" y="3119008"/>
                <a:ext cx="22326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For any player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F19950-C53C-DFD1-B77A-E2472EBA7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151" y="3119008"/>
                <a:ext cx="2232659" cy="369332"/>
              </a:xfrm>
              <a:prstGeom prst="rect">
                <a:avLst/>
              </a:prstGeom>
              <a:blipFill>
                <a:blip r:embed="rId7"/>
                <a:stretch>
                  <a:fillRect l="-2186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293898-52FA-BB49-EB17-2C76DE8090DA}"/>
                  </a:ext>
                </a:extLst>
              </p:cNvPr>
              <p:cNvSpPr txBox="1"/>
              <p:nvPr/>
            </p:nvSpPr>
            <p:spPr>
              <a:xfrm>
                <a:off x="2892405" y="4234403"/>
                <a:ext cx="6086603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𝑆𝑡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𝑆𝑡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𝑎𝑙𝑙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h𝑢𝑛𝑡𝑒𝑟𝑠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𝑐h𝑜𝑜𝑠𝑒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𝑆𝑡</m:t>
                            </m:r>
                          </m:e>
                        </m:mr>
                        <m:m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               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𝑖𝑓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𝑎𝑡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𝑙𝑒𝑎𝑠𝑡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𝑜𝑛𝑒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h𝑢𝑛𝑡𝑒𝑟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𝑐h𝑜𝑜𝑠𝑒𝑠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𝐻𝑎</m:t>
                            </m:r>
                          </m:e>
                        </m:mr>
                      </m:m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293898-52FA-BB49-EB17-2C76DE809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405" y="4234403"/>
                <a:ext cx="6086603" cy="6178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A934EF-9CD3-0871-A7F9-50EE7FBD0C45}"/>
                  </a:ext>
                </a:extLst>
              </p:cNvPr>
              <p:cNvSpPr txBox="1"/>
              <p:nvPr/>
            </p:nvSpPr>
            <p:spPr>
              <a:xfrm>
                <a:off x="2805151" y="3607455"/>
                <a:ext cx="1648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chooses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𝑆𝑡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A934EF-9CD3-0871-A7F9-50EE7FBD0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151" y="3607455"/>
                <a:ext cx="1648194" cy="369332"/>
              </a:xfrm>
              <a:prstGeom prst="rect">
                <a:avLst/>
              </a:prstGeom>
              <a:blipFill>
                <a:blip r:embed="rId9"/>
                <a:stretch>
                  <a:fillRect l="-2952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2D4485-508B-AD6C-C1E1-B08F30B234C8}"/>
                  </a:ext>
                </a:extLst>
              </p:cNvPr>
              <p:cNvSpPr txBox="1"/>
              <p:nvPr/>
            </p:nvSpPr>
            <p:spPr>
              <a:xfrm>
                <a:off x="2805150" y="5221142"/>
                <a:ext cx="1776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chooses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2D4485-508B-AD6C-C1E1-B08F30B23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150" y="5221142"/>
                <a:ext cx="1776851" cy="369332"/>
              </a:xfrm>
              <a:prstGeom prst="rect">
                <a:avLst/>
              </a:prstGeom>
              <a:blipFill>
                <a:blip r:embed="rId10"/>
                <a:stretch>
                  <a:fillRect l="-274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0FF6E1-4B5B-B78C-5F0C-3CCCA81454CB}"/>
                  </a:ext>
                </a:extLst>
              </p:cNvPr>
              <p:cNvSpPr txBox="1"/>
              <p:nvPr/>
            </p:nvSpPr>
            <p:spPr>
              <a:xfrm>
                <a:off x="3438418" y="5808738"/>
                <a:ext cx="13987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𝐻𝑎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𝐻𝑎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0FF6E1-4B5B-B78C-5F0C-3CCCA8145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418" y="5808738"/>
                <a:ext cx="1398781" cy="276999"/>
              </a:xfrm>
              <a:prstGeom prst="rect">
                <a:avLst/>
              </a:prstGeom>
              <a:blipFill>
                <a:blip r:embed="rId11"/>
                <a:stretch>
                  <a:fillRect l="-2174" r="-435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2D562F-370A-E709-EF46-9E0B5013F7CF}"/>
                  </a:ext>
                </a:extLst>
              </p:cNvPr>
              <p:cNvSpPr txBox="1"/>
              <p:nvPr/>
            </p:nvSpPr>
            <p:spPr>
              <a:xfrm>
                <a:off x="9190037" y="3295109"/>
                <a:ext cx="1128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𝑆𝑡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𝑛𝑉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𝐻𝑎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2D562F-370A-E709-EF46-9E0B5013F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037" y="3295109"/>
                <a:ext cx="1128450" cy="276999"/>
              </a:xfrm>
              <a:prstGeom prst="rect">
                <a:avLst/>
              </a:prstGeom>
              <a:blipFill>
                <a:blip r:embed="rId12"/>
                <a:stretch>
                  <a:fillRect l="-4865" r="-1081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81398FA-AA82-E8DB-E522-2BF1C191962D}"/>
              </a:ext>
            </a:extLst>
          </p:cNvPr>
          <p:cNvSpPr txBox="1"/>
          <p:nvPr/>
        </p:nvSpPr>
        <p:spPr>
          <a:xfrm>
            <a:off x="8979008" y="3680701"/>
            <a:ext cx="2979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radley Hand ITC" panose="03070402050302030203" pitchFamily="66" charset="0"/>
              </a:rPr>
              <a:t>…incentive</a:t>
            </a:r>
            <a:r>
              <a:rPr kumimoji="0" lang="en-US" b="1" i="0" u="none" strike="noStrike" kern="120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radley Hand ITC" panose="03070402050302030203" pitchFamily="66" charset="0"/>
              </a:rPr>
              <a:t> to cooperate and go for the bigger </a:t>
            </a:r>
            <a:r>
              <a:rPr lang="en-US" b="1" dirty="0">
                <a:solidFill>
                  <a:srgbClr val="0070C0"/>
                </a:solidFill>
                <a:latin typeface="Bradley Hand ITC" panose="03070402050302030203" pitchFamily="66" charset="0"/>
              </a:rPr>
              <a:t>kill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89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2" grpId="0"/>
      <p:bldP spid="4" grpId="0"/>
      <p:bldP spid="6" grpId="0"/>
      <p:bldP spid="15" grpId="0"/>
      <p:bldP spid="16" grpId="0"/>
      <p:bldP spid="17" grpId="0"/>
      <p:bldP spid="18" grpId="0"/>
      <p:bldP spid="19" grpId="0"/>
      <p:bldP spid="20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91770-0DD2-BB54-3287-EA7626CE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D9DD6B2-61CA-38C4-23B5-0664B3AE8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81BCB594-6355-75DE-DF52-01E7D1BE7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CF015-E271-A2D8-5329-F759C3E3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The Matrix Representation</a:t>
            </a:r>
            <a:endParaRPr lang="en-US" sz="4900" dirty="0">
              <a:solidFill>
                <a:srgbClr val="7030A0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E583D41-0938-3A84-FD2C-BDE6445F8B59}"/>
              </a:ext>
            </a:extLst>
          </p:cNvPr>
          <p:cNvGrpSpPr/>
          <p:nvPr/>
        </p:nvGrpSpPr>
        <p:grpSpPr>
          <a:xfrm>
            <a:off x="5015895" y="2530929"/>
            <a:ext cx="1828800" cy="914400"/>
            <a:chOff x="3443910" y="2526652"/>
            <a:chExt cx="1828800" cy="914400"/>
          </a:xfrm>
          <a:solidFill>
            <a:schemeClr val="accent6">
              <a:lumMod val="20000"/>
              <a:lumOff val="8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14C40256-DBE4-675A-1666-9FD4F58B44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43910" y="2526652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𝑆𝑡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14C40256-DBE4-675A-1666-9FD4F58B44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910" y="2526652"/>
                  <a:ext cx="914400" cy="9144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D604601-D6A4-3F0A-448B-7A4EEC904F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8310" y="2526652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𝐻𝑎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D604601-D6A4-3F0A-448B-7A4EEC904F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8310" y="2526652"/>
                  <a:ext cx="914400" cy="9144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773FD7-7A2F-6D81-E6BE-E5C7C78FBE4A}"/>
              </a:ext>
            </a:extLst>
          </p:cNvPr>
          <p:cNvGrpSpPr/>
          <p:nvPr/>
        </p:nvGrpSpPr>
        <p:grpSpPr>
          <a:xfrm>
            <a:off x="4106938" y="3438040"/>
            <a:ext cx="914400" cy="1828800"/>
            <a:chOff x="2751667" y="2929467"/>
            <a:chExt cx="914400" cy="1828800"/>
          </a:xfrm>
          <a:solidFill>
            <a:schemeClr val="tx2">
              <a:lumMod val="10000"/>
              <a:lumOff val="9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3FFAC6ED-E130-6E75-C2A9-C33A99356CA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51667" y="2929467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𝑆𝑡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3FFAC6ED-E130-6E75-C2A9-C33A99356C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667" y="2929467"/>
                  <a:ext cx="914400" cy="9144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C6D950F-3C1B-5999-A871-CAB8F997E4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51667" y="3843867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𝐻𝑎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C6D950F-3C1B-5999-A871-CAB8F997E4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667" y="3843867"/>
                  <a:ext cx="914400" cy="9144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B86F773-6F60-CB23-C23B-2518E36BED2B}"/>
              </a:ext>
            </a:extLst>
          </p:cNvPr>
          <p:cNvGrpSpPr/>
          <p:nvPr/>
        </p:nvGrpSpPr>
        <p:grpSpPr>
          <a:xfrm>
            <a:off x="5015895" y="3438040"/>
            <a:ext cx="1828800" cy="1848972"/>
            <a:chOff x="3437467" y="3417868"/>
            <a:chExt cx="1828800" cy="18489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182CB62-8CA2-8772-C0D2-AF3852D5CE7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37467" y="3417868"/>
                  <a:ext cx="914400" cy="9345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182CB62-8CA2-8772-C0D2-AF3852D5CE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7467" y="3417868"/>
                  <a:ext cx="914400" cy="9345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CD1B259-FE35-3425-EFCB-440A2503D6B2}"/>
                    </a:ext>
                  </a:extLst>
                </p:cNvPr>
                <p:cNvSpPr/>
                <p:nvPr/>
              </p:nvSpPr>
              <p:spPr>
                <a:xfrm>
                  <a:off x="4351867" y="4352440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1, 1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CD1B259-FE35-3425-EFCB-440A2503D6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867" y="4352440"/>
                  <a:ext cx="914400" cy="9144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06EB7F2-A828-0E6E-90C7-1154791DB8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1867" y="3430751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0, 1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06EB7F2-A828-0E6E-90C7-1154791DB8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867" y="3430751"/>
                  <a:ext cx="914400" cy="9144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08C5A9F-5B1B-31F8-681A-574DE265E8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37467" y="4345151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1, 0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08C5A9F-5B1B-31F8-681A-574DE265E8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7467" y="4345151"/>
                  <a:ext cx="914400" cy="9144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6C523E8-B735-DE18-B7D9-2450654F2FF5}"/>
              </a:ext>
            </a:extLst>
          </p:cNvPr>
          <p:cNvGrpSpPr/>
          <p:nvPr/>
        </p:nvGrpSpPr>
        <p:grpSpPr>
          <a:xfrm>
            <a:off x="3055346" y="1830272"/>
            <a:ext cx="8535667" cy="2705028"/>
            <a:chOff x="3055346" y="1830272"/>
            <a:chExt cx="8535667" cy="2705028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F50BA4F-058C-2D43-6C6D-E5623F5A02A0}"/>
                </a:ext>
              </a:extLst>
            </p:cNvPr>
            <p:cNvSpPr txBox="1"/>
            <p:nvPr/>
          </p:nvSpPr>
          <p:spPr>
            <a:xfrm>
              <a:off x="8329341" y="1830272"/>
              <a:ext cx="3261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Only Two Hunters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4EB5E16-4A19-4469-0CFD-D693CC4FDE08}"/>
                </a:ext>
              </a:extLst>
            </p:cNvPr>
            <p:cNvGrpSpPr/>
            <p:nvPr/>
          </p:nvGrpSpPr>
          <p:grpSpPr>
            <a:xfrm>
              <a:off x="3055346" y="2086656"/>
              <a:ext cx="3376972" cy="2448644"/>
              <a:chOff x="1476918" y="2014938"/>
              <a:chExt cx="3376972" cy="2448644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16212B2-761B-BA62-0925-31D3BD5610A8}"/>
                  </a:ext>
                </a:extLst>
              </p:cNvPr>
              <p:cNvSpPr txBox="1"/>
              <p:nvPr/>
            </p:nvSpPr>
            <p:spPr>
              <a:xfrm>
                <a:off x="1476918" y="4094250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Player 1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A022631-118C-8515-AF5C-150D24864EBD}"/>
                  </a:ext>
                </a:extLst>
              </p:cNvPr>
              <p:cNvSpPr txBox="1"/>
              <p:nvPr/>
            </p:nvSpPr>
            <p:spPr>
              <a:xfrm>
                <a:off x="3849843" y="2014938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Player 2</a:t>
                </a: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AE900FC-4F79-DB06-A486-A6CDF6F0C857}"/>
              </a:ext>
            </a:extLst>
          </p:cNvPr>
          <p:cNvGrpSpPr/>
          <p:nvPr/>
        </p:nvGrpSpPr>
        <p:grpSpPr>
          <a:xfrm>
            <a:off x="8577084" y="4884683"/>
            <a:ext cx="1137648" cy="1080283"/>
            <a:chOff x="8577084" y="4884683"/>
            <a:chExt cx="1137648" cy="10802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AD2B84D-5DA9-E432-483C-EED1C24F4838}"/>
                    </a:ext>
                  </a:extLst>
                </p:cNvPr>
                <p:cNvSpPr txBox="1"/>
                <p:nvPr/>
              </p:nvSpPr>
              <p:spPr>
                <a:xfrm>
                  <a:off x="8591091" y="5687967"/>
                  <a:ext cx="112364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𝑆𝑡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𝐻𝑎</m:t>
                            </m:r>
                          </m:sub>
                        </m:sSub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AD2B84D-5DA9-E432-483C-EED1C24F48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1091" y="5687967"/>
                  <a:ext cx="1123641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4324" r="-54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2FB2CB45-12D7-DA75-087F-3BAB82DD18BF}"/>
                    </a:ext>
                  </a:extLst>
                </p:cNvPr>
                <p:cNvSpPr txBox="1"/>
                <p:nvPr/>
              </p:nvSpPr>
              <p:spPr>
                <a:xfrm>
                  <a:off x="8591091" y="5287012"/>
                  <a:ext cx="8358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𝐻𝑎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2FB2CB45-12D7-DA75-087F-3BAB82DD1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1091" y="5287012"/>
                  <a:ext cx="835806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6569" r="-729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A996C43-C781-1568-836C-1C0E4B087727}"/>
                    </a:ext>
                  </a:extLst>
                </p:cNvPr>
                <p:cNvSpPr txBox="1"/>
                <p:nvPr/>
              </p:nvSpPr>
              <p:spPr>
                <a:xfrm>
                  <a:off x="8577084" y="4884683"/>
                  <a:ext cx="7639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𝑆𝑡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A996C43-C781-1568-836C-1C0E4B0877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7084" y="4884683"/>
                  <a:ext cx="763927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7200" r="-8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7390606-8AA8-F50B-A742-3175FD312832}"/>
              </a:ext>
            </a:extLst>
          </p:cNvPr>
          <p:cNvSpPr/>
          <p:nvPr/>
        </p:nvSpPr>
        <p:spPr>
          <a:xfrm>
            <a:off x="5097097" y="3601782"/>
            <a:ext cx="732157" cy="63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86E4B5-3E1F-86EE-71A5-A01FDA88252F}"/>
              </a:ext>
            </a:extLst>
          </p:cNvPr>
          <p:cNvSpPr/>
          <p:nvPr/>
        </p:nvSpPr>
        <p:spPr>
          <a:xfrm>
            <a:off x="6006054" y="3611342"/>
            <a:ext cx="732157" cy="63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3CE2DF-FA5B-3AD0-64F8-4DEAC77E9832}"/>
              </a:ext>
            </a:extLst>
          </p:cNvPr>
          <p:cNvSpPr/>
          <p:nvPr/>
        </p:nvSpPr>
        <p:spPr>
          <a:xfrm>
            <a:off x="6002085" y="4473376"/>
            <a:ext cx="732157" cy="63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E59F29-FA37-45C1-1F6C-E326F174F0E6}"/>
              </a:ext>
            </a:extLst>
          </p:cNvPr>
          <p:cNvSpPr/>
          <p:nvPr/>
        </p:nvSpPr>
        <p:spPr>
          <a:xfrm>
            <a:off x="5100844" y="4502714"/>
            <a:ext cx="732157" cy="63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3743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0A7A8-22CD-A5BF-871D-E4E5069C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06B8666-E9EF-138B-66F8-E8716A2DB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9251B291-233B-DFF3-E7F0-218888C0F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E2DDA-5CCB-2972-DFF3-F349AD24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Game Structure</a:t>
            </a:r>
            <a:endParaRPr lang="en-US" sz="49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719CD0-B074-2A87-C929-EF794FD5FD6A}"/>
              </a:ext>
            </a:extLst>
          </p:cNvPr>
          <p:cNvGrpSpPr/>
          <p:nvPr/>
        </p:nvGrpSpPr>
        <p:grpSpPr>
          <a:xfrm>
            <a:off x="7914217" y="289677"/>
            <a:ext cx="3789349" cy="3272074"/>
            <a:chOff x="3055346" y="2014938"/>
            <a:chExt cx="3789349" cy="327207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3B76E53-0BF5-5380-914A-0DFE6C02584D}"/>
                </a:ext>
              </a:extLst>
            </p:cNvPr>
            <p:cNvGrpSpPr/>
            <p:nvPr/>
          </p:nvGrpSpPr>
          <p:grpSpPr>
            <a:xfrm>
              <a:off x="5015895" y="2530929"/>
              <a:ext cx="1828800" cy="914400"/>
              <a:chOff x="3443910" y="2526652"/>
              <a:chExt cx="1828800" cy="914400"/>
            </a:xfrm>
            <a:solidFill>
              <a:schemeClr val="accent6">
                <a:lumMod val="20000"/>
                <a:lumOff val="8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37816F84-1C6C-ED48-4103-59D58D82FA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𝑆𝑡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37816F84-1C6C-ED48-4103-59D58D82FAD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6286F648-6F41-C20A-6652-9467B426CEA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𝐻𝑎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6286F648-6F41-C20A-6652-9467B426CEA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5B85B8D-5A7D-C37F-D16B-26B54F7D2D20}"/>
                </a:ext>
              </a:extLst>
            </p:cNvPr>
            <p:cNvGrpSpPr/>
            <p:nvPr/>
          </p:nvGrpSpPr>
          <p:grpSpPr>
            <a:xfrm>
              <a:off x="4106938" y="3438040"/>
              <a:ext cx="914400" cy="1828800"/>
              <a:chOff x="2751667" y="2929467"/>
              <a:chExt cx="914400" cy="1828800"/>
            </a:xfrm>
            <a:solidFill>
              <a:schemeClr val="tx2">
                <a:lumMod val="10000"/>
                <a:lumOff val="9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B3B3F06A-03A6-7338-E51B-EAE5845D53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𝑆𝑡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B3B3F06A-03A6-7338-E51B-EAE5845D53D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7C3467F-4803-0222-5479-0935F769AA9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𝐻𝑎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7C3467F-4803-0222-5479-0935F769AA9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AF9064-C9FC-E9ED-EB57-2F6BA66BDC1C}"/>
                </a:ext>
              </a:extLst>
            </p:cNvPr>
            <p:cNvGrpSpPr/>
            <p:nvPr/>
          </p:nvGrpSpPr>
          <p:grpSpPr>
            <a:xfrm>
              <a:off x="5015895" y="3438040"/>
              <a:ext cx="1828800" cy="1848972"/>
              <a:chOff x="3437467" y="3417868"/>
              <a:chExt cx="1828800" cy="18489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6F02E401-4B0F-5AF0-2E2A-5A8A6B98025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6F02E401-4B0F-5AF0-2E2A-5A8A6B98025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0AA6F6C1-B541-FB70-601E-3B0AA7AB7428}"/>
                      </a:ext>
                    </a:extLst>
                  </p:cNvPr>
                  <p:cNvSpPr/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0AA6F6C1-B541-FB70-601E-3B0AA7AB74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A68579BA-5A8E-8CAC-5BB7-D934CE89BF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0, 1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A68579BA-5A8E-8CAC-5BB7-D934CE89BF0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A51E2C7F-1D4D-E4A5-7BF9-6CEEB14250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1, 0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A51E2C7F-1D4D-E4A5-7BF9-6CEEB14250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7A5E4F2-3541-2178-F6F4-C143F76C223B}"/>
                </a:ext>
              </a:extLst>
            </p:cNvPr>
            <p:cNvGrpSpPr/>
            <p:nvPr/>
          </p:nvGrpSpPr>
          <p:grpSpPr>
            <a:xfrm>
              <a:off x="3055346" y="2014938"/>
              <a:ext cx="3376972" cy="2448644"/>
              <a:chOff x="1476918" y="2014938"/>
              <a:chExt cx="3376972" cy="244864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023E4F-6CFD-993D-F0B0-192D94716CEA}"/>
                  </a:ext>
                </a:extLst>
              </p:cNvPr>
              <p:cNvSpPr txBox="1"/>
              <p:nvPr/>
            </p:nvSpPr>
            <p:spPr>
              <a:xfrm>
                <a:off x="1476918" y="4094250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Player 1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2C87D8-FB03-D3B9-896C-19B969800AE4}"/>
                  </a:ext>
                </a:extLst>
              </p:cNvPr>
              <p:cNvSpPr txBox="1"/>
              <p:nvPr/>
            </p:nvSpPr>
            <p:spPr>
              <a:xfrm>
                <a:off x="3849843" y="2014938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Player 2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2C5A01E-6179-C54C-00DE-8BEB5571054B}"/>
              </a:ext>
            </a:extLst>
          </p:cNvPr>
          <p:cNvSpPr txBox="1"/>
          <p:nvPr/>
        </p:nvSpPr>
        <p:spPr>
          <a:xfrm>
            <a:off x="572492" y="2201854"/>
            <a:ext cx="592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game models a situation in which each player—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Gains the most when all players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cooperate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021C0E-821F-93E0-2764-74F97C8301DA}"/>
              </a:ext>
            </a:extLst>
          </p:cNvPr>
          <p:cNvSpPr/>
          <p:nvPr/>
        </p:nvSpPr>
        <p:spPr>
          <a:xfrm>
            <a:off x="9936167" y="1840585"/>
            <a:ext cx="802484" cy="658787"/>
          </a:xfrm>
          <a:custGeom>
            <a:avLst/>
            <a:gdLst>
              <a:gd name="csX0" fmla="*/ 0 w 802484"/>
              <a:gd name="csY0" fmla="*/ 329394 h 658787"/>
              <a:gd name="csX1" fmla="*/ 401242 w 802484"/>
              <a:gd name="csY1" fmla="*/ 0 h 658787"/>
              <a:gd name="csX2" fmla="*/ 802484 w 802484"/>
              <a:gd name="csY2" fmla="*/ 329394 h 658787"/>
              <a:gd name="csX3" fmla="*/ 401242 w 802484"/>
              <a:gd name="csY3" fmla="*/ 658788 h 658787"/>
              <a:gd name="csX4" fmla="*/ 0 w 802484"/>
              <a:gd name="csY4" fmla="*/ 329394 h 658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2484" h="658787" extrusionOk="0">
                <a:moveTo>
                  <a:pt x="0" y="329394"/>
                </a:moveTo>
                <a:cubicBezTo>
                  <a:pt x="-15742" y="137765"/>
                  <a:pt x="155361" y="9113"/>
                  <a:pt x="401242" y="0"/>
                </a:cubicBezTo>
                <a:cubicBezTo>
                  <a:pt x="660207" y="7866"/>
                  <a:pt x="781633" y="148138"/>
                  <a:pt x="802484" y="329394"/>
                </a:cubicBezTo>
                <a:cubicBezTo>
                  <a:pt x="773446" y="539670"/>
                  <a:pt x="618145" y="684751"/>
                  <a:pt x="401242" y="658788"/>
                </a:cubicBezTo>
                <a:cubicBezTo>
                  <a:pt x="141043" y="637669"/>
                  <a:pt x="22390" y="522011"/>
                  <a:pt x="0" y="329394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DDDE5D-E6A0-4B07-C921-225E393028AF}"/>
              </a:ext>
            </a:extLst>
          </p:cNvPr>
          <p:cNvSpPr/>
          <p:nvPr/>
        </p:nvSpPr>
        <p:spPr>
          <a:xfrm>
            <a:off x="9930724" y="2770213"/>
            <a:ext cx="802484" cy="658787"/>
          </a:xfrm>
          <a:custGeom>
            <a:avLst/>
            <a:gdLst>
              <a:gd name="csX0" fmla="*/ 0 w 802484"/>
              <a:gd name="csY0" fmla="*/ 329394 h 658787"/>
              <a:gd name="csX1" fmla="*/ 401242 w 802484"/>
              <a:gd name="csY1" fmla="*/ 0 h 658787"/>
              <a:gd name="csX2" fmla="*/ 802484 w 802484"/>
              <a:gd name="csY2" fmla="*/ 329394 h 658787"/>
              <a:gd name="csX3" fmla="*/ 401242 w 802484"/>
              <a:gd name="csY3" fmla="*/ 658788 h 658787"/>
              <a:gd name="csX4" fmla="*/ 0 w 802484"/>
              <a:gd name="csY4" fmla="*/ 329394 h 658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2484" h="658787" extrusionOk="0">
                <a:moveTo>
                  <a:pt x="0" y="329394"/>
                </a:moveTo>
                <a:cubicBezTo>
                  <a:pt x="-15742" y="137765"/>
                  <a:pt x="155361" y="9113"/>
                  <a:pt x="401242" y="0"/>
                </a:cubicBezTo>
                <a:cubicBezTo>
                  <a:pt x="660207" y="7866"/>
                  <a:pt x="781633" y="148138"/>
                  <a:pt x="802484" y="329394"/>
                </a:cubicBezTo>
                <a:cubicBezTo>
                  <a:pt x="773446" y="539670"/>
                  <a:pt x="618145" y="684751"/>
                  <a:pt x="401242" y="658788"/>
                </a:cubicBezTo>
                <a:cubicBezTo>
                  <a:pt x="141043" y="637669"/>
                  <a:pt x="22390" y="522011"/>
                  <a:pt x="0" y="329394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F260191-6FDC-AF2F-21A1-5C4DD1A19B8E}"/>
              </a:ext>
            </a:extLst>
          </p:cNvPr>
          <p:cNvSpPr/>
          <p:nvPr/>
        </p:nvSpPr>
        <p:spPr>
          <a:xfrm>
            <a:off x="10839681" y="1840585"/>
            <a:ext cx="802484" cy="658787"/>
          </a:xfrm>
          <a:custGeom>
            <a:avLst/>
            <a:gdLst>
              <a:gd name="csX0" fmla="*/ 0 w 802484"/>
              <a:gd name="csY0" fmla="*/ 329394 h 658787"/>
              <a:gd name="csX1" fmla="*/ 401242 w 802484"/>
              <a:gd name="csY1" fmla="*/ 0 h 658787"/>
              <a:gd name="csX2" fmla="*/ 802484 w 802484"/>
              <a:gd name="csY2" fmla="*/ 329394 h 658787"/>
              <a:gd name="csX3" fmla="*/ 401242 w 802484"/>
              <a:gd name="csY3" fmla="*/ 658788 h 658787"/>
              <a:gd name="csX4" fmla="*/ 0 w 802484"/>
              <a:gd name="csY4" fmla="*/ 329394 h 658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2484" h="658787" extrusionOk="0">
                <a:moveTo>
                  <a:pt x="0" y="329394"/>
                </a:moveTo>
                <a:cubicBezTo>
                  <a:pt x="-15742" y="137765"/>
                  <a:pt x="155361" y="9113"/>
                  <a:pt x="401242" y="0"/>
                </a:cubicBezTo>
                <a:cubicBezTo>
                  <a:pt x="660207" y="7866"/>
                  <a:pt x="781633" y="148138"/>
                  <a:pt x="802484" y="329394"/>
                </a:cubicBezTo>
                <a:cubicBezTo>
                  <a:pt x="773446" y="539670"/>
                  <a:pt x="618145" y="684751"/>
                  <a:pt x="401242" y="658788"/>
                </a:cubicBezTo>
                <a:cubicBezTo>
                  <a:pt x="141043" y="637669"/>
                  <a:pt x="22390" y="522011"/>
                  <a:pt x="0" y="329394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BD8814-28A2-0112-0845-ED162BF72BB1}"/>
              </a:ext>
            </a:extLst>
          </p:cNvPr>
          <p:cNvSpPr txBox="1"/>
          <p:nvPr/>
        </p:nvSpPr>
        <p:spPr>
          <a:xfrm>
            <a:off x="572492" y="2785307"/>
            <a:ext cx="626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May settle for a guaranteed, smaller payoff by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acting alone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49C470-9A1A-75CB-8815-A606A371FA11}"/>
              </a:ext>
            </a:extLst>
          </p:cNvPr>
          <p:cNvSpPr txBox="1"/>
          <p:nvPr/>
        </p:nvSpPr>
        <p:spPr>
          <a:xfrm>
            <a:off x="572491" y="1868829"/>
            <a:ext cx="349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Cooperation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vs. </a:t>
            </a:r>
            <a:r>
              <a:rPr lang="en-US" b="1" dirty="0">
                <a:solidFill>
                  <a:srgbClr val="C00000"/>
                </a:solidFill>
                <a:latin typeface="Aptos" panose="02110004020202020204"/>
              </a:rPr>
              <a:t>Self-Reliance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E9AC3-C111-07A2-4344-BCABA0952896}"/>
              </a:ext>
            </a:extLst>
          </p:cNvPr>
          <p:cNvSpPr txBox="1"/>
          <p:nvPr/>
        </p:nvSpPr>
        <p:spPr>
          <a:xfrm rot="21006974">
            <a:off x="5096207" y="2202065"/>
            <a:ext cx="32272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…like Prisoner’s Dilemma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9965E52-E650-2BB2-A023-3D5E65751C33}"/>
              </a:ext>
            </a:extLst>
          </p:cNvPr>
          <p:cNvGrpSpPr/>
          <p:nvPr/>
        </p:nvGrpSpPr>
        <p:grpSpPr>
          <a:xfrm>
            <a:off x="3706281" y="3171788"/>
            <a:ext cx="4158724" cy="423771"/>
            <a:chOff x="3728835" y="3137744"/>
            <a:chExt cx="4158724" cy="42377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9E9B51-42FC-7101-BF12-593203D6F018}"/>
                </a:ext>
              </a:extLst>
            </p:cNvPr>
            <p:cNvSpPr txBox="1"/>
            <p:nvPr/>
          </p:nvSpPr>
          <p:spPr>
            <a:xfrm>
              <a:off x="4346500" y="3222961"/>
              <a:ext cx="3541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…unlike Prisoner’s Dilemma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2F61B2-F764-7CE6-D912-100E8C65AB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835" y="3137744"/>
              <a:ext cx="1384819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855DD7DE-7C07-867A-6615-37B9D7CC9D34}"/>
              </a:ext>
            </a:extLst>
          </p:cNvPr>
          <p:cNvSpPr/>
          <p:nvPr/>
        </p:nvSpPr>
        <p:spPr>
          <a:xfrm>
            <a:off x="10824839" y="2754985"/>
            <a:ext cx="802484" cy="658787"/>
          </a:xfrm>
          <a:custGeom>
            <a:avLst/>
            <a:gdLst>
              <a:gd name="csX0" fmla="*/ 0 w 802484"/>
              <a:gd name="csY0" fmla="*/ 329394 h 658787"/>
              <a:gd name="csX1" fmla="*/ 401242 w 802484"/>
              <a:gd name="csY1" fmla="*/ 0 h 658787"/>
              <a:gd name="csX2" fmla="*/ 802484 w 802484"/>
              <a:gd name="csY2" fmla="*/ 329394 h 658787"/>
              <a:gd name="csX3" fmla="*/ 401242 w 802484"/>
              <a:gd name="csY3" fmla="*/ 658788 h 658787"/>
              <a:gd name="csX4" fmla="*/ 0 w 802484"/>
              <a:gd name="csY4" fmla="*/ 329394 h 658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2484" h="658787" extrusionOk="0">
                <a:moveTo>
                  <a:pt x="0" y="329394"/>
                </a:moveTo>
                <a:cubicBezTo>
                  <a:pt x="-15742" y="137765"/>
                  <a:pt x="155361" y="9113"/>
                  <a:pt x="401242" y="0"/>
                </a:cubicBezTo>
                <a:cubicBezTo>
                  <a:pt x="660207" y="7866"/>
                  <a:pt x="781633" y="148138"/>
                  <a:pt x="802484" y="329394"/>
                </a:cubicBezTo>
                <a:cubicBezTo>
                  <a:pt x="773446" y="539670"/>
                  <a:pt x="618145" y="684751"/>
                  <a:pt x="401242" y="658788"/>
                </a:cubicBezTo>
                <a:cubicBezTo>
                  <a:pt x="141043" y="637669"/>
                  <a:pt x="22390" y="522011"/>
                  <a:pt x="0" y="329394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C97C9-6A54-D1E8-0C35-61EC48478A1C}"/>
              </a:ext>
            </a:extLst>
          </p:cNvPr>
          <p:cNvSpPr txBox="1"/>
          <p:nvPr/>
        </p:nvSpPr>
        <p:spPr>
          <a:xfrm>
            <a:off x="572490" y="3847469"/>
            <a:ext cx="5263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Suboptimal outcomes—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Prisoner’s Dilemma: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Temptation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-driven defection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Stag Hunt: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Lack of Trust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-driven defection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DD4B56-4061-E56D-B531-EEC1AD008AA6}"/>
              </a:ext>
            </a:extLst>
          </p:cNvPr>
          <p:cNvCxnSpPr/>
          <p:nvPr/>
        </p:nvCxnSpPr>
        <p:spPr>
          <a:xfrm>
            <a:off x="10170119" y="2273073"/>
            <a:ext cx="0" cy="708212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AEE2ADA-0E63-61C2-398C-AE331F82BA2F}"/>
              </a:ext>
            </a:extLst>
          </p:cNvPr>
          <p:cNvSpPr/>
          <p:nvPr/>
        </p:nvSpPr>
        <p:spPr>
          <a:xfrm>
            <a:off x="10488706" y="1825901"/>
            <a:ext cx="802483" cy="179880"/>
          </a:xfrm>
          <a:custGeom>
            <a:avLst/>
            <a:gdLst>
              <a:gd name="connsiteX0" fmla="*/ 0 w 887913"/>
              <a:gd name="connsiteY0" fmla="*/ 215153 h 224117"/>
              <a:gd name="connsiteX1" fmla="*/ 62753 w 887913"/>
              <a:gd name="connsiteY1" fmla="*/ 80682 h 224117"/>
              <a:gd name="connsiteX2" fmla="*/ 89647 w 887913"/>
              <a:gd name="connsiteY2" fmla="*/ 62753 h 224117"/>
              <a:gd name="connsiteX3" fmla="*/ 107577 w 887913"/>
              <a:gd name="connsiteY3" fmla="*/ 35858 h 224117"/>
              <a:gd name="connsiteX4" fmla="*/ 215153 w 887913"/>
              <a:gd name="connsiteY4" fmla="*/ 0 h 224117"/>
              <a:gd name="connsiteX5" fmla="*/ 806824 w 887913"/>
              <a:gd name="connsiteY5" fmla="*/ 8964 h 224117"/>
              <a:gd name="connsiteX6" fmla="*/ 869577 w 887913"/>
              <a:gd name="connsiteY6" fmla="*/ 44823 h 224117"/>
              <a:gd name="connsiteX7" fmla="*/ 887506 w 887913"/>
              <a:gd name="connsiteY7" fmla="*/ 188258 h 224117"/>
              <a:gd name="connsiteX8" fmla="*/ 887506 w 887913"/>
              <a:gd name="connsiteY8" fmla="*/ 224117 h 224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7913" h="224117">
                <a:moveTo>
                  <a:pt x="0" y="215153"/>
                </a:moveTo>
                <a:cubicBezTo>
                  <a:pt x="12231" y="184576"/>
                  <a:pt x="35596" y="112365"/>
                  <a:pt x="62753" y="80682"/>
                </a:cubicBezTo>
                <a:cubicBezTo>
                  <a:pt x="69765" y="72502"/>
                  <a:pt x="80682" y="68729"/>
                  <a:pt x="89647" y="62753"/>
                </a:cubicBezTo>
                <a:cubicBezTo>
                  <a:pt x="95624" y="53788"/>
                  <a:pt x="97940" y="40677"/>
                  <a:pt x="107577" y="35858"/>
                </a:cubicBezTo>
                <a:cubicBezTo>
                  <a:pt x="141385" y="18954"/>
                  <a:pt x="215153" y="0"/>
                  <a:pt x="215153" y="0"/>
                </a:cubicBezTo>
                <a:lnTo>
                  <a:pt x="806824" y="8964"/>
                </a:lnTo>
                <a:cubicBezTo>
                  <a:pt x="855745" y="10342"/>
                  <a:pt x="847768" y="12110"/>
                  <a:pt x="869577" y="44823"/>
                </a:cubicBezTo>
                <a:cubicBezTo>
                  <a:pt x="876485" y="93182"/>
                  <a:pt x="883741" y="139313"/>
                  <a:pt x="887506" y="188258"/>
                </a:cubicBezTo>
                <a:cubicBezTo>
                  <a:pt x="888423" y="200176"/>
                  <a:pt x="887506" y="212164"/>
                  <a:pt x="887506" y="224117"/>
                </a:cubicBezTo>
              </a:path>
            </a:pathLst>
          </a:custGeom>
          <a:noFill/>
          <a:ln>
            <a:solidFill>
              <a:srgbClr val="0070C0"/>
            </a:solidFill>
            <a:prstDash val="dash"/>
            <a:tailEnd type="stealth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29384"/>
                      <a:gd name="connsiteY0" fmla="*/ 285039 h 296915"/>
                      <a:gd name="connsiteX1" fmla="*/ 65683 w 929384"/>
                      <a:gd name="connsiteY1" fmla="*/ 106889 h 296915"/>
                      <a:gd name="connsiteX2" fmla="*/ 93834 w 929384"/>
                      <a:gd name="connsiteY2" fmla="*/ 83136 h 296915"/>
                      <a:gd name="connsiteX3" fmla="*/ 112601 w 929384"/>
                      <a:gd name="connsiteY3" fmla="*/ 47505 h 296915"/>
                      <a:gd name="connsiteX4" fmla="*/ 225201 w 929384"/>
                      <a:gd name="connsiteY4" fmla="*/ 0 h 296915"/>
                      <a:gd name="connsiteX5" fmla="*/ 522468 w 929384"/>
                      <a:gd name="connsiteY5" fmla="*/ 5700 h 296915"/>
                      <a:gd name="connsiteX6" fmla="*/ 844507 w 929384"/>
                      <a:gd name="connsiteY6" fmla="*/ 11875 h 296915"/>
                      <a:gd name="connsiteX7" fmla="*/ 910191 w 929384"/>
                      <a:gd name="connsiteY7" fmla="*/ 59382 h 296915"/>
                      <a:gd name="connsiteX8" fmla="*/ 928957 w 929384"/>
                      <a:gd name="connsiteY8" fmla="*/ 249408 h 296915"/>
                      <a:gd name="connsiteX9" fmla="*/ 928957 w 929384"/>
                      <a:gd name="connsiteY9" fmla="*/ 296915 h 2969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929384" h="296915" extrusionOk="0">
                        <a:moveTo>
                          <a:pt x="0" y="285039"/>
                        </a:moveTo>
                        <a:cubicBezTo>
                          <a:pt x="4494" y="239406"/>
                          <a:pt x="27462" y="152540"/>
                          <a:pt x="65683" y="106889"/>
                        </a:cubicBezTo>
                        <a:cubicBezTo>
                          <a:pt x="74563" y="96376"/>
                          <a:pt x="81971" y="91132"/>
                          <a:pt x="93834" y="83136"/>
                        </a:cubicBezTo>
                        <a:cubicBezTo>
                          <a:pt x="98348" y="72960"/>
                          <a:pt x="102441" y="54291"/>
                          <a:pt x="112601" y="47505"/>
                        </a:cubicBezTo>
                        <a:cubicBezTo>
                          <a:pt x="147988" y="25110"/>
                          <a:pt x="225201" y="0"/>
                          <a:pt x="225201" y="0"/>
                        </a:cubicBezTo>
                        <a:cubicBezTo>
                          <a:pt x="311651" y="-25038"/>
                          <a:pt x="378062" y="5515"/>
                          <a:pt x="522468" y="5700"/>
                        </a:cubicBezTo>
                        <a:cubicBezTo>
                          <a:pt x="666874" y="5885"/>
                          <a:pt x="685082" y="23547"/>
                          <a:pt x="844507" y="11875"/>
                        </a:cubicBezTo>
                        <a:cubicBezTo>
                          <a:pt x="895666" y="13255"/>
                          <a:pt x="885920" y="18048"/>
                          <a:pt x="910191" y="59382"/>
                        </a:cubicBezTo>
                        <a:cubicBezTo>
                          <a:pt x="921493" y="125728"/>
                          <a:pt x="929508" y="185644"/>
                          <a:pt x="928957" y="249408"/>
                        </a:cubicBezTo>
                        <a:cubicBezTo>
                          <a:pt x="927603" y="264823"/>
                          <a:pt x="932063" y="283619"/>
                          <a:pt x="928957" y="296915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1B9025-3720-A01B-D41D-C91BC60C6B2A}"/>
              </a:ext>
            </a:extLst>
          </p:cNvPr>
          <p:cNvCxnSpPr>
            <a:cxnSpLocks/>
          </p:cNvCxnSpPr>
          <p:nvPr/>
        </p:nvCxnSpPr>
        <p:spPr>
          <a:xfrm flipV="1">
            <a:off x="11100620" y="2292751"/>
            <a:ext cx="0" cy="709200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2C0CEA93-1205-85E5-3EAA-9BF37F3017C6}"/>
              </a:ext>
            </a:extLst>
          </p:cNvPr>
          <p:cNvSpPr/>
          <p:nvPr/>
        </p:nvSpPr>
        <p:spPr>
          <a:xfrm flipV="1">
            <a:off x="10488705" y="3257956"/>
            <a:ext cx="802483" cy="180000"/>
          </a:xfrm>
          <a:custGeom>
            <a:avLst/>
            <a:gdLst>
              <a:gd name="connsiteX0" fmla="*/ 0 w 887913"/>
              <a:gd name="connsiteY0" fmla="*/ 215153 h 224117"/>
              <a:gd name="connsiteX1" fmla="*/ 62753 w 887913"/>
              <a:gd name="connsiteY1" fmla="*/ 80682 h 224117"/>
              <a:gd name="connsiteX2" fmla="*/ 89647 w 887913"/>
              <a:gd name="connsiteY2" fmla="*/ 62753 h 224117"/>
              <a:gd name="connsiteX3" fmla="*/ 107577 w 887913"/>
              <a:gd name="connsiteY3" fmla="*/ 35858 h 224117"/>
              <a:gd name="connsiteX4" fmla="*/ 215153 w 887913"/>
              <a:gd name="connsiteY4" fmla="*/ 0 h 224117"/>
              <a:gd name="connsiteX5" fmla="*/ 806824 w 887913"/>
              <a:gd name="connsiteY5" fmla="*/ 8964 h 224117"/>
              <a:gd name="connsiteX6" fmla="*/ 869577 w 887913"/>
              <a:gd name="connsiteY6" fmla="*/ 44823 h 224117"/>
              <a:gd name="connsiteX7" fmla="*/ 887506 w 887913"/>
              <a:gd name="connsiteY7" fmla="*/ 188258 h 224117"/>
              <a:gd name="connsiteX8" fmla="*/ 887506 w 887913"/>
              <a:gd name="connsiteY8" fmla="*/ 224117 h 224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7913" h="224117">
                <a:moveTo>
                  <a:pt x="0" y="215153"/>
                </a:moveTo>
                <a:cubicBezTo>
                  <a:pt x="12231" y="184576"/>
                  <a:pt x="35596" y="112365"/>
                  <a:pt x="62753" y="80682"/>
                </a:cubicBezTo>
                <a:cubicBezTo>
                  <a:pt x="69765" y="72502"/>
                  <a:pt x="80682" y="68729"/>
                  <a:pt x="89647" y="62753"/>
                </a:cubicBezTo>
                <a:cubicBezTo>
                  <a:pt x="95624" y="53788"/>
                  <a:pt x="97940" y="40677"/>
                  <a:pt x="107577" y="35858"/>
                </a:cubicBezTo>
                <a:cubicBezTo>
                  <a:pt x="141385" y="18954"/>
                  <a:pt x="215153" y="0"/>
                  <a:pt x="215153" y="0"/>
                </a:cubicBezTo>
                <a:lnTo>
                  <a:pt x="806824" y="8964"/>
                </a:lnTo>
                <a:cubicBezTo>
                  <a:pt x="855745" y="10342"/>
                  <a:pt x="847768" y="12110"/>
                  <a:pt x="869577" y="44823"/>
                </a:cubicBezTo>
                <a:cubicBezTo>
                  <a:pt x="876485" y="93182"/>
                  <a:pt x="883741" y="139313"/>
                  <a:pt x="887506" y="188258"/>
                </a:cubicBezTo>
                <a:cubicBezTo>
                  <a:pt x="888423" y="200176"/>
                  <a:pt x="887506" y="212164"/>
                  <a:pt x="887506" y="224117"/>
                </a:cubicBezTo>
              </a:path>
            </a:pathLst>
          </a:custGeom>
          <a:noFill/>
          <a:ln>
            <a:solidFill>
              <a:schemeClr val="accent5"/>
            </a:solidFill>
            <a:prstDash val="dash"/>
            <a:headEnd type="stealth" w="lg" len="lg"/>
            <a:tailEnd type="none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29384"/>
                      <a:gd name="connsiteY0" fmla="*/ 285039 h 296915"/>
                      <a:gd name="connsiteX1" fmla="*/ 65683 w 929384"/>
                      <a:gd name="connsiteY1" fmla="*/ 106889 h 296915"/>
                      <a:gd name="connsiteX2" fmla="*/ 93834 w 929384"/>
                      <a:gd name="connsiteY2" fmla="*/ 83136 h 296915"/>
                      <a:gd name="connsiteX3" fmla="*/ 112601 w 929384"/>
                      <a:gd name="connsiteY3" fmla="*/ 47505 h 296915"/>
                      <a:gd name="connsiteX4" fmla="*/ 225201 w 929384"/>
                      <a:gd name="connsiteY4" fmla="*/ 0 h 296915"/>
                      <a:gd name="connsiteX5" fmla="*/ 522468 w 929384"/>
                      <a:gd name="connsiteY5" fmla="*/ 5700 h 296915"/>
                      <a:gd name="connsiteX6" fmla="*/ 844507 w 929384"/>
                      <a:gd name="connsiteY6" fmla="*/ 11875 h 296915"/>
                      <a:gd name="connsiteX7" fmla="*/ 910191 w 929384"/>
                      <a:gd name="connsiteY7" fmla="*/ 59382 h 296915"/>
                      <a:gd name="connsiteX8" fmla="*/ 928957 w 929384"/>
                      <a:gd name="connsiteY8" fmla="*/ 249408 h 296915"/>
                      <a:gd name="connsiteX9" fmla="*/ 928957 w 929384"/>
                      <a:gd name="connsiteY9" fmla="*/ 296915 h 2969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929384" h="296915" extrusionOk="0">
                        <a:moveTo>
                          <a:pt x="0" y="285039"/>
                        </a:moveTo>
                        <a:cubicBezTo>
                          <a:pt x="4494" y="239406"/>
                          <a:pt x="27462" y="152540"/>
                          <a:pt x="65683" y="106889"/>
                        </a:cubicBezTo>
                        <a:cubicBezTo>
                          <a:pt x="74563" y="96376"/>
                          <a:pt x="81971" y="91132"/>
                          <a:pt x="93834" y="83136"/>
                        </a:cubicBezTo>
                        <a:cubicBezTo>
                          <a:pt x="98348" y="72960"/>
                          <a:pt x="102441" y="54291"/>
                          <a:pt x="112601" y="47505"/>
                        </a:cubicBezTo>
                        <a:cubicBezTo>
                          <a:pt x="147988" y="25110"/>
                          <a:pt x="225201" y="0"/>
                          <a:pt x="225201" y="0"/>
                        </a:cubicBezTo>
                        <a:cubicBezTo>
                          <a:pt x="311651" y="-25038"/>
                          <a:pt x="378062" y="5515"/>
                          <a:pt x="522468" y="5700"/>
                        </a:cubicBezTo>
                        <a:cubicBezTo>
                          <a:pt x="666874" y="5885"/>
                          <a:pt x="685082" y="23547"/>
                          <a:pt x="844507" y="11875"/>
                        </a:cubicBezTo>
                        <a:cubicBezTo>
                          <a:pt x="895666" y="13255"/>
                          <a:pt x="885920" y="18048"/>
                          <a:pt x="910191" y="59382"/>
                        </a:cubicBezTo>
                        <a:cubicBezTo>
                          <a:pt x="921493" y="125728"/>
                          <a:pt x="929508" y="185644"/>
                          <a:pt x="928957" y="249408"/>
                        </a:cubicBezTo>
                        <a:cubicBezTo>
                          <a:pt x="927603" y="264823"/>
                          <a:pt x="932063" y="283619"/>
                          <a:pt x="928957" y="296915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CC8F3-562F-512C-BB0E-1E513D416994}"/>
              </a:ext>
            </a:extLst>
          </p:cNvPr>
          <p:cNvSpPr txBox="1"/>
          <p:nvPr/>
        </p:nvSpPr>
        <p:spPr>
          <a:xfrm>
            <a:off x="5993191" y="4130879"/>
            <a:ext cx="592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Prisoner’s dilemma: </a:t>
            </a:r>
            <a:r>
              <a:rPr lang="en-US" b="1" dirty="0"/>
              <a:t>Beliefs</a:t>
            </a:r>
            <a:r>
              <a:rPr lang="en-US" dirty="0"/>
              <a:t> are strategically irrelevant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E2B3F-D70B-4121-695E-E4FCE47994E5}"/>
              </a:ext>
            </a:extLst>
          </p:cNvPr>
          <p:cNvSpPr txBox="1"/>
          <p:nvPr/>
        </p:nvSpPr>
        <p:spPr>
          <a:xfrm>
            <a:off x="5993191" y="4441007"/>
            <a:ext cx="4482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Stag Hunt: </a:t>
            </a:r>
            <a:r>
              <a:rPr lang="en-US" b="1" dirty="0"/>
              <a:t>Beliefs</a:t>
            </a:r>
            <a:r>
              <a:rPr lang="en-US" dirty="0"/>
              <a:t> drive strategies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586566-E577-61F3-132F-EA0EF6647DAD}"/>
              </a:ext>
            </a:extLst>
          </p:cNvPr>
          <p:cNvSpPr txBox="1"/>
          <p:nvPr/>
        </p:nvSpPr>
        <p:spPr>
          <a:xfrm>
            <a:off x="7212304" y="609248"/>
            <a:ext cx="223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Will rational players always cooperate?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381CD55-AEEA-0BA5-B99B-C7791803ADC7}"/>
              </a:ext>
            </a:extLst>
          </p:cNvPr>
          <p:cNvSpPr/>
          <p:nvPr/>
        </p:nvSpPr>
        <p:spPr>
          <a:xfrm>
            <a:off x="9260541" y="1183341"/>
            <a:ext cx="842688" cy="779930"/>
          </a:xfrm>
          <a:custGeom>
            <a:avLst/>
            <a:gdLst>
              <a:gd name="csX0" fmla="*/ 0 w 842688"/>
              <a:gd name="csY0" fmla="*/ 0 h 779930"/>
              <a:gd name="csX1" fmla="*/ 430306 w 842688"/>
              <a:gd name="csY1" fmla="*/ 233083 h 779930"/>
              <a:gd name="csX2" fmla="*/ 600635 w 842688"/>
              <a:gd name="csY2" fmla="*/ 340659 h 779930"/>
              <a:gd name="csX3" fmla="*/ 654424 w 842688"/>
              <a:gd name="csY3" fmla="*/ 430306 h 779930"/>
              <a:gd name="csX4" fmla="*/ 744071 w 842688"/>
              <a:gd name="csY4" fmla="*/ 546847 h 779930"/>
              <a:gd name="csX5" fmla="*/ 788894 w 842688"/>
              <a:gd name="csY5" fmla="*/ 618565 h 779930"/>
              <a:gd name="csX6" fmla="*/ 797859 w 842688"/>
              <a:gd name="csY6" fmla="*/ 654424 h 779930"/>
              <a:gd name="csX7" fmla="*/ 824753 w 842688"/>
              <a:gd name="csY7" fmla="*/ 708212 h 779930"/>
              <a:gd name="csX8" fmla="*/ 842683 w 842688"/>
              <a:gd name="csY8" fmla="*/ 779930 h 779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42688" h="779930">
                <a:moveTo>
                  <a:pt x="0" y="0"/>
                </a:moveTo>
                <a:cubicBezTo>
                  <a:pt x="203980" y="29141"/>
                  <a:pt x="50336" y="-1232"/>
                  <a:pt x="430306" y="233083"/>
                </a:cubicBezTo>
                <a:cubicBezTo>
                  <a:pt x="487464" y="268330"/>
                  <a:pt x="558686" y="288222"/>
                  <a:pt x="600635" y="340659"/>
                </a:cubicBezTo>
                <a:cubicBezTo>
                  <a:pt x="765623" y="546896"/>
                  <a:pt x="529243" y="242536"/>
                  <a:pt x="654424" y="430306"/>
                </a:cubicBezTo>
                <a:cubicBezTo>
                  <a:pt x="681610" y="471085"/>
                  <a:pt x="718096" y="505286"/>
                  <a:pt x="744071" y="546847"/>
                </a:cubicBezTo>
                <a:lnTo>
                  <a:pt x="788894" y="618565"/>
                </a:lnTo>
                <a:cubicBezTo>
                  <a:pt x="791882" y="630518"/>
                  <a:pt x="793283" y="642984"/>
                  <a:pt x="797859" y="654424"/>
                </a:cubicBezTo>
                <a:cubicBezTo>
                  <a:pt x="805304" y="673036"/>
                  <a:pt x="817557" y="689503"/>
                  <a:pt x="824753" y="708212"/>
                </a:cubicBezTo>
                <a:cubicBezTo>
                  <a:pt x="843504" y="756964"/>
                  <a:pt x="842683" y="751528"/>
                  <a:pt x="842683" y="77993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4959AB-5DF9-295D-D219-69F9D9DE04B4}"/>
              </a:ext>
            </a:extLst>
          </p:cNvPr>
          <p:cNvSpPr txBox="1"/>
          <p:nvPr/>
        </p:nvSpPr>
        <p:spPr>
          <a:xfrm rot="20651956">
            <a:off x="6430762" y="274845"/>
            <a:ext cx="158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Not always!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F9FAFBF-7FE6-0DA0-294C-90EE3D108883}"/>
              </a:ext>
            </a:extLst>
          </p:cNvPr>
          <p:cNvCxnSpPr>
            <a:cxnSpLocks/>
          </p:cNvCxnSpPr>
          <p:nvPr/>
        </p:nvCxnSpPr>
        <p:spPr>
          <a:xfrm>
            <a:off x="10488705" y="2323048"/>
            <a:ext cx="629673" cy="587394"/>
          </a:xfrm>
          <a:prstGeom prst="straightConnector1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F93781A-86AC-CE1E-95E7-F29F9B201431}"/>
                  </a:ext>
                </a:extLst>
              </p:cNvPr>
              <p:cNvSpPr txBox="1"/>
              <p:nvPr/>
            </p:nvSpPr>
            <p:spPr>
              <a:xfrm>
                <a:off x="8213228" y="6243682"/>
                <a:ext cx="2860077" cy="3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Sup>
                            <m:sSubSup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p>
                          </m:sSub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∙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F93781A-86AC-CE1E-95E7-F29F9B201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228" y="6243682"/>
                <a:ext cx="2860077" cy="370614"/>
              </a:xfrm>
              <a:prstGeom prst="rect">
                <a:avLst/>
              </a:prstGeom>
              <a:blipFill>
                <a:blip r:embed="rId10"/>
                <a:stretch>
                  <a:fillRect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61DDCB5A-BFF8-7BFB-7AEC-6DAC50F6ADA6}"/>
              </a:ext>
            </a:extLst>
          </p:cNvPr>
          <p:cNvSpPr/>
          <p:nvPr/>
        </p:nvSpPr>
        <p:spPr>
          <a:xfrm>
            <a:off x="8213228" y="6115638"/>
            <a:ext cx="475100" cy="614471"/>
          </a:xfrm>
          <a:custGeom>
            <a:avLst/>
            <a:gdLst>
              <a:gd name="csX0" fmla="*/ 0 w 475100"/>
              <a:gd name="csY0" fmla="*/ 307236 h 614471"/>
              <a:gd name="csX1" fmla="*/ 237550 w 475100"/>
              <a:gd name="csY1" fmla="*/ 0 h 614471"/>
              <a:gd name="csX2" fmla="*/ 475100 w 475100"/>
              <a:gd name="csY2" fmla="*/ 307236 h 614471"/>
              <a:gd name="csX3" fmla="*/ 237550 w 475100"/>
              <a:gd name="csY3" fmla="*/ 614472 h 614471"/>
              <a:gd name="csX4" fmla="*/ 0 w 475100"/>
              <a:gd name="csY4" fmla="*/ 307236 h 6144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100" h="614471" extrusionOk="0">
                <a:moveTo>
                  <a:pt x="0" y="307236"/>
                </a:moveTo>
                <a:cubicBezTo>
                  <a:pt x="-11233" y="130625"/>
                  <a:pt x="87440" y="7099"/>
                  <a:pt x="237550" y="0"/>
                </a:cubicBezTo>
                <a:cubicBezTo>
                  <a:pt x="410971" y="8890"/>
                  <a:pt x="462025" y="137970"/>
                  <a:pt x="475100" y="307236"/>
                </a:cubicBezTo>
                <a:cubicBezTo>
                  <a:pt x="456186" y="495389"/>
                  <a:pt x="365021" y="635056"/>
                  <a:pt x="237550" y="614472"/>
                </a:cubicBezTo>
                <a:cubicBezTo>
                  <a:pt x="76434" y="598101"/>
                  <a:pt x="17214" y="485143"/>
                  <a:pt x="0" y="307236"/>
                </a:cubicBezTo>
                <a:close/>
              </a:path>
            </a:pathLst>
          </a:custGeom>
          <a:noFill/>
          <a:ln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04E51F-1F6C-0606-D5B1-430FB62FBF8A}"/>
              </a:ext>
            </a:extLst>
          </p:cNvPr>
          <p:cNvSpPr txBox="1"/>
          <p:nvPr/>
        </p:nvSpPr>
        <p:spPr>
          <a:xfrm>
            <a:off x="8155747" y="4871041"/>
            <a:ext cx="1837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Rational players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765DA5-7F2C-90D6-4E3A-29A0F245A65A}"/>
              </a:ext>
            </a:extLst>
          </p:cNvPr>
          <p:cNvSpPr txBox="1"/>
          <p:nvPr/>
        </p:nvSpPr>
        <p:spPr>
          <a:xfrm>
            <a:off x="8155746" y="5220679"/>
            <a:ext cx="3629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 knowledge of rationality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7F3260-1545-E8F7-8166-4B4889F670BC}"/>
              </a:ext>
            </a:extLst>
          </p:cNvPr>
          <p:cNvSpPr txBox="1"/>
          <p:nvPr/>
        </p:nvSpPr>
        <p:spPr>
          <a:xfrm>
            <a:off x="8155746" y="5607955"/>
            <a:ext cx="129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pic>
        <p:nvPicPr>
          <p:cNvPr id="52" name="Graphic 51" descr="Badge Tick1 outline">
            <a:extLst>
              <a:ext uri="{FF2B5EF4-FFF2-40B4-BE49-F238E27FC236}">
                <a16:creationId xmlns:a16="http://schemas.microsoft.com/office/drawing/2014/main" id="{1C184D0B-E4B5-639E-CA86-7F456B0C68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630699" y="5135345"/>
            <a:ext cx="540000" cy="540000"/>
          </a:xfrm>
          <a:prstGeom prst="rect">
            <a:avLst/>
          </a:prstGeom>
        </p:spPr>
      </p:pic>
      <p:pic>
        <p:nvPicPr>
          <p:cNvPr id="54" name="Graphic 53" descr="Help outline">
            <a:extLst>
              <a:ext uri="{FF2B5EF4-FFF2-40B4-BE49-F238E27FC236}">
                <a16:creationId xmlns:a16="http://schemas.microsoft.com/office/drawing/2014/main" id="{14F6356A-F040-4CAB-BDAE-C9674547ECB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01852" y="5550201"/>
            <a:ext cx="540000" cy="540000"/>
          </a:xfrm>
          <a:prstGeom prst="rect">
            <a:avLst/>
          </a:prstGeom>
        </p:spPr>
      </p:pic>
      <p:pic>
        <p:nvPicPr>
          <p:cNvPr id="55" name="Graphic 54" descr="Badge Tick1 outline">
            <a:extLst>
              <a:ext uri="{FF2B5EF4-FFF2-40B4-BE49-F238E27FC236}">
                <a16:creationId xmlns:a16="http://schemas.microsoft.com/office/drawing/2014/main" id="{57180DDC-EA26-D69E-9B12-BB6F4705EE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35401" y="4727934"/>
            <a:ext cx="540000" cy="5400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0D43776-3DB2-70ED-B38C-B791617DA074}"/>
              </a:ext>
            </a:extLst>
          </p:cNvPr>
          <p:cNvSpPr txBox="1"/>
          <p:nvPr/>
        </p:nvSpPr>
        <p:spPr>
          <a:xfrm>
            <a:off x="471787" y="5657274"/>
            <a:ext cx="529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 Hunt: Communication </a:t>
            </a:r>
            <a:r>
              <a:rPr lang="en-US" dirty="0">
                <a:sym typeface="Wingdings" panose="05000000000000000000" pitchFamily="2" charset="2"/>
              </a:rPr>
              <a:t> Trust  Cooperation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DD45CA-08C5-48D6-2A1C-9096BF8F4600}"/>
              </a:ext>
            </a:extLst>
          </p:cNvPr>
          <p:cNvSpPr txBox="1"/>
          <p:nvPr/>
        </p:nvSpPr>
        <p:spPr>
          <a:xfrm>
            <a:off x="458352" y="4987481"/>
            <a:ext cx="5925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Prisoner’s dilemma: Rational players will never cooperate, regardless of trust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3B2132-E022-1E40-59CA-F8CD050FF7F2}"/>
              </a:ext>
            </a:extLst>
          </p:cNvPr>
          <p:cNvSpPr txBox="1"/>
          <p:nvPr/>
        </p:nvSpPr>
        <p:spPr>
          <a:xfrm>
            <a:off x="634689" y="3223437"/>
            <a:ext cx="277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…independent of what other players do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6833429-C738-C5AF-79ED-FAB6A4054A11}"/>
              </a:ext>
            </a:extLst>
          </p:cNvPr>
          <p:cNvCxnSpPr>
            <a:cxnSpLocks/>
          </p:cNvCxnSpPr>
          <p:nvPr/>
        </p:nvCxnSpPr>
        <p:spPr>
          <a:xfrm flipH="1">
            <a:off x="2480553" y="3188572"/>
            <a:ext cx="11287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C25ED15-3435-C470-BCD8-0CE5665D8B55}"/>
              </a:ext>
            </a:extLst>
          </p:cNvPr>
          <p:cNvSpPr txBox="1"/>
          <p:nvPr/>
        </p:nvSpPr>
        <p:spPr>
          <a:xfrm>
            <a:off x="9874766" y="367552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…also rational!</a:t>
            </a:r>
          </a:p>
        </p:txBody>
      </p:sp>
    </p:spTree>
    <p:extLst>
      <p:ext uri="{BB962C8B-B14F-4D97-AF65-F5344CB8AC3E}">
        <p14:creationId xmlns:p14="http://schemas.microsoft.com/office/powerpoint/2010/main" val="33756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 animBg="1"/>
      <p:bldP spid="33" grpId="0" animBg="1"/>
      <p:bldP spid="34" grpId="0"/>
      <p:bldP spid="35" grpId="0"/>
      <p:bldP spid="7" grpId="0"/>
      <p:bldP spid="25" grpId="0" animBg="1"/>
      <p:bldP spid="3" grpId="0"/>
      <p:bldP spid="37" grpId="0" animBg="1"/>
      <p:bldP spid="37" grpId="1" animBg="1"/>
      <p:bldP spid="39" grpId="0" animBg="1"/>
      <p:bldP spid="4" grpId="0"/>
      <p:bldP spid="6" grpId="0"/>
      <p:bldP spid="10" grpId="0"/>
      <p:bldP spid="32" grpId="0" animBg="1"/>
      <p:bldP spid="41" grpId="0"/>
      <p:bldP spid="45" grpId="0"/>
      <p:bldP spid="46" grpId="0" animBg="1"/>
      <p:bldP spid="47" grpId="0"/>
      <p:bldP spid="48" grpId="0"/>
      <p:bldP spid="49" grpId="0"/>
      <p:bldP spid="56" grpId="0"/>
      <p:bldP spid="57" grpId="0"/>
      <p:bldP spid="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6C5FC-7854-0E89-1F8F-F5C2F9CD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60B02C0-04B5-E536-5B36-BC3FDB632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8786921-4A27-7E4E-471A-6BC33344A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0E512A-2A5A-4CD2-BE94-50C20875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Security Dilemma</a:t>
            </a:r>
            <a:endParaRPr lang="en-US" sz="49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F08240-E9DE-E000-4F05-C353834ACDFA}"/>
              </a:ext>
            </a:extLst>
          </p:cNvPr>
          <p:cNvGrpSpPr/>
          <p:nvPr/>
        </p:nvGrpSpPr>
        <p:grpSpPr>
          <a:xfrm>
            <a:off x="4164216" y="3185278"/>
            <a:ext cx="3789349" cy="3272074"/>
            <a:chOff x="7959041" y="3203207"/>
            <a:chExt cx="3789349" cy="327207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245F5C2-35B4-CFA2-B562-A50B944B5670}"/>
                </a:ext>
              </a:extLst>
            </p:cNvPr>
            <p:cNvGrpSpPr/>
            <p:nvPr/>
          </p:nvGrpSpPr>
          <p:grpSpPr>
            <a:xfrm>
              <a:off x="7959041" y="3203207"/>
              <a:ext cx="3789349" cy="3272074"/>
              <a:chOff x="3055346" y="2014938"/>
              <a:chExt cx="3789349" cy="327207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E6521D1-E02B-2869-F902-DF813CC6F2B4}"/>
                  </a:ext>
                </a:extLst>
              </p:cNvPr>
              <p:cNvGrpSpPr/>
              <p:nvPr/>
            </p:nvGrpSpPr>
            <p:grpSpPr>
              <a:xfrm>
                <a:off x="5015895" y="253092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43885946-B6E9-B944-4DF1-2915B5BA55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43885946-B6E9-B944-4DF1-2915B5BA55C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31847CE9-D7B4-08DD-835E-D4B9B885D2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31847CE9-D7B4-08DD-835E-D4B9B885D26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0213384-0920-5FAF-C3E7-A23E08581D4B}"/>
                  </a:ext>
                </a:extLst>
              </p:cNvPr>
              <p:cNvGrpSpPr/>
              <p:nvPr/>
            </p:nvGrpSpPr>
            <p:grpSpPr>
              <a:xfrm>
                <a:off x="4106938" y="343804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6590669-DD38-BBA1-7C1E-820080A4F3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6590669-DD38-BBA1-7C1E-820080A4F3A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7E823ACE-0A1B-DA04-7494-721AC5279D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7E823ACE-0A1B-DA04-7494-721AC5279DD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A400713-2059-FBC8-14DD-53DC420D9660}"/>
                  </a:ext>
                </a:extLst>
              </p:cNvPr>
              <p:cNvGrpSpPr/>
              <p:nvPr/>
            </p:nvGrpSpPr>
            <p:grpSpPr>
              <a:xfrm>
                <a:off x="5015895" y="343804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2CD60C2F-C147-7087-BE77-2097B99A4E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2CD60C2F-C147-7087-BE77-2097B99A4E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A09B6059-060F-CBF1-EF1D-5BB84F95A5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A09B6059-060F-CBF1-EF1D-5BB84F95A57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6340324-1DBE-3F3A-3E1B-68AE0DC390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0, 2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6340324-1DBE-3F3A-3E1B-68AE0DC3906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38FE7E54-F908-01BC-6A6E-82FE546AC7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2, 0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38FE7E54-F908-01BC-6A6E-82FE546AC76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046671F-E559-62F3-9E8F-93A8C455CAD6}"/>
                  </a:ext>
                </a:extLst>
              </p:cNvPr>
              <p:cNvGrpSpPr/>
              <p:nvPr/>
            </p:nvGrpSpPr>
            <p:grpSpPr>
              <a:xfrm>
                <a:off x="3055346" y="2014938"/>
                <a:ext cx="3376972" cy="2448644"/>
                <a:chOff x="1476918" y="2014938"/>
                <a:chExt cx="3376972" cy="2448644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D4B436A-C76E-B000-EBE3-3B8E64F8BB87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Player 1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5BA72F5-CE70-D008-0F64-39D80730D119}"/>
                    </a:ext>
                  </a:extLst>
                </p:cNvPr>
                <p:cNvSpPr txBox="1"/>
                <p:nvPr/>
              </p:nvSpPr>
              <p:spPr>
                <a:xfrm>
                  <a:off x="3849843" y="2014938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Player 2</a:t>
                  </a:r>
                </a:p>
              </p:txBody>
            </p:sp>
          </p:grp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C5EE84-92BD-5FBF-55C3-251BF1A0B1FC}"/>
                </a:ext>
              </a:extLst>
            </p:cNvPr>
            <p:cNvSpPr/>
            <p:nvPr/>
          </p:nvSpPr>
          <p:spPr>
            <a:xfrm>
              <a:off x="9975548" y="4752943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5A5019A-FDD8-AEE6-0D6A-331D62575CA7}"/>
                </a:ext>
              </a:extLst>
            </p:cNvPr>
            <p:cNvSpPr/>
            <p:nvPr/>
          </p:nvSpPr>
          <p:spPr>
            <a:xfrm>
              <a:off x="9970105" y="5682571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9B8DD65-B6E3-CB49-53F9-D5784C094351}"/>
                </a:ext>
              </a:extLst>
            </p:cNvPr>
            <p:cNvSpPr/>
            <p:nvPr/>
          </p:nvSpPr>
          <p:spPr>
            <a:xfrm>
              <a:off x="10889948" y="4754115"/>
              <a:ext cx="802484" cy="658787"/>
            </a:xfrm>
            <a:custGeom>
              <a:avLst/>
              <a:gdLst>
                <a:gd name="csX0" fmla="*/ 0 w 802484"/>
                <a:gd name="csY0" fmla="*/ 329394 h 658787"/>
                <a:gd name="csX1" fmla="*/ 401242 w 802484"/>
                <a:gd name="csY1" fmla="*/ 0 h 658787"/>
                <a:gd name="csX2" fmla="*/ 802484 w 802484"/>
                <a:gd name="csY2" fmla="*/ 329394 h 658787"/>
                <a:gd name="csX3" fmla="*/ 401242 w 802484"/>
                <a:gd name="csY3" fmla="*/ 658788 h 658787"/>
                <a:gd name="csX4" fmla="*/ 0 w 802484"/>
                <a:gd name="csY4" fmla="*/ 329394 h 658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2484" h="658787" extrusionOk="0">
                  <a:moveTo>
                    <a:pt x="0" y="329394"/>
                  </a:moveTo>
                  <a:cubicBezTo>
                    <a:pt x="-15742" y="137765"/>
                    <a:pt x="155361" y="9113"/>
                    <a:pt x="401242" y="0"/>
                  </a:cubicBezTo>
                  <a:cubicBezTo>
                    <a:pt x="660207" y="7866"/>
                    <a:pt x="781633" y="148138"/>
                    <a:pt x="802484" y="329394"/>
                  </a:cubicBezTo>
                  <a:cubicBezTo>
                    <a:pt x="773446" y="539670"/>
                    <a:pt x="618145" y="684751"/>
                    <a:pt x="401242" y="658788"/>
                  </a:cubicBezTo>
                  <a:cubicBezTo>
                    <a:pt x="141043" y="637669"/>
                    <a:pt x="22390" y="522011"/>
                    <a:pt x="0" y="329394"/>
                  </a:cubicBezTo>
                  <a:close/>
                </a:path>
              </a:pathLst>
            </a:custGeom>
            <a:noFill/>
            <a:ln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0B45FC-8D5D-7881-EA6E-1D139613761A}"/>
              </a:ext>
            </a:extLst>
          </p:cNvPr>
          <p:cNvSpPr txBox="1"/>
          <p:nvPr/>
        </p:nvSpPr>
        <p:spPr>
          <a:xfrm>
            <a:off x="572492" y="1952592"/>
            <a:ext cx="10972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countries face a security dilemma: both prefer mutual disarmament but may choose to arm themselves out of fear that the other might gain an advantage.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AA4868-A437-AE0D-73BB-847E93ECE053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1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B5AB06EB-2421-43A3-6F36-8883C8235F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C9F3C1-5DCD-2F2A-D004-8552009065CD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5126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F0A98-4478-569D-4A7B-BFEA71FF7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F456FF0-BBAB-D940-44F6-1FE54FBB4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15DB4268-FA50-DBFB-EE6C-402B3EA32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6D6C9-492C-E28B-F575-BA18C32D0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Condensed" panose="020B0506020202050204" pitchFamily="34" charset="0"/>
              </a:rPr>
              <a:t>MODULE 10</a:t>
            </a:r>
            <a:br>
              <a:rPr lang="en-US" sz="5400" dirty="0">
                <a:solidFill>
                  <a:srgbClr val="7030A0"/>
                </a:solidFill>
                <a:latin typeface="Univers Condensed" panose="020B0506020202050204" pitchFamily="34" charset="0"/>
              </a:rPr>
            </a:br>
            <a:r>
              <a:rPr lang="en-US" sz="5400" dirty="0">
                <a:latin typeface="Univers Condensed" panose="020B0506020202050204" pitchFamily="34" charset="0"/>
              </a:rPr>
              <a:t>Economic Models of Competition</a:t>
            </a:r>
            <a:endParaRPr lang="en-US" sz="4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39AA0-FDD5-679A-D0F4-33A61DBF48F4}"/>
              </a:ext>
            </a:extLst>
          </p:cNvPr>
          <p:cNvSpPr txBox="1"/>
          <p:nvPr/>
        </p:nvSpPr>
        <p:spPr>
          <a:xfrm>
            <a:off x="572492" y="1952592"/>
            <a:ext cx="454635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Monopoly = Single-Person Decision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6382E-9688-E098-B2A3-F7B3AE8E00BB}"/>
              </a:ext>
            </a:extLst>
          </p:cNvPr>
          <p:cNvSpPr txBox="1"/>
          <p:nvPr/>
        </p:nvSpPr>
        <p:spPr>
          <a:xfrm>
            <a:off x="7024107" y="6150154"/>
            <a:ext cx="1865909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Duopoly = Game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854846-CD94-7444-8FEA-F5FAF84425B4}"/>
              </a:ext>
            </a:extLst>
          </p:cNvPr>
          <p:cNvSpPr txBox="1"/>
          <p:nvPr/>
        </p:nvSpPr>
        <p:spPr>
          <a:xfrm>
            <a:off x="572491" y="2601562"/>
            <a:ext cx="3685744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Profits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depend on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&amp;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6F4794-1242-6420-C136-C4F8A26D417B}"/>
              </a:ext>
            </a:extLst>
          </p:cNvPr>
          <p:cNvSpPr txBox="1"/>
          <p:nvPr/>
        </p:nvSpPr>
        <p:spPr>
          <a:xfrm>
            <a:off x="572491" y="3192814"/>
            <a:ext cx="3685744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Choose One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716288-43E1-A81B-283F-C09B9EDB9CEE}"/>
              </a:ext>
            </a:extLst>
          </p:cNvPr>
          <p:cNvSpPr txBox="1"/>
          <p:nvPr/>
        </p:nvSpPr>
        <p:spPr>
          <a:xfrm>
            <a:off x="5095811" y="4272339"/>
            <a:ext cx="3115316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“Flipped” Demand Curve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8E0CC5-65BE-36E4-553D-70DE4F2B6519}"/>
              </a:ext>
            </a:extLst>
          </p:cNvPr>
          <p:cNvSpPr txBox="1"/>
          <p:nvPr/>
        </p:nvSpPr>
        <p:spPr>
          <a:xfrm>
            <a:off x="509563" y="5250967"/>
            <a:ext cx="2959778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Determining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Profit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from the “Flipped” Demand Curve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119911-294A-F56F-88FF-376D9B2423B2}"/>
              </a:ext>
            </a:extLst>
          </p:cNvPr>
          <p:cNvSpPr txBox="1"/>
          <p:nvPr/>
        </p:nvSpPr>
        <p:spPr>
          <a:xfrm>
            <a:off x="5236638" y="1839399"/>
            <a:ext cx="5852703" cy="830997"/>
          </a:xfrm>
          <a:custGeom>
            <a:avLst/>
            <a:gdLst>
              <a:gd name="csX0" fmla="*/ 0 w 5852703"/>
              <a:gd name="csY0" fmla="*/ 0 h 830997"/>
              <a:gd name="csX1" fmla="*/ 585270 w 5852703"/>
              <a:gd name="csY1" fmla="*/ 0 h 830997"/>
              <a:gd name="csX2" fmla="*/ 1170541 w 5852703"/>
              <a:gd name="csY2" fmla="*/ 0 h 830997"/>
              <a:gd name="csX3" fmla="*/ 1580230 w 5852703"/>
              <a:gd name="csY3" fmla="*/ 0 h 830997"/>
              <a:gd name="csX4" fmla="*/ 2224027 w 5852703"/>
              <a:gd name="csY4" fmla="*/ 0 h 830997"/>
              <a:gd name="csX5" fmla="*/ 2809297 w 5852703"/>
              <a:gd name="csY5" fmla="*/ 0 h 830997"/>
              <a:gd name="csX6" fmla="*/ 3453095 w 5852703"/>
              <a:gd name="csY6" fmla="*/ 0 h 830997"/>
              <a:gd name="csX7" fmla="*/ 4155419 w 5852703"/>
              <a:gd name="csY7" fmla="*/ 0 h 830997"/>
              <a:gd name="csX8" fmla="*/ 4623635 w 5852703"/>
              <a:gd name="csY8" fmla="*/ 0 h 830997"/>
              <a:gd name="csX9" fmla="*/ 5091852 w 5852703"/>
              <a:gd name="csY9" fmla="*/ 0 h 830997"/>
              <a:gd name="csX10" fmla="*/ 5852703 w 5852703"/>
              <a:gd name="csY10" fmla="*/ 0 h 830997"/>
              <a:gd name="csX11" fmla="*/ 5852703 w 5852703"/>
              <a:gd name="csY11" fmla="*/ 432118 h 830997"/>
              <a:gd name="csX12" fmla="*/ 5852703 w 5852703"/>
              <a:gd name="csY12" fmla="*/ 830997 h 830997"/>
              <a:gd name="csX13" fmla="*/ 5325960 w 5852703"/>
              <a:gd name="csY13" fmla="*/ 830997 h 830997"/>
              <a:gd name="csX14" fmla="*/ 4623635 w 5852703"/>
              <a:gd name="csY14" fmla="*/ 830997 h 830997"/>
              <a:gd name="csX15" fmla="*/ 3921311 w 5852703"/>
              <a:gd name="csY15" fmla="*/ 830997 h 830997"/>
              <a:gd name="csX16" fmla="*/ 3277514 w 5852703"/>
              <a:gd name="csY16" fmla="*/ 830997 h 830997"/>
              <a:gd name="csX17" fmla="*/ 2692243 w 5852703"/>
              <a:gd name="csY17" fmla="*/ 830997 h 830997"/>
              <a:gd name="csX18" fmla="*/ 1989919 w 5852703"/>
              <a:gd name="csY18" fmla="*/ 830997 h 830997"/>
              <a:gd name="csX19" fmla="*/ 1580230 w 5852703"/>
              <a:gd name="csY19" fmla="*/ 830997 h 830997"/>
              <a:gd name="csX20" fmla="*/ 936432 w 5852703"/>
              <a:gd name="csY20" fmla="*/ 830997 h 830997"/>
              <a:gd name="csX21" fmla="*/ 526743 w 5852703"/>
              <a:gd name="csY21" fmla="*/ 830997 h 830997"/>
              <a:gd name="csX22" fmla="*/ 0 w 5852703"/>
              <a:gd name="csY22" fmla="*/ 830997 h 830997"/>
              <a:gd name="csX23" fmla="*/ 0 w 5852703"/>
              <a:gd name="csY23" fmla="*/ 432118 h 830997"/>
              <a:gd name="csX24" fmla="*/ 0 w 5852703"/>
              <a:gd name="csY24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852703" h="830997" fill="none" extrusionOk="0">
                <a:moveTo>
                  <a:pt x="0" y="0"/>
                </a:moveTo>
                <a:cubicBezTo>
                  <a:pt x="212953" y="-16754"/>
                  <a:pt x="377160" y="34381"/>
                  <a:pt x="585270" y="0"/>
                </a:cubicBezTo>
                <a:cubicBezTo>
                  <a:pt x="793380" y="-34381"/>
                  <a:pt x="949740" y="18250"/>
                  <a:pt x="1170541" y="0"/>
                </a:cubicBezTo>
                <a:cubicBezTo>
                  <a:pt x="1391342" y="-18250"/>
                  <a:pt x="1467853" y="22801"/>
                  <a:pt x="1580230" y="0"/>
                </a:cubicBezTo>
                <a:cubicBezTo>
                  <a:pt x="1692607" y="-22801"/>
                  <a:pt x="1976286" y="49931"/>
                  <a:pt x="2224027" y="0"/>
                </a:cubicBezTo>
                <a:cubicBezTo>
                  <a:pt x="2471768" y="-49931"/>
                  <a:pt x="2560041" y="50097"/>
                  <a:pt x="2809297" y="0"/>
                </a:cubicBezTo>
                <a:cubicBezTo>
                  <a:pt x="3058553" y="-50097"/>
                  <a:pt x="3168040" y="60670"/>
                  <a:pt x="3453095" y="0"/>
                </a:cubicBezTo>
                <a:cubicBezTo>
                  <a:pt x="3738150" y="-60670"/>
                  <a:pt x="3809211" y="6071"/>
                  <a:pt x="4155419" y="0"/>
                </a:cubicBezTo>
                <a:cubicBezTo>
                  <a:pt x="4501627" y="-6071"/>
                  <a:pt x="4429098" y="12120"/>
                  <a:pt x="4623635" y="0"/>
                </a:cubicBezTo>
                <a:cubicBezTo>
                  <a:pt x="4818172" y="-12120"/>
                  <a:pt x="4973835" y="38468"/>
                  <a:pt x="5091852" y="0"/>
                </a:cubicBezTo>
                <a:cubicBezTo>
                  <a:pt x="5209869" y="-38468"/>
                  <a:pt x="5651325" y="68215"/>
                  <a:pt x="5852703" y="0"/>
                </a:cubicBezTo>
                <a:cubicBezTo>
                  <a:pt x="5874144" y="110171"/>
                  <a:pt x="5816691" y="274165"/>
                  <a:pt x="5852703" y="432118"/>
                </a:cubicBezTo>
                <a:cubicBezTo>
                  <a:pt x="5888715" y="590071"/>
                  <a:pt x="5849455" y="693320"/>
                  <a:pt x="5852703" y="830997"/>
                </a:cubicBezTo>
                <a:cubicBezTo>
                  <a:pt x="5616115" y="867432"/>
                  <a:pt x="5474326" y="784837"/>
                  <a:pt x="5325960" y="830997"/>
                </a:cubicBezTo>
                <a:cubicBezTo>
                  <a:pt x="5177594" y="877157"/>
                  <a:pt x="4835737" y="814061"/>
                  <a:pt x="4623635" y="830997"/>
                </a:cubicBezTo>
                <a:cubicBezTo>
                  <a:pt x="4411534" y="847933"/>
                  <a:pt x="4070417" y="765500"/>
                  <a:pt x="3921311" y="830997"/>
                </a:cubicBezTo>
                <a:cubicBezTo>
                  <a:pt x="3772205" y="896494"/>
                  <a:pt x="3598969" y="820739"/>
                  <a:pt x="3277514" y="830997"/>
                </a:cubicBezTo>
                <a:cubicBezTo>
                  <a:pt x="2956059" y="841255"/>
                  <a:pt x="2948444" y="815297"/>
                  <a:pt x="2692243" y="830997"/>
                </a:cubicBezTo>
                <a:cubicBezTo>
                  <a:pt x="2436042" y="846697"/>
                  <a:pt x="2216107" y="750904"/>
                  <a:pt x="1989919" y="830997"/>
                </a:cubicBezTo>
                <a:cubicBezTo>
                  <a:pt x="1763731" y="911090"/>
                  <a:pt x="1712420" y="816351"/>
                  <a:pt x="1580230" y="830997"/>
                </a:cubicBezTo>
                <a:cubicBezTo>
                  <a:pt x="1448040" y="845643"/>
                  <a:pt x="1236978" y="758616"/>
                  <a:pt x="936432" y="830997"/>
                </a:cubicBezTo>
                <a:cubicBezTo>
                  <a:pt x="635886" y="903378"/>
                  <a:pt x="623676" y="784753"/>
                  <a:pt x="526743" y="830997"/>
                </a:cubicBezTo>
                <a:cubicBezTo>
                  <a:pt x="429810" y="877241"/>
                  <a:pt x="174324" y="805625"/>
                  <a:pt x="0" y="830997"/>
                </a:cubicBezTo>
                <a:cubicBezTo>
                  <a:pt x="-20852" y="725898"/>
                  <a:pt x="1866" y="562524"/>
                  <a:pt x="0" y="432118"/>
                </a:cubicBezTo>
                <a:cubicBezTo>
                  <a:pt x="-1866" y="301712"/>
                  <a:pt x="47382" y="127576"/>
                  <a:pt x="0" y="0"/>
                </a:cubicBezTo>
                <a:close/>
              </a:path>
              <a:path w="5852703" h="830997" stroke="0" extrusionOk="0">
                <a:moveTo>
                  <a:pt x="0" y="0"/>
                </a:moveTo>
                <a:cubicBezTo>
                  <a:pt x="241385" y="-19369"/>
                  <a:pt x="403014" y="29983"/>
                  <a:pt x="702324" y="0"/>
                </a:cubicBezTo>
                <a:cubicBezTo>
                  <a:pt x="1001634" y="-29983"/>
                  <a:pt x="1117756" y="52228"/>
                  <a:pt x="1346122" y="0"/>
                </a:cubicBezTo>
                <a:cubicBezTo>
                  <a:pt x="1574488" y="-52228"/>
                  <a:pt x="1585796" y="41209"/>
                  <a:pt x="1814338" y="0"/>
                </a:cubicBezTo>
                <a:cubicBezTo>
                  <a:pt x="2042880" y="-41209"/>
                  <a:pt x="2127671" y="59225"/>
                  <a:pt x="2399608" y="0"/>
                </a:cubicBezTo>
                <a:cubicBezTo>
                  <a:pt x="2671545" y="-59225"/>
                  <a:pt x="2766345" y="74450"/>
                  <a:pt x="3043406" y="0"/>
                </a:cubicBezTo>
                <a:cubicBezTo>
                  <a:pt x="3320467" y="-74450"/>
                  <a:pt x="3287465" y="48125"/>
                  <a:pt x="3453095" y="0"/>
                </a:cubicBezTo>
                <a:cubicBezTo>
                  <a:pt x="3618725" y="-48125"/>
                  <a:pt x="3999690" y="45931"/>
                  <a:pt x="4155419" y="0"/>
                </a:cubicBezTo>
                <a:cubicBezTo>
                  <a:pt x="4311148" y="-45931"/>
                  <a:pt x="4479239" y="43838"/>
                  <a:pt x="4623635" y="0"/>
                </a:cubicBezTo>
                <a:cubicBezTo>
                  <a:pt x="4768031" y="-43838"/>
                  <a:pt x="4870904" y="45340"/>
                  <a:pt x="5033325" y="0"/>
                </a:cubicBezTo>
                <a:cubicBezTo>
                  <a:pt x="5195746" y="-45340"/>
                  <a:pt x="5463216" y="20601"/>
                  <a:pt x="5852703" y="0"/>
                </a:cubicBezTo>
                <a:cubicBezTo>
                  <a:pt x="5890921" y="136777"/>
                  <a:pt x="5820897" y="219508"/>
                  <a:pt x="5852703" y="407189"/>
                </a:cubicBezTo>
                <a:cubicBezTo>
                  <a:pt x="5884509" y="594870"/>
                  <a:pt x="5840926" y="647375"/>
                  <a:pt x="5852703" y="830997"/>
                </a:cubicBezTo>
                <a:cubicBezTo>
                  <a:pt x="5722146" y="881821"/>
                  <a:pt x="5539522" y="790007"/>
                  <a:pt x="5325960" y="830997"/>
                </a:cubicBezTo>
                <a:cubicBezTo>
                  <a:pt x="5112398" y="871987"/>
                  <a:pt x="4964017" y="785600"/>
                  <a:pt x="4857743" y="830997"/>
                </a:cubicBezTo>
                <a:cubicBezTo>
                  <a:pt x="4751469" y="876394"/>
                  <a:pt x="4339521" y="752293"/>
                  <a:pt x="4155419" y="830997"/>
                </a:cubicBezTo>
                <a:cubicBezTo>
                  <a:pt x="3971317" y="909701"/>
                  <a:pt x="3887043" y="820220"/>
                  <a:pt x="3687203" y="830997"/>
                </a:cubicBezTo>
                <a:cubicBezTo>
                  <a:pt x="3487363" y="841774"/>
                  <a:pt x="3188676" y="820590"/>
                  <a:pt x="3043406" y="830997"/>
                </a:cubicBezTo>
                <a:cubicBezTo>
                  <a:pt x="2898136" y="841404"/>
                  <a:pt x="2742307" y="804241"/>
                  <a:pt x="2458135" y="830997"/>
                </a:cubicBezTo>
                <a:cubicBezTo>
                  <a:pt x="2173963" y="857753"/>
                  <a:pt x="2206330" y="788109"/>
                  <a:pt x="1989919" y="830997"/>
                </a:cubicBezTo>
                <a:cubicBezTo>
                  <a:pt x="1773508" y="873885"/>
                  <a:pt x="1564839" y="791768"/>
                  <a:pt x="1404649" y="830997"/>
                </a:cubicBezTo>
                <a:cubicBezTo>
                  <a:pt x="1244459" y="870226"/>
                  <a:pt x="1054324" y="797490"/>
                  <a:pt x="936432" y="830997"/>
                </a:cubicBezTo>
                <a:cubicBezTo>
                  <a:pt x="818540" y="864504"/>
                  <a:pt x="414161" y="779297"/>
                  <a:pt x="0" y="830997"/>
                </a:cubicBezTo>
                <a:cubicBezTo>
                  <a:pt x="-19421" y="676783"/>
                  <a:pt x="23837" y="550889"/>
                  <a:pt x="0" y="440428"/>
                </a:cubicBezTo>
                <a:cubicBezTo>
                  <a:pt x="-23837" y="329967"/>
                  <a:pt x="35406" y="14887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709134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Entity 1: The Firm (Decision-maker)</a:t>
            </a:r>
          </a:p>
          <a:p>
            <a:pPr lvl="0"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Entity 2: The Market (Customers)</a:t>
            </a:r>
            <a:r>
              <a:rPr lang="en-US" sz="1600" dirty="0">
                <a:solidFill>
                  <a:prstClr val="black"/>
                </a:solidFill>
              </a:rPr>
              <a:t>, reacts mechanically based on distribution of value of the good, not strategically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A9903D-6004-B114-96E3-35B7DA6FD6AA}"/>
              </a:ext>
            </a:extLst>
          </p:cNvPr>
          <p:cNvSpPr txBox="1"/>
          <p:nvPr/>
        </p:nvSpPr>
        <p:spPr>
          <a:xfrm>
            <a:off x="9034320" y="5927329"/>
            <a:ext cx="2242426" cy="830997"/>
          </a:xfrm>
          <a:custGeom>
            <a:avLst/>
            <a:gdLst>
              <a:gd name="csX0" fmla="*/ 0 w 2242426"/>
              <a:gd name="csY0" fmla="*/ 0 h 830997"/>
              <a:gd name="csX1" fmla="*/ 493334 w 2242426"/>
              <a:gd name="csY1" fmla="*/ 0 h 830997"/>
              <a:gd name="csX2" fmla="*/ 1009092 w 2242426"/>
              <a:gd name="csY2" fmla="*/ 0 h 830997"/>
              <a:gd name="csX3" fmla="*/ 1614547 w 2242426"/>
              <a:gd name="csY3" fmla="*/ 0 h 830997"/>
              <a:gd name="csX4" fmla="*/ 2242426 w 2242426"/>
              <a:gd name="csY4" fmla="*/ 0 h 830997"/>
              <a:gd name="csX5" fmla="*/ 2242426 w 2242426"/>
              <a:gd name="csY5" fmla="*/ 415499 h 830997"/>
              <a:gd name="csX6" fmla="*/ 2242426 w 2242426"/>
              <a:gd name="csY6" fmla="*/ 830997 h 830997"/>
              <a:gd name="csX7" fmla="*/ 1704244 w 2242426"/>
              <a:gd name="csY7" fmla="*/ 830997 h 830997"/>
              <a:gd name="csX8" fmla="*/ 1121213 w 2242426"/>
              <a:gd name="csY8" fmla="*/ 830997 h 830997"/>
              <a:gd name="csX9" fmla="*/ 605455 w 2242426"/>
              <a:gd name="csY9" fmla="*/ 830997 h 830997"/>
              <a:gd name="csX10" fmla="*/ 0 w 2242426"/>
              <a:gd name="csY10" fmla="*/ 830997 h 830997"/>
              <a:gd name="csX11" fmla="*/ 0 w 2242426"/>
              <a:gd name="csY11" fmla="*/ 398879 h 830997"/>
              <a:gd name="csX12" fmla="*/ 0 w 2242426"/>
              <a:gd name="csY12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42426" h="830997" fill="none" extrusionOk="0">
                <a:moveTo>
                  <a:pt x="0" y="0"/>
                </a:moveTo>
                <a:cubicBezTo>
                  <a:pt x="230331" y="-50872"/>
                  <a:pt x="270290" y="45777"/>
                  <a:pt x="493334" y="0"/>
                </a:cubicBezTo>
                <a:cubicBezTo>
                  <a:pt x="716378" y="-45777"/>
                  <a:pt x="762119" y="57952"/>
                  <a:pt x="1009092" y="0"/>
                </a:cubicBezTo>
                <a:cubicBezTo>
                  <a:pt x="1256065" y="-57952"/>
                  <a:pt x="1373493" y="16131"/>
                  <a:pt x="1614547" y="0"/>
                </a:cubicBezTo>
                <a:cubicBezTo>
                  <a:pt x="1855601" y="-16131"/>
                  <a:pt x="2102003" y="4418"/>
                  <a:pt x="2242426" y="0"/>
                </a:cubicBezTo>
                <a:cubicBezTo>
                  <a:pt x="2283300" y="158715"/>
                  <a:pt x="2226529" y="322621"/>
                  <a:pt x="2242426" y="415499"/>
                </a:cubicBezTo>
                <a:cubicBezTo>
                  <a:pt x="2258323" y="508377"/>
                  <a:pt x="2196743" y="625126"/>
                  <a:pt x="2242426" y="830997"/>
                </a:cubicBezTo>
                <a:cubicBezTo>
                  <a:pt x="2098064" y="863870"/>
                  <a:pt x="1904511" y="819003"/>
                  <a:pt x="1704244" y="830997"/>
                </a:cubicBezTo>
                <a:cubicBezTo>
                  <a:pt x="1503977" y="842991"/>
                  <a:pt x="1293683" y="815089"/>
                  <a:pt x="1121213" y="830997"/>
                </a:cubicBezTo>
                <a:cubicBezTo>
                  <a:pt x="948743" y="846905"/>
                  <a:pt x="755687" y="774756"/>
                  <a:pt x="605455" y="830997"/>
                </a:cubicBezTo>
                <a:cubicBezTo>
                  <a:pt x="455223" y="887238"/>
                  <a:pt x="223239" y="790800"/>
                  <a:pt x="0" y="830997"/>
                </a:cubicBezTo>
                <a:cubicBezTo>
                  <a:pt x="-32547" y="616243"/>
                  <a:pt x="15298" y="576450"/>
                  <a:pt x="0" y="398879"/>
                </a:cubicBezTo>
                <a:cubicBezTo>
                  <a:pt x="-15298" y="221308"/>
                  <a:pt x="28501" y="154407"/>
                  <a:pt x="0" y="0"/>
                </a:cubicBezTo>
                <a:close/>
              </a:path>
              <a:path w="2242426" h="830997" stroke="0" extrusionOk="0">
                <a:moveTo>
                  <a:pt x="0" y="0"/>
                </a:moveTo>
                <a:cubicBezTo>
                  <a:pt x="212624" y="-2491"/>
                  <a:pt x="325714" y="56245"/>
                  <a:pt x="583031" y="0"/>
                </a:cubicBezTo>
                <a:cubicBezTo>
                  <a:pt x="840348" y="-56245"/>
                  <a:pt x="979931" y="31115"/>
                  <a:pt x="1188486" y="0"/>
                </a:cubicBezTo>
                <a:cubicBezTo>
                  <a:pt x="1397041" y="-31115"/>
                  <a:pt x="1473289" y="3192"/>
                  <a:pt x="1681820" y="0"/>
                </a:cubicBezTo>
                <a:cubicBezTo>
                  <a:pt x="1890351" y="-3192"/>
                  <a:pt x="2038176" y="44555"/>
                  <a:pt x="2242426" y="0"/>
                </a:cubicBezTo>
                <a:cubicBezTo>
                  <a:pt x="2290425" y="147692"/>
                  <a:pt x="2233318" y="305108"/>
                  <a:pt x="2242426" y="407189"/>
                </a:cubicBezTo>
                <a:cubicBezTo>
                  <a:pt x="2251534" y="509270"/>
                  <a:pt x="2202788" y="724265"/>
                  <a:pt x="2242426" y="830997"/>
                </a:cubicBezTo>
                <a:cubicBezTo>
                  <a:pt x="2094642" y="878196"/>
                  <a:pt x="1858733" y="827277"/>
                  <a:pt x="1704244" y="830997"/>
                </a:cubicBezTo>
                <a:cubicBezTo>
                  <a:pt x="1549755" y="834717"/>
                  <a:pt x="1268644" y="789291"/>
                  <a:pt x="1098789" y="830997"/>
                </a:cubicBezTo>
                <a:cubicBezTo>
                  <a:pt x="928935" y="872703"/>
                  <a:pt x="659810" y="771025"/>
                  <a:pt x="538182" y="830997"/>
                </a:cubicBezTo>
                <a:cubicBezTo>
                  <a:pt x="416554" y="890969"/>
                  <a:pt x="114433" y="782569"/>
                  <a:pt x="0" y="830997"/>
                </a:cubicBezTo>
                <a:cubicBezTo>
                  <a:pt x="-40648" y="651921"/>
                  <a:pt x="1681" y="566789"/>
                  <a:pt x="0" y="432118"/>
                </a:cubicBezTo>
                <a:cubicBezTo>
                  <a:pt x="-1681" y="297447"/>
                  <a:pt x="41675" y="107851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3462701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Entity 1: Firm #1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</a:rPr>
              <a:t>Entity 2: Firm #2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Entity 3: The Market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14F5E3-0497-3492-9F19-7FA07AEDB046}"/>
              </a:ext>
            </a:extLst>
          </p:cNvPr>
          <p:cNvSpPr txBox="1"/>
          <p:nvPr/>
        </p:nvSpPr>
        <p:spPr>
          <a:xfrm>
            <a:off x="4914588" y="2781610"/>
            <a:ext cx="5654800" cy="1323439"/>
          </a:xfrm>
          <a:custGeom>
            <a:avLst/>
            <a:gdLst>
              <a:gd name="csX0" fmla="*/ 0 w 5654800"/>
              <a:gd name="csY0" fmla="*/ 0 h 1323439"/>
              <a:gd name="csX1" fmla="*/ 508932 w 5654800"/>
              <a:gd name="csY1" fmla="*/ 0 h 1323439"/>
              <a:gd name="csX2" fmla="*/ 1017864 w 5654800"/>
              <a:gd name="csY2" fmla="*/ 0 h 1323439"/>
              <a:gd name="csX3" fmla="*/ 1470248 w 5654800"/>
              <a:gd name="csY3" fmla="*/ 0 h 1323439"/>
              <a:gd name="csX4" fmla="*/ 1866084 w 5654800"/>
              <a:gd name="csY4" fmla="*/ 0 h 1323439"/>
              <a:gd name="csX5" fmla="*/ 2431564 w 5654800"/>
              <a:gd name="csY5" fmla="*/ 0 h 1323439"/>
              <a:gd name="csX6" fmla="*/ 2883948 w 5654800"/>
              <a:gd name="csY6" fmla="*/ 0 h 1323439"/>
              <a:gd name="csX7" fmla="*/ 3562524 w 5654800"/>
              <a:gd name="csY7" fmla="*/ 0 h 1323439"/>
              <a:gd name="csX8" fmla="*/ 4014908 w 5654800"/>
              <a:gd name="csY8" fmla="*/ 0 h 1323439"/>
              <a:gd name="csX9" fmla="*/ 4580388 w 5654800"/>
              <a:gd name="csY9" fmla="*/ 0 h 1323439"/>
              <a:gd name="csX10" fmla="*/ 5032772 w 5654800"/>
              <a:gd name="csY10" fmla="*/ 0 h 1323439"/>
              <a:gd name="csX11" fmla="*/ 5654800 w 5654800"/>
              <a:gd name="csY11" fmla="*/ 0 h 1323439"/>
              <a:gd name="csX12" fmla="*/ 5654800 w 5654800"/>
              <a:gd name="csY12" fmla="*/ 454381 h 1323439"/>
              <a:gd name="csX13" fmla="*/ 5654800 w 5654800"/>
              <a:gd name="csY13" fmla="*/ 908761 h 1323439"/>
              <a:gd name="csX14" fmla="*/ 5654800 w 5654800"/>
              <a:gd name="csY14" fmla="*/ 1323439 h 1323439"/>
              <a:gd name="csX15" fmla="*/ 5145868 w 5654800"/>
              <a:gd name="csY15" fmla="*/ 1323439 h 1323439"/>
              <a:gd name="csX16" fmla="*/ 4580388 w 5654800"/>
              <a:gd name="csY16" fmla="*/ 1323439 h 1323439"/>
              <a:gd name="csX17" fmla="*/ 3958360 w 5654800"/>
              <a:gd name="csY17" fmla="*/ 1323439 h 1323439"/>
              <a:gd name="csX18" fmla="*/ 3562524 w 5654800"/>
              <a:gd name="csY18" fmla="*/ 1323439 h 1323439"/>
              <a:gd name="csX19" fmla="*/ 2997044 w 5654800"/>
              <a:gd name="csY19" fmla="*/ 1323439 h 1323439"/>
              <a:gd name="csX20" fmla="*/ 2318468 w 5654800"/>
              <a:gd name="csY20" fmla="*/ 1323439 h 1323439"/>
              <a:gd name="csX21" fmla="*/ 1922632 w 5654800"/>
              <a:gd name="csY21" fmla="*/ 1323439 h 1323439"/>
              <a:gd name="csX22" fmla="*/ 1244056 w 5654800"/>
              <a:gd name="csY22" fmla="*/ 1323439 h 1323439"/>
              <a:gd name="csX23" fmla="*/ 735124 w 5654800"/>
              <a:gd name="csY23" fmla="*/ 1323439 h 1323439"/>
              <a:gd name="csX24" fmla="*/ 0 w 5654800"/>
              <a:gd name="csY24" fmla="*/ 1323439 h 1323439"/>
              <a:gd name="csX25" fmla="*/ 0 w 5654800"/>
              <a:gd name="csY25" fmla="*/ 908761 h 1323439"/>
              <a:gd name="csX26" fmla="*/ 0 w 5654800"/>
              <a:gd name="csY26" fmla="*/ 480850 h 1323439"/>
              <a:gd name="csX27" fmla="*/ 0 w 5654800"/>
              <a:gd name="csY27" fmla="*/ 0 h 1323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654800" h="1323439" fill="none" extrusionOk="0">
                <a:moveTo>
                  <a:pt x="0" y="0"/>
                </a:moveTo>
                <a:cubicBezTo>
                  <a:pt x="106870" y="-9801"/>
                  <a:pt x="293117" y="8584"/>
                  <a:pt x="508932" y="0"/>
                </a:cubicBezTo>
                <a:cubicBezTo>
                  <a:pt x="724747" y="-8584"/>
                  <a:pt x="853088" y="11547"/>
                  <a:pt x="1017864" y="0"/>
                </a:cubicBezTo>
                <a:cubicBezTo>
                  <a:pt x="1182640" y="-11547"/>
                  <a:pt x="1277868" y="9942"/>
                  <a:pt x="1470248" y="0"/>
                </a:cubicBezTo>
                <a:cubicBezTo>
                  <a:pt x="1662628" y="-9942"/>
                  <a:pt x="1760049" y="5302"/>
                  <a:pt x="1866084" y="0"/>
                </a:cubicBezTo>
                <a:cubicBezTo>
                  <a:pt x="1972119" y="-5302"/>
                  <a:pt x="2216988" y="33595"/>
                  <a:pt x="2431564" y="0"/>
                </a:cubicBezTo>
                <a:cubicBezTo>
                  <a:pt x="2646140" y="-33595"/>
                  <a:pt x="2703459" y="17779"/>
                  <a:pt x="2883948" y="0"/>
                </a:cubicBezTo>
                <a:cubicBezTo>
                  <a:pt x="3064437" y="-17779"/>
                  <a:pt x="3359393" y="30756"/>
                  <a:pt x="3562524" y="0"/>
                </a:cubicBezTo>
                <a:cubicBezTo>
                  <a:pt x="3765655" y="-30756"/>
                  <a:pt x="3840485" y="30598"/>
                  <a:pt x="4014908" y="0"/>
                </a:cubicBezTo>
                <a:cubicBezTo>
                  <a:pt x="4189331" y="-30598"/>
                  <a:pt x="4384342" y="15454"/>
                  <a:pt x="4580388" y="0"/>
                </a:cubicBezTo>
                <a:cubicBezTo>
                  <a:pt x="4776434" y="-15454"/>
                  <a:pt x="4808102" y="41484"/>
                  <a:pt x="5032772" y="0"/>
                </a:cubicBezTo>
                <a:cubicBezTo>
                  <a:pt x="5257442" y="-41484"/>
                  <a:pt x="5353457" y="48908"/>
                  <a:pt x="5654800" y="0"/>
                </a:cubicBezTo>
                <a:cubicBezTo>
                  <a:pt x="5697397" y="146316"/>
                  <a:pt x="5619637" y="280390"/>
                  <a:pt x="5654800" y="454381"/>
                </a:cubicBezTo>
                <a:cubicBezTo>
                  <a:pt x="5689963" y="628372"/>
                  <a:pt x="5626410" y="691634"/>
                  <a:pt x="5654800" y="908761"/>
                </a:cubicBezTo>
                <a:cubicBezTo>
                  <a:pt x="5683190" y="1125888"/>
                  <a:pt x="5634582" y="1201536"/>
                  <a:pt x="5654800" y="1323439"/>
                </a:cubicBezTo>
                <a:cubicBezTo>
                  <a:pt x="5435999" y="1383252"/>
                  <a:pt x="5370256" y="1273004"/>
                  <a:pt x="5145868" y="1323439"/>
                </a:cubicBezTo>
                <a:cubicBezTo>
                  <a:pt x="4921480" y="1373874"/>
                  <a:pt x="4722177" y="1296219"/>
                  <a:pt x="4580388" y="1323439"/>
                </a:cubicBezTo>
                <a:cubicBezTo>
                  <a:pt x="4438599" y="1350659"/>
                  <a:pt x="4238606" y="1277742"/>
                  <a:pt x="3958360" y="1323439"/>
                </a:cubicBezTo>
                <a:cubicBezTo>
                  <a:pt x="3678114" y="1369136"/>
                  <a:pt x="3715862" y="1287266"/>
                  <a:pt x="3562524" y="1323439"/>
                </a:cubicBezTo>
                <a:cubicBezTo>
                  <a:pt x="3409186" y="1359612"/>
                  <a:pt x="3180591" y="1309562"/>
                  <a:pt x="2997044" y="1323439"/>
                </a:cubicBezTo>
                <a:cubicBezTo>
                  <a:pt x="2813497" y="1337316"/>
                  <a:pt x="2538033" y="1271468"/>
                  <a:pt x="2318468" y="1323439"/>
                </a:cubicBezTo>
                <a:cubicBezTo>
                  <a:pt x="2098903" y="1375410"/>
                  <a:pt x="2017645" y="1303355"/>
                  <a:pt x="1922632" y="1323439"/>
                </a:cubicBezTo>
                <a:cubicBezTo>
                  <a:pt x="1827619" y="1343523"/>
                  <a:pt x="1408178" y="1272495"/>
                  <a:pt x="1244056" y="1323439"/>
                </a:cubicBezTo>
                <a:cubicBezTo>
                  <a:pt x="1079934" y="1374383"/>
                  <a:pt x="899893" y="1304774"/>
                  <a:pt x="735124" y="1323439"/>
                </a:cubicBezTo>
                <a:cubicBezTo>
                  <a:pt x="570355" y="1342104"/>
                  <a:pt x="183389" y="1317908"/>
                  <a:pt x="0" y="1323439"/>
                </a:cubicBezTo>
                <a:cubicBezTo>
                  <a:pt x="-35474" y="1168199"/>
                  <a:pt x="40028" y="1057587"/>
                  <a:pt x="0" y="908761"/>
                </a:cubicBezTo>
                <a:cubicBezTo>
                  <a:pt x="-40028" y="759935"/>
                  <a:pt x="45366" y="638553"/>
                  <a:pt x="0" y="480850"/>
                </a:cubicBezTo>
                <a:cubicBezTo>
                  <a:pt x="-45366" y="323147"/>
                  <a:pt x="6747" y="224698"/>
                  <a:pt x="0" y="0"/>
                </a:cubicBezTo>
                <a:close/>
              </a:path>
              <a:path w="5654800" h="1323439" stroke="0" extrusionOk="0">
                <a:moveTo>
                  <a:pt x="0" y="0"/>
                </a:moveTo>
                <a:cubicBezTo>
                  <a:pt x="139758" y="-65896"/>
                  <a:pt x="411196" y="3596"/>
                  <a:pt x="565480" y="0"/>
                </a:cubicBezTo>
                <a:cubicBezTo>
                  <a:pt x="719764" y="-3596"/>
                  <a:pt x="975880" y="11578"/>
                  <a:pt x="1244056" y="0"/>
                </a:cubicBezTo>
                <a:cubicBezTo>
                  <a:pt x="1512232" y="-11578"/>
                  <a:pt x="1508377" y="33343"/>
                  <a:pt x="1639892" y="0"/>
                </a:cubicBezTo>
                <a:cubicBezTo>
                  <a:pt x="1771407" y="-33343"/>
                  <a:pt x="1925896" y="37936"/>
                  <a:pt x="2148824" y="0"/>
                </a:cubicBezTo>
                <a:cubicBezTo>
                  <a:pt x="2371752" y="-37936"/>
                  <a:pt x="2582381" y="15251"/>
                  <a:pt x="2770852" y="0"/>
                </a:cubicBezTo>
                <a:cubicBezTo>
                  <a:pt x="2959323" y="-15251"/>
                  <a:pt x="3211016" y="19915"/>
                  <a:pt x="3449428" y="0"/>
                </a:cubicBezTo>
                <a:cubicBezTo>
                  <a:pt x="3687840" y="-19915"/>
                  <a:pt x="3959888" y="7534"/>
                  <a:pt x="4128004" y="0"/>
                </a:cubicBezTo>
                <a:cubicBezTo>
                  <a:pt x="4296120" y="-7534"/>
                  <a:pt x="4440988" y="15421"/>
                  <a:pt x="4580388" y="0"/>
                </a:cubicBezTo>
                <a:cubicBezTo>
                  <a:pt x="4719788" y="-15421"/>
                  <a:pt x="4912114" y="7698"/>
                  <a:pt x="5089320" y="0"/>
                </a:cubicBezTo>
                <a:cubicBezTo>
                  <a:pt x="5266526" y="-7698"/>
                  <a:pt x="5487267" y="36447"/>
                  <a:pt x="5654800" y="0"/>
                </a:cubicBezTo>
                <a:cubicBezTo>
                  <a:pt x="5696603" y="132800"/>
                  <a:pt x="5639913" y="321781"/>
                  <a:pt x="5654800" y="414678"/>
                </a:cubicBezTo>
                <a:cubicBezTo>
                  <a:pt x="5669687" y="507575"/>
                  <a:pt x="5608793" y="766507"/>
                  <a:pt x="5654800" y="869058"/>
                </a:cubicBezTo>
                <a:cubicBezTo>
                  <a:pt x="5700807" y="971609"/>
                  <a:pt x="5622847" y="1168246"/>
                  <a:pt x="5654800" y="1323439"/>
                </a:cubicBezTo>
                <a:cubicBezTo>
                  <a:pt x="5454900" y="1356013"/>
                  <a:pt x="5403398" y="1296592"/>
                  <a:pt x="5202416" y="1323439"/>
                </a:cubicBezTo>
                <a:cubicBezTo>
                  <a:pt x="5001434" y="1350286"/>
                  <a:pt x="4848240" y="1264566"/>
                  <a:pt x="4636936" y="1323439"/>
                </a:cubicBezTo>
                <a:cubicBezTo>
                  <a:pt x="4425632" y="1382312"/>
                  <a:pt x="4353325" y="1301720"/>
                  <a:pt x="4184552" y="1323439"/>
                </a:cubicBezTo>
                <a:cubicBezTo>
                  <a:pt x="4015779" y="1345158"/>
                  <a:pt x="3711342" y="1248164"/>
                  <a:pt x="3505976" y="1323439"/>
                </a:cubicBezTo>
                <a:cubicBezTo>
                  <a:pt x="3300610" y="1398714"/>
                  <a:pt x="3175749" y="1318708"/>
                  <a:pt x="2883948" y="1323439"/>
                </a:cubicBezTo>
                <a:cubicBezTo>
                  <a:pt x="2592147" y="1328170"/>
                  <a:pt x="2494927" y="1303235"/>
                  <a:pt x="2375016" y="1323439"/>
                </a:cubicBezTo>
                <a:cubicBezTo>
                  <a:pt x="2255105" y="1343643"/>
                  <a:pt x="2077128" y="1288700"/>
                  <a:pt x="1866084" y="1323439"/>
                </a:cubicBezTo>
                <a:cubicBezTo>
                  <a:pt x="1655040" y="1358178"/>
                  <a:pt x="1628186" y="1311824"/>
                  <a:pt x="1470248" y="1323439"/>
                </a:cubicBezTo>
                <a:cubicBezTo>
                  <a:pt x="1312310" y="1335054"/>
                  <a:pt x="1244697" y="1308982"/>
                  <a:pt x="1074412" y="1323439"/>
                </a:cubicBezTo>
                <a:cubicBezTo>
                  <a:pt x="904127" y="1337896"/>
                  <a:pt x="520484" y="1202181"/>
                  <a:pt x="0" y="1323439"/>
                </a:cubicBezTo>
                <a:cubicBezTo>
                  <a:pt x="-51534" y="1148766"/>
                  <a:pt x="18895" y="1004950"/>
                  <a:pt x="0" y="869058"/>
                </a:cubicBezTo>
                <a:cubicBezTo>
                  <a:pt x="-18895" y="733166"/>
                  <a:pt x="39383" y="522708"/>
                  <a:pt x="0" y="401443"/>
                </a:cubicBezTo>
                <a:cubicBezTo>
                  <a:pt x="-39383" y="280178"/>
                  <a:pt x="5199" y="10741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817117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Profit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Sales Revenue – Production Cost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Sales Revenue = </a:t>
            </a:r>
            <a:r>
              <a:rPr lang="en-US" sz="1600" b="1" dirty="0">
                <a:solidFill>
                  <a:srgbClr val="00B050"/>
                </a:solidFill>
                <a:latin typeface="Aptos" panose="02110004020202020204"/>
              </a:rPr>
              <a:t>Unit Price </a:t>
            </a: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x </a:t>
            </a:r>
            <a:r>
              <a:rPr lang="en-US" sz="1600" b="1" dirty="0">
                <a:solidFill>
                  <a:srgbClr val="7030A0"/>
                </a:solidFill>
                <a:latin typeface="Aptos" panose="02110004020202020204"/>
              </a:rPr>
              <a:t>Quantity</a:t>
            </a:r>
          </a:p>
          <a:p>
            <a:pPr lvl="0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Production Cost = Unit Production Cost x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Quantity</a:t>
            </a:r>
            <a:r>
              <a:rPr lang="en-US" sz="1600" dirty="0">
                <a:solidFill>
                  <a:prstClr val="black"/>
                </a:solidFill>
              </a:rPr>
              <a:t> (assume)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0070C0"/>
                </a:solidFill>
                <a:latin typeface="Aptos" panose="02110004020202020204"/>
              </a:rPr>
              <a:t>Profit</a:t>
            </a: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 = (</a:t>
            </a:r>
            <a:r>
              <a:rPr lang="en-US" sz="1600" b="1" dirty="0">
                <a:solidFill>
                  <a:srgbClr val="00B050"/>
                </a:solidFill>
                <a:latin typeface="Aptos" panose="02110004020202020204"/>
              </a:rPr>
              <a:t>Unit Price </a:t>
            </a: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– Unit Production Cost) x </a:t>
            </a:r>
            <a:r>
              <a:rPr lang="en-US" sz="1600" b="1" dirty="0">
                <a:solidFill>
                  <a:srgbClr val="7030A0"/>
                </a:solidFill>
                <a:latin typeface="Aptos" panose="02110004020202020204"/>
              </a:rPr>
              <a:t>Quantity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Profit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Function of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&amp;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3380B2-6D2F-0287-C29B-161CD0018DD1}"/>
              </a:ext>
            </a:extLst>
          </p:cNvPr>
          <p:cNvSpPr txBox="1"/>
          <p:nvPr/>
        </p:nvSpPr>
        <p:spPr>
          <a:xfrm>
            <a:off x="604874" y="3703098"/>
            <a:ext cx="4155385" cy="830997"/>
          </a:xfrm>
          <a:custGeom>
            <a:avLst/>
            <a:gdLst>
              <a:gd name="csX0" fmla="*/ 0 w 4155385"/>
              <a:gd name="csY0" fmla="*/ 0 h 830997"/>
              <a:gd name="csX1" fmla="*/ 510519 w 4155385"/>
              <a:gd name="csY1" fmla="*/ 0 h 830997"/>
              <a:gd name="csX2" fmla="*/ 1145699 w 4155385"/>
              <a:gd name="csY2" fmla="*/ 0 h 830997"/>
              <a:gd name="csX3" fmla="*/ 1697772 w 4155385"/>
              <a:gd name="csY3" fmla="*/ 0 h 830997"/>
              <a:gd name="csX4" fmla="*/ 2208290 w 4155385"/>
              <a:gd name="csY4" fmla="*/ 0 h 830997"/>
              <a:gd name="csX5" fmla="*/ 2843471 w 4155385"/>
              <a:gd name="csY5" fmla="*/ 0 h 830997"/>
              <a:gd name="csX6" fmla="*/ 3437097 w 4155385"/>
              <a:gd name="csY6" fmla="*/ 0 h 830997"/>
              <a:gd name="csX7" fmla="*/ 4155385 w 4155385"/>
              <a:gd name="csY7" fmla="*/ 0 h 830997"/>
              <a:gd name="csX8" fmla="*/ 4155385 w 4155385"/>
              <a:gd name="csY8" fmla="*/ 432118 h 830997"/>
              <a:gd name="csX9" fmla="*/ 4155385 w 4155385"/>
              <a:gd name="csY9" fmla="*/ 830997 h 830997"/>
              <a:gd name="csX10" fmla="*/ 3644866 w 4155385"/>
              <a:gd name="csY10" fmla="*/ 830997 h 830997"/>
              <a:gd name="csX11" fmla="*/ 3175901 w 4155385"/>
              <a:gd name="csY11" fmla="*/ 830997 h 830997"/>
              <a:gd name="csX12" fmla="*/ 2540721 w 4155385"/>
              <a:gd name="csY12" fmla="*/ 830997 h 830997"/>
              <a:gd name="csX13" fmla="*/ 2030202 w 4155385"/>
              <a:gd name="csY13" fmla="*/ 830997 h 830997"/>
              <a:gd name="csX14" fmla="*/ 1395022 w 4155385"/>
              <a:gd name="csY14" fmla="*/ 830997 h 830997"/>
              <a:gd name="csX15" fmla="*/ 718288 w 4155385"/>
              <a:gd name="csY15" fmla="*/ 830997 h 830997"/>
              <a:gd name="csX16" fmla="*/ 0 w 4155385"/>
              <a:gd name="csY16" fmla="*/ 830997 h 830997"/>
              <a:gd name="csX17" fmla="*/ 0 w 4155385"/>
              <a:gd name="csY17" fmla="*/ 398879 h 830997"/>
              <a:gd name="csX18" fmla="*/ 0 w 4155385"/>
              <a:gd name="csY18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155385" h="830997" fill="none" extrusionOk="0">
                <a:moveTo>
                  <a:pt x="0" y="0"/>
                </a:moveTo>
                <a:cubicBezTo>
                  <a:pt x="239383" y="-38773"/>
                  <a:pt x="271817" y="10273"/>
                  <a:pt x="510519" y="0"/>
                </a:cubicBezTo>
                <a:cubicBezTo>
                  <a:pt x="749221" y="-10273"/>
                  <a:pt x="915682" y="45061"/>
                  <a:pt x="1145699" y="0"/>
                </a:cubicBezTo>
                <a:cubicBezTo>
                  <a:pt x="1375716" y="-45061"/>
                  <a:pt x="1445884" y="19426"/>
                  <a:pt x="1697772" y="0"/>
                </a:cubicBezTo>
                <a:cubicBezTo>
                  <a:pt x="1949660" y="-19426"/>
                  <a:pt x="1976660" y="33172"/>
                  <a:pt x="2208290" y="0"/>
                </a:cubicBezTo>
                <a:cubicBezTo>
                  <a:pt x="2439920" y="-33172"/>
                  <a:pt x="2528491" y="58835"/>
                  <a:pt x="2843471" y="0"/>
                </a:cubicBezTo>
                <a:cubicBezTo>
                  <a:pt x="3158451" y="-58835"/>
                  <a:pt x="3181330" y="16315"/>
                  <a:pt x="3437097" y="0"/>
                </a:cubicBezTo>
                <a:cubicBezTo>
                  <a:pt x="3692864" y="-16315"/>
                  <a:pt x="3880927" y="79798"/>
                  <a:pt x="4155385" y="0"/>
                </a:cubicBezTo>
                <a:cubicBezTo>
                  <a:pt x="4157379" y="175170"/>
                  <a:pt x="4113872" y="224175"/>
                  <a:pt x="4155385" y="432118"/>
                </a:cubicBezTo>
                <a:cubicBezTo>
                  <a:pt x="4196898" y="640061"/>
                  <a:pt x="4119501" y="648801"/>
                  <a:pt x="4155385" y="830997"/>
                </a:cubicBezTo>
                <a:cubicBezTo>
                  <a:pt x="4033221" y="886392"/>
                  <a:pt x="3858381" y="778178"/>
                  <a:pt x="3644866" y="830997"/>
                </a:cubicBezTo>
                <a:cubicBezTo>
                  <a:pt x="3431351" y="883816"/>
                  <a:pt x="3311664" y="785299"/>
                  <a:pt x="3175901" y="830997"/>
                </a:cubicBezTo>
                <a:cubicBezTo>
                  <a:pt x="3040139" y="876695"/>
                  <a:pt x="2839763" y="754841"/>
                  <a:pt x="2540721" y="830997"/>
                </a:cubicBezTo>
                <a:cubicBezTo>
                  <a:pt x="2241679" y="907153"/>
                  <a:pt x="2171957" y="823070"/>
                  <a:pt x="2030202" y="830997"/>
                </a:cubicBezTo>
                <a:cubicBezTo>
                  <a:pt x="1888447" y="838924"/>
                  <a:pt x="1548447" y="765502"/>
                  <a:pt x="1395022" y="830997"/>
                </a:cubicBezTo>
                <a:cubicBezTo>
                  <a:pt x="1241597" y="896492"/>
                  <a:pt x="984615" y="765414"/>
                  <a:pt x="718288" y="830997"/>
                </a:cubicBezTo>
                <a:cubicBezTo>
                  <a:pt x="451961" y="896580"/>
                  <a:pt x="300532" y="770837"/>
                  <a:pt x="0" y="830997"/>
                </a:cubicBezTo>
                <a:cubicBezTo>
                  <a:pt x="-26647" y="692471"/>
                  <a:pt x="32410" y="515163"/>
                  <a:pt x="0" y="398879"/>
                </a:cubicBezTo>
                <a:cubicBezTo>
                  <a:pt x="-32410" y="282595"/>
                  <a:pt x="1495" y="103478"/>
                  <a:pt x="0" y="0"/>
                </a:cubicBezTo>
                <a:close/>
              </a:path>
              <a:path w="4155385" h="830997" stroke="0" extrusionOk="0">
                <a:moveTo>
                  <a:pt x="0" y="0"/>
                </a:moveTo>
                <a:cubicBezTo>
                  <a:pt x="221754" y="-1882"/>
                  <a:pt x="320693" y="29673"/>
                  <a:pt x="552073" y="0"/>
                </a:cubicBezTo>
                <a:cubicBezTo>
                  <a:pt x="783453" y="-29673"/>
                  <a:pt x="807358" y="45209"/>
                  <a:pt x="1021037" y="0"/>
                </a:cubicBezTo>
                <a:cubicBezTo>
                  <a:pt x="1234716" y="-45209"/>
                  <a:pt x="1495716" y="51620"/>
                  <a:pt x="1697772" y="0"/>
                </a:cubicBezTo>
                <a:cubicBezTo>
                  <a:pt x="1899828" y="-51620"/>
                  <a:pt x="2040112" y="23782"/>
                  <a:pt x="2249844" y="0"/>
                </a:cubicBezTo>
                <a:cubicBezTo>
                  <a:pt x="2459576" y="-23782"/>
                  <a:pt x="2672599" y="1598"/>
                  <a:pt x="2801917" y="0"/>
                </a:cubicBezTo>
                <a:cubicBezTo>
                  <a:pt x="2931235" y="-1598"/>
                  <a:pt x="3313664" y="3907"/>
                  <a:pt x="3478651" y="0"/>
                </a:cubicBezTo>
                <a:cubicBezTo>
                  <a:pt x="3643638" y="-3907"/>
                  <a:pt x="4012447" y="68079"/>
                  <a:pt x="4155385" y="0"/>
                </a:cubicBezTo>
                <a:cubicBezTo>
                  <a:pt x="4160295" y="91743"/>
                  <a:pt x="4149879" y="224361"/>
                  <a:pt x="4155385" y="432118"/>
                </a:cubicBezTo>
                <a:cubicBezTo>
                  <a:pt x="4160891" y="639875"/>
                  <a:pt x="4154407" y="668997"/>
                  <a:pt x="4155385" y="830997"/>
                </a:cubicBezTo>
                <a:cubicBezTo>
                  <a:pt x="4022021" y="884283"/>
                  <a:pt x="3782084" y="803808"/>
                  <a:pt x="3644866" y="830997"/>
                </a:cubicBezTo>
                <a:cubicBezTo>
                  <a:pt x="3507648" y="858186"/>
                  <a:pt x="3318151" y="795998"/>
                  <a:pt x="3051240" y="830997"/>
                </a:cubicBezTo>
                <a:cubicBezTo>
                  <a:pt x="2784329" y="865996"/>
                  <a:pt x="2679612" y="798433"/>
                  <a:pt x="2499167" y="830997"/>
                </a:cubicBezTo>
                <a:cubicBezTo>
                  <a:pt x="2318722" y="863561"/>
                  <a:pt x="2074758" y="829265"/>
                  <a:pt x="1822433" y="830997"/>
                </a:cubicBezTo>
                <a:cubicBezTo>
                  <a:pt x="1570108" y="832729"/>
                  <a:pt x="1369293" y="791359"/>
                  <a:pt x="1145699" y="830997"/>
                </a:cubicBezTo>
                <a:cubicBezTo>
                  <a:pt x="922105" y="870635"/>
                  <a:pt x="798237" y="805065"/>
                  <a:pt x="635180" y="830997"/>
                </a:cubicBezTo>
                <a:cubicBezTo>
                  <a:pt x="472123" y="856929"/>
                  <a:pt x="278295" y="776176"/>
                  <a:pt x="0" y="830997"/>
                </a:cubicBezTo>
                <a:cubicBezTo>
                  <a:pt x="-32050" y="724287"/>
                  <a:pt x="46237" y="606371"/>
                  <a:pt x="0" y="398879"/>
                </a:cubicBezTo>
                <a:cubicBezTo>
                  <a:pt x="-46237" y="191387"/>
                  <a:pt x="42725" y="18555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 firm can directly choose either quantity or price, not both independently.  Once one is chosen, the market determines the other.</a:t>
            </a:r>
            <a:endParaRPr lang="en-IN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41420C-00D8-4601-487C-11D8B595CDDB}"/>
              </a:ext>
            </a:extLst>
          </p:cNvPr>
          <p:cNvSpPr txBox="1"/>
          <p:nvPr/>
        </p:nvSpPr>
        <p:spPr>
          <a:xfrm>
            <a:off x="5118846" y="4758163"/>
            <a:ext cx="5654799" cy="1077218"/>
          </a:xfrm>
          <a:custGeom>
            <a:avLst/>
            <a:gdLst>
              <a:gd name="csX0" fmla="*/ 0 w 5654799"/>
              <a:gd name="csY0" fmla="*/ 0 h 1077218"/>
              <a:gd name="csX1" fmla="*/ 395836 w 5654799"/>
              <a:gd name="csY1" fmla="*/ 0 h 1077218"/>
              <a:gd name="csX2" fmla="*/ 1074412 w 5654799"/>
              <a:gd name="csY2" fmla="*/ 0 h 1077218"/>
              <a:gd name="csX3" fmla="*/ 1696440 w 5654799"/>
              <a:gd name="csY3" fmla="*/ 0 h 1077218"/>
              <a:gd name="csX4" fmla="*/ 2092276 w 5654799"/>
              <a:gd name="csY4" fmla="*/ 0 h 1077218"/>
              <a:gd name="csX5" fmla="*/ 2601208 w 5654799"/>
              <a:gd name="csY5" fmla="*/ 0 h 1077218"/>
              <a:gd name="csX6" fmla="*/ 3279783 w 5654799"/>
              <a:gd name="csY6" fmla="*/ 0 h 1077218"/>
              <a:gd name="csX7" fmla="*/ 3845263 w 5654799"/>
              <a:gd name="csY7" fmla="*/ 0 h 1077218"/>
              <a:gd name="csX8" fmla="*/ 4467291 w 5654799"/>
              <a:gd name="csY8" fmla="*/ 0 h 1077218"/>
              <a:gd name="csX9" fmla="*/ 4976223 w 5654799"/>
              <a:gd name="csY9" fmla="*/ 0 h 1077218"/>
              <a:gd name="csX10" fmla="*/ 5654799 w 5654799"/>
              <a:gd name="csY10" fmla="*/ 0 h 1077218"/>
              <a:gd name="csX11" fmla="*/ 5654799 w 5654799"/>
              <a:gd name="csY11" fmla="*/ 560153 h 1077218"/>
              <a:gd name="csX12" fmla="*/ 5654799 w 5654799"/>
              <a:gd name="csY12" fmla="*/ 1077218 h 1077218"/>
              <a:gd name="csX13" fmla="*/ 5258963 w 5654799"/>
              <a:gd name="csY13" fmla="*/ 1077218 h 1077218"/>
              <a:gd name="csX14" fmla="*/ 4863127 w 5654799"/>
              <a:gd name="csY14" fmla="*/ 1077218 h 1077218"/>
              <a:gd name="csX15" fmla="*/ 4241099 w 5654799"/>
              <a:gd name="csY15" fmla="*/ 1077218 h 1077218"/>
              <a:gd name="csX16" fmla="*/ 3845263 w 5654799"/>
              <a:gd name="csY16" fmla="*/ 1077218 h 1077218"/>
              <a:gd name="csX17" fmla="*/ 3279783 w 5654799"/>
              <a:gd name="csY17" fmla="*/ 1077218 h 1077218"/>
              <a:gd name="csX18" fmla="*/ 2827400 w 5654799"/>
              <a:gd name="csY18" fmla="*/ 1077218 h 1077218"/>
              <a:gd name="csX19" fmla="*/ 2261920 w 5654799"/>
              <a:gd name="csY19" fmla="*/ 1077218 h 1077218"/>
              <a:gd name="csX20" fmla="*/ 1696440 w 5654799"/>
              <a:gd name="csY20" fmla="*/ 1077218 h 1077218"/>
              <a:gd name="csX21" fmla="*/ 1130960 w 5654799"/>
              <a:gd name="csY21" fmla="*/ 1077218 h 1077218"/>
              <a:gd name="csX22" fmla="*/ 565480 w 5654799"/>
              <a:gd name="csY22" fmla="*/ 1077218 h 1077218"/>
              <a:gd name="csX23" fmla="*/ 0 w 5654799"/>
              <a:gd name="csY23" fmla="*/ 1077218 h 1077218"/>
              <a:gd name="csX24" fmla="*/ 0 w 5654799"/>
              <a:gd name="csY24" fmla="*/ 527837 h 1077218"/>
              <a:gd name="csX25" fmla="*/ 0 w 5654799"/>
              <a:gd name="csY25" fmla="*/ 0 h 107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5654799" h="1077218" fill="none" extrusionOk="0">
                <a:moveTo>
                  <a:pt x="0" y="0"/>
                </a:moveTo>
                <a:cubicBezTo>
                  <a:pt x="101602" y="-39648"/>
                  <a:pt x="283558" y="34525"/>
                  <a:pt x="395836" y="0"/>
                </a:cubicBezTo>
                <a:cubicBezTo>
                  <a:pt x="508114" y="-34525"/>
                  <a:pt x="877207" y="43825"/>
                  <a:pt x="1074412" y="0"/>
                </a:cubicBezTo>
                <a:cubicBezTo>
                  <a:pt x="1271617" y="-43825"/>
                  <a:pt x="1486918" y="13934"/>
                  <a:pt x="1696440" y="0"/>
                </a:cubicBezTo>
                <a:cubicBezTo>
                  <a:pt x="1905962" y="-13934"/>
                  <a:pt x="1932569" y="39789"/>
                  <a:pt x="2092276" y="0"/>
                </a:cubicBezTo>
                <a:cubicBezTo>
                  <a:pt x="2251983" y="-39789"/>
                  <a:pt x="2347138" y="47187"/>
                  <a:pt x="2601208" y="0"/>
                </a:cubicBezTo>
                <a:cubicBezTo>
                  <a:pt x="2855278" y="-47187"/>
                  <a:pt x="2999047" y="80901"/>
                  <a:pt x="3279783" y="0"/>
                </a:cubicBezTo>
                <a:cubicBezTo>
                  <a:pt x="3560519" y="-80901"/>
                  <a:pt x="3642186" y="30388"/>
                  <a:pt x="3845263" y="0"/>
                </a:cubicBezTo>
                <a:cubicBezTo>
                  <a:pt x="4048340" y="-30388"/>
                  <a:pt x="4300835" y="58296"/>
                  <a:pt x="4467291" y="0"/>
                </a:cubicBezTo>
                <a:cubicBezTo>
                  <a:pt x="4633747" y="-58296"/>
                  <a:pt x="4859678" y="13570"/>
                  <a:pt x="4976223" y="0"/>
                </a:cubicBezTo>
                <a:cubicBezTo>
                  <a:pt x="5092768" y="-13570"/>
                  <a:pt x="5361862" y="75394"/>
                  <a:pt x="5654799" y="0"/>
                </a:cubicBezTo>
                <a:cubicBezTo>
                  <a:pt x="5681789" y="238047"/>
                  <a:pt x="5636446" y="431747"/>
                  <a:pt x="5654799" y="560153"/>
                </a:cubicBezTo>
                <a:cubicBezTo>
                  <a:pt x="5673152" y="688559"/>
                  <a:pt x="5609286" y="918112"/>
                  <a:pt x="5654799" y="1077218"/>
                </a:cubicBezTo>
                <a:cubicBezTo>
                  <a:pt x="5504201" y="1099702"/>
                  <a:pt x="5376703" y="1060931"/>
                  <a:pt x="5258963" y="1077218"/>
                </a:cubicBezTo>
                <a:cubicBezTo>
                  <a:pt x="5141223" y="1093505"/>
                  <a:pt x="5017484" y="1069614"/>
                  <a:pt x="4863127" y="1077218"/>
                </a:cubicBezTo>
                <a:cubicBezTo>
                  <a:pt x="4708770" y="1084822"/>
                  <a:pt x="4484577" y="1044241"/>
                  <a:pt x="4241099" y="1077218"/>
                </a:cubicBezTo>
                <a:cubicBezTo>
                  <a:pt x="3997621" y="1110195"/>
                  <a:pt x="3934254" y="1053679"/>
                  <a:pt x="3845263" y="1077218"/>
                </a:cubicBezTo>
                <a:cubicBezTo>
                  <a:pt x="3756272" y="1100757"/>
                  <a:pt x="3470948" y="1051357"/>
                  <a:pt x="3279783" y="1077218"/>
                </a:cubicBezTo>
                <a:cubicBezTo>
                  <a:pt x="3088618" y="1103079"/>
                  <a:pt x="3042959" y="1028054"/>
                  <a:pt x="2827400" y="1077218"/>
                </a:cubicBezTo>
                <a:cubicBezTo>
                  <a:pt x="2611841" y="1126382"/>
                  <a:pt x="2457214" y="1018675"/>
                  <a:pt x="2261920" y="1077218"/>
                </a:cubicBezTo>
                <a:cubicBezTo>
                  <a:pt x="2066626" y="1135761"/>
                  <a:pt x="1836085" y="1043928"/>
                  <a:pt x="1696440" y="1077218"/>
                </a:cubicBezTo>
                <a:cubicBezTo>
                  <a:pt x="1556795" y="1110508"/>
                  <a:pt x="1346097" y="1028564"/>
                  <a:pt x="1130960" y="1077218"/>
                </a:cubicBezTo>
                <a:cubicBezTo>
                  <a:pt x="915823" y="1125872"/>
                  <a:pt x="711358" y="1026792"/>
                  <a:pt x="565480" y="1077218"/>
                </a:cubicBezTo>
                <a:cubicBezTo>
                  <a:pt x="419602" y="1127644"/>
                  <a:pt x="152064" y="1032424"/>
                  <a:pt x="0" y="1077218"/>
                </a:cubicBezTo>
                <a:cubicBezTo>
                  <a:pt x="-50589" y="913536"/>
                  <a:pt x="50052" y="800455"/>
                  <a:pt x="0" y="527837"/>
                </a:cubicBezTo>
                <a:cubicBezTo>
                  <a:pt x="-50052" y="255219"/>
                  <a:pt x="45925" y="261202"/>
                  <a:pt x="0" y="0"/>
                </a:cubicBezTo>
                <a:close/>
              </a:path>
              <a:path w="5654799" h="1077218" stroke="0" extrusionOk="0">
                <a:moveTo>
                  <a:pt x="0" y="0"/>
                </a:moveTo>
                <a:cubicBezTo>
                  <a:pt x="144568" y="-46490"/>
                  <a:pt x="338799" y="49470"/>
                  <a:pt x="508932" y="0"/>
                </a:cubicBezTo>
                <a:cubicBezTo>
                  <a:pt x="679065" y="-49470"/>
                  <a:pt x="734376" y="42972"/>
                  <a:pt x="904768" y="0"/>
                </a:cubicBezTo>
                <a:cubicBezTo>
                  <a:pt x="1075160" y="-42972"/>
                  <a:pt x="1288054" y="17550"/>
                  <a:pt x="1583344" y="0"/>
                </a:cubicBezTo>
                <a:cubicBezTo>
                  <a:pt x="1878634" y="-17550"/>
                  <a:pt x="1865129" y="2241"/>
                  <a:pt x="2092276" y="0"/>
                </a:cubicBezTo>
                <a:cubicBezTo>
                  <a:pt x="2319423" y="-2241"/>
                  <a:pt x="2443729" y="4496"/>
                  <a:pt x="2601208" y="0"/>
                </a:cubicBezTo>
                <a:cubicBezTo>
                  <a:pt x="2758687" y="-4496"/>
                  <a:pt x="3064753" y="19783"/>
                  <a:pt x="3279783" y="0"/>
                </a:cubicBezTo>
                <a:cubicBezTo>
                  <a:pt x="3494813" y="-19783"/>
                  <a:pt x="3511634" y="6242"/>
                  <a:pt x="3732167" y="0"/>
                </a:cubicBezTo>
                <a:cubicBezTo>
                  <a:pt x="3952700" y="-6242"/>
                  <a:pt x="4089007" y="65123"/>
                  <a:pt x="4410743" y="0"/>
                </a:cubicBezTo>
                <a:cubicBezTo>
                  <a:pt x="4732479" y="-65123"/>
                  <a:pt x="4801680" y="69810"/>
                  <a:pt x="5089319" y="0"/>
                </a:cubicBezTo>
                <a:cubicBezTo>
                  <a:pt x="5376958" y="-69810"/>
                  <a:pt x="5535484" y="15464"/>
                  <a:pt x="5654799" y="0"/>
                </a:cubicBezTo>
                <a:cubicBezTo>
                  <a:pt x="5712593" y="219061"/>
                  <a:pt x="5620373" y="428099"/>
                  <a:pt x="5654799" y="560153"/>
                </a:cubicBezTo>
                <a:cubicBezTo>
                  <a:pt x="5689225" y="692207"/>
                  <a:pt x="5653647" y="876866"/>
                  <a:pt x="5654799" y="1077218"/>
                </a:cubicBezTo>
                <a:cubicBezTo>
                  <a:pt x="5481701" y="1095176"/>
                  <a:pt x="5360544" y="1060162"/>
                  <a:pt x="5258963" y="1077218"/>
                </a:cubicBezTo>
                <a:cubicBezTo>
                  <a:pt x="5157382" y="1094274"/>
                  <a:pt x="4903704" y="1068431"/>
                  <a:pt x="4580387" y="1077218"/>
                </a:cubicBezTo>
                <a:cubicBezTo>
                  <a:pt x="4257070" y="1086005"/>
                  <a:pt x="4351819" y="1070626"/>
                  <a:pt x="4128003" y="1077218"/>
                </a:cubicBezTo>
                <a:cubicBezTo>
                  <a:pt x="3904187" y="1083810"/>
                  <a:pt x="3722258" y="1048655"/>
                  <a:pt x="3562523" y="1077218"/>
                </a:cubicBezTo>
                <a:cubicBezTo>
                  <a:pt x="3402788" y="1105781"/>
                  <a:pt x="3130688" y="1045629"/>
                  <a:pt x="2883947" y="1077218"/>
                </a:cubicBezTo>
                <a:cubicBezTo>
                  <a:pt x="2637206" y="1108807"/>
                  <a:pt x="2569430" y="1052786"/>
                  <a:pt x="2318468" y="1077218"/>
                </a:cubicBezTo>
                <a:cubicBezTo>
                  <a:pt x="2067506" y="1101650"/>
                  <a:pt x="2013217" y="1037521"/>
                  <a:pt x="1922632" y="1077218"/>
                </a:cubicBezTo>
                <a:cubicBezTo>
                  <a:pt x="1832047" y="1116915"/>
                  <a:pt x="1682352" y="1073453"/>
                  <a:pt x="1470248" y="1077218"/>
                </a:cubicBezTo>
                <a:cubicBezTo>
                  <a:pt x="1258144" y="1080983"/>
                  <a:pt x="1007745" y="1040727"/>
                  <a:pt x="791672" y="1077218"/>
                </a:cubicBezTo>
                <a:cubicBezTo>
                  <a:pt x="575599" y="1113709"/>
                  <a:pt x="182041" y="986743"/>
                  <a:pt x="0" y="1077218"/>
                </a:cubicBezTo>
                <a:cubicBezTo>
                  <a:pt x="-4596" y="939959"/>
                  <a:pt x="58269" y="746185"/>
                  <a:pt x="0" y="560153"/>
                </a:cubicBezTo>
                <a:cubicBezTo>
                  <a:pt x="-58269" y="374122"/>
                  <a:pt x="18679" y="25090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/>
              <a:t>Horizontal axis: Price</a:t>
            </a:r>
            <a:endParaRPr lang="en-IN" sz="1600" dirty="0"/>
          </a:p>
          <a:p>
            <a:pPr lvl="0"/>
            <a:r>
              <a:rPr lang="en-US" sz="1600" dirty="0"/>
              <a:t>Vertical axis: Number of customers willing to buy at that price</a:t>
            </a:r>
          </a:p>
          <a:p>
            <a:pPr lvl="0"/>
            <a:r>
              <a:rPr lang="en-US" sz="1600" dirty="0"/>
              <a:t>Downward sloping curve</a:t>
            </a:r>
          </a:p>
          <a:p>
            <a:pPr lvl="0"/>
            <a:r>
              <a:rPr lang="en-US" sz="1600" dirty="0"/>
              <a:t>Every market-good combination = different curve</a:t>
            </a:r>
            <a:endParaRPr lang="en-IN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E9F2AB-1B77-FAA1-2728-728ECE876769}"/>
              </a:ext>
            </a:extLst>
          </p:cNvPr>
          <p:cNvSpPr txBox="1"/>
          <p:nvPr/>
        </p:nvSpPr>
        <p:spPr>
          <a:xfrm>
            <a:off x="509563" y="6122333"/>
            <a:ext cx="4513973" cy="338554"/>
          </a:xfrm>
          <a:custGeom>
            <a:avLst/>
            <a:gdLst>
              <a:gd name="csX0" fmla="*/ 0 w 4513973"/>
              <a:gd name="csY0" fmla="*/ 0 h 338554"/>
              <a:gd name="csX1" fmla="*/ 473967 w 4513973"/>
              <a:gd name="csY1" fmla="*/ 0 h 338554"/>
              <a:gd name="csX2" fmla="*/ 1083354 w 4513973"/>
              <a:gd name="csY2" fmla="*/ 0 h 338554"/>
              <a:gd name="csX3" fmla="*/ 1602460 w 4513973"/>
              <a:gd name="csY3" fmla="*/ 0 h 338554"/>
              <a:gd name="csX4" fmla="*/ 2076428 w 4513973"/>
              <a:gd name="csY4" fmla="*/ 0 h 338554"/>
              <a:gd name="csX5" fmla="*/ 2685814 w 4513973"/>
              <a:gd name="csY5" fmla="*/ 0 h 338554"/>
              <a:gd name="csX6" fmla="*/ 3250061 w 4513973"/>
              <a:gd name="csY6" fmla="*/ 0 h 338554"/>
              <a:gd name="csX7" fmla="*/ 3814307 w 4513973"/>
              <a:gd name="csY7" fmla="*/ 0 h 338554"/>
              <a:gd name="csX8" fmla="*/ 4513973 w 4513973"/>
              <a:gd name="csY8" fmla="*/ 0 h 338554"/>
              <a:gd name="csX9" fmla="*/ 4513973 w 4513973"/>
              <a:gd name="csY9" fmla="*/ 338554 h 338554"/>
              <a:gd name="csX10" fmla="*/ 4040006 w 4513973"/>
              <a:gd name="csY10" fmla="*/ 338554 h 338554"/>
              <a:gd name="csX11" fmla="*/ 3611178 w 4513973"/>
              <a:gd name="csY11" fmla="*/ 338554 h 338554"/>
              <a:gd name="csX12" fmla="*/ 3001792 w 4513973"/>
              <a:gd name="csY12" fmla="*/ 338554 h 338554"/>
              <a:gd name="csX13" fmla="*/ 2527825 w 4513973"/>
              <a:gd name="csY13" fmla="*/ 338554 h 338554"/>
              <a:gd name="csX14" fmla="*/ 1918439 w 4513973"/>
              <a:gd name="csY14" fmla="*/ 338554 h 338554"/>
              <a:gd name="csX15" fmla="*/ 1263912 w 4513973"/>
              <a:gd name="csY15" fmla="*/ 338554 h 338554"/>
              <a:gd name="csX16" fmla="*/ 744806 w 4513973"/>
              <a:gd name="csY16" fmla="*/ 338554 h 338554"/>
              <a:gd name="csX17" fmla="*/ 0 w 4513973"/>
              <a:gd name="csY17" fmla="*/ 338554 h 338554"/>
              <a:gd name="csX18" fmla="*/ 0 w 4513973"/>
              <a:gd name="csY1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513973" h="338554" fill="none" extrusionOk="0">
                <a:moveTo>
                  <a:pt x="0" y="0"/>
                </a:moveTo>
                <a:cubicBezTo>
                  <a:pt x="156664" y="-1531"/>
                  <a:pt x="339393" y="47066"/>
                  <a:pt x="473967" y="0"/>
                </a:cubicBezTo>
                <a:cubicBezTo>
                  <a:pt x="608541" y="-47066"/>
                  <a:pt x="878596" y="66392"/>
                  <a:pt x="1083354" y="0"/>
                </a:cubicBezTo>
                <a:cubicBezTo>
                  <a:pt x="1288112" y="-66392"/>
                  <a:pt x="1360460" y="32925"/>
                  <a:pt x="1602460" y="0"/>
                </a:cubicBezTo>
                <a:cubicBezTo>
                  <a:pt x="1844460" y="-32925"/>
                  <a:pt x="1849065" y="39177"/>
                  <a:pt x="2076428" y="0"/>
                </a:cubicBezTo>
                <a:cubicBezTo>
                  <a:pt x="2303791" y="-39177"/>
                  <a:pt x="2535874" y="68418"/>
                  <a:pt x="2685814" y="0"/>
                </a:cubicBezTo>
                <a:cubicBezTo>
                  <a:pt x="2835754" y="-68418"/>
                  <a:pt x="3070200" y="27915"/>
                  <a:pt x="3250061" y="0"/>
                </a:cubicBezTo>
                <a:cubicBezTo>
                  <a:pt x="3429922" y="-27915"/>
                  <a:pt x="3574051" y="10713"/>
                  <a:pt x="3814307" y="0"/>
                </a:cubicBezTo>
                <a:cubicBezTo>
                  <a:pt x="4054563" y="-10713"/>
                  <a:pt x="4351462" y="12334"/>
                  <a:pt x="4513973" y="0"/>
                </a:cubicBezTo>
                <a:cubicBezTo>
                  <a:pt x="4528727" y="129289"/>
                  <a:pt x="4497918" y="208975"/>
                  <a:pt x="4513973" y="338554"/>
                </a:cubicBezTo>
                <a:cubicBezTo>
                  <a:pt x="4398182" y="376074"/>
                  <a:pt x="4242776" y="329926"/>
                  <a:pt x="4040006" y="338554"/>
                </a:cubicBezTo>
                <a:cubicBezTo>
                  <a:pt x="3837236" y="347182"/>
                  <a:pt x="3745542" y="306886"/>
                  <a:pt x="3611178" y="338554"/>
                </a:cubicBezTo>
                <a:cubicBezTo>
                  <a:pt x="3476814" y="370222"/>
                  <a:pt x="3249465" y="314378"/>
                  <a:pt x="3001792" y="338554"/>
                </a:cubicBezTo>
                <a:cubicBezTo>
                  <a:pt x="2754119" y="362730"/>
                  <a:pt x="2668597" y="335790"/>
                  <a:pt x="2527825" y="338554"/>
                </a:cubicBezTo>
                <a:cubicBezTo>
                  <a:pt x="2387053" y="341318"/>
                  <a:pt x="2107847" y="329793"/>
                  <a:pt x="1918439" y="338554"/>
                </a:cubicBezTo>
                <a:cubicBezTo>
                  <a:pt x="1729031" y="347315"/>
                  <a:pt x="1537200" y="288958"/>
                  <a:pt x="1263912" y="338554"/>
                </a:cubicBezTo>
                <a:cubicBezTo>
                  <a:pt x="990624" y="388150"/>
                  <a:pt x="913359" y="338323"/>
                  <a:pt x="744806" y="338554"/>
                </a:cubicBezTo>
                <a:cubicBezTo>
                  <a:pt x="576253" y="338785"/>
                  <a:pt x="321147" y="325752"/>
                  <a:pt x="0" y="338554"/>
                </a:cubicBezTo>
                <a:cubicBezTo>
                  <a:pt x="-15153" y="210745"/>
                  <a:pt x="7495" y="94148"/>
                  <a:pt x="0" y="0"/>
                </a:cubicBezTo>
                <a:close/>
              </a:path>
              <a:path w="4513973" h="338554" stroke="0" extrusionOk="0">
                <a:moveTo>
                  <a:pt x="0" y="0"/>
                </a:moveTo>
                <a:cubicBezTo>
                  <a:pt x="118869" y="-25127"/>
                  <a:pt x="382923" y="54734"/>
                  <a:pt x="519107" y="0"/>
                </a:cubicBezTo>
                <a:cubicBezTo>
                  <a:pt x="655291" y="-54734"/>
                  <a:pt x="807456" y="7388"/>
                  <a:pt x="947934" y="0"/>
                </a:cubicBezTo>
                <a:cubicBezTo>
                  <a:pt x="1088412" y="-7388"/>
                  <a:pt x="1373751" y="12602"/>
                  <a:pt x="1602460" y="0"/>
                </a:cubicBezTo>
                <a:cubicBezTo>
                  <a:pt x="1831169" y="-12602"/>
                  <a:pt x="1997299" y="37737"/>
                  <a:pt x="2121567" y="0"/>
                </a:cubicBezTo>
                <a:cubicBezTo>
                  <a:pt x="2245835" y="-37737"/>
                  <a:pt x="2460971" y="30408"/>
                  <a:pt x="2640674" y="0"/>
                </a:cubicBezTo>
                <a:cubicBezTo>
                  <a:pt x="2820377" y="-30408"/>
                  <a:pt x="3002298" y="17479"/>
                  <a:pt x="3295200" y="0"/>
                </a:cubicBezTo>
                <a:cubicBezTo>
                  <a:pt x="3588102" y="-17479"/>
                  <a:pt x="3646811" y="17326"/>
                  <a:pt x="3769167" y="0"/>
                </a:cubicBezTo>
                <a:cubicBezTo>
                  <a:pt x="3891523" y="-17326"/>
                  <a:pt x="4145221" y="8139"/>
                  <a:pt x="4513973" y="0"/>
                </a:cubicBezTo>
                <a:cubicBezTo>
                  <a:pt x="4532004" y="114881"/>
                  <a:pt x="4499489" y="215892"/>
                  <a:pt x="4513973" y="338554"/>
                </a:cubicBezTo>
                <a:cubicBezTo>
                  <a:pt x="4340827" y="378965"/>
                  <a:pt x="4229354" y="310449"/>
                  <a:pt x="4040006" y="338554"/>
                </a:cubicBezTo>
                <a:cubicBezTo>
                  <a:pt x="3850658" y="366659"/>
                  <a:pt x="3593736" y="286800"/>
                  <a:pt x="3475759" y="338554"/>
                </a:cubicBezTo>
                <a:cubicBezTo>
                  <a:pt x="3357782" y="390308"/>
                  <a:pt x="3206898" y="290071"/>
                  <a:pt x="2956652" y="338554"/>
                </a:cubicBezTo>
                <a:cubicBezTo>
                  <a:pt x="2706406" y="387037"/>
                  <a:pt x="2621884" y="330211"/>
                  <a:pt x="2302126" y="338554"/>
                </a:cubicBezTo>
                <a:cubicBezTo>
                  <a:pt x="1982368" y="346897"/>
                  <a:pt x="1852740" y="281202"/>
                  <a:pt x="1647600" y="338554"/>
                </a:cubicBezTo>
                <a:cubicBezTo>
                  <a:pt x="1442460" y="395906"/>
                  <a:pt x="1321605" y="296668"/>
                  <a:pt x="1173633" y="338554"/>
                </a:cubicBezTo>
                <a:cubicBezTo>
                  <a:pt x="1025661" y="380440"/>
                  <a:pt x="815463" y="280792"/>
                  <a:pt x="609386" y="338554"/>
                </a:cubicBezTo>
                <a:cubicBezTo>
                  <a:pt x="403309" y="396316"/>
                  <a:pt x="243539" y="329628"/>
                  <a:pt x="0" y="338554"/>
                </a:cubicBezTo>
                <a:cubicBezTo>
                  <a:pt x="-39827" y="212868"/>
                  <a:pt x="29894" y="15369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lvl="0"/>
            <a:r>
              <a:rPr lang="en-IN" sz="1600" dirty="0"/>
              <a:t>Profit = Area of rectangle – Total Production Cost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5A18DE5-6124-CC2C-CDAD-993A3E0E31D8}"/>
              </a:ext>
            </a:extLst>
          </p:cNvPr>
          <p:cNvSpPr/>
          <p:nvPr/>
        </p:nvSpPr>
        <p:spPr>
          <a:xfrm>
            <a:off x="10399765" y="2334637"/>
            <a:ext cx="767588" cy="2981433"/>
          </a:xfrm>
          <a:custGeom>
            <a:avLst/>
            <a:gdLst>
              <a:gd name="csX0" fmla="*/ 0 w 1614791"/>
              <a:gd name="csY0" fmla="*/ 2830749 h 2841010"/>
              <a:gd name="csX1" fmla="*/ 612842 w 1614791"/>
              <a:gd name="csY1" fmla="*/ 2821022 h 2841010"/>
              <a:gd name="csX2" fmla="*/ 768485 w 1614791"/>
              <a:gd name="csY2" fmla="*/ 2772383 h 2841010"/>
              <a:gd name="csX3" fmla="*/ 1206229 w 1614791"/>
              <a:gd name="csY3" fmla="*/ 2626468 h 2841010"/>
              <a:gd name="csX4" fmla="*/ 1303506 w 1614791"/>
              <a:gd name="csY4" fmla="*/ 2519464 h 2841010"/>
              <a:gd name="csX5" fmla="*/ 1400783 w 1614791"/>
              <a:gd name="csY5" fmla="*/ 2373549 h 2841010"/>
              <a:gd name="csX6" fmla="*/ 1546698 w 1614791"/>
              <a:gd name="csY6" fmla="*/ 2023353 h 2841010"/>
              <a:gd name="csX7" fmla="*/ 1614791 w 1614791"/>
              <a:gd name="csY7" fmla="*/ 1595336 h 2841010"/>
              <a:gd name="csX8" fmla="*/ 1595336 w 1614791"/>
              <a:gd name="csY8" fmla="*/ 875490 h 2841010"/>
              <a:gd name="csX9" fmla="*/ 1585608 w 1614791"/>
              <a:gd name="csY9" fmla="*/ 739302 h 2841010"/>
              <a:gd name="csX10" fmla="*/ 1566153 w 1614791"/>
              <a:gd name="csY10" fmla="*/ 661481 h 2841010"/>
              <a:gd name="csX11" fmla="*/ 1546698 w 1614791"/>
              <a:gd name="csY11" fmla="*/ 544749 h 2841010"/>
              <a:gd name="csX12" fmla="*/ 1536970 w 1614791"/>
              <a:gd name="csY12" fmla="*/ 466928 h 2841010"/>
              <a:gd name="csX13" fmla="*/ 1468876 w 1614791"/>
              <a:gd name="csY13" fmla="*/ 291830 h 2841010"/>
              <a:gd name="csX14" fmla="*/ 1449421 w 1614791"/>
              <a:gd name="csY14" fmla="*/ 223736 h 2841010"/>
              <a:gd name="csX15" fmla="*/ 1410510 w 1614791"/>
              <a:gd name="csY15" fmla="*/ 175098 h 2841010"/>
              <a:gd name="csX16" fmla="*/ 1264595 w 1614791"/>
              <a:gd name="csY16" fmla="*/ 58366 h 2841010"/>
              <a:gd name="csX17" fmla="*/ 1177047 w 1614791"/>
              <a:gd name="csY17" fmla="*/ 0 h 2841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614791" h="2841010">
                <a:moveTo>
                  <a:pt x="0" y="2830749"/>
                </a:moveTo>
                <a:cubicBezTo>
                  <a:pt x="228420" y="2839209"/>
                  <a:pt x="376757" y="2852803"/>
                  <a:pt x="612842" y="2821022"/>
                </a:cubicBezTo>
                <a:cubicBezTo>
                  <a:pt x="666711" y="2813770"/>
                  <a:pt x="715986" y="2786468"/>
                  <a:pt x="768485" y="2772383"/>
                </a:cubicBezTo>
                <a:cubicBezTo>
                  <a:pt x="1129463" y="2675535"/>
                  <a:pt x="894165" y="2766897"/>
                  <a:pt x="1206229" y="2626468"/>
                </a:cubicBezTo>
                <a:cubicBezTo>
                  <a:pt x="1238655" y="2590800"/>
                  <a:pt x="1274115" y="2557672"/>
                  <a:pt x="1303506" y="2519464"/>
                </a:cubicBezTo>
                <a:cubicBezTo>
                  <a:pt x="1339147" y="2473130"/>
                  <a:pt x="1371615" y="2424208"/>
                  <a:pt x="1400783" y="2373549"/>
                </a:cubicBezTo>
                <a:cubicBezTo>
                  <a:pt x="1465441" y="2261248"/>
                  <a:pt x="1515219" y="2149271"/>
                  <a:pt x="1546698" y="2023353"/>
                </a:cubicBezTo>
                <a:cubicBezTo>
                  <a:pt x="1575181" y="1909420"/>
                  <a:pt x="1598954" y="1711475"/>
                  <a:pt x="1614791" y="1595336"/>
                </a:cubicBezTo>
                <a:cubicBezTo>
                  <a:pt x="1605974" y="1083892"/>
                  <a:pt x="1616299" y="1189917"/>
                  <a:pt x="1595336" y="875490"/>
                </a:cubicBezTo>
                <a:cubicBezTo>
                  <a:pt x="1592309" y="830079"/>
                  <a:pt x="1591757" y="784396"/>
                  <a:pt x="1585608" y="739302"/>
                </a:cubicBezTo>
                <a:cubicBezTo>
                  <a:pt x="1581995" y="712809"/>
                  <a:pt x="1571397" y="687700"/>
                  <a:pt x="1566153" y="661481"/>
                </a:cubicBezTo>
                <a:cubicBezTo>
                  <a:pt x="1558417" y="622800"/>
                  <a:pt x="1552550" y="583760"/>
                  <a:pt x="1546698" y="544749"/>
                </a:cubicBezTo>
                <a:cubicBezTo>
                  <a:pt x="1542820" y="518896"/>
                  <a:pt x="1544658" y="491914"/>
                  <a:pt x="1536970" y="466928"/>
                </a:cubicBezTo>
                <a:cubicBezTo>
                  <a:pt x="1518553" y="407073"/>
                  <a:pt x="1486080" y="352045"/>
                  <a:pt x="1468876" y="291830"/>
                </a:cubicBezTo>
                <a:cubicBezTo>
                  <a:pt x="1462391" y="269132"/>
                  <a:pt x="1459978" y="244850"/>
                  <a:pt x="1449421" y="223736"/>
                </a:cubicBezTo>
                <a:cubicBezTo>
                  <a:pt x="1440136" y="205165"/>
                  <a:pt x="1425983" y="188942"/>
                  <a:pt x="1410510" y="175098"/>
                </a:cubicBezTo>
                <a:cubicBezTo>
                  <a:pt x="1364091" y="133565"/>
                  <a:pt x="1319044" y="88616"/>
                  <a:pt x="1264595" y="58366"/>
                </a:cubicBezTo>
                <a:cubicBezTo>
                  <a:pt x="1174212" y="8153"/>
                  <a:pt x="1177047" y="43112"/>
                  <a:pt x="117704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920859-41A2-63E7-EEED-1EE887E47539}"/>
              </a:ext>
            </a:extLst>
          </p:cNvPr>
          <p:cNvSpPr txBox="1"/>
          <p:nvPr/>
        </p:nvSpPr>
        <p:spPr>
          <a:xfrm>
            <a:off x="8949590" y="1465757"/>
            <a:ext cx="1205943" cy="338554"/>
          </a:xfrm>
          <a:custGeom>
            <a:avLst/>
            <a:gdLst>
              <a:gd name="csX0" fmla="*/ 0 w 1205943"/>
              <a:gd name="csY0" fmla="*/ 0 h 338554"/>
              <a:gd name="csX1" fmla="*/ 389922 w 1205943"/>
              <a:gd name="csY1" fmla="*/ 0 h 338554"/>
              <a:gd name="csX2" fmla="*/ 767784 w 1205943"/>
              <a:gd name="csY2" fmla="*/ 0 h 338554"/>
              <a:gd name="csX3" fmla="*/ 1205943 w 1205943"/>
              <a:gd name="csY3" fmla="*/ 0 h 338554"/>
              <a:gd name="csX4" fmla="*/ 1205943 w 1205943"/>
              <a:gd name="csY4" fmla="*/ 338554 h 338554"/>
              <a:gd name="csX5" fmla="*/ 779843 w 1205943"/>
              <a:gd name="csY5" fmla="*/ 338554 h 338554"/>
              <a:gd name="csX6" fmla="*/ 414040 w 1205943"/>
              <a:gd name="csY6" fmla="*/ 338554 h 338554"/>
              <a:gd name="csX7" fmla="*/ 0 w 1205943"/>
              <a:gd name="csY7" fmla="*/ 338554 h 338554"/>
              <a:gd name="csX8" fmla="*/ 0 w 1205943"/>
              <a:gd name="csY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05943" h="338554" fill="none" extrusionOk="0">
                <a:moveTo>
                  <a:pt x="0" y="0"/>
                </a:moveTo>
                <a:cubicBezTo>
                  <a:pt x="158689" y="-46152"/>
                  <a:pt x="223344" y="36906"/>
                  <a:pt x="389922" y="0"/>
                </a:cubicBezTo>
                <a:cubicBezTo>
                  <a:pt x="556500" y="-36906"/>
                  <a:pt x="606994" y="31855"/>
                  <a:pt x="767784" y="0"/>
                </a:cubicBezTo>
                <a:cubicBezTo>
                  <a:pt x="928574" y="-31855"/>
                  <a:pt x="1055887" y="36110"/>
                  <a:pt x="1205943" y="0"/>
                </a:cubicBezTo>
                <a:cubicBezTo>
                  <a:pt x="1244797" y="144185"/>
                  <a:pt x="1180432" y="223397"/>
                  <a:pt x="1205943" y="338554"/>
                </a:cubicBezTo>
                <a:cubicBezTo>
                  <a:pt x="1021090" y="372553"/>
                  <a:pt x="905800" y="324209"/>
                  <a:pt x="779843" y="338554"/>
                </a:cubicBezTo>
                <a:cubicBezTo>
                  <a:pt x="653886" y="352899"/>
                  <a:pt x="502162" y="319267"/>
                  <a:pt x="414040" y="338554"/>
                </a:cubicBezTo>
                <a:cubicBezTo>
                  <a:pt x="325918" y="357841"/>
                  <a:pt x="149919" y="303499"/>
                  <a:pt x="0" y="338554"/>
                </a:cubicBezTo>
                <a:cubicBezTo>
                  <a:pt x="-29316" y="197124"/>
                  <a:pt x="27914" y="87915"/>
                  <a:pt x="0" y="0"/>
                </a:cubicBezTo>
                <a:close/>
              </a:path>
              <a:path w="1205943" h="338554" stroke="0" extrusionOk="0">
                <a:moveTo>
                  <a:pt x="0" y="0"/>
                </a:moveTo>
                <a:cubicBezTo>
                  <a:pt x="112022" y="-4565"/>
                  <a:pt x="335140" y="12945"/>
                  <a:pt x="426100" y="0"/>
                </a:cubicBezTo>
                <a:cubicBezTo>
                  <a:pt x="517060" y="-12945"/>
                  <a:pt x="725568" y="11214"/>
                  <a:pt x="840140" y="0"/>
                </a:cubicBezTo>
                <a:cubicBezTo>
                  <a:pt x="954712" y="-11214"/>
                  <a:pt x="1069900" y="40295"/>
                  <a:pt x="1205943" y="0"/>
                </a:cubicBezTo>
                <a:cubicBezTo>
                  <a:pt x="1212466" y="150508"/>
                  <a:pt x="1181915" y="249358"/>
                  <a:pt x="1205943" y="338554"/>
                </a:cubicBezTo>
                <a:cubicBezTo>
                  <a:pt x="1105228" y="382469"/>
                  <a:pt x="979307" y="333609"/>
                  <a:pt x="828081" y="338554"/>
                </a:cubicBezTo>
                <a:cubicBezTo>
                  <a:pt x="676855" y="343499"/>
                  <a:pt x="553036" y="305311"/>
                  <a:pt x="450219" y="338554"/>
                </a:cubicBezTo>
                <a:cubicBezTo>
                  <a:pt x="347402" y="371797"/>
                  <a:pt x="154304" y="317661"/>
                  <a:pt x="0" y="338554"/>
                </a:cubicBezTo>
                <a:cubicBezTo>
                  <a:pt x="-5422" y="182417"/>
                  <a:pt x="23662" y="757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709134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Basics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FAD6B22-D28D-71A0-5534-8D371B34D10E}"/>
              </a:ext>
            </a:extLst>
          </p:cNvPr>
          <p:cNvSpPr/>
          <p:nvPr/>
        </p:nvSpPr>
        <p:spPr>
          <a:xfrm>
            <a:off x="3251200" y="4507345"/>
            <a:ext cx="1911927" cy="601645"/>
          </a:xfrm>
          <a:custGeom>
            <a:avLst/>
            <a:gdLst>
              <a:gd name="csX0" fmla="*/ 1911927 w 1911927"/>
              <a:gd name="csY0" fmla="*/ 581891 h 601645"/>
              <a:gd name="csX1" fmla="*/ 1108364 w 1911927"/>
              <a:gd name="csY1" fmla="*/ 572655 h 601645"/>
              <a:gd name="csX2" fmla="*/ 877455 w 1911927"/>
              <a:gd name="csY2" fmla="*/ 544946 h 601645"/>
              <a:gd name="csX3" fmla="*/ 738909 w 1911927"/>
              <a:gd name="csY3" fmla="*/ 508000 h 601645"/>
              <a:gd name="csX4" fmla="*/ 646545 w 1911927"/>
              <a:gd name="csY4" fmla="*/ 480291 h 601645"/>
              <a:gd name="csX5" fmla="*/ 544945 w 1911927"/>
              <a:gd name="csY5" fmla="*/ 471055 h 601645"/>
              <a:gd name="csX6" fmla="*/ 461818 w 1911927"/>
              <a:gd name="csY6" fmla="*/ 452582 h 601645"/>
              <a:gd name="csX7" fmla="*/ 350982 w 1911927"/>
              <a:gd name="csY7" fmla="*/ 369455 h 601645"/>
              <a:gd name="csX8" fmla="*/ 258618 w 1911927"/>
              <a:gd name="csY8" fmla="*/ 286328 h 601645"/>
              <a:gd name="csX9" fmla="*/ 221673 w 1911927"/>
              <a:gd name="csY9" fmla="*/ 240146 h 601645"/>
              <a:gd name="csX10" fmla="*/ 129309 w 1911927"/>
              <a:gd name="csY10" fmla="*/ 147782 h 601645"/>
              <a:gd name="csX11" fmla="*/ 83127 w 1911927"/>
              <a:gd name="csY11" fmla="*/ 101600 h 601645"/>
              <a:gd name="csX12" fmla="*/ 36945 w 1911927"/>
              <a:gd name="csY12" fmla="*/ 64655 h 601645"/>
              <a:gd name="csX13" fmla="*/ 0 w 1911927"/>
              <a:gd name="csY13" fmla="*/ 0 h 601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911927" h="601645">
                <a:moveTo>
                  <a:pt x="1911927" y="581891"/>
                </a:moveTo>
                <a:cubicBezTo>
                  <a:pt x="1483068" y="611468"/>
                  <a:pt x="1698726" y="607382"/>
                  <a:pt x="1108364" y="572655"/>
                </a:cubicBezTo>
                <a:cubicBezTo>
                  <a:pt x="1063164" y="569996"/>
                  <a:pt x="905847" y="550625"/>
                  <a:pt x="877455" y="544946"/>
                </a:cubicBezTo>
                <a:cubicBezTo>
                  <a:pt x="830587" y="535572"/>
                  <a:pt x="784935" y="520887"/>
                  <a:pt x="738909" y="508000"/>
                </a:cubicBezTo>
                <a:cubicBezTo>
                  <a:pt x="707956" y="499333"/>
                  <a:pt x="678121" y="486305"/>
                  <a:pt x="646545" y="480291"/>
                </a:cubicBezTo>
                <a:cubicBezTo>
                  <a:pt x="613139" y="473928"/>
                  <a:pt x="578812" y="474134"/>
                  <a:pt x="544945" y="471055"/>
                </a:cubicBezTo>
                <a:cubicBezTo>
                  <a:pt x="517236" y="464897"/>
                  <a:pt x="488396" y="462549"/>
                  <a:pt x="461818" y="452582"/>
                </a:cubicBezTo>
                <a:cubicBezTo>
                  <a:pt x="396623" y="428134"/>
                  <a:pt x="398611" y="412755"/>
                  <a:pt x="350982" y="369455"/>
                </a:cubicBezTo>
                <a:cubicBezTo>
                  <a:pt x="301178" y="324178"/>
                  <a:pt x="298811" y="331545"/>
                  <a:pt x="258618" y="286328"/>
                </a:cubicBezTo>
                <a:cubicBezTo>
                  <a:pt x="245521" y="271594"/>
                  <a:pt x="235124" y="254558"/>
                  <a:pt x="221673" y="240146"/>
                </a:cubicBezTo>
                <a:cubicBezTo>
                  <a:pt x="191964" y="208315"/>
                  <a:pt x="160097" y="178570"/>
                  <a:pt x="129309" y="147782"/>
                </a:cubicBezTo>
                <a:cubicBezTo>
                  <a:pt x="113915" y="132388"/>
                  <a:pt x="100127" y="115200"/>
                  <a:pt x="83127" y="101600"/>
                </a:cubicBezTo>
                <a:cubicBezTo>
                  <a:pt x="67733" y="89285"/>
                  <a:pt x="50885" y="78595"/>
                  <a:pt x="36945" y="64655"/>
                </a:cubicBezTo>
                <a:cubicBezTo>
                  <a:pt x="23892" y="51602"/>
                  <a:pt x="7243" y="14485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B1861-2828-E0D8-FCAE-62FAD2CA8F98}"/>
              </a:ext>
            </a:extLst>
          </p:cNvPr>
          <p:cNvSpPr txBox="1"/>
          <p:nvPr/>
        </p:nvSpPr>
        <p:spPr>
          <a:xfrm>
            <a:off x="214891" y="2581382"/>
            <a:ext cx="11759170" cy="2308324"/>
          </a:xfrm>
          <a:custGeom>
            <a:avLst/>
            <a:gdLst>
              <a:gd name="csX0" fmla="*/ 0 w 11759170"/>
              <a:gd name="csY0" fmla="*/ 0 h 2308324"/>
              <a:gd name="csX1" fmla="*/ 352775 w 11759170"/>
              <a:gd name="csY1" fmla="*/ 0 h 2308324"/>
              <a:gd name="csX2" fmla="*/ 940734 w 11759170"/>
              <a:gd name="csY2" fmla="*/ 0 h 2308324"/>
              <a:gd name="csX3" fmla="*/ 1175917 w 11759170"/>
              <a:gd name="csY3" fmla="*/ 0 h 2308324"/>
              <a:gd name="csX4" fmla="*/ 1411100 w 11759170"/>
              <a:gd name="csY4" fmla="*/ 0 h 2308324"/>
              <a:gd name="csX5" fmla="*/ 2116651 w 11759170"/>
              <a:gd name="csY5" fmla="*/ 0 h 2308324"/>
              <a:gd name="csX6" fmla="*/ 2939793 w 11759170"/>
              <a:gd name="csY6" fmla="*/ 0 h 2308324"/>
              <a:gd name="csX7" fmla="*/ 3527751 w 11759170"/>
              <a:gd name="csY7" fmla="*/ 0 h 2308324"/>
              <a:gd name="csX8" fmla="*/ 4115709 w 11759170"/>
              <a:gd name="csY8" fmla="*/ 0 h 2308324"/>
              <a:gd name="csX9" fmla="*/ 4586076 w 11759170"/>
              <a:gd name="csY9" fmla="*/ 0 h 2308324"/>
              <a:gd name="csX10" fmla="*/ 5409218 w 11759170"/>
              <a:gd name="csY10" fmla="*/ 0 h 2308324"/>
              <a:gd name="csX11" fmla="*/ 6232360 w 11759170"/>
              <a:gd name="csY11" fmla="*/ 0 h 2308324"/>
              <a:gd name="csX12" fmla="*/ 7055502 w 11759170"/>
              <a:gd name="csY12" fmla="*/ 0 h 2308324"/>
              <a:gd name="csX13" fmla="*/ 7643461 w 11759170"/>
              <a:gd name="csY13" fmla="*/ 0 h 2308324"/>
              <a:gd name="csX14" fmla="*/ 8113827 w 11759170"/>
              <a:gd name="csY14" fmla="*/ 0 h 2308324"/>
              <a:gd name="csX15" fmla="*/ 8819378 w 11759170"/>
              <a:gd name="csY15" fmla="*/ 0 h 2308324"/>
              <a:gd name="csX16" fmla="*/ 9407336 w 11759170"/>
              <a:gd name="csY16" fmla="*/ 0 h 2308324"/>
              <a:gd name="csX17" fmla="*/ 10230478 w 11759170"/>
              <a:gd name="csY17" fmla="*/ 0 h 2308324"/>
              <a:gd name="csX18" fmla="*/ 10700845 w 11759170"/>
              <a:gd name="csY18" fmla="*/ 0 h 2308324"/>
              <a:gd name="csX19" fmla="*/ 11759170 w 11759170"/>
              <a:gd name="csY19" fmla="*/ 0 h 2308324"/>
              <a:gd name="csX20" fmla="*/ 11759170 w 11759170"/>
              <a:gd name="csY20" fmla="*/ 530915 h 2308324"/>
              <a:gd name="csX21" fmla="*/ 11759170 w 11759170"/>
              <a:gd name="csY21" fmla="*/ 1038746 h 2308324"/>
              <a:gd name="csX22" fmla="*/ 11759170 w 11759170"/>
              <a:gd name="csY22" fmla="*/ 1638910 h 2308324"/>
              <a:gd name="csX23" fmla="*/ 11759170 w 11759170"/>
              <a:gd name="csY23" fmla="*/ 2308324 h 2308324"/>
              <a:gd name="csX24" fmla="*/ 11053620 w 11759170"/>
              <a:gd name="csY24" fmla="*/ 2308324 h 2308324"/>
              <a:gd name="csX25" fmla="*/ 10818436 w 11759170"/>
              <a:gd name="csY25" fmla="*/ 2308324 h 2308324"/>
              <a:gd name="csX26" fmla="*/ 10348070 w 11759170"/>
              <a:gd name="csY26" fmla="*/ 2308324 h 2308324"/>
              <a:gd name="csX27" fmla="*/ 9995295 w 11759170"/>
              <a:gd name="csY27" fmla="*/ 2308324 h 2308324"/>
              <a:gd name="csX28" fmla="*/ 9642519 w 11759170"/>
              <a:gd name="csY28" fmla="*/ 2308324 h 2308324"/>
              <a:gd name="csX29" fmla="*/ 8936969 w 11759170"/>
              <a:gd name="csY29" fmla="*/ 2308324 h 2308324"/>
              <a:gd name="csX30" fmla="*/ 8584194 w 11759170"/>
              <a:gd name="csY30" fmla="*/ 2308324 h 2308324"/>
              <a:gd name="csX31" fmla="*/ 7761052 w 11759170"/>
              <a:gd name="csY31" fmla="*/ 2308324 h 2308324"/>
              <a:gd name="csX32" fmla="*/ 6937910 w 11759170"/>
              <a:gd name="csY32" fmla="*/ 2308324 h 2308324"/>
              <a:gd name="csX33" fmla="*/ 6349952 w 11759170"/>
              <a:gd name="csY33" fmla="*/ 2308324 h 2308324"/>
              <a:gd name="csX34" fmla="*/ 5879585 w 11759170"/>
              <a:gd name="csY34" fmla="*/ 2308324 h 2308324"/>
              <a:gd name="csX35" fmla="*/ 5056443 w 11759170"/>
              <a:gd name="csY35" fmla="*/ 2308324 h 2308324"/>
              <a:gd name="csX36" fmla="*/ 4233301 w 11759170"/>
              <a:gd name="csY36" fmla="*/ 2308324 h 2308324"/>
              <a:gd name="csX37" fmla="*/ 3762934 w 11759170"/>
              <a:gd name="csY37" fmla="*/ 2308324 h 2308324"/>
              <a:gd name="csX38" fmla="*/ 3292568 w 11759170"/>
              <a:gd name="csY38" fmla="*/ 2308324 h 2308324"/>
              <a:gd name="csX39" fmla="*/ 2587017 w 11759170"/>
              <a:gd name="csY39" fmla="*/ 2308324 h 2308324"/>
              <a:gd name="csX40" fmla="*/ 1999059 w 11759170"/>
              <a:gd name="csY40" fmla="*/ 2308324 h 2308324"/>
              <a:gd name="csX41" fmla="*/ 1763875 w 11759170"/>
              <a:gd name="csY41" fmla="*/ 2308324 h 2308324"/>
              <a:gd name="csX42" fmla="*/ 1411100 w 11759170"/>
              <a:gd name="csY42" fmla="*/ 2308324 h 2308324"/>
              <a:gd name="csX43" fmla="*/ 940734 w 11759170"/>
              <a:gd name="csY43" fmla="*/ 2308324 h 2308324"/>
              <a:gd name="csX44" fmla="*/ 0 w 11759170"/>
              <a:gd name="csY44" fmla="*/ 2308324 h 2308324"/>
              <a:gd name="csX45" fmla="*/ 0 w 11759170"/>
              <a:gd name="csY45" fmla="*/ 1731243 h 2308324"/>
              <a:gd name="csX46" fmla="*/ 0 w 11759170"/>
              <a:gd name="csY46" fmla="*/ 1154162 h 2308324"/>
              <a:gd name="csX47" fmla="*/ 0 w 11759170"/>
              <a:gd name="csY47" fmla="*/ 577081 h 2308324"/>
              <a:gd name="csX48" fmla="*/ 0 w 11759170"/>
              <a:gd name="csY48" fmla="*/ 0 h 2308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1759170" h="2308324" fill="none" extrusionOk="0">
                <a:moveTo>
                  <a:pt x="0" y="0"/>
                </a:moveTo>
                <a:cubicBezTo>
                  <a:pt x="90084" y="-19281"/>
                  <a:pt x="271214" y="39102"/>
                  <a:pt x="352775" y="0"/>
                </a:cubicBezTo>
                <a:cubicBezTo>
                  <a:pt x="434336" y="-39102"/>
                  <a:pt x="737932" y="1500"/>
                  <a:pt x="940734" y="0"/>
                </a:cubicBezTo>
                <a:cubicBezTo>
                  <a:pt x="1143536" y="-1500"/>
                  <a:pt x="1086624" y="14523"/>
                  <a:pt x="1175917" y="0"/>
                </a:cubicBezTo>
                <a:cubicBezTo>
                  <a:pt x="1265210" y="-14523"/>
                  <a:pt x="1361774" y="13464"/>
                  <a:pt x="1411100" y="0"/>
                </a:cubicBezTo>
                <a:cubicBezTo>
                  <a:pt x="1460426" y="-13464"/>
                  <a:pt x="1894857" y="30555"/>
                  <a:pt x="2116651" y="0"/>
                </a:cubicBezTo>
                <a:cubicBezTo>
                  <a:pt x="2338445" y="-30555"/>
                  <a:pt x="2660426" y="72830"/>
                  <a:pt x="2939793" y="0"/>
                </a:cubicBezTo>
                <a:cubicBezTo>
                  <a:pt x="3219160" y="-72830"/>
                  <a:pt x="3256377" y="43307"/>
                  <a:pt x="3527751" y="0"/>
                </a:cubicBezTo>
                <a:cubicBezTo>
                  <a:pt x="3799125" y="-43307"/>
                  <a:pt x="3913804" y="16518"/>
                  <a:pt x="4115709" y="0"/>
                </a:cubicBezTo>
                <a:cubicBezTo>
                  <a:pt x="4317614" y="-16518"/>
                  <a:pt x="4461135" y="7336"/>
                  <a:pt x="4586076" y="0"/>
                </a:cubicBezTo>
                <a:cubicBezTo>
                  <a:pt x="4711017" y="-7336"/>
                  <a:pt x="5098008" y="64421"/>
                  <a:pt x="5409218" y="0"/>
                </a:cubicBezTo>
                <a:cubicBezTo>
                  <a:pt x="5720428" y="-64421"/>
                  <a:pt x="5954448" y="92213"/>
                  <a:pt x="6232360" y="0"/>
                </a:cubicBezTo>
                <a:cubicBezTo>
                  <a:pt x="6510272" y="-92213"/>
                  <a:pt x="6722229" y="59200"/>
                  <a:pt x="7055502" y="0"/>
                </a:cubicBezTo>
                <a:cubicBezTo>
                  <a:pt x="7388775" y="-59200"/>
                  <a:pt x="7384582" y="51782"/>
                  <a:pt x="7643461" y="0"/>
                </a:cubicBezTo>
                <a:cubicBezTo>
                  <a:pt x="7902340" y="-51782"/>
                  <a:pt x="8014059" y="42206"/>
                  <a:pt x="8113827" y="0"/>
                </a:cubicBezTo>
                <a:cubicBezTo>
                  <a:pt x="8213595" y="-42206"/>
                  <a:pt x="8558084" y="28"/>
                  <a:pt x="8819378" y="0"/>
                </a:cubicBezTo>
                <a:cubicBezTo>
                  <a:pt x="9080672" y="-28"/>
                  <a:pt x="9162402" y="12238"/>
                  <a:pt x="9407336" y="0"/>
                </a:cubicBezTo>
                <a:cubicBezTo>
                  <a:pt x="9652270" y="-12238"/>
                  <a:pt x="9912496" y="53280"/>
                  <a:pt x="10230478" y="0"/>
                </a:cubicBezTo>
                <a:cubicBezTo>
                  <a:pt x="10548460" y="-53280"/>
                  <a:pt x="10505600" y="8922"/>
                  <a:pt x="10700845" y="0"/>
                </a:cubicBezTo>
                <a:cubicBezTo>
                  <a:pt x="10896090" y="-8922"/>
                  <a:pt x="11244255" y="24297"/>
                  <a:pt x="11759170" y="0"/>
                </a:cubicBezTo>
                <a:cubicBezTo>
                  <a:pt x="11775487" y="211306"/>
                  <a:pt x="11746246" y="424720"/>
                  <a:pt x="11759170" y="530915"/>
                </a:cubicBezTo>
                <a:cubicBezTo>
                  <a:pt x="11772094" y="637111"/>
                  <a:pt x="11701072" y="930930"/>
                  <a:pt x="11759170" y="1038746"/>
                </a:cubicBezTo>
                <a:cubicBezTo>
                  <a:pt x="11817268" y="1146562"/>
                  <a:pt x="11755355" y="1505567"/>
                  <a:pt x="11759170" y="1638910"/>
                </a:cubicBezTo>
                <a:cubicBezTo>
                  <a:pt x="11762985" y="1772253"/>
                  <a:pt x="11688635" y="2076128"/>
                  <a:pt x="11759170" y="2308324"/>
                </a:cubicBezTo>
                <a:cubicBezTo>
                  <a:pt x="11458236" y="2386311"/>
                  <a:pt x="11241984" y="2301839"/>
                  <a:pt x="11053620" y="2308324"/>
                </a:cubicBezTo>
                <a:cubicBezTo>
                  <a:pt x="10865256" y="2314809"/>
                  <a:pt x="10900275" y="2286858"/>
                  <a:pt x="10818436" y="2308324"/>
                </a:cubicBezTo>
                <a:cubicBezTo>
                  <a:pt x="10736597" y="2329790"/>
                  <a:pt x="10538520" y="2278533"/>
                  <a:pt x="10348070" y="2308324"/>
                </a:cubicBezTo>
                <a:cubicBezTo>
                  <a:pt x="10157620" y="2338115"/>
                  <a:pt x="10094954" y="2269193"/>
                  <a:pt x="9995295" y="2308324"/>
                </a:cubicBezTo>
                <a:cubicBezTo>
                  <a:pt x="9895636" y="2347455"/>
                  <a:pt x="9748584" y="2268997"/>
                  <a:pt x="9642519" y="2308324"/>
                </a:cubicBezTo>
                <a:cubicBezTo>
                  <a:pt x="9536454" y="2347651"/>
                  <a:pt x="9194303" y="2233387"/>
                  <a:pt x="8936969" y="2308324"/>
                </a:cubicBezTo>
                <a:cubicBezTo>
                  <a:pt x="8679635" y="2383261"/>
                  <a:pt x="8681561" y="2302639"/>
                  <a:pt x="8584194" y="2308324"/>
                </a:cubicBezTo>
                <a:cubicBezTo>
                  <a:pt x="8486828" y="2314009"/>
                  <a:pt x="7996932" y="2260867"/>
                  <a:pt x="7761052" y="2308324"/>
                </a:cubicBezTo>
                <a:cubicBezTo>
                  <a:pt x="7525172" y="2355781"/>
                  <a:pt x="7192229" y="2221396"/>
                  <a:pt x="6937910" y="2308324"/>
                </a:cubicBezTo>
                <a:cubicBezTo>
                  <a:pt x="6683591" y="2395252"/>
                  <a:pt x="6551982" y="2264083"/>
                  <a:pt x="6349952" y="2308324"/>
                </a:cubicBezTo>
                <a:cubicBezTo>
                  <a:pt x="6147922" y="2352565"/>
                  <a:pt x="5991576" y="2274833"/>
                  <a:pt x="5879585" y="2308324"/>
                </a:cubicBezTo>
                <a:cubicBezTo>
                  <a:pt x="5767594" y="2341815"/>
                  <a:pt x="5274933" y="2261877"/>
                  <a:pt x="5056443" y="2308324"/>
                </a:cubicBezTo>
                <a:cubicBezTo>
                  <a:pt x="4837953" y="2354771"/>
                  <a:pt x="4490897" y="2233316"/>
                  <a:pt x="4233301" y="2308324"/>
                </a:cubicBezTo>
                <a:cubicBezTo>
                  <a:pt x="3975705" y="2383332"/>
                  <a:pt x="3994707" y="2305583"/>
                  <a:pt x="3762934" y="2308324"/>
                </a:cubicBezTo>
                <a:cubicBezTo>
                  <a:pt x="3531161" y="2311065"/>
                  <a:pt x="3498999" y="2278334"/>
                  <a:pt x="3292568" y="2308324"/>
                </a:cubicBezTo>
                <a:cubicBezTo>
                  <a:pt x="3086137" y="2338314"/>
                  <a:pt x="2809600" y="2247443"/>
                  <a:pt x="2587017" y="2308324"/>
                </a:cubicBezTo>
                <a:cubicBezTo>
                  <a:pt x="2364434" y="2369205"/>
                  <a:pt x="2182218" y="2290236"/>
                  <a:pt x="1999059" y="2308324"/>
                </a:cubicBezTo>
                <a:cubicBezTo>
                  <a:pt x="1815900" y="2326412"/>
                  <a:pt x="1830929" y="2283633"/>
                  <a:pt x="1763875" y="2308324"/>
                </a:cubicBezTo>
                <a:cubicBezTo>
                  <a:pt x="1696821" y="2333015"/>
                  <a:pt x="1485448" y="2275330"/>
                  <a:pt x="1411100" y="2308324"/>
                </a:cubicBezTo>
                <a:cubicBezTo>
                  <a:pt x="1336752" y="2341318"/>
                  <a:pt x="1088993" y="2308167"/>
                  <a:pt x="940734" y="2308324"/>
                </a:cubicBezTo>
                <a:cubicBezTo>
                  <a:pt x="792475" y="2308481"/>
                  <a:pt x="239735" y="2259192"/>
                  <a:pt x="0" y="2308324"/>
                </a:cubicBezTo>
                <a:cubicBezTo>
                  <a:pt x="-606" y="2077859"/>
                  <a:pt x="32163" y="1998092"/>
                  <a:pt x="0" y="1731243"/>
                </a:cubicBezTo>
                <a:cubicBezTo>
                  <a:pt x="-32163" y="1464394"/>
                  <a:pt x="42091" y="1414741"/>
                  <a:pt x="0" y="1154162"/>
                </a:cubicBezTo>
                <a:cubicBezTo>
                  <a:pt x="-42091" y="893583"/>
                  <a:pt x="35965" y="775521"/>
                  <a:pt x="0" y="577081"/>
                </a:cubicBezTo>
                <a:cubicBezTo>
                  <a:pt x="-35965" y="378641"/>
                  <a:pt x="920" y="213813"/>
                  <a:pt x="0" y="0"/>
                </a:cubicBezTo>
                <a:close/>
              </a:path>
              <a:path w="11759170" h="2308324" stroke="0" extrusionOk="0">
                <a:moveTo>
                  <a:pt x="0" y="0"/>
                </a:moveTo>
                <a:cubicBezTo>
                  <a:pt x="195121" y="-71480"/>
                  <a:pt x="618949" y="53369"/>
                  <a:pt x="823142" y="0"/>
                </a:cubicBezTo>
                <a:cubicBezTo>
                  <a:pt x="1027335" y="-53369"/>
                  <a:pt x="1177258" y="18976"/>
                  <a:pt x="1528692" y="0"/>
                </a:cubicBezTo>
                <a:cubicBezTo>
                  <a:pt x="1880126" y="-18976"/>
                  <a:pt x="1708778" y="35917"/>
                  <a:pt x="1881467" y="0"/>
                </a:cubicBezTo>
                <a:cubicBezTo>
                  <a:pt x="2054157" y="-35917"/>
                  <a:pt x="2253429" y="60370"/>
                  <a:pt x="2469426" y="0"/>
                </a:cubicBezTo>
                <a:cubicBezTo>
                  <a:pt x="2685423" y="-60370"/>
                  <a:pt x="2925751" y="48349"/>
                  <a:pt x="3174976" y="0"/>
                </a:cubicBezTo>
                <a:cubicBezTo>
                  <a:pt x="3424201" y="-48349"/>
                  <a:pt x="3346377" y="17970"/>
                  <a:pt x="3410159" y="0"/>
                </a:cubicBezTo>
                <a:cubicBezTo>
                  <a:pt x="3473941" y="-17970"/>
                  <a:pt x="3867141" y="54394"/>
                  <a:pt x="4233301" y="0"/>
                </a:cubicBezTo>
                <a:cubicBezTo>
                  <a:pt x="4599461" y="-54394"/>
                  <a:pt x="4490693" y="28362"/>
                  <a:pt x="4586076" y="0"/>
                </a:cubicBezTo>
                <a:cubicBezTo>
                  <a:pt x="4681460" y="-28362"/>
                  <a:pt x="4748169" y="21227"/>
                  <a:pt x="4821260" y="0"/>
                </a:cubicBezTo>
                <a:cubicBezTo>
                  <a:pt x="4894351" y="-21227"/>
                  <a:pt x="5088753" y="1711"/>
                  <a:pt x="5174035" y="0"/>
                </a:cubicBezTo>
                <a:cubicBezTo>
                  <a:pt x="5259318" y="-1711"/>
                  <a:pt x="5539723" y="23267"/>
                  <a:pt x="5644402" y="0"/>
                </a:cubicBezTo>
                <a:cubicBezTo>
                  <a:pt x="5749081" y="-23267"/>
                  <a:pt x="6103789" y="57191"/>
                  <a:pt x="6467544" y="0"/>
                </a:cubicBezTo>
                <a:cubicBezTo>
                  <a:pt x="6831299" y="-57191"/>
                  <a:pt x="6771777" y="13080"/>
                  <a:pt x="6937910" y="0"/>
                </a:cubicBezTo>
                <a:cubicBezTo>
                  <a:pt x="7104043" y="-13080"/>
                  <a:pt x="7143183" y="18532"/>
                  <a:pt x="7290685" y="0"/>
                </a:cubicBezTo>
                <a:cubicBezTo>
                  <a:pt x="7438188" y="-18532"/>
                  <a:pt x="7584989" y="9295"/>
                  <a:pt x="7761052" y="0"/>
                </a:cubicBezTo>
                <a:cubicBezTo>
                  <a:pt x="7937115" y="-9295"/>
                  <a:pt x="8194946" y="52591"/>
                  <a:pt x="8584194" y="0"/>
                </a:cubicBezTo>
                <a:cubicBezTo>
                  <a:pt x="8973442" y="-52591"/>
                  <a:pt x="8889983" y="5637"/>
                  <a:pt x="9172153" y="0"/>
                </a:cubicBezTo>
                <a:cubicBezTo>
                  <a:pt x="9454323" y="-5637"/>
                  <a:pt x="9326508" y="9672"/>
                  <a:pt x="9407336" y="0"/>
                </a:cubicBezTo>
                <a:cubicBezTo>
                  <a:pt x="9488164" y="-9672"/>
                  <a:pt x="9719262" y="31838"/>
                  <a:pt x="9995295" y="0"/>
                </a:cubicBezTo>
                <a:cubicBezTo>
                  <a:pt x="10271328" y="-31838"/>
                  <a:pt x="10343818" y="21267"/>
                  <a:pt x="10465661" y="0"/>
                </a:cubicBezTo>
                <a:cubicBezTo>
                  <a:pt x="10587504" y="-21267"/>
                  <a:pt x="11160376" y="72414"/>
                  <a:pt x="11759170" y="0"/>
                </a:cubicBezTo>
                <a:cubicBezTo>
                  <a:pt x="11791854" y="236054"/>
                  <a:pt x="11730938" y="441001"/>
                  <a:pt x="11759170" y="553998"/>
                </a:cubicBezTo>
                <a:cubicBezTo>
                  <a:pt x="11787402" y="666995"/>
                  <a:pt x="11724443" y="893055"/>
                  <a:pt x="11759170" y="1084912"/>
                </a:cubicBezTo>
                <a:cubicBezTo>
                  <a:pt x="11793897" y="1276769"/>
                  <a:pt x="11712833" y="1538603"/>
                  <a:pt x="11759170" y="1661993"/>
                </a:cubicBezTo>
                <a:cubicBezTo>
                  <a:pt x="11805507" y="1785383"/>
                  <a:pt x="11697139" y="2042021"/>
                  <a:pt x="11759170" y="2308324"/>
                </a:cubicBezTo>
                <a:cubicBezTo>
                  <a:pt x="11441817" y="2367973"/>
                  <a:pt x="11239379" y="2263555"/>
                  <a:pt x="11053620" y="2308324"/>
                </a:cubicBezTo>
                <a:cubicBezTo>
                  <a:pt x="10867861" y="2353093"/>
                  <a:pt x="10888815" y="2299793"/>
                  <a:pt x="10818436" y="2308324"/>
                </a:cubicBezTo>
                <a:cubicBezTo>
                  <a:pt x="10748057" y="2316855"/>
                  <a:pt x="10649322" y="2288661"/>
                  <a:pt x="10583253" y="2308324"/>
                </a:cubicBezTo>
                <a:cubicBezTo>
                  <a:pt x="10517184" y="2327987"/>
                  <a:pt x="10448037" y="2288066"/>
                  <a:pt x="10348070" y="2308324"/>
                </a:cubicBezTo>
                <a:cubicBezTo>
                  <a:pt x="10248103" y="2328582"/>
                  <a:pt x="9836734" y="2250040"/>
                  <a:pt x="9642519" y="2308324"/>
                </a:cubicBezTo>
                <a:cubicBezTo>
                  <a:pt x="9448304" y="2366608"/>
                  <a:pt x="9024873" y="2274887"/>
                  <a:pt x="8819378" y="2308324"/>
                </a:cubicBezTo>
                <a:cubicBezTo>
                  <a:pt x="8613883" y="2341761"/>
                  <a:pt x="8234338" y="2235727"/>
                  <a:pt x="7996236" y="2308324"/>
                </a:cubicBezTo>
                <a:cubicBezTo>
                  <a:pt x="7758134" y="2380921"/>
                  <a:pt x="7671820" y="2263281"/>
                  <a:pt x="7525869" y="2308324"/>
                </a:cubicBezTo>
                <a:cubicBezTo>
                  <a:pt x="7379918" y="2353367"/>
                  <a:pt x="7271981" y="2278926"/>
                  <a:pt x="7173094" y="2308324"/>
                </a:cubicBezTo>
                <a:cubicBezTo>
                  <a:pt x="7074207" y="2337722"/>
                  <a:pt x="6824040" y="2300572"/>
                  <a:pt x="6702727" y="2308324"/>
                </a:cubicBezTo>
                <a:cubicBezTo>
                  <a:pt x="6581414" y="2316076"/>
                  <a:pt x="6300083" y="2284315"/>
                  <a:pt x="5997177" y="2308324"/>
                </a:cubicBezTo>
                <a:cubicBezTo>
                  <a:pt x="5694271" y="2332333"/>
                  <a:pt x="5473894" y="2230206"/>
                  <a:pt x="5174035" y="2308324"/>
                </a:cubicBezTo>
                <a:cubicBezTo>
                  <a:pt x="4874176" y="2386442"/>
                  <a:pt x="4828286" y="2271950"/>
                  <a:pt x="4703668" y="2308324"/>
                </a:cubicBezTo>
                <a:cubicBezTo>
                  <a:pt x="4579050" y="2344698"/>
                  <a:pt x="4335117" y="2305743"/>
                  <a:pt x="4233301" y="2308324"/>
                </a:cubicBezTo>
                <a:cubicBezTo>
                  <a:pt x="4131485" y="2310905"/>
                  <a:pt x="3781999" y="2228033"/>
                  <a:pt x="3527751" y="2308324"/>
                </a:cubicBezTo>
                <a:cubicBezTo>
                  <a:pt x="3273503" y="2388615"/>
                  <a:pt x="2977327" y="2249027"/>
                  <a:pt x="2822201" y="2308324"/>
                </a:cubicBezTo>
                <a:cubicBezTo>
                  <a:pt x="2667075" y="2367621"/>
                  <a:pt x="2379187" y="2306736"/>
                  <a:pt x="1999059" y="2308324"/>
                </a:cubicBezTo>
                <a:cubicBezTo>
                  <a:pt x="1618931" y="2309912"/>
                  <a:pt x="1855657" y="2304694"/>
                  <a:pt x="1763875" y="2308324"/>
                </a:cubicBezTo>
                <a:cubicBezTo>
                  <a:pt x="1672093" y="2311954"/>
                  <a:pt x="1220634" y="2226263"/>
                  <a:pt x="1058325" y="2308324"/>
                </a:cubicBezTo>
                <a:cubicBezTo>
                  <a:pt x="896016" y="2390385"/>
                  <a:pt x="262517" y="2196373"/>
                  <a:pt x="0" y="2308324"/>
                </a:cubicBezTo>
                <a:cubicBezTo>
                  <a:pt x="-22720" y="2191393"/>
                  <a:pt x="43651" y="1983133"/>
                  <a:pt x="0" y="1731243"/>
                </a:cubicBezTo>
                <a:cubicBezTo>
                  <a:pt x="-43651" y="1479353"/>
                  <a:pt x="4600" y="1454506"/>
                  <a:pt x="0" y="1223412"/>
                </a:cubicBezTo>
                <a:cubicBezTo>
                  <a:pt x="-4600" y="992318"/>
                  <a:pt x="9298" y="896479"/>
                  <a:pt x="0" y="669414"/>
                </a:cubicBezTo>
                <a:cubicBezTo>
                  <a:pt x="-9298" y="442349"/>
                  <a:pt x="49522" y="23694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709134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“Flipped” Demand Curve =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Quantity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correlation 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= Fixed = Property of the market = Independent of firm(s)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Monopoly: Firm 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chooses one (</a:t>
            </a:r>
            <a:r>
              <a:rPr lang="en-US" b="1" dirty="0">
                <a:solidFill>
                  <a:srgbClr val="7030A0"/>
                </a:solidFill>
                <a:latin typeface="Aptos" panose="02110004020202020204"/>
              </a:rPr>
              <a:t>Quantity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or </a:t>
            </a:r>
            <a:r>
              <a:rPr lang="en-US" b="1" dirty="0">
                <a:solidFill>
                  <a:srgbClr val="00B050"/>
                </a:solidFill>
                <a:latin typeface="Aptos" panose="02110004020202020204"/>
              </a:rPr>
              <a:t>Price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), market fixes the other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Duopoly #1: If firms choose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quantities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then market (demand curve) fixes price based on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 quantity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both firms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Duopoly #2: If firms choose </a:t>
            </a:r>
            <a:r>
              <a:rPr lang="en-US" b="1" dirty="0">
                <a:solidFill>
                  <a:srgbClr val="00B050"/>
                </a:solidFill>
                <a:latin typeface="Aptos" panose="02110004020202020204"/>
              </a:rPr>
              <a:t>prices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, then market </a:t>
            </a:r>
            <a:r>
              <a:rPr lang="en-US" dirty="0">
                <a:solidFill>
                  <a:prstClr val="black"/>
                </a:solidFill>
              </a:rPr>
              <a:t>(demand curve) 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fixes quantity based on </a:t>
            </a:r>
            <a:r>
              <a:rPr lang="en-US" b="1" dirty="0">
                <a:solidFill>
                  <a:srgbClr val="00B050"/>
                </a:solidFill>
                <a:latin typeface="Aptos" panose="02110004020202020204"/>
              </a:rPr>
              <a:t>lower price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Duopoly = In either 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case, </a:t>
            </a:r>
            <a:r>
              <a:rPr lang="en-US" b="1" dirty="0">
                <a:solidFill>
                  <a:srgbClr val="0070C0"/>
                </a:solidFill>
                <a:latin typeface="Aptos" panose="02110004020202020204"/>
              </a:rPr>
              <a:t>profits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of each firm depend on decisions made by both firms = Game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CE9E6-B805-C4F8-5FA9-DB784E383A96}"/>
              </a:ext>
            </a:extLst>
          </p:cNvPr>
          <p:cNvSpPr txBox="1"/>
          <p:nvPr/>
        </p:nvSpPr>
        <p:spPr>
          <a:xfrm rot="856646">
            <a:off x="10597232" y="1724586"/>
            <a:ext cx="900286" cy="338554"/>
          </a:xfrm>
          <a:custGeom>
            <a:avLst/>
            <a:gdLst>
              <a:gd name="csX0" fmla="*/ 0 w 900286"/>
              <a:gd name="csY0" fmla="*/ 0 h 338554"/>
              <a:gd name="csX1" fmla="*/ 423134 w 900286"/>
              <a:gd name="csY1" fmla="*/ 0 h 338554"/>
              <a:gd name="csX2" fmla="*/ 900286 w 900286"/>
              <a:gd name="csY2" fmla="*/ 0 h 338554"/>
              <a:gd name="csX3" fmla="*/ 900286 w 900286"/>
              <a:gd name="csY3" fmla="*/ 338554 h 338554"/>
              <a:gd name="csX4" fmla="*/ 477152 w 900286"/>
              <a:gd name="csY4" fmla="*/ 338554 h 338554"/>
              <a:gd name="csX5" fmla="*/ 0 w 900286"/>
              <a:gd name="csY5" fmla="*/ 338554 h 338554"/>
              <a:gd name="csX6" fmla="*/ 0 w 900286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00286" h="338554" fill="none" extrusionOk="0">
                <a:moveTo>
                  <a:pt x="0" y="0"/>
                </a:moveTo>
                <a:cubicBezTo>
                  <a:pt x="112251" y="-43116"/>
                  <a:pt x="257730" y="19523"/>
                  <a:pt x="423134" y="0"/>
                </a:cubicBezTo>
                <a:cubicBezTo>
                  <a:pt x="588538" y="-19523"/>
                  <a:pt x="686839" y="43973"/>
                  <a:pt x="900286" y="0"/>
                </a:cubicBezTo>
                <a:cubicBezTo>
                  <a:pt x="913508" y="99758"/>
                  <a:pt x="895707" y="235866"/>
                  <a:pt x="900286" y="338554"/>
                </a:cubicBezTo>
                <a:cubicBezTo>
                  <a:pt x="793891" y="366781"/>
                  <a:pt x="687752" y="302277"/>
                  <a:pt x="477152" y="338554"/>
                </a:cubicBezTo>
                <a:cubicBezTo>
                  <a:pt x="266552" y="374831"/>
                  <a:pt x="143724" y="294858"/>
                  <a:pt x="0" y="338554"/>
                </a:cubicBezTo>
                <a:cubicBezTo>
                  <a:pt x="-30937" y="206686"/>
                  <a:pt x="11273" y="79241"/>
                  <a:pt x="0" y="0"/>
                </a:cubicBezTo>
                <a:close/>
              </a:path>
              <a:path w="900286" h="338554" stroke="0" extrusionOk="0">
                <a:moveTo>
                  <a:pt x="0" y="0"/>
                </a:moveTo>
                <a:cubicBezTo>
                  <a:pt x="176429" y="-42896"/>
                  <a:pt x="369759" y="47535"/>
                  <a:pt x="468149" y="0"/>
                </a:cubicBezTo>
                <a:cubicBezTo>
                  <a:pt x="566539" y="-47535"/>
                  <a:pt x="770860" y="29978"/>
                  <a:pt x="900286" y="0"/>
                </a:cubicBezTo>
                <a:cubicBezTo>
                  <a:pt x="935680" y="125009"/>
                  <a:pt x="897913" y="242783"/>
                  <a:pt x="900286" y="338554"/>
                </a:cubicBezTo>
                <a:cubicBezTo>
                  <a:pt x="788063" y="339200"/>
                  <a:pt x="560384" y="306236"/>
                  <a:pt x="432137" y="338554"/>
                </a:cubicBezTo>
                <a:cubicBezTo>
                  <a:pt x="303890" y="370872"/>
                  <a:pt x="113000" y="317230"/>
                  <a:pt x="0" y="338554"/>
                </a:cubicBezTo>
                <a:cubicBezTo>
                  <a:pt x="-40097" y="201809"/>
                  <a:pt x="297" y="9493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709134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C3C1F-0F0D-E9CC-85F7-28234FFD0D9C}"/>
              </a:ext>
            </a:extLst>
          </p:cNvPr>
          <p:cNvSpPr txBox="1"/>
          <p:nvPr/>
        </p:nvSpPr>
        <p:spPr>
          <a:xfrm rot="856646">
            <a:off x="10804720" y="5821778"/>
            <a:ext cx="900286" cy="338554"/>
          </a:xfrm>
          <a:custGeom>
            <a:avLst/>
            <a:gdLst>
              <a:gd name="csX0" fmla="*/ 0 w 900286"/>
              <a:gd name="csY0" fmla="*/ 0 h 338554"/>
              <a:gd name="csX1" fmla="*/ 423134 w 900286"/>
              <a:gd name="csY1" fmla="*/ 0 h 338554"/>
              <a:gd name="csX2" fmla="*/ 900286 w 900286"/>
              <a:gd name="csY2" fmla="*/ 0 h 338554"/>
              <a:gd name="csX3" fmla="*/ 900286 w 900286"/>
              <a:gd name="csY3" fmla="*/ 338554 h 338554"/>
              <a:gd name="csX4" fmla="*/ 477152 w 900286"/>
              <a:gd name="csY4" fmla="*/ 338554 h 338554"/>
              <a:gd name="csX5" fmla="*/ 0 w 900286"/>
              <a:gd name="csY5" fmla="*/ 338554 h 338554"/>
              <a:gd name="csX6" fmla="*/ 0 w 900286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00286" h="338554" fill="none" extrusionOk="0">
                <a:moveTo>
                  <a:pt x="0" y="0"/>
                </a:moveTo>
                <a:cubicBezTo>
                  <a:pt x="112251" y="-43116"/>
                  <a:pt x="257730" y="19523"/>
                  <a:pt x="423134" y="0"/>
                </a:cubicBezTo>
                <a:cubicBezTo>
                  <a:pt x="588538" y="-19523"/>
                  <a:pt x="686839" y="43973"/>
                  <a:pt x="900286" y="0"/>
                </a:cubicBezTo>
                <a:cubicBezTo>
                  <a:pt x="913508" y="99758"/>
                  <a:pt x="895707" y="235866"/>
                  <a:pt x="900286" y="338554"/>
                </a:cubicBezTo>
                <a:cubicBezTo>
                  <a:pt x="793891" y="366781"/>
                  <a:pt x="687752" y="302277"/>
                  <a:pt x="477152" y="338554"/>
                </a:cubicBezTo>
                <a:cubicBezTo>
                  <a:pt x="266552" y="374831"/>
                  <a:pt x="143724" y="294858"/>
                  <a:pt x="0" y="338554"/>
                </a:cubicBezTo>
                <a:cubicBezTo>
                  <a:pt x="-30937" y="206686"/>
                  <a:pt x="11273" y="79241"/>
                  <a:pt x="0" y="0"/>
                </a:cubicBezTo>
                <a:close/>
              </a:path>
              <a:path w="900286" h="338554" stroke="0" extrusionOk="0">
                <a:moveTo>
                  <a:pt x="0" y="0"/>
                </a:moveTo>
                <a:cubicBezTo>
                  <a:pt x="176429" y="-42896"/>
                  <a:pt x="369759" y="47535"/>
                  <a:pt x="468149" y="0"/>
                </a:cubicBezTo>
                <a:cubicBezTo>
                  <a:pt x="566539" y="-47535"/>
                  <a:pt x="770860" y="29978"/>
                  <a:pt x="900286" y="0"/>
                </a:cubicBezTo>
                <a:cubicBezTo>
                  <a:pt x="935680" y="125009"/>
                  <a:pt x="897913" y="242783"/>
                  <a:pt x="900286" y="338554"/>
                </a:cubicBezTo>
                <a:cubicBezTo>
                  <a:pt x="788063" y="339200"/>
                  <a:pt x="560384" y="306236"/>
                  <a:pt x="432137" y="338554"/>
                </a:cubicBezTo>
                <a:cubicBezTo>
                  <a:pt x="303890" y="370872"/>
                  <a:pt x="113000" y="317230"/>
                  <a:pt x="0" y="338554"/>
                </a:cubicBezTo>
                <a:cubicBezTo>
                  <a:pt x="-40097" y="201809"/>
                  <a:pt x="297" y="9493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709134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98445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4" grpId="0" animBg="1"/>
      <p:bldP spid="22" grpId="0" animBg="1"/>
      <p:bldP spid="25" grpId="0" animBg="1"/>
      <p:bldP spid="27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7" grpId="0" animBg="1"/>
      <p:bldP spid="10" grpId="0" animBg="1"/>
      <p:bldP spid="5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3D9C2-EC85-B0AF-1B94-E461FA40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FDC341B-9893-9C4D-2A78-355C4614B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1E5B1FAA-4418-0FDE-3886-309B306F4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253ADEFF-80A4-C6F2-A956-E42DEF58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rgbClr val="7030A0"/>
                </a:solidFill>
                <a:latin typeface="Univers Condensed" panose="020B0506020202050204" pitchFamily="34" charset="0"/>
              </a:rPr>
              <a:t>MODULE 10</a:t>
            </a:r>
            <a:br>
              <a:rPr lang="en-US" noProof="0" dirty="0">
                <a:solidFill>
                  <a:srgbClr val="7030A0"/>
                </a:solidFill>
                <a:latin typeface="Univers Condensed" panose="020B0506020202050204" pitchFamily="34" charset="0"/>
              </a:rPr>
            </a:br>
            <a:r>
              <a:rPr lang="en-US" noProof="0" dirty="0">
                <a:latin typeface="Univers Condensed" panose="020B0506020202050204" pitchFamily="34" charset="0"/>
              </a:rPr>
              <a:t>Economic Models of Competition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9FD6C1-4DC9-01AC-FD5B-D6839DAAE71F}"/>
              </a:ext>
            </a:extLst>
          </p:cNvPr>
          <p:cNvSpPr txBox="1"/>
          <p:nvPr/>
        </p:nvSpPr>
        <p:spPr>
          <a:xfrm>
            <a:off x="669035" y="2515703"/>
            <a:ext cx="38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setup, infrastructure costs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25F95E-0F5D-B764-001B-DB6EA69A9D2A}"/>
              </a:ext>
            </a:extLst>
          </p:cNvPr>
          <p:cNvSpPr txBox="1"/>
          <p:nvPr/>
        </p:nvSpPr>
        <p:spPr>
          <a:xfrm>
            <a:off x="669035" y="2948937"/>
            <a:ext cx="41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Difficult to change production capacity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FD9270-822D-C8A8-F32F-A73EFE0214AE}"/>
              </a:ext>
            </a:extLst>
          </p:cNvPr>
          <p:cNvSpPr txBox="1"/>
          <p:nvPr/>
        </p:nvSpPr>
        <p:spPr>
          <a:xfrm>
            <a:off x="669035" y="3354202"/>
            <a:ext cx="128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Producers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E03520-8DE1-5025-A1D9-193C6999FB7E}"/>
              </a:ext>
            </a:extLst>
          </p:cNvPr>
          <p:cNvSpPr txBox="1"/>
          <p:nvPr/>
        </p:nvSpPr>
        <p:spPr>
          <a:xfrm>
            <a:off x="1030158" y="3817001"/>
            <a:ext cx="4166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Oil, Steel, Cement production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Electricity generation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Agricultural goods: Milk, grain, meat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12BF81-076B-47AF-417D-71D7CF691747}"/>
              </a:ext>
            </a:extLst>
          </p:cNvPr>
          <p:cNvSpPr txBox="1"/>
          <p:nvPr/>
        </p:nvSpPr>
        <p:spPr>
          <a:xfrm>
            <a:off x="669035" y="5050593"/>
            <a:ext cx="3090165" cy="369332"/>
          </a:xfrm>
          <a:custGeom>
            <a:avLst/>
            <a:gdLst>
              <a:gd name="csX0" fmla="*/ 0 w 3090165"/>
              <a:gd name="csY0" fmla="*/ 0 h 369332"/>
              <a:gd name="csX1" fmla="*/ 545929 w 3090165"/>
              <a:gd name="csY1" fmla="*/ 0 h 369332"/>
              <a:gd name="csX2" fmla="*/ 968252 w 3090165"/>
              <a:gd name="csY2" fmla="*/ 0 h 369332"/>
              <a:gd name="csX3" fmla="*/ 1452378 w 3090165"/>
              <a:gd name="csY3" fmla="*/ 0 h 369332"/>
              <a:gd name="csX4" fmla="*/ 1998307 w 3090165"/>
              <a:gd name="csY4" fmla="*/ 0 h 369332"/>
              <a:gd name="csX5" fmla="*/ 2420629 w 3090165"/>
              <a:gd name="csY5" fmla="*/ 0 h 369332"/>
              <a:gd name="csX6" fmla="*/ 3090165 w 3090165"/>
              <a:gd name="csY6" fmla="*/ 0 h 369332"/>
              <a:gd name="csX7" fmla="*/ 3090165 w 3090165"/>
              <a:gd name="csY7" fmla="*/ 369332 h 369332"/>
              <a:gd name="csX8" fmla="*/ 2575138 w 3090165"/>
              <a:gd name="csY8" fmla="*/ 369332 h 369332"/>
              <a:gd name="csX9" fmla="*/ 2029208 w 3090165"/>
              <a:gd name="csY9" fmla="*/ 369332 h 369332"/>
              <a:gd name="csX10" fmla="*/ 1606886 w 3090165"/>
              <a:gd name="csY10" fmla="*/ 369332 h 369332"/>
              <a:gd name="csX11" fmla="*/ 1122760 w 3090165"/>
              <a:gd name="csY11" fmla="*/ 369332 h 369332"/>
              <a:gd name="csX12" fmla="*/ 576831 w 3090165"/>
              <a:gd name="csY12" fmla="*/ 369332 h 369332"/>
              <a:gd name="csX13" fmla="*/ 0 w 3090165"/>
              <a:gd name="csY13" fmla="*/ 369332 h 369332"/>
              <a:gd name="csX14" fmla="*/ 0 w 3090165"/>
              <a:gd name="csY1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090165" h="369332" fill="none" extrusionOk="0">
                <a:moveTo>
                  <a:pt x="0" y="0"/>
                </a:moveTo>
                <a:cubicBezTo>
                  <a:pt x="192970" y="-35098"/>
                  <a:pt x="387903" y="43903"/>
                  <a:pt x="545929" y="0"/>
                </a:cubicBezTo>
                <a:cubicBezTo>
                  <a:pt x="703955" y="-43903"/>
                  <a:pt x="874597" y="36576"/>
                  <a:pt x="968252" y="0"/>
                </a:cubicBezTo>
                <a:cubicBezTo>
                  <a:pt x="1061907" y="-36576"/>
                  <a:pt x="1216089" y="28808"/>
                  <a:pt x="1452378" y="0"/>
                </a:cubicBezTo>
                <a:cubicBezTo>
                  <a:pt x="1688667" y="-28808"/>
                  <a:pt x="1725971" y="2590"/>
                  <a:pt x="1998307" y="0"/>
                </a:cubicBezTo>
                <a:cubicBezTo>
                  <a:pt x="2270643" y="-2590"/>
                  <a:pt x="2306570" y="14526"/>
                  <a:pt x="2420629" y="0"/>
                </a:cubicBezTo>
                <a:cubicBezTo>
                  <a:pt x="2534688" y="-14526"/>
                  <a:pt x="2945810" y="59794"/>
                  <a:pt x="3090165" y="0"/>
                </a:cubicBezTo>
                <a:cubicBezTo>
                  <a:pt x="3097060" y="137419"/>
                  <a:pt x="3050754" y="292089"/>
                  <a:pt x="3090165" y="369332"/>
                </a:cubicBezTo>
                <a:cubicBezTo>
                  <a:pt x="2967933" y="393737"/>
                  <a:pt x="2709729" y="347712"/>
                  <a:pt x="2575138" y="369332"/>
                </a:cubicBezTo>
                <a:cubicBezTo>
                  <a:pt x="2440547" y="390952"/>
                  <a:pt x="2287995" y="336818"/>
                  <a:pt x="2029208" y="369332"/>
                </a:cubicBezTo>
                <a:cubicBezTo>
                  <a:pt x="1770421" y="401846"/>
                  <a:pt x="1786768" y="368769"/>
                  <a:pt x="1606886" y="369332"/>
                </a:cubicBezTo>
                <a:cubicBezTo>
                  <a:pt x="1427004" y="369895"/>
                  <a:pt x="1232627" y="353305"/>
                  <a:pt x="1122760" y="369332"/>
                </a:cubicBezTo>
                <a:cubicBezTo>
                  <a:pt x="1012893" y="385359"/>
                  <a:pt x="835833" y="330148"/>
                  <a:pt x="576831" y="369332"/>
                </a:cubicBezTo>
                <a:cubicBezTo>
                  <a:pt x="317829" y="408516"/>
                  <a:pt x="129998" y="361776"/>
                  <a:pt x="0" y="369332"/>
                </a:cubicBezTo>
                <a:cubicBezTo>
                  <a:pt x="-16094" y="271252"/>
                  <a:pt x="31477" y="123284"/>
                  <a:pt x="0" y="0"/>
                </a:cubicBezTo>
                <a:close/>
              </a:path>
              <a:path w="3090165" h="369332" stroke="0" extrusionOk="0">
                <a:moveTo>
                  <a:pt x="0" y="0"/>
                </a:moveTo>
                <a:cubicBezTo>
                  <a:pt x="250579" y="-4236"/>
                  <a:pt x="341330" y="46731"/>
                  <a:pt x="576831" y="0"/>
                </a:cubicBezTo>
                <a:cubicBezTo>
                  <a:pt x="812332" y="-46731"/>
                  <a:pt x="927909" y="45962"/>
                  <a:pt x="1060957" y="0"/>
                </a:cubicBezTo>
                <a:cubicBezTo>
                  <a:pt x="1194005" y="-45962"/>
                  <a:pt x="1364299" y="50324"/>
                  <a:pt x="1483279" y="0"/>
                </a:cubicBezTo>
                <a:cubicBezTo>
                  <a:pt x="1602259" y="-50324"/>
                  <a:pt x="1817203" y="1441"/>
                  <a:pt x="1998307" y="0"/>
                </a:cubicBezTo>
                <a:cubicBezTo>
                  <a:pt x="2179411" y="-1441"/>
                  <a:pt x="2400432" y="49822"/>
                  <a:pt x="2513334" y="0"/>
                </a:cubicBezTo>
                <a:cubicBezTo>
                  <a:pt x="2626236" y="-49822"/>
                  <a:pt x="2857805" y="13729"/>
                  <a:pt x="3090165" y="0"/>
                </a:cubicBezTo>
                <a:cubicBezTo>
                  <a:pt x="3107011" y="153893"/>
                  <a:pt x="3077706" y="200828"/>
                  <a:pt x="3090165" y="369332"/>
                </a:cubicBezTo>
                <a:cubicBezTo>
                  <a:pt x="2853060" y="372492"/>
                  <a:pt x="2753603" y="310467"/>
                  <a:pt x="2575138" y="369332"/>
                </a:cubicBezTo>
                <a:cubicBezTo>
                  <a:pt x="2396673" y="428197"/>
                  <a:pt x="2241604" y="320439"/>
                  <a:pt x="2152815" y="369332"/>
                </a:cubicBezTo>
                <a:cubicBezTo>
                  <a:pt x="2064026" y="418225"/>
                  <a:pt x="1750213" y="350480"/>
                  <a:pt x="1637787" y="369332"/>
                </a:cubicBezTo>
                <a:cubicBezTo>
                  <a:pt x="1525361" y="388184"/>
                  <a:pt x="1204479" y="314870"/>
                  <a:pt x="1091858" y="369332"/>
                </a:cubicBezTo>
                <a:cubicBezTo>
                  <a:pt x="979237" y="423794"/>
                  <a:pt x="643192" y="335854"/>
                  <a:pt x="515028" y="369332"/>
                </a:cubicBezTo>
                <a:cubicBezTo>
                  <a:pt x="386864" y="402810"/>
                  <a:pt x="228403" y="329008"/>
                  <a:pt x="0" y="369332"/>
                </a:cubicBezTo>
                <a:cubicBezTo>
                  <a:pt x="-4257" y="190508"/>
                  <a:pt x="41900" y="86194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8957492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Firms decide quantities first.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CD969B-0589-085D-8C70-FC1BA23218DD}"/>
              </a:ext>
            </a:extLst>
          </p:cNvPr>
          <p:cNvSpPr txBox="1"/>
          <p:nvPr/>
        </p:nvSpPr>
        <p:spPr>
          <a:xfrm>
            <a:off x="669035" y="5578830"/>
            <a:ext cx="5041483" cy="369332"/>
          </a:xfrm>
          <a:custGeom>
            <a:avLst/>
            <a:gdLst>
              <a:gd name="csX0" fmla="*/ 0 w 5041483"/>
              <a:gd name="csY0" fmla="*/ 0 h 369332"/>
              <a:gd name="csX1" fmla="*/ 459335 w 5041483"/>
              <a:gd name="csY1" fmla="*/ 0 h 369332"/>
              <a:gd name="csX2" fmla="*/ 969085 w 5041483"/>
              <a:gd name="csY2" fmla="*/ 0 h 369332"/>
              <a:gd name="csX3" fmla="*/ 1428420 w 5041483"/>
              <a:gd name="csY3" fmla="*/ 0 h 369332"/>
              <a:gd name="csX4" fmla="*/ 2039000 w 5041483"/>
              <a:gd name="csY4" fmla="*/ 0 h 369332"/>
              <a:gd name="csX5" fmla="*/ 2599165 w 5041483"/>
              <a:gd name="csY5" fmla="*/ 0 h 369332"/>
              <a:gd name="csX6" fmla="*/ 3159329 w 5041483"/>
              <a:gd name="csY6" fmla="*/ 0 h 369332"/>
              <a:gd name="csX7" fmla="*/ 3820324 w 5041483"/>
              <a:gd name="csY7" fmla="*/ 0 h 369332"/>
              <a:gd name="csX8" fmla="*/ 4430903 w 5041483"/>
              <a:gd name="csY8" fmla="*/ 0 h 369332"/>
              <a:gd name="csX9" fmla="*/ 5041483 w 5041483"/>
              <a:gd name="csY9" fmla="*/ 0 h 369332"/>
              <a:gd name="csX10" fmla="*/ 5041483 w 5041483"/>
              <a:gd name="csY10" fmla="*/ 369332 h 369332"/>
              <a:gd name="csX11" fmla="*/ 4632563 w 5041483"/>
              <a:gd name="csY11" fmla="*/ 369332 h 369332"/>
              <a:gd name="csX12" fmla="*/ 4173228 w 5041483"/>
              <a:gd name="csY12" fmla="*/ 369332 h 369332"/>
              <a:gd name="csX13" fmla="*/ 3562648 w 5041483"/>
              <a:gd name="csY13" fmla="*/ 369332 h 369332"/>
              <a:gd name="csX14" fmla="*/ 2901654 w 5041483"/>
              <a:gd name="csY14" fmla="*/ 369332 h 369332"/>
              <a:gd name="csX15" fmla="*/ 2391904 w 5041483"/>
              <a:gd name="csY15" fmla="*/ 369332 h 369332"/>
              <a:gd name="csX16" fmla="*/ 1730909 w 5041483"/>
              <a:gd name="csY16" fmla="*/ 369332 h 369332"/>
              <a:gd name="csX17" fmla="*/ 1271574 w 5041483"/>
              <a:gd name="csY17" fmla="*/ 369332 h 369332"/>
              <a:gd name="csX18" fmla="*/ 862654 w 5041483"/>
              <a:gd name="csY18" fmla="*/ 369332 h 369332"/>
              <a:gd name="csX19" fmla="*/ 0 w 5041483"/>
              <a:gd name="csY19" fmla="*/ 369332 h 369332"/>
              <a:gd name="csX20" fmla="*/ 0 w 5041483"/>
              <a:gd name="csY2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041483" h="369332" fill="none" extrusionOk="0">
                <a:moveTo>
                  <a:pt x="0" y="0"/>
                </a:moveTo>
                <a:cubicBezTo>
                  <a:pt x="153194" y="-38923"/>
                  <a:pt x="267385" y="36946"/>
                  <a:pt x="459335" y="0"/>
                </a:cubicBezTo>
                <a:cubicBezTo>
                  <a:pt x="651286" y="-36946"/>
                  <a:pt x="863017" y="60097"/>
                  <a:pt x="969085" y="0"/>
                </a:cubicBezTo>
                <a:cubicBezTo>
                  <a:pt x="1075153" y="-60097"/>
                  <a:pt x="1266099" y="20509"/>
                  <a:pt x="1428420" y="0"/>
                </a:cubicBezTo>
                <a:cubicBezTo>
                  <a:pt x="1590741" y="-20509"/>
                  <a:pt x="1814724" y="19402"/>
                  <a:pt x="2039000" y="0"/>
                </a:cubicBezTo>
                <a:cubicBezTo>
                  <a:pt x="2263276" y="-19402"/>
                  <a:pt x="2416982" y="3886"/>
                  <a:pt x="2599165" y="0"/>
                </a:cubicBezTo>
                <a:cubicBezTo>
                  <a:pt x="2781348" y="-3886"/>
                  <a:pt x="2895951" y="256"/>
                  <a:pt x="3159329" y="0"/>
                </a:cubicBezTo>
                <a:cubicBezTo>
                  <a:pt x="3422707" y="-256"/>
                  <a:pt x="3607560" y="49897"/>
                  <a:pt x="3820324" y="0"/>
                </a:cubicBezTo>
                <a:cubicBezTo>
                  <a:pt x="4033088" y="-49897"/>
                  <a:pt x="4197747" y="28208"/>
                  <a:pt x="4430903" y="0"/>
                </a:cubicBezTo>
                <a:cubicBezTo>
                  <a:pt x="4664059" y="-28208"/>
                  <a:pt x="4786916" y="67362"/>
                  <a:pt x="5041483" y="0"/>
                </a:cubicBezTo>
                <a:cubicBezTo>
                  <a:pt x="5075512" y="106438"/>
                  <a:pt x="5003733" y="213441"/>
                  <a:pt x="5041483" y="369332"/>
                </a:cubicBezTo>
                <a:cubicBezTo>
                  <a:pt x="4866279" y="408538"/>
                  <a:pt x="4770522" y="344486"/>
                  <a:pt x="4632563" y="369332"/>
                </a:cubicBezTo>
                <a:cubicBezTo>
                  <a:pt x="4494604" y="394178"/>
                  <a:pt x="4329017" y="361274"/>
                  <a:pt x="4173228" y="369332"/>
                </a:cubicBezTo>
                <a:cubicBezTo>
                  <a:pt x="4017440" y="377390"/>
                  <a:pt x="3777843" y="307595"/>
                  <a:pt x="3562648" y="369332"/>
                </a:cubicBezTo>
                <a:cubicBezTo>
                  <a:pt x="3347453" y="431069"/>
                  <a:pt x="3120832" y="316229"/>
                  <a:pt x="2901654" y="369332"/>
                </a:cubicBezTo>
                <a:cubicBezTo>
                  <a:pt x="2682476" y="422435"/>
                  <a:pt x="2569973" y="318931"/>
                  <a:pt x="2391904" y="369332"/>
                </a:cubicBezTo>
                <a:cubicBezTo>
                  <a:pt x="2213835" y="419733"/>
                  <a:pt x="1962582" y="341647"/>
                  <a:pt x="1730909" y="369332"/>
                </a:cubicBezTo>
                <a:cubicBezTo>
                  <a:pt x="1499237" y="397017"/>
                  <a:pt x="1376791" y="350136"/>
                  <a:pt x="1271574" y="369332"/>
                </a:cubicBezTo>
                <a:cubicBezTo>
                  <a:pt x="1166358" y="388528"/>
                  <a:pt x="960697" y="330424"/>
                  <a:pt x="862654" y="369332"/>
                </a:cubicBezTo>
                <a:cubicBezTo>
                  <a:pt x="764611" y="408240"/>
                  <a:pt x="182229" y="288251"/>
                  <a:pt x="0" y="369332"/>
                </a:cubicBezTo>
                <a:cubicBezTo>
                  <a:pt x="-7895" y="236070"/>
                  <a:pt x="6912" y="155374"/>
                  <a:pt x="0" y="0"/>
                </a:cubicBezTo>
                <a:close/>
              </a:path>
              <a:path w="5041483" h="369332" stroke="0" extrusionOk="0">
                <a:moveTo>
                  <a:pt x="0" y="0"/>
                </a:moveTo>
                <a:cubicBezTo>
                  <a:pt x="127361" y="-37903"/>
                  <a:pt x="337955" y="45017"/>
                  <a:pt x="509750" y="0"/>
                </a:cubicBezTo>
                <a:cubicBezTo>
                  <a:pt x="681545" y="-45017"/>
                  <a:pt x="812146" y="17820"/>
                  <a:pt x="918670" y="0"/>
                </a:cubicBezTo>
                <a:cubicBezTo>
                  <a:pt x="1025194" y="-17820"/>
                  <a:pt x="1290727" y="10782"/>
                  <a:pt x="1579665" y="0"/>
                </a:cubicBezTo>
                <a:cubicBezTo>
                  <a:pt x="1868603" y="-10782"/>
                  <a:pt x="1848253" y="46233"/>
                  <a:pt x="2089415" y="0"/>
                </a:cubicBezTo>
                <a:cubicBezTo>
                  <a:pt x="2330577" y="-46233"/>
                  <a:pt x="2481982" y="26743"/>
                  <a:pt x="2599165" y="0"/>
                </a:cubicBezTo>
                <a:cubicBezTo>
                  <a:pt x="2716348" y="-26743"/>
                  <a:pt x="2966307" y="39205"/>
                  <a:pt x="3260159" y="0"/>
                </a:cubicBezTo>
                <a:cubicBezTo>
                  <a:pt x="3554011" y="-39205"/>
                  <a:pt x="3605290" y="28911"/>
                  <a:pt x="3719494" y="0"/>
                </a:cubicBezTo>
                <a:cubicBezTo>
                  <a:pt x="3833699" y="-28911"/>
                  <a:pt x="4130807" y="77432"/>
                  <a:pt x="4380489" y="0"/>
                </a:cubicBezTo>
                <a:cubicBezTo>
                  <a:pt x="4630171" y="-77432"/>
                  <a:pt x="4739638" y="63406"/>
                  <a:pt x="5041483" y="0"/>
                </a:cubicBezTo>
                <a:cubicBezTo>
                  <a:pt x="5058603" y="100193"/>
                  <a:pt x="5008408" y="257057"/>
                  <a:pt x="5041483" y="369332"/>
                </a:cubicBezTo>
                <a:cubicBezTo>
                  <a:pt x="4844816" y="430008"/>
                  <a:pt x="4721824" y="312526"/>
                  <a:pt x="4481318" y="369332"/>
                </a:cubicBezTo>
                <a:cubicBezTo>
                  <a:pt x="4240813" y="426138"/>
                  <a:pt x="4081677" y="343594"/>
                  <a:pt x="3971568" y="369332"/>
                </a:cubicBezTo>
                <a:cubicBezTo>
                  <a:pt x="3861459" y="395070"/>
                  <a:pt x="3555163" y="345028"/>
                  <a:pt x="3310574" y="369332"/>
                </a:cubicBezTo>
                <a:cubicBezTo>
                  <a:pt x="3065985" y="393636"/>
                  <a:pt x="2878503" y="330706"/>
                  <a:pt x="2649579" y="369332"/>
                </a:cubicBezTo>
                <a:cubicBezTo>
                  <a:pt x="2420656" y="407958"/>
                  <a:pt x="2302752" y="332572"/>
                  <a:pt x="2190244" y="369332"/>
                </a:cubicBezTo>
                <a:cubicBezTo>
                  <a:pt x="2077736" y="406092"/>
                  <a:pt x="1744711" y="358887"/>
                  <a:pt x="1630080" y="369332"/>
                </a:cubicBezTo>
                <a:cubicBezTo>
                  <a:pt x="1515449" y="379777"/>
                  <a:pt x="1233333" y="299176"/>
                  <a:pt x="969085" y="369332"/>
                </a:cubicBezTo>
                <a:cubicBezTo>
                  <a:pt x="704837" y="439488"/>
                  <a:pt x="434768" y="269869"/>
                  <a:pt x="0" y="369332"/>
                </a:cubicBezTo>
                <a:cubicBezTo>
                  <a:pt x="-40318" y="228999"/>
                  <a:pt x="8008" y="159412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 adjusts based on supply; same for all firms.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B65AE7-A6AB-40A1-2183-48A29C5BB476}"/>
              </a:ext>
            </a:extLst>
          </p:cNvPr>
          <p:cNvSpPr txBox="1"/>
          <p:nvPr/>
        </p:nvSpPr>
        <p:spPr>
          <a:xfrm>
            <a:off x="669035" y="1872853"/>
            <a:ext cx="41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Model: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Cournot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Competition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30AA41-CCD0-9C1F-54F8-934B92ABCD8A}"/>
              </a:ext>
            </a:extLst>
          </p:cNvPr>
          <p:cNvSpPr txBox="1"/>
          <p:nvPr/>
        </p:nvSpPr>
        <p:spPr>
          <a:xfrm>
            <a:off x="6761107" y="2514480"/>
            <a:ext cx="4918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Easy to change ‘production capacity’ and price on the fly.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40423D-BC4B-4F0E-0B7C-DDF68BE2DB39}"/>
              </a:ext>
            </a:extLst>
          </p:cNvPr>
          <p:cNvSpPr txBox="1"/>
          <p:nvPr/>
        </p:nvSpPr>
        <p:spPr>
          <a:xfrm>
            <a:off x="6761106" y="3429000"/>
            <a:ext cx="296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Sellers, Service providers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1D0552-7C53-5A35-F7C3-0642E016EA98}"/>
              </a:ext>
            </a:extLst>
          </p:cNvPr>
          <p:cNvSpPr txBox="1"/>
          <p:nvPr/>
        </p:nvSpPr>
        <p:spPr>
          <a:xfrm>
            <a:off x="7186884" y="3817001"/>
            <a:ext cx="4166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Supermarkets, retail/online stores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Airline tickets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Streaming services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0294E5-0AF8-2726-ED52-625F5F15D626}"/>
              </a:ext>
            </a:extLst>
          </p:cNvPr>
          <p:cNvSpPr txBox="1"/>
          <p:nvPr/>
        </p:nvSpPr>
        <p:spPr>
          <a:xfrm>
            <a:off x="6761107" y="5050593"/>
            <a:ext cx="2623038" cy="369332"/>
          </a:xfrm>
          <a:custGeom>
            <a:avLst/>
            <a:gdLst>
              <a:gd name="csX0" fmla="*/ 0 w 2623038"/>
              <a:gd name="csY0" fmla="*/ 0 h 369332"/>
              <a:gd name="csX1" fmla="*/ 472147 w 2623038"/>
              <a:gd name="csY1" fmla="*/ 0 h 369332"/>
              <a:gd name="csX2" fmla="*/ 1049215 w 2623038"/>
              <a:gd name="csY2" fmla="*/ 0 h 369332"/>
              <a:gd name="csX3" fmla="*/ 1600053 w 2623038"/>
              <a:gd name="csY3" fmla="*/ 0 h 369332"/>
              <a:gd name="csX4" fmla="*/ 2045970 w 2623038"/>
              <a:gd name="csY4" fmla="*/ 0 h 369332"/>
              <a:gd name="csX5" fmla="*/ 2623038 w 2623038"/>
              <a:gd name="csY5" fmla="*/ 0 h 369332"/>
              <a:gd name="csX6" fmla="*/ 2623038 w 2623038"/>
              <a:gd name="csY6" fmla="*/ 369332 h 369332"/>
              <a:gd name="csX7" fmla="*/ 2124661 w 2623038"/>
              <a:gd name="csY7" fmla="*/ 369332 h 369332"/>
              <a:gd name="csX8" fmla="*/ 1626284 w 2623038"/>
              <a:gd name="csY8" fmla="*/ 369332 h 369332"/>
              <a:gd name="csX9" fmla="*/ 1101676 w 2623038"/>
              <a:gd name="csY9" fmla="*/ 369332 h 369332"/>
              <a:gd name="csX10" fmla="*/ 577068 w 2623038"/>
              <a:gd name="csY10" fmla="*/ 369332 h 369332"/>
              <a:gd name="csX11" fmla="*/ 0 w 2623038"/>
              <a:gd name="csY11" fmla="*/ 369332 h 369332"/>
              <a:gd name="csX12" fmla="*/ 0 w 2623038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23038" h="369332" fill="none" extrusionOk="0">
                <a:moveTo>
                  <a:pt x="0" y="0"/>
                </a:moveTo>
                <a:cubicBezTo>
                  <a:pt x="188280" y="-42534"/>
                  <a:pt x="362444" y="39184"/>
                  <a:pt x="472147" y="0"/>
                </a:cubicBezTo>
                <a:cubicBezTo>
                  <a:pt x="581850" y="-39184"/>
                  <a:pt x="884545" y="8569"/>
                  <a:pt x="1049215" y="0"/>
                </a:cubicBezTo>
                <a:cubicBezTo>
                  <a:pt x="1213885" y="-8569"/>
                  <a:pt x="1485373" y="61465"/>
                  <a:pt x="1600053" y="0"/>
                </a:cubicBezTo>
                <a:cubicBezTo>
                  <a:pt x="1714733" y="-61465"/>
                  <a:pt x="1909771" y="8714"/>
                  <a:pt x="2045970" y="0"/>
                </a:cubicBezTo>
                <a:cubicBezTo>
                  <a:pt x="2182169" y="-8714"/>
                  <a:pt x="2465192" y="50131"/>
                  <a:pt x="2623038" y="0"/>
                </a:cubicBezTo>
                <a:cubicBezTo>
                  <a:pt x="2648258" y="154587"/>
                  <a:pt x="2614701" y="266181"/>
                  <a:pt x="2623038" y="369332"/>
                </a:cubicBezTo>
                <a:cubicBezTo>
                  <a:pt x="2520733" y="424652"/>
                  <a:pt x="2356633" y="344746"/>
                  <a:pt x="2124661" y="369332"/>
                </a:cubicBezTo>
                <a:cubicBezTo>
                  <a:pt x="1892689" y="393918"/>
                  <a:pt x="1786775" y="327266"/>
                  <a:pt x="1626284" y="369332"/>
                </a:cubicBezTo>
                <a:cubicBezTo>
                  <a:pt x="1465793" y="411398"/>
                  <a:pt x="1260254" y="307444"/>
                  <a:pt x="1101676" y="369332"/>
                </a:cubicBezTo>
                <a:cubicBezTo>
                  <a:pt x="943098" y="431220"/>
                  <a:pt x="833929" y="347509"/>
                  <a:pt x="577068" y="369332"/>
                </a:cubicBezTo>
                <a:cubicBezTo>
                  <a:pt x="320207" y="391155"/>
                  <a:pt x="278476" y="340698"/>
                  <a:pt x="0" y="369332"/>
                </a:cubicBezTo>
                <a:cubicBezTo>
                  <a:pt x="-238" y="271207"/>
                  <a:pt x="1480" y="182961"/>
                  <a:pt x="0" y="0"/>
                </a:cubicBezTo>
                <a:close/>
              </a:path>
              <a:path w="2623038" h="369332" stroke="0" extrusionOk="0">
                <a:moveTo>
                  <a:pt x="0" y="0"/>
                </a:moveTo>
                <a:cubicBezTo>
                  <a:pt x="126614" y="-15279"/>
                  <a:pt x="381464" y="38504"/>
                  <a:pt x="577068" y="0"/>
                </a:cubicBezTo>
                <a:cubicBezTo>
                  <a:pt x="772672" y="-38504"/>
                  <a:pt x="928275" y="3651"/>
                  <a:pt x="1075446" y="0"/>
                </a:cubicBezTo>
                <a:cubicBezTo>
                  <a:pt x="1222617" y="-3651"/>
                  <a:pt x="1391046" y="19019"/>
                  <a:pt x="1521362" y="0"/>
                </a:cubicBezTo>
                <a:cubicBezTo>
                  <a:pt x="1651678" y="-19019"/>
                  <a:pt x="1789393" y="34637"/>
                  <a:pt x="2045970" y="0"/>
                </a:cubicBezTo>
                <a:cubicBezTo>
                  <a:pt x="2302547" y="-34637"/>
                  <a:pt x="2388203" y="1552"/>
                  <a:pt x="2623038" y="0"/>
                </a:cubicBezTo>
                <a:cubicBezTo>
                  <a:pt x="2652920" y="152714"/>
                  <a:pt x="2622999" y="189032"/>
                  <a:pt x="2623038" y="369332"/>
                </a:cubicBezTo>
                <a:cubicBezTo>
                  <a:pt x="2418075" y="406658"/>
                  <a:pt x="2232084" y="309715"/>
                  <a:pt x="2098430" y="369332"/>
                </a:cubicBezTo>
                <a:cubicBezTo>
                  <a:pt x="1964776" y="428949"/>
                  <a:pt x="1811702" y="337611"/>
                  <a:pt x="1600053" y="369332"/>
                </a:cubicBezTo>
                <a:cubicBezTo>
                  <a:pt x="1388404" y="401053"/>
                  <a:pt x="1322687" y="361478"/>
                  <a:pt x="1154137" y="369332"/>
                </a:cubicBezTo>
                <a:cubicBezTo>
                  <a:pt x="985587" y="377186"/>
                  <a:pt x="805131" y="346902"/>
                  <a:pt x="629529" y="369332"/>
                </a:cubicBezTo>
                <a:cubicBezTo>
                  <a:pt x="453927" y="391762"/>
                  <a:pt x="175180" y="363046"/>
                  <a:pt x="0" y="369332"/>
                </a:cubicBezTo>
                <a:cubicBezTo>
                  <a:pt x="-39155" y="215490"/>
                  <a:pt x="34089" y="133464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8957492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Firms set prices directly.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510818-E09A-45B7-082E-A40D8E08ADAF}"/>
              </a:ext>
            </a:extLst>
          </p:cNvPr>
          <p:cNvSpPr txBox="1"/>
          <p:nvPr/>
        </p:nvSpPr>
        <p:spPr>
          <a:xfrm>
            <a:off x="6761106" y="5578830"/>
            <a:ext cx="4918703" cy="369332"/>
          </a:xfrm>
          <a:custGeom>
            <a:avLst/>
            <a:gdLst>
              <a:gd name="csX0" fmla="*/ 0 w 4918703"/>
              <a:gd name="csY0" fmla="*/ 0 h 369332"/>
              <a:gd name="csX1" fmla="*/ 448148 w 4918703"/>
              <a:gd name="csY1" fmla="*/ 0 h 369332"/>
              <a:gd name="csX2" fmla="*/ 945484 w 4918703"/>
              <a:gd name="csY2" fmla="*/ 0 h 369332"/>
              <a:gd name="csX3" fmla="*/ 1393633 w 4918703"/>
              <a:gd name="csY3" fmla="*/ 0 h 369332"/>
              <a:gd name="csX4" fmla="*/ 1989342 w 4918703"/>
              <a:gd name="csY4" fmla="*/ 0 h 369332"/>
              <a:gd name="csX5" fmla="*/ 2535865 w 4918703"/>
              <a:gd name="csY5" fmla="*/ 0 h 369332"/>
              <a:gd name="csX6" fmla="*/ 3082387 w 4918703"/>
              <a:gd name="csY6" fmla="*/ 0 h 369332"/>
              <a:gd name="csX7" fmla="*/ 3727284 w 4918703"/>
              <a:gd name="csY7" fmla="*/ 0 h 369332"/>
              <a:gd name="csX8" fmla="*/ 4322993 w 4918703"/>
              <a:gd name="csY8" fmla="*/ 0 h 369332"/>
              <a:gd name="csX9" fmla="*/ 4918703 w 4918703"/>
              <a:gd name="csY9" fmla="*/ 0 h 369332"/>
              <a:gd name="csX10" fmla="*/ 4918703 w 4918703"/>
              <a:gd name="csY10" fmla="*/ 369332 h 369332"/>
              <a:gd name="csX11" fmla="*/ 4519742 w 4918703"/>
              <a:gd name="csY11" fmla="*/ 369332 h 369332"/>
              <a:gd name="csX12" fmla="*/ 4071593 w 4918703"/>
              <a:gd name="csY12" fmla="*/ 369332 h 369332"/>
              <a:gd name="csX13" fmla="*/ 3475883 w 4918703"/>
              <a:gd name="csY13" fmla="*/ 369332 h 369332"/>
              <a:gd name="csX14" fmla="*/ 2830987 w 4918703"/>
              <a:gd name="csY14" fmla="*/ 369332 h 369332"/>
              <a:gd name="csX15" fmla="*/ 2333651 w 4918703"/>
              <a:gd name="csY15" fmla="*/ 369332 h 369332"/>
              <a:gd name="csX16" fmla="*/ 1688755 w 4918703"/>
              <a:gd name="csY16" fmla="*/ 369332 h 369332"/>
              <a:gd name="csX17" fmla="*/ 1240606 w 4918703"/>
              <a:gd name="csY17" fmla="*/ 369332 h 369332"/>
              <a:gd name="csX18" fmla="*/ 841645 w 4918703"/>
              <a:gd name="csY18" fmla="*/ 369332 h 369332"/>
              <a:gd name="csX19" fmla="*/ 0 w 4918703"/>
              <a:gd name="csY19" fmla="*/ 369332 h 369332"/>
              <a:gd name="csX20" fmla="*/ 0 w 4918703"/>
              <a:gd name="csY2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918703" h="369332" fill="none" extrusionOk="0">
                <a:moveTo>
                  <a:pt x="0" y="0"/>
                </a:moveTo>
                <a:cubicBezTo>
                  <a:pt x="108063" y="-33492"/>
                  <a:pt x="237828" y="4381"/>
                  <a:pt x="448148" y="0"/>
                </a:cubicBezTo>
                <a:cubicBezTo>
                  <a:pt x="658468" y="-4381"/>
                  <a:pt x="792483" y="5722"/>
                  <a:pt x="945484" y="0"/>
                </a:cubicBezTo>
                <a:cubicBezTo>
                  <a:pt x="1098485" y="-5722"/>
                  <a:pt x="1191345" y="20347"/>
                  <a:pt x="1393633" y="0"/>
                </a:cubicBezTo>
                <a:cubicBezTo>
                  <a:pt x="1595921" y="-20347"/>
                  <a:pt x="1823781" y="10280"/>
                  <a:pt x="1989342" y="0"/>
                </a:cubicBezTo>
                <a:cubicBezTo>
                  <a:pt x="2154903" y="-10280"/>
                  <a:pt x="2346907" y="37569"/>
                  <a:pt x="2535865" y="0"/>
                </a:cubicBezTo>
                <a:cubicBezTo>
                  <a:pt x="2724823" y="-37569"/>
                  <a:pt x="2844247" y="10620"/>
                  <a:pt x="3082387" y="0"/>
                </a:cubicBezTo>
                <a:cubicBezTo>
                  <a:pt x="3320527" y="-10620"/>
                  <a:pt x="3514226" y="14148"/>
                  <a:pt x="3727284" y="0"/>
                </a:cubicBezTo>
                <a:cubicBezTo>
                  <a:pt x="3940342" y="-14148"/>
                  <a:pt x="4179266" y="35365"/>
                  <a:pt x="4322993" y="0"/>
                </a:cubicBezTo>
                <a:cubicBezTo>
                  <a:pt x="4466720" y="-35365"/>
                  <a:pt x="4707617" y="69288"/>
                  <a:pt x="4918703" y="0"/>
                </a:cubicBezTo>
                <a:cubicBezTo>
                  <a:pt x="4952732" y="106438"/>
                  <a:pt x="4880953" y="213441"/>
                  <a:pt x="4918703" y="369332"/>
                </a:cubicBezTo>
                <a:cubicBezTo>
                  <a:pt x="4838093" y="408327"/>
                  <a:pt x="4639800" y="330609"/>
                  <a:pt x="4519742" y="369332"/>
                </a:cubicBezTo>
                <a:cubicBezTo>
                  <a:pt x="4399684" y="408055"/>
                  <a:pt x="4224832" y="347090"/>
                  <a:pt x="4071593" y="369332"/>
                </a:cubicBezTo>
                <a:cubicBezTo>
                  <a:pt x="3918354" y="391574"/>
                  <a:pt x="3753454" y="337872"/>
                  <a:pt x="3475883" y="369332"/>
                </a:cubicBezTo>
                <a:cubicBezTo>
                  <a:pt x="3198312" y="400792"/>
                  <a:pt x="3121442" y="353222"/>
                  <a:pt x="2830987" y="369332"/>
                </a:cubicBezTo>
                <a:cubicBezTo>
                  <a:pt x="2540532" y="385442"/>
                  <a:pt x="2529792" y="365764"/>
                  <a:pt x="2333651" y="369332"/>
                </a:cubicBezTo>
                <a:cubicBezTo>
                  <a:pt x="2137510" y="372900"/>
                  <a:pt x="1986961" y="348949"/>
                  <a:pt x="1688755" y="369332"/>
                </a:cubicBezTo>
                <a:cubicBezTo>
                  <a:pt x="1390549" y="389715"/>
                  <a:pt x="1363034" y="340335"/>
                  <a:pt x="1240606" y="369332"/>
                </a:cubicBezTo>
                <a:cubicBezTo>
                  <a:pt x="1118178" y="398329"/>
                  <a:pt x="983426" y="349592"/>
                  <a:pt x="841645" y="369332"/>
                </a:cubicBezTo>
                <a:cubicBezTo>
                  <a:pt x="699864" y="389072"/>
                  <a:pt x="409447" y="338537"/>
                  <a:pt x="0" y="369332"/>
                </a:cubicBezTo>
                <a:cubicBezTo>
                  <a:pt x="-7895" y="236070"/>
                  <a:pt x="6912" y="155374"/>
                  <a:pt x="0" y="0"/>
                </a:cubicBezTo>
                <a:close/>
              </a:path>
              <a:path w="4918703" h="369332" stroke="0" extrusionOk="0">
                <a:moveTo>
                  <a:pt x="0" y="0"/>
                </a:moveTo>
                <a:cubicBezTo>
                  <a:pt x="222661" y="-9143"/>
                  <a:pt x="351957" y="58408"/>
                  <a:pt x="497336" y="0"/>
                </a:cubicBezTo>
                <a:cubicBezTo>
                  <a:pt x="642715" y="-58408"/>
                  <a:pt x="709410" y="33125"/>
                  <a:pt x="896297" y="0"/>
                </a:cubicBezTo>
                <a:cubicBezTo>
                  <a:pt x="1083184" y="-33125"/>
                  <a:pt x="1392184" y="42042"/>
                  <a:pt x="1541194" y="0"/>
                </a:cubicBezTo>
                <a:cubicBezTo>
                  <a:pt x="1690204" y="-42042"/>
                  <a:pt x="1856030" y="7057"/>
                  <a:pt x="2038529" y="0"/>
                </a:cubicBezTo>
                <a:cubicBezTo>
                  <a:pt x="2221029" y="-7057"/>
                  <a:pt x="2378396" y="52703"/>
                  <a:pt x="2535865" y="0"/>
                </a:cubicBezTo>
                <a:cubicBezTo>
                  <a:pt x="2693334" y="-52703"/>
                  <a:pt x="3043183" y="62697"/>
                  <a:pt x="3180761" y="0"/>
                </a:cubicBezTo>
                <a:cubicBezTo>
                  <a:pt x="3318339" y="-62697"/>
                  <a:pt x="3499022" y="9899"/>
                  <a:pt x="3628910" y="0"/>
                </a:cubicBezTo>
                <a:cubicBezTo>
                  <a:pt x="3758798" y="-9899"/>
                  <a:pt x="3994357" y="54834"/>
                  <a:pt x="4273806" y="0"/>
                </a:cubicBezTo>
                <a:cubicBezTo>
                  <a:pt x="4553255" y="-54834"/>
                  <a:pt x="4738590" y="68499"/>
                  <a:pt x="4918703" y="0"/>
                </a:cubicBezTo>
                <a:cubicBezTo>
                  <a:pt x="4935823" y="100193"/>
                  <a:pt x="4885628" y="257057"/>
                  <a:pt x="4918703" y="369332"/>
                </a:cubicBezTo>
                <a:cubicBezTo>
                  <a:pt x="4803740" y="406839"/>
                  <a:pt x="4487790" y="337308"/>
                  <a:pt x="4372180" y="369332"/>
                </a:cubicBezTo>
                <a:cubicBezTo>
                  <a:pt x="4256570" y="401356"/>
                  <a:pt x="4031767" y="346413"/>
                  <a:pt x="3874845" y="369332"/>
                </a:cubicBezTo>
                <a:cubicBezTo>
                  <a:pt x="3717923" y="392251"/>
                  <a:pt x="3362907" y="312572"/>
                  <a:pt x="3229948" y="369332"/>
                </a:cubicBezTo>
                <a:cubicBezTo>
                  <a:pt x="3096989" y="426092"/>
                  <a:pt x="2805598" y="295123"/>
                  <a:pt x="2585052" y="369332"/>
                </a:cubicBezTo>
                <a:cubicBezTo>
                  <a:pt x="2364506" y="443541"/>
                  <a:pt x="2258359" y="330521"/>
                  <a:pt x="2136903" y="369332"/>
                </a:cubicBezTo>
                <a:cubicBezTo>
                  <a:pt x="2015447" y="408143"/>
                  <a:pt x="1813369" y="333101"/>
                  <a:pt x="1590381" y="369332"/>
                </a:cubicBezTo>
                <a:cubicBezTo>
                  <a:pt x="1367393" y="405563"/>
                  <a:pt x="1153451" y="361179"/>
                  <a:pt x="945484" y="369332"/>
                </a:cubicBezTo>
                <a:cubicBezTo>
                  <a:pt x="737517" y="377485"/>
                  <a:pt x="414892" y="347408"/>
                  <a:pt x="0" y="369332"/>
                </a:cubicBezTo>
                <a:cubicBezTo>
                  <a:pt x="-40318" y="228999"/>
                  <a:pt x="8008" y="15941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Quantities adjust in real time based on demand.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CE767F-35BC-1CD3-AB71-550E871BA699}"/>
              </a:ext>
            </a:extLst>
          </p:cNvPr>
          <p:cNvSpPr txBox="1"/>
          <p:nvPr/>
        </p:nvSpPr>
        <p:spPr>
          <a:xfrm>
            <a:off x="6761106" y="1871630"/>
            <a:ext cx="4381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Model: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Bertrand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Competition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274043-84E3-8A91-FBD1-1A9BB54B4F7C}"/>
              </a:ext>
            </a:extLst>
          </p:cNvPr>
          <p:cNvSpPr txBox="1"/>
          <p:nvPr/>
        </p:nvSpPr>
        <p:spPr>
          <a:xfrm rot="21187837">
            <a:off x="4093160" y="4942871"/>
            <a:ext cx="2071282" cy="584775"/>
          </a:xfrm>
          <a:custGeom>
            <a:avLst/>
            <a:gdLst>
              <a:gd name="csX0" fmla="*/ 0 w 2071282"/>
              <a:gd name="csY0" fmla="*/ 0 h 584775"/>
              <a:gd name="csX1" fmla="*/ 497108 w 2071282"/>
              <a:gd name="csY1" fmla="*/ 0 h 584775"/>
              <a:gd name="csX2" fmla="*/ 952790 w 2071282"/>
              <a:gd name="csY2" fmla="*/ 0 h 584775"/>
              <a:gd name="csX3" fmla="*/ 1512036 w 2071282"/>
              <a:gd name="csY3" fmla="*/ 0 h 584775"/>
              <a:gd name="csX4" fmla="*/ 2071282 w 2071282"/>
              <a:gd name="csY4" fmla="*/ 0 h 584775"/>
              <a:gd name="csX5" fmla="*/ 2071282 w 2071282"/>
              <a:gd name="csY5" fmla="*/ 584775 h 584775"/>
              <a:gd name="csX6" fmla="*/ 1594887 w 2071282"/>
              <a:gd name="csY6" fmla="*/ 584775 h 584775"/>
              <a:gd name="csX7" fmla="*/ 1118492 w 2071282"/>
              <a:gd name="csY7" fmla="*/ 584775 h 584775"/>
              <a:gd name="csX8" fmla="*/ 559246 w 2071282"/>
              <a:gd name="csY8" fmla="*/ 584775 h 584775"/>
              <a:gd name="csX9" fmla="*/ 0 w 2071282"/>
              <a:gd name="csY9" fmla="*/ 584775 h 584775"/>
              <a:gd name="csX10" fmla="*/ 0 w 2071282"/>
              <a:gd name="csY10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071282" h="584775" extrusionOk="0">
                <a:moveTo>
                  <a:pt x="0" y="0"/>
                </a:moveTo>
                <a:cubicBezTo>
                  <a:pt x="198042" y="-46997"/>
                  <a:pt x="348043" y="28277"/>
                  <a:pt x="497108" y="0"/>
                </a:cubicBezTo>
                <a:cubicBezTo>
                  <a:pt x="646173" y="-28277"/>
                  <a:pt x="763574" y="53344"/>
                  <a:pt x="952790" y="0"/>
                </a:cubicBezTo>
                <a:cubicBezTo>
                  <a:pt x="1142006" y="-53344"/>
                  <a:pt x="1338313" y="24023"/>
                  <a:pt x="1512036" y="0"/>
                </a:cubicBezTo>
                <a:cubicBezTo>
                  <a:pt x="1685759" y="-24023"/>
                  <a:pt x="1825696" y="19399"/>
                  <a:pt x="2071282" y="0"/>
                </a:cubicBezTo>
                <a:cubicBezTo>
                  <a:pt x="2077980" y="120638"/>
                  <a:pt x="2063507" y="453480"/>
                  <a:pt x="2071282" y="584775"/>
                </a:cubicBezTo>
                <a:cubicBezTo>
                  <a:pt x="1950145" y="596134"/>
                  <a:pt x="1829256" y="544487"/>
                  <a:pt x="1594887" y="584775"/>
                </a:cubicBezTo>
                <a:cubicBezTo>
                  <a:pt x="1360518" y="625063"/>
                  <a:pt x="1237529" y="558921"/>
                  <a:pt x="1118492" y="584775"/>
                </a:cubicBezTo>
                <a:cubicBezTo>
                  <a:pt x="999456" y="610629"/>
                  <a:pt x="791600" y="529953"/>
                  <a:pt x="559246" y="584775"/>
                </a:cubicBezTo>
                <a:cubicBezTo>
                  <a:pt x="326892" y="639597"/>
                  <a:pt x="228234" y="564236"/>
                  <a:pt x="0" y="584775"/>
                </a:cubicBezTo>
                <a:cubicBezTo>
                  <a:pt x="-7399" y="344304"/>
                  <a:pt x="51418" y="24999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quantity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-based competition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44DC4C-0021-1C5B-4932-62DF2786AD1D}"/>
              </a:ext>
            </a:extLst>
          </p:cNvPr>
          <p:cNvSpPr txBox="1"/>
          <p:nvPr/>
        </p:nvSpPr>
        <p:spPr>
          <a:xfrm rot="21187837">
            <a:off x="9750907" y="4679057"/>
            <a:ext cx="2071282" cy="584775"/>
          </a:xfrm>
          <a:custGeom>
            <a:avLst/>
            <a:gdLst>
              <a:gd name="csX0" fmla="*/ 0 w 2071282"/>
              <a:gd name="csY0" fmla="*/ 0 h 584775"/>
              <a:gd name="csX1" fmla="*/ 517821 w 2071282"/>
              <a:gd name="csY1" fmla="*/ 0 h 584775"/>
              <a:gd name="csX2" fmla="*/ 1014928 w 2071282"/>
              <a:gd name="csY2" fmla="*/ 0 h 584775"/>
              <a:gd name="csX3" fmla="*/ 1553462 w 2071282"/>
              <a:gd name="csY3" fmla="*/ 0 h 584775"/>
              <a:gd name="csX4" fmla="*/ 2071282 w 2071282"/>
              <a:gd name="csY4" fmla="*/ 0 h 584775"/>
              <a:gd name="csX5" fmla="*/ 2071282 w 2071282"/>
              <a:gd name="csY5" fmla="*/ 584775 h 584775"/>
              <a:gd name="csX6" fmla="*/ 1615600 w 2071282"/>
              <a:gd name="csY6" fmla="*/ 584775 h 584775"/>
              <a:gd name="csX7" fmla="*/ 1159918 w 2071282"/>
              <a:gd name="csY7" fmla="*/ 584775 h 584775"/>
              <a:gd name="csX8" fmla="*/ 683523 w 2071282"/>
              <a:gd name="csY8" fmla="*/ 584775 h 584775"/>
              <a:gd name="csX9" fmla="*/ 0 w 2071282"/>
              <a:gd name="csY9" fmla="*/ 584775 h 584775"/>
              <a:gd name="csX10" fmla="*/ 0 w 2071282"/>
              <a:gd name="csY10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071282" h="584775" extrusionOk="0">
                <a:moveTo>
                  <a:pt x="0" y="0"/>
                </a:moveTo>
                <a:cubicBezTo>
                  <a:pt x="123891" y="-38401"/>
                  <a:pt x="383857" y="2209"/>
                  <a:pt x="517821" y="0"/>
                </a:cubicBezTo>
                <a:cubicBezTo>
                  <a:pt x="651785" y="-2209"/>
                  <a:pt x="897262" y="55589"/>
                  <a:pt x="1014928" y="0"/>
                </a:cubicBezTo>
                <a:cubicBezTo>
                  <a:pt x="1132594" y="-55589"/>
                  <a:pt x="1411382" y="30538"/>
                  <a:pt x="1553462" y="0"/>
                </a:cubicBezTo>
                <a:cubicBezTo>
                  <a:pt x="1695542" y="-30538"/>
                  <a:pt x="1910328" y="44404"/>
                  <a:pt x="2071282" y="0"/>
                </a:cubicBezTo>
                <a:cubicBezTo>
                  <a:pt x="2123896" y="198914"/>
                  <a:pt x="2048312" y="295571"/>
                  <a:pt x="2071282" y="584775"/>
                </a:cubicBezTo>
                <a:cubicBezTo>
                  <a:pt x="1874002" y="605459"/>
                  <a:pt x="1778341" y="578087"/>
                  <a:pt x="1615600" y="584775"/>
                </a:cubicBezTo>
                <a:cubicBezTo>
                  <a:pt x="1452859" y="591463"/>
                  <a:pt x="1330533" y="558543"/>
                  <a:pt x="1159918" y="584775"/>
                </a:cubicBezTo>
                <a:cubicBezTo>
                  <a:pt x="989303" y="611007"/>
                  <a:pt x="910339" y="532105"/>
                  <a:pt x="683523" y="584775"/>
                </a:cubicBezTo>
                <a:cubicBezTo>
                  <a:pt x="456707" y="637445"/>
                  <a:pt x="185539" y="508632"/>
                  <a:pt x="0" y="584775"/>
                </a:cubicBezTo>
                <a:cubicBezTo>
                  <a:pt x="-6419" y="294424"/>
                  <a:pt x="62160" y="262346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price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-based competition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906579-4C20-C60A-D86D-1371ECE557FE}"/>
              </a:ext>
            </a:extLst>
          </p:cNvPr>
          <p:cNvSpPr txBox="1"/>
          <p:nvPr/>
        </p:nvSpPr>
        <p:spPr>
          <a:xfrm>
            <a:off x="6761105" y="6188219"/>
            <a:ext cx="5153804" cy="369332"/>
          </a:xfrm>
          <a:custGeom>
            <a:avLst/>
            <a:gdLst>
              <a:gd name="csX0" fmla="*/ 0 w 5153804"/>
              <a:gd name="csY0" fmla="*/ 0 h 369332"/>
              <a:gd name="csX1" fmla="*/ 469569 w 5153804"/>
              <a:gd name="csY1" fmla="*/ 0 h 369332"/>
              <a:gd name="csX2" fmla="*/ 990676 w 5153804"/>
              <a:gd name="csY2" fmla="*/ 0 h 369332"/>
              <a:gd name="csX3" fmla="*/ 1460244 w 5153804"/>
              <a:gd name="csY3" fmla="*/ 0 h 369332"/>
              <a:gd name="csX4" fmla="*/ 2084427 w 5153804"/>
              <a:gd name="csY4" fmla="*/ 0 h 369332"/>
              <a:gd name="csX5" fmla="*/ 2657072 w 5153804"/>
              <a:gd name="csY5" fmla="*/ 0 h 369332"/>
              <a:gd name="csX6" fmla="*/ 3229717 w 5153804"/>
              <a:gd name="csY6" fmla="*/ 0 h 369332"/>
              <a:gd name="csX7" fmla="*/ 3905438 w 5153804"/>
              <a:gd name="csY7" fmla="*/ 0 h 369332"/>
              <a:gd name="csX8" fmla="*/ 4529621 w 5153804"/>
              <a:gd name="csY8" fmla="*/ 0 h 369332"/>
              <a:gd name="csX9" fmla="*/ 5153804 w 5153804"/>
              <a:gd name="csY9" fmla="*/ 0 h 369332"/>
              <a:gd name="csX10" fmla="*/ 5153804 w 5153804"/>
              <a:gd name="csY10" fmla="*/ 369332 h 369332"/>
              <a:gd name="csX11" fmla="*/ 4735773 w 5153804"/>
              <a:gd name="csY11" fmla="*/ 369332 h 369332"/>
              <a:gd name="csX12" fmla="*/ 4266204 w 5153804"/>
              <a:gd name="csY12" fmla="*/ 369332 h 369332"/>
              <a:gd name="csX13" fmla="*/ 3642021 w 5153804"/>
              <a:gd name="csY13" fmla="*/ 369332 h 369332"/>
              <a:gd name="csX14" fmla="*/ 2966301 w 5153804"/>
              <a:gd name="csY14" fmla="*/ 369332 h 369332"/>
              <a:gd name="csX15" fmla="*/ 2445194 w 5153804"/>
              <a:gd name="csY15" fmla="*/ 369332 h 369332"/>
              <a:gd name="csX16" fmla="*/ 1769473 w 5153804"/>
              <a:gd name="csY16" fmla="*/ 369332 h 369332"/>
              <a:gd name="csX17" fmla="*/ 1299904 w 5153804"/>
              <a:gd name="csY17" fmla="*/ 369332 h 369332"/>
              <a:gd name="csX18" fmla="*/ 881873 w 5153804"/>
              <a:gd name="csY18" fmla="*/ 369332 h 369332"/>
              <a:gd name="csX19" fmla="*/ 0 w 5153804"/>
              <a:gd name="csY19" fmla="*/ 369332 h 369332"/>
              <a:gd name="csX20" fmla="*/ 0 w 5153804"/>
              <a:gd name="csY2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153804" h="369332" fill="none" extrusionOk="0">
                <a:moveTo>
                  <a:pt x="0" y="0"/>
                </a:moveTo>
                <a:cubicBezTo>
                  <a:pt x="193912" y="-46907"/>
                  <a:pt x="352390" y="16405"/>
                  <a:pt x="469569" y="0"/>
                </a:cubicBezTo>
                <a:cubicBezTo>
                  <a:pt x="586748" y="-16405"/>
                  <a:pt x="869341" y="59523"/>
                  <a:pt x="990676" y="0"/>
                </a:cubicBezTo>
                <a:cubicBezTo>
                  <a:pt x="1112011" y="-59523"/>
                  <a:pt x="1312865" y="37361"/>
                  <a:pt x="1460244" y="0"/>
                </a:cubicBezTo>
                <a:cubicBezTo>
                  <a:pt x="1607623" y="-37361"/>
                  <a:pt x="1884011" y="72487"/>
                  <a:pt x="2084427" y="0"/>
                </a:cubicBezTo>
                <a:cubicBezTo>
                  <a:pt x="2284843" y="-72487"/>
                  <a:pt x="2501611" y="11399"/>
                  <a:pt x="2657072" y="0"/>
                </a:cubicBezTo>
                <a:cubicBezTo>
                  <a:pt x="2812534" y="-11399"/>
                  <a:pt x="3060182" y="44424"/>
                  <a:pt x="3229717" y="0"/>
                </a:cubicBezTo>
                <a:cubicBezTo>
                  <a:pt x="3399253" y="-44424"/>
                  <a:pt x="3598456" y="32828"/>
                  <a:pt x="3905438" y="0"/>
                </a:cubicBezTo>
                <a:cubicBezTo>
                  <a:pt x="4212420" y="-32828"/>
                  <a:pt x="4305552" y="58151"/>
                  <a:pt x="4529621" y="0"/>
                </a:cubicBezTo>
                <a:cubicBezTo>
                  <a:pt x="4753690" y="-58151"/>
                  <a:pt x="4965520" y="6910"/>
                  <a:pt x="5153804" y="0"/>
                </a:cubicBezTo>
                <a:cubicBezTo>
                  <a:pt x="5187833" y="106438"/>
                  <a:pt x="5116054" y="213441"/>
                  <a:pt x="5153804" y="369332"/>
                </a:cubicBezTo>
                <a:cubicBezTo>
                  <a:pt x="5018701" y="388847"/>
                  <a:pt x="4895485" y="353482"/>
                  <a:pt x="4735773" y="369332"/>
                </a:cubicBezTo>
                <a:cubicBezTo>
                  <a:pt x="4576061" y="385182"/>
                  <a:pt x="4366112" y="318848"/>
                  <a:pt x="4266204" y="369332"/>
                </a:cubicBezTo>
                <a:cubicBezTo>
                  <a:pt x="4166296" y="419816"/>
                  <a:pt x="3923678" y="334178"/>
                  <a:pt x="3642021" y="369332"/>
                </a:cubicBezTo>
                <a:cubicBezTo>
                  <a:pt x="3360364" y="404486"/>
                  <a:pt x="3266587" y="326369"/>
                  <a:pt x="2966301" y="369332"/>
                </a:cubicBezTo>
                <a:cubicBezTo>
                  <a:pt x="2666015" y="412295"/>
                  <a:pt x="2650077" y="334338"/>
                  <a:pt x="2445194" y="369332"/>
                </a:cubicBezTo>
                <a:cubicBezTo>
                  <a:pt x="2240311" y="404326"/>
                  <a:pt x="2042921" y="357903"/>
                  <a:pt x="1769473" y="369332"/>
                </a:cubicBezTo>
                <a:cubicBezTo>
                  <a:pt x="1496025" y="380761"/>
                  <a:pt x="1484789" y="334274"/>
                  <a:pt x="1299904" y="369332"/>
                </a:cubicBezTo>
                <a:cubicBezTo>
                  <a:pt x="1115019" y="404390"/>
                  <a:pt x="1087692" y="353829"/>
                  <a:pt x="881873" y="369332"/>
                </a:cubicBezTo>
                <a:cubicBezTo>
                  <a:pt x="676054" y="384835"/>
                  <a:pt x="380865" y="300771"/>
                  <a:pt x="0" y="369332"/>
                </a:cubicBezTo>
                <a:cubicBezTo>
                  <a:pt x="-7895" y="236070"/>
                  <a:pt x="6912" y="155374"/>
                  <a:pt x="0" y="0"/>
                </a:cubicBezTo>
                <a:close/>
              </a:path>
              <a:path w="5153804" h="369332" stroke="0" extrusionOk="0">
                <a:moveTo>
                  <a:pt x="0" y="0"/>
                </a:moveTo>
                <a:cubicBezTo>
                  <a:pt x="158395" y="-32479"/>
                  <a:pt x="402647" y="35480"/>
                  <a:pt x="521107" y="0"/>
                </a:cubicBezTo>
                <a:cubicBezTo>
                  <a:pt x="639567" y="-35480"/>
                  <a:pt x="746579" y="30586"/>
                  <a:pt x="939138" y="0"/>
                </a:cubicBezTo>
                <a:cubicBezTo>
                  <a:pt x="1131697" y="-30586"/>
                  <a:pt x="1476784" y="30002"/>
                  <a:pt x="1614859" y="0"/>
                </a:cubicBezTo>
                <a:cubicBezTo>
                  <a:pt x="1752934" y="-30002"/>
                  <a:pt x="1954311" y="59251"/>
                  <a:pt x="2135965" y="0"/>
                </a:cubicBezTo>
                <a:cubicBezTo>
                  <a:pt x="2317619" y="-59251"/>
                  <a:pt x="2449896" y="12701"/>
                  <a:pt x="2657072" y="0"/>
                </a:cubicBezTo>
                <a:cubicBezTo>
                  <a:pt x="2864248" y="-12701"/>
                  <a:pt x="3056077" y="7473"/>
                  <a:pt x="3332793" y="0"/>
                </a:cubicBezTo>
                <a:cubicBezTo>
                  <a:pt x="3609509" y="-7473"/>
                  <a:pt x="3636291" y="10636"/>
                  <a:pt x="3802362" y="0"/>
                </a:cubicBezTo>
                <a:cubicBezTo>
                  <a:pt x="3968433" y="-10636"/>
                  <a:pt x="4325220" y="59518"/>
                  <a:pt x="4478083" y="0"/>
                </a:cubicBezTo>
                <a:cubicBezTo>
                  <a:pt x="4630946" y="-59518"/>
                  <a:pt x="4928929" y="46775"/>
                  <a:pt x="5153804" y="0"/>
                </a:cubicBezTo>
                <a:cubicBezTo>
                  <a:pt x="5170924" y="100193"/>
                  <a:pt x="5120729" y="257057"/>
                  <a:pt x="5153804" y="369332"/>
                </a:cubicBezTo>
                <a:cubicBezTo>
                  <a:pt x="4909905" y="430792"/>
                  <a:pt x="4844282" y="339859"/>
                  <a:pt x="4581159" y="369332"/>
                </a:cubicBezTo>
                <a:cubicBezTo>
                  <a:pt x="4318036" y="398805"/>
                  <a:pt x="4180908" y="322532"/>
                  <a:pt x="4060052" y="369332"/>
                </a:cubicBezTo>
                <a:cubicBezTo>
                  <a:pt x="3939196" y="416132"/>
                  <a:pt x="3707758" y="327618"/>
                  <a:pt x="3384331" y="369332"/>
                </a:cubicBezTo>
                <a:cubicBezTo>
                  <a:pt x="3060904" y="411046"/>
                  <a:pt x="2913336" y="353829"/>
                  <a:pt x="2708610" y="369332"/>
                </a:cubicBezTo>
                <a:cubicBezTo>
                  <a:pt x="2503884" y="384835"/>
                  <a:pt x="2411066" y="335956"/>
                  <a:pt x="2239042" y="369332"/>
                </a:cubicBezTo>
                <a:cubicBezTo>
                  <a:pt x="2067018" y="402708"/>
                  <a:pt x="1872747" y="354196"/>
                  <a:pt x="1666397" y="369332"/>
                </a:cubicBezTo>
                <a:cubicBezTo>
                  <a:pt x="1460048" y="384468"/>
                  <a:pt x="1146352" y="356678"/>
                  <a:pt x="990676" y="369332"/>
                </a:cubicBezTo>
                <a:cubicBezTo>
                  <a:pt x="835000" y="381986"/>
                  <a:pt x="251163" y="339087"/>
                  <a:pt x="0" y="369332"/>
                </a:cubicBezTo>
                <a:cubicBezTo>
                  <a:pt x="-40318" y="228999"/>
                  <a:pt x="8008" y="15941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buy from the firm with the lower price.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36195E-B9F0-C866-6A5F-FDFD01041063}"/>
              </a:ext>
            </a:extLst>
          </p:cNvPr>
          <p:cNvSpPr txBox="1"/>
          <p:nvPr/>
        </p:nvSpPr>
        <p:spPr>
          <a:xfrm>
            <a:off x="669035" y="6188219"/>
            <a:ext cx="5611692" cy="369332"/>
          </a:xfrm>
          <a:custGeom>
            <a:avLst/>
            <a:gdLst>
              <a:gd name="csX0" fmla="*/ 0 w 5611692"/>
              <a:gd name="csY0" fmla="*/ 0 h 369332"/>
              <a:gd name="csX1" fmla="*/ 561169 w 5611692"/>
              <a:gd name="csY1" fmla="*/ 0 h 369332"/>
              <a:gd name="csX2" fmla="*/ 1122338 w 5611692"/>
              <a:gd name="csY2" fmla="*/ 0 h 369332"/>
              <a:gd name="csX3" fmla="*/ 1683508 w 5611692"/>
              <a:gd name="csY3" fmla="*/ 0 h 369332"/>
              <a:gd name="csX4" fmla="*/ 2356911 w 5611692"/>
              <a:gd name="csY4" fmla="*/ 0 h 369332"/>
              <a:gd name="csX5" fmla="*/ 2974197 w 5611692"/>
              <a:gd name="csY5" fmla="*/ 0 h 369332"/>
              <a:gd name="csX6" fmla="*/ 3367015 w 5611692"/>
              <a:gd name="csY6" fmla="*/ 0 h 369332"/>
              <a:gd name="csX7" fmla="*/ 3872067 w 5611692"/>
              <a:gd name="csY7" fmla="*/ 0 h 369332"/>
              <a:gd name="csX8" fmla="*/ 4545471 w 5611692"/>
              <a:gd name="csY8" fmla="*/ 0 h 369332"/>
              <a:gd name="csX9" fmla="*/ 5106640 w 5611692"/>
              <a:gd name="csY9" fmla="*/ 0 h 369332"/>
              <a:gd name="csX10" fmla="*/ 5611692 w 5611692"/>
              <a:gd name="csY10" fmla="*/ 0 h 369332"/>
              <a:gd name="csX11" fmla="*/ 5611692 w 5611692"/>
              <a:gd name="csY11" fmla="*/ 369332 h 369332"/>
              <a:gd name="csX12" fmla="*/ 5162757 w 5611692"/>
              <a:gd name="csY12" fmla="*/ 369332 h 369332"/>
              <a:gd name="csX13" fmla="*/ 4489354 w 5611692"/>
              <a:gd name="csY13" fmla="*/ 369332 h 369332"/>
              <a:gd name="csX14" fmla="*/ 4040418 w 5611692"/>
              <a:gd name="csY14" fmla="*/ 369332 h 369332"/>
              <a:gd name="csX15" fmla="*/ 3647600 w 5611692"/>
              <a:gd name="csY15" fmla="*/ 369332 h 369332"/>
              <a:gd name="csX16" fmla="*/ 3254781 w 5611692"/>
              <a:gd name="csY16" fmla="*/ 369332 h 369332"/>
              <a:gd name="csX17" fmla="*/ 2637495 w 5611692"/>
              <a:gd name="csY17" fmla="*/ 369332 h 369332"/>
              <a:gd name="csX18" fmla="*/ 2244677 w 5611692"/>
              <a:gd name="csY18" fmla="*/ 369332 h 369332"/>
              <a:gd name="csX19" fmla="*/ 1683508 w 5611692"/>
              <a:gd name="csY19" fmla="*/ 369332 h 369332"/>
              <a:gd name="csX20" fmla="*/ 1234572 w 5611692"/>
              <a:gd name="csY20" fmla="*/ 369332 h 369332"/>
              <a:gd name="csX21" fmla="*/ 673403 w 5611692"/>
              <a:gd name="csY21" fmla="*/ 369332 h 369332"/>
              <a:gd name="csX22" fmla="*/ 0 w 5611692"/>
              <a:gd name="csY22" fmla="*/ 369332 h 369332"/>
              <a:gd name="csX23" fmla="*/ 0 w 5611692"/>
              <a:gd name="csY23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5611692" h="369332" fill="none" extrusionOk="0">
                <a:moveTo>
                  <a:pt x="0" y="0"/>
                </a:moveTo>
                <a:cubicBezTo>
                  <a:pt x="277648" y="-64489"/>
                  <a:pt x="437134" y="65937"/>
                  <a:pt x="561169" y="0"/>
                </a:cubicBezTo>
                <a:cubicBezTo>
                  <a:pt x="685204" y="-65937"/>
                  <a:pt x="882923" y="35941"/>
                  <a:pt x="1122338" y="0"/>
                </a:cubicBezTo>
                <a:cubicBezTo>
                  <a:pt x="1361753" y="-35941"/>
                  <a:pt x="1451029" y="8510"/>
                  <a:pt x="1683508" y="0"/>
                </a:cubicBezTo>
                <a:cubicBezTo>
                  <a:pt x="1915987" y="-8510"/>
                  <a:pt x="2089105" y="30785"/>
                  <a:pt x="2356911" y="0"/>
                </a:cubicBezTo>
                <a:cubicBezTo>
                  <a:pt x="2624717" y="-30785"/>
                  <a:pt x="2759722" y="138"/>
                  <a:pt x="2974197" y="0"/>
                </a:cubicBezTo>
                <a:cubicBezTo>
                  <a:pt x="3188672" y="-138"/>
                  <a:pt x="3261423" y="20362"/>
                  <a:pt x="3367015" y="0"/>
                </a:cubicBezTo>
                <a:cubicBezTo>
                  <a:pt x="3472607" y="-20362"/>
                  <a:pt x="3649480" y="21277"/>
                  <a:pt x="3872067" y="0"/>
                </a:cubicBezTo>
                <a:cubicBezTo>
                  <a:pt x="4094654" y="-21277"/>
                  <a:pt x="4307737" y="71284"/>
                  <a:pt x="4545471" y="0"/>
                </a:cubicBezTo>
                <a:cubicBezTo>
                  <a:pt x="4783205" y="-71284"/>
                  <a:pt x="4841454" y="48258"/>
                  <a:pt x="5106640" y="0"/>
                </a:cubicBezTo>
                <a:cubicBezTo>
                  <a:pt x="5371826" y="-48258"/>
                  <a:pt x="5476760" y="59093"/>
                  <a:pt x="5611692" y="0"/>
                </a:cubicBezTo>
                <a:cubicBezTo>
                  <a:pt x="5646962" y="134582"/>
                  <a:pt x="5588959" y="215129"/>
                  <a:pt x="5611692" y="369332"/>
                </a:cubicBezTo>
                <a:cubicBezTo>
                  <a:pt x="5482369" y="403590"/>
                  <a:pt x="5265037" y="333511"/>
                  <a:pt x="5162757" y="369332"/>
                </a:cubicBezTo>
                <a:cubicBezTo>
                  <a:pt x="5060478" y="405153"/>
                  <a:pt x="4780484" y="361500"/>
                  <a:pt x="4489354" y="369332"/>
                </a:cubicBezTo>
                <a:cubicBezTo>
                  <a:pt x="4198224" y="377164"/>
                  <a:pt x="4171403" y="323764"/>
                  <a:pt x="4040418" y="369332"/>
                </a:cubicBezTo>
                <a:cubicBezTo>
                  <a:pt x="3909433" y="414900"/>
                  <a:pt x="3769185" y="362648"/>
                  <a:pt x="3647600" y="369332"/>
                </a:cubicBezTo>
                <a:cubicBezTo>
                  <a:pt x="3526015" y="376016"/>
                  <a:pt x="3370950" y="322588"/>
                  <a:pt x="3254781" y="369332"/>
                </a:cubicBezTo>
                <a:cubicBezTo>
                  <a:pt x="3138612" y="416076"/>
                  <a:pt x="2835560" y="328836"/>
                  <a:pt x="2637495" y="369332"/>
                </a:cubicBezTo>
                <a:cubicBezTo>
                  <a:pt x="2439430" y="409828"/>
                  <a:pt x="2337710" y="324174"/>
                  <a:pt x="2244677" y="369332"/>
                </a:cubicBezTo>
                <a:cubicBezTo>
                  <a:pt x="2151644" y="414490"/>
                  <a:pt x="1863869" y="351628"/>
                  <a:pt x="1683508" y="369332"/>
                </a:cubicBezTo>
                <a:cubicBezTo>
                  <a:pt x="1503147" y="387036"/>
                  <a:pt x="1409009" y="348478"/>
                  <a:pt x="1234572" y="369332"/>
                </a:cubicBezTo>
                <a:cubicBezTo>
                  <a:pt x="1060135" y="390186"/>
                  <a:pt x="868623" y="342567"/>
                  <a:pt x="673403" y="369332"/>
                </a:cubicBezTo>
                <a:cubicBezTo>
                  <a:pt x="478183" y="396097"/>
                  <a:pt x="266326" y="298457"/>
                  <a:pt x="0" y="369332"/>
                </a:cubicBezTo>
                <a:cubicBezTo>
                  <a:pt x="-13755" y="263818"/>
                  <a:pt x="37476" y="74099"/>
                  <a:pt x="0" y="0"/>
                </a:cubicBezTo>
                <a:close/>
              </a:path>
              <a:path w="5611692" h="369332" stroke="0" extrusionOk="0">
                <a:moveTo>
                  <a:pt x="0" y="0"/>
                </a:moveTo>
                <a:cubicBezTo>
                  <a:pt x="110454" y="-44281"/>
                  <a:pt x="401250" y="17128"/>
                  <a:pt x="505052" y="0"/>
                </a:cubicBezTo>
                <a:cubicBezTo>
                  <a:pt x="608854" y="-17128"/>
                  <a:pt x="730786" y="37225"/>
                  <a:pt x="897871" y="0"/>
                </a:cubicBezTo>
                <a:cubicBezTo>
                  <a:pt x="1064956" y="-37225"/>
                  <a:pt x="1432058" y="39601"/>
                  <a:pt x="1571274" y="0"/>
                </a:cubicBezTo>
                <a:cubicBezTo>
                  <a:pt x="1710490" y="-39601"/>
                  <a:pt x="1887016" y="23115"/>
                  <a:pt x="2076326" y="0"/>
                </a:cubicBezTo>
                <a:cubicBezTo>
                  <a:pt x="2265636" y="-23115"/>
                  <a:pt x="2332971" y="27330"/>
                  <a:pt x="2581378" y="0"/>
                </a:cubicBezTo>
                <a:cubicBezTo>
                  <a:pt x="2829785" y="-27330"/>
                  <a:pt x="3023270" y="29925"/>
                  <a:pt x="3254781" y="0"/>
                </a:cubicBezTo>
                <a:cubicBezTo>
                  <a:pt x="3486292" y="-29925"/>
                  <a:pt x="3611052" y="22001"/>
                  <a:pt x="3703717" y="0"/>
                </a:cubicBezTo>
                <a:cubicBezTo>
                  <a:pt x="3796382" y="-22001"/>
                  <a:pt x="4048731" y="25577"/>
                  <a:pt x="4377120" y="0"/>
                </a:cubicBezTo>
                <a:cubicBezTo>
                  <a:pt x="4705509" y="-25577"/>
                  <a:pt x="4894776" y="42641"/>
                  <a:pt x="5050523" y="0"/>
                </a:cubicBezTo>
                <a:cubicBezTo>
                  <a:pt x="5206270" y="-42641"/>
                  <a:pt x="5410946" y="45041"/>
                  <a:pt x="5611692" y="0"/>
                </a:cubicBezTo>
                <a:cubicBezTo>
                  <a:pt x="5628217" y="83761"/>
                  <a:pt x="5568902" y="261680"/>
                  <a:pt x="5611692" y="369332"/>
                </a:cubicBezTo>
                <a:cubicBezTo>
                  <a:pt x="5410112" y="399023"/>
                  <a:pt x="5285447" y="334553"/>
                  <a:pt x="4994406" y="369332"/>
                </a:cubicBezTo>
                <a:cubicBezTo>
                  <a:pt x="4703365" y="404111"/>
                  <a:pt x="4484933" y="350020"/>
                  <a:pt x="4321003" y="369332"/>
                </a:cubicBezTo>
                <a:cubicBezTo>
                  <a:pt x="4157073" y="388644"/>
                  <a:pt x="3811747" y="304386"/>
                  <a:pt x="3647600" y="369332"/>
                </a:cubicBezTo>
                <a:cubicBezTo>
                  <a:pt x="3483453" y="434278"/>
                  <a:pt x="3334997" y="332248"/>
                  <a:pt x="3198664" y="369332"/>
                </a:cubicBezTo>
                <a:cubicBezTo>
                  <a:pt x="3062331" y="406416"/>
                  <a:pt x="2833781" y="343664"/>
                  <a:pt x="2637495" y="369332"/>
                </a:cubicBezTo>
                <a:cubicBezTo>
                  <a:pt x="2441209" y="395000"/>
                  <a:pt x="2119469" y="364912"/>
                  <a:pt x="1964092" y="369332"/>
                </a:cubicBezTo>
                <a:cubicBezTo>
                  <a:pt x="1808715" y="373752"/>
                  <a:pt x="1620808" y="307041"/>
                  <a:pt x="1402923" y="369332"/>
                </a:cubicBezTo>
                <a:cubicBezTo>
                  <a:pt x="1185038" y="431623"/>
                  <a:pt x="1106245" y="360005"/>
                  <a:pt x="1010105" y="369332"/>
                </a:cubicBezTo>
                <a:cubicBezTo>
                  <a:pt x="913965" y="378659"/>
                  <a:pt x="736106" y="365610"/>
                  <a:pt x="561169" y="369332"/>
                </a:cubicBezTo>
                <a:cubicBezTo>
                  <a:pt x="386232" y="373054"/>
                  <a:pt x="212406" y="335336"/>
                  <a:pt x="0" y="369332"/>
                </a:cubicBezTo>
                <a:cubicBezTo>
                  <a:pt x="-33836" y="278669"/>
                  <a:pt x="30009" y="11783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buy from firms in proportion to their output.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B42448-30A2-03B7-7A78-F15750F3FF1D}"/>
              </a:ext>
            </a:extLst>
          </p:cNvPr>
          <p:cNvSpPr txBox="1"/>
          <p:nvPr/>
        </p:nvSpPr>
        <p:spPr>
          <a:xfrm rot="21187837">
            <a:off x="8211344" y="2868423"/>
            <a:ext cx="1251446" cy="584775"/>
          </a:xfrm>
          <a:custGeom>
            <a:avLst/>
            <a:gdLst>
              <a:gd name="csX0" fmla="*/ 0 w 1251446"/>
              <a:gd name="csY0" fmla="*/ 0 h 584775"/>
              <a:gd name="csX1" fmla="*/ 417149 w 1251446"/>
              <a:gd name="csY1" fmla="*/ 0 h 584775"/>
              <a:gd name="csX2" fmla="*/ 821783 w 1251446"/>
              <a:gd name="csY2" fmla="*/ 0 h 584775"/>
              <a:gd name="csX3" fmla="*/ 1251446 w 1251446"/>
              <a:gd name="csY3" fmla="*/ 0 h 584775"/>
              <a:gd name="csX4" fmla="*/ 1251446 w 1251446"/>
              <a:gd name="csY4" fmla="*/ 584775 h 584775"/>
              <a:gd name="csX5" fmla="*/ 871841 w 1251446"/>
              <a:gd name="csY5" fmla="*/ 584775 h 584775"/>
              <a:gd name="csX6" fmla="*/ 429663 w 1251446"/>
              <a:gd name="csY6" fmla="*/ 584775 h 584775"/>
              <a:gd name="csX7" fmla="*/ 0 w 1251446"/>
              <a:gd name="csY7" fmla="*/ 584775 h 584775"/>
              <a:gd name="csX8" fmla="*/ 0 w 1251446"/>
              <a:gd name="csY8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51446" h="584775" extrusionOk="0">
                <a:moveTo>
                  <a:pt x="0" y="0"/>
                </a:moveTo>
                <a:cubicBezTo>
                  <a:pt x="120128" y="-36213"/>
                  <a:pt x="320707" y="43644"/>
                  <a:pt x="417149" y="0"/>
                </a:cubicBezTo>
                <a:cubicBezTo>
                  <a:pt x="513591" y="-43644"/>
                  <a:pt x="684817" y="46945"/>
                  <a:pt x="821783" y="0"/>
                </a:cubicBezTo>
                <a:cubicBezTo>
                  <a:pt x="958749" y="-46945"/>
                  <a:pt x="1044453" y="21079"/>
                  <a:pt x="1251446" y="0"/>
                </a:cubicBezTo>
                <a:cubicBezTo>
                  <a:pt x="1320169" y="245595"/>
                  <a:pt x="1236010" y="341902"/>
                  <a:pt x="1251446" y="584775"/>
                </a:cubicBezTo>
                <a:cubicBezTo>
                  <a:pt x="1114819" y="621758"/>
                  <a:pt x="1013164" y="569537"/>
                  <a:pt x="871841" y="584775"/>
                </a:cubicBezTo>
                <a:cubicBezTo>
                  <a:pt x="730519" y="600013"/>
                  <a:pt x="644359" y="537908"/>
                  <a:pt x="429663" y="584775"/>
                </a:cubicBezTo>
                <a:cubicBezTo>
                  <a:pt x="214967" y="631642"/>
                  <a:pt x="99715" y="537981"/>
                  <a:pt x="0" y="584775"/>
                </a:cubicBezTo>
                <a:cubicBezTo>
                  <a:pt x="-29521" y="428766"/>
                  <a:pt x="14169" y="235458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Dynamic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Flexible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13A1CF-865A-0438-FAA7-E1DB6A5FF3E4}"/>
              </a:ext>
            </a:extLst>
          </p:cNvPr>
          <p:cNvSpPr txBox="1"/>
          <p:nvPr/>
        </p:nvSpPr>
        <p:spPr>
          <a:xfrm rot="21187837">
            <a:off x="4203256" y="3295282"/>
            <a:ext cx="1251446" cy="584775"/>
          </a:xfrm>
          <a:custGeom>
            <a:avLst/>
            <a:gdLst>
              <a:gd name="csX0" fmla="*/ 0 w 1251446"/>
              <a:gd name="csY0" fmla="*/ 0 h 584775"/>
              <a:gd name="csX1" fmla="*/ 417149 w 1251446"/>
              <a:gd name="csY1" fmla="*/ 0 h 584775"/>
              <a:gd name="csX2" fmla="*/ 821783 w 1251446"/>
              <a:gd name="csY2" fmla="*/ 0 h 584775"/>
              <a:gd name="csX3" fmla="*/ 1251446 w 1251446"/>
              <a:gd name="csY3" fmla="*/ 0 h 584775"/>
              <a:gd name="csX4" fmla="*/ 1251446 w 1251446"/>
              <a:gd name="csY4" fmla="*/ 584775 h 584775"/>
              <a:gd name="csX5" fmla="*/ 871841 w 1251446"/>
              <a:gd name="csY5" fmla="*/ 584775 h 584775"/>
              <a:gd name="csX6" fmla="*/ 429663 w 1251446"/>
              <a:gd name="csY6" fmla="*/ 584775 h 584775"/>
              <a:gd name="csX7" fmla="*/ 0 w 1251446"/>
              <a:gd name="csY7" fmla="*/ 584775 h 584775"/>
              <a:gd name="csX8" fmla="*/ 0 w 1251446"/>
              <a:gd name="csY8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51446" h="584775" extrusionOk="0">
                <a:moveTo>
                  <a:pt x="0" y="0"/>
                </a:moveTo>
                <a:cubicBezTo>
                  <a:pt x="120128" y="-36213"/>
                  <a:pt x="320707" y="43644"/>
                  <a:pt x="417149" y="0"/>
                </a:cubicBezTo>
                <a:cubicBezTo>
                  <a:pt x="513591" y="-43644"/>
                  <a:pt x="684817" y="46945"/>
                  <a:pt x="821783" y="0"/>
                </a:cubicBezTo>
                <a:cubicBezTo>
                  <a:pt x="958749" y="-46945"/>
                  <a:pt x="1044453" y="21079"/>
                  <a:pt x="1251446" y="0"/>
                </a:cubicBezTo>
                <a:cubicBezTo>
                  <a:pt x="1320169" y="245595"/>
                  <a:pt x="1236010" y="341902"/>
                  <a:pt x="1251446" y="584775"/>
                </a:cubicBezTo>
                <a:cubicBezTo>
                  <a:pt x="1114819" y="621758"/>
                  <a:pt x="1013164" y="569537"/>
                  <a:pt x="871841" y="584775"/>
                </a:cubicBezTo>
                <a:cubicBezTo>
                  <a:pt x="730519" y="600013"/>
                  <a:pt x="644359" y="537908"/>
                  <a:pt x="429663" y="584775"/>
                </a:cubicBezTo>
                <a:cubicBezTo>
                  <a:pt x="214967" y="631642"/>
                  <a:pt x="99715" y="537981"/>
                  <a:pt x="0" y="584775"/>
                </a:cubicBezTo>
                <a:cubicBezTo>
                  <a:pt x="-29521" y="428766"/>
                  <a:pt x="14169" y="235458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Static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Rigid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5486BD7-7853-E6B1-2AA4-50DBA06A55A3}"/>
              </a:ext>
            </a:extLst>
          </p:cNvPr>
          <p:cNvSpPr/>
          <p:nvPr/>
        </p:nvSpPr>
        <p:spPr>
          <a:xfrm>
            <a:off x="3759200" y="5578830"/>
            <a:ext cx="642471" cy="397562"/>
          </a:xfrm>
          <a:custGeom>
            <a:avLst/>
            <a:gdLst>
              <a:gd name="csX0" fmla="*/ 0 w 642471"/>
              <a:gd name="csY0" fmla="*/ 198781 h 397562"/>
              <a:gd name="csX1" fmla="*/ 321236 w 642471"/>
              <a:gd name="csY1" fmla="*/ 0 h 397562"/>
              <a:gd name="csX2" fmla="*/ 642472 w 642471"/>
              <a:gd name="csY2" fmla="*/ 198781 h 397562"/>
              <a:gd name="csX3" fmla="*/ 321236 w 642471"/>
              <a:gd name="csY3" fmla="*/ 397562 h 397562"/>
              <a:gd name="csX4" fmla="*/ 0 w 642471"/>
              <a:gd name="csY4" fmla="*/ 198781 h 397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2471" h="397562" extrusionOk="0">
                <a:moveTo>
                  <a:pt x="0" y="198781"/>
                </a:moveTo>
                <a:cubicBezTo>
                  <a:pt x="-38848" y="65035"/>
                  <a:pt x="111443" y="12152"/>
                  <a:pt x="321236" y="0"/>
                </a:cubicBezTo>
                <a:cubicBezTo>
                  <a:pt x="515165" y="3477"/>
                  <a:pt x="619971" y="89712"/>
                  <a:pt x="642472" y="198781"/>
                </a:cubicBezTo>
                <a:cubicBezTo>
                  <a:pt x="609177" y="341080"/>
                  <a:pt x="491585" y="436615"/>
                  <a:pt x="321236" y="397562"/>
                </a:cubicBezTo>
                <a:cubicBezTo>
                  <a:pt x="121021" y="385087"/>
                  <a:pt x="17534" y="316943"/>
                  <a:pt x="0" y="198781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6BC9C-46CB-8984-8EF9-1AA9628EB154}"/>
              </a:ext>
            </a:extLst>
          </p:cNvPr>
          <p:cNvSpPr txBox="1"/>
          <p:nvPr/>
        </p:nvSpPr>
        <p:spPr>
          <a:xfrm>
            <a:off x="3577533" y="144087"/>
            <a:ext cx="1251446" cy="584775"/>
          </a:xfrm>
          <a:custGeom>
            <a:avLst/>
            <a:gdLst>
              <a:gd name="csX0" fmla="*/ 0 w 1251446"/>
              <a:gd name="csY0" fmla="*/ 0 h 584775"/>
              <a:gd name="csX1" fmla="*/ 417149 w 1251446"/>
              <a:gd name="csY1" fmla="*/ 0 h 584775"/>
              <a:gd name="csX2" fmla="*/ 821783 w 1251446"/>
              <a:gd name="csY2" fmla="*/ 0 h 584775"/>
              <a:gd name="csX3" fmla="*/ 1251446 w 1251446"/>
              <a:gd name="csY3" fmla="*/ 0 h 584775"/>
              <a:gd name="csX4" fmla="*/ 1251446 w 1251446"/>
              <a:gd name="csY4" fmla="*/ 584775 h 584775"/>
              <a:gd name="csX5" fmla="*/ 871841 w 1251446"/>
              <a:gd name="csY5" fmla="*/ 584775 h 584775"/>
              <a:gd name="csX6" fmla="*/ 429663 w 1251446"/>
              <a:gd name="csY6" fmla="*/ 584775 h 584775"/>
              <a:gd name="csX7" fmla="*/ 0 w 1251446"/>
              <a:gd name="csY7" fmla="*/ 584775 h 584775"/>
              <a:gd name="csX8" fmla="*/ 0 w 1251446"/>
              <a:gd name="csY8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51446" h="584775" extrusionOk="0">
                <a:moveTo>
                  <a:pt x="0" y="0"/>
                </a:moveTo>
                <a:cubicBezTo>
                  <a:pt x="120128" y="-36213"/>
                  <a:pt x="320707" y="43644"/>
                  <a:pt x="417149" y="0"/>
                </a:cubicBezTo>
                <a:cubicBezTo>
                  <a:pt x="513591" y="-43644"/>
                  <a:pt x="684817" y="46945"/>
                  <a:pt x="821783" y="0"/>
                </a:cubicBezTo>
                <a:cubicBezTo>
                  <a:pt x="958749" y="-46945"/>
                  <a:pt x="1044453" y="21079"/>
                  <a:pt x="1251446" y="0"/>
                </a:cubicBezTo>
                <a:cubicBezTo>
                  <a:pt x="1320169" y="245595"/>
                  <a:pt x="1236010" y="341902"/>
                  <a:pt x="1251446" y="584775"/>
                </a:cubicBezTo>
                <a:cubicBezTo>
                  <a:pt x="1114819" y="621758"/>
                  <a:pt x="1013164" y="569537"/>
                  <a:pt x="871841" y="584775"/>
                </a:cubicBezTo>
                <a:cubicBezTo>
                  <a:pt x="730519" y="600013"/>
                  <a:pt x="644359" y="537908"/>
                  <a:pt x="429663" y="584775"/>
                </a:cubicBezTo>
                <a:cubicBezTo>
                  <a:pt x="214967" y="631642"/>
                  <a:pt x="99715" y="537981"/>
                  <a:pt x="0" y="584775"/>
                </a:cubicBezTo>
                <a:cubicBezTo>
                  <a:pt x="-29521" y="428766"/>
                  <a:pt x="14169" y="235458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Decision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796AE-1AAD-AB6A-034F-74E4304729D7}"/>
              </a:ext>
            </a:extLst>
          </p:cNvPr>
          <p:cNvSpPr txBox="1"/>
          <p:nvPr/>
        </p:nvSpPr>
        <p:spPr>
          <a:xfrm>
            <a:off x="5566256" y="139634"/>
            <a:ext cx="1251446" cy="338554"/>
          </a:xfrm>
          <a:custGeom>
            <a:avLst/>
            <a:gdLst>
              <a:gd name="csX0" fmla="*/ 0 w 1251446"/>
              <a:gd name="csY0" fmla="*/ 0 h 338554"/>
              <a:gd name="csX1" fmla="*/ 417149 w 1251446"/>
              <a:gd name="csY1" fmla="*/ 0 h 338554"/>
              <a:gd name="csX2" fmla="*/ 821783 w 1251446"/>
              <a:gd name="csY2" fmla="*/ 0 h 338554"/>
              <a:gd name="csX3" fmla="*/ 1251446 w 1251446"/>
              <a:gd name="csY3" fmla="*/ 0 h 338554"/>
              <a:gd name="csX4" fmla="*/ 1251446 w 1251446"/>
              <a:gd name="csY4" fmla="*/ 338554 h 338554"/>
              <a:gd name="csX5" fmla="*/ 871841 w 1251446"/>
              <a:gd name="csY5" fmla="*/ 338554 h 338554"/>
              <a:gd name="csX6" fmla="*/ 429663 w 1251446"/>
              <a:gd name="csY6" fmla="*/ 338554 h 338554"/>
              <a:gd name="csX7" fmla="*/ 0 w 1251446"/>
              <a:gd name="csY7" fmla="*/ 338554 h 338554"/>
              <a:gd name="csX8" fmla="*/ 0 w 1251446"/>
              <a:gd name="csY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51446" h="338554" extrusionOk="0">
                <a:moveTo>
                  <a:pt x="0" y="0"/>
                </a:moveTo>
                <a:cubicBezTo>
                  <a:pt x="120128" y="-36213"/>
                  <a:pt x="320707" y="43644"/>
                  <a:pt x="417149" y="0"/>
                </a:cubicBezTo>
                <a:cubicBezTo>
                  <a:pt x="513591" y="-43644"/>
                  <a:pt x="684817" y="46945"/>
                  <a:pt x="821783" y="0"/>
                </a:cubicBezTo>
                <a:cubicBezTo>
                  <a:pt x="958749" y="-46945"/>
                  <a:pt x="1044453" y="21079"/>
                  <a:pt x="1251446" y="0"/>
                </a:cubicBezTo>
                <a:cubicBezTo>
                  <a:pt x="1257620" y="133792"/>
                  <a:pt x="1232416" y="259850"/>
                  <a:pt x="1251446" y="338554"/>
                </a:cubicBezTo>
                <a:cubicBezTo>
                  <a:pt x="1114819" y="375537"/>
                  <a:pt x="1013164" y="323316"/>
                  <a:pt x="871841" y="338554"/>
                </a:cubicBezTo>
                <a:cubicBezTo>
                  <a:pt x="730519" y="353792"/>
                  <a:pt x="644359" y="291687"/>
                  <a:pt x="429663" y="338554"/>
                </a:cubicBezTo>
                <a:cubicBezTo>
                  <a:pt x="214967" y="385421"/>
                  <a:pt x="99715" y="291760"/>
                  <a:pt x="0" y="338554"/>
                </a:cubicBezTo>
                <a:cubicBezTo>
                  <a:pt x="-37105" y="259044"/>
                  <a:pt x="10358" y="68415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Quantity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4B0B8-D44C-904A-7300-10C7D038BECF}"/>
              </a:ext>
            </a:extLst>
          </p:cNvPr>
          <p:cNvSpPr txBox="1"/>
          <p:nvPr/>
        </p:nvSpPr>
        <p:spPr>
          <a:xfrm>
            <a:off x="5570881" y="524755"/>
            <a:ext cx="1251446" cy="338554"/>
          </a:xfrm>
          <a:custGeom>
            <a:avLst/>
            <a:gdLst>
              <a:gd name="csX0" fmla="*/ 0 w 1251446"/>
              <a:gd name="csY0" fmla="*/ 0 h 338554"/>
              <a:gd name="csX1" fmla="*/ 417149 w 1251446"/>
              <a:gd name="csY1" fmla="*/ 0 h 338554"/>
              <a:gd name="csX2" fmla="*/ 821783 w 1251446"/>
              <a:gd name="csY2" fmla="*/ 0 h 338554"/>
              <a:gd name="csX3" fmla="*/ 1251446 w 1251446"/>
              <a:gd name="csY3" fmla="*/ 0 h 338554"/>
              <a:gd name="csX4" fmla="*/ 1251446 w 1251446"/>
              <a:gd name="csY4" fmla="*/ 338554 h 338554"/>
              <a:gd name="csX5" fmla="*/ 871841 w 1251446"/>
              <a:gd name="csY5" fmla="*/ 338554 h 338554"/>
              <a:gd name="csX6" fmla="*/ 429663 w 1251446"/>
              <a:gd name="csY6" fmla="*/ 338554 h 338554"/>
              <a:gd name="csX7" fmla="*/ 0 w 1251446"/>
              <a:gd name="csY7" fmla="*/ 338554 h 338554"/>
              <a:gd name="csX8" fmla="*/ 0 w 1251446"/>
              <a:gd name="csY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51446" h="338554" extrusionOk="0">
                <a:moveTo>
                  <a:pt x="0" y="0"/>
                </a:moveTo>
                <a:cubicBezTo>
                  <a:pt x="120128" y="-36213"/>
                  <a:pt x="320707" y="43644"/>
                  <a:pt x="417149" y="0"/>
                </a:cubicBezTo>
                <a:cubicBezTo>
                  <a:pt x="513591" y="-43644"/>
                  <a:pt x="684817" y="46945"/>
                  <a:pt x="821783" y="0"/>
                </a:cubicBezTo>
                <a:cubicBezTo>
                  <a:pt x="958749" y="-46945"/>
                  <a:pt x="1044453" y="21079"/>
                  <a:pt x="1251446" y="0"/>
                </a:cubicBezTo>
                <a:cubicBezTo>
                  <a:pt x="1257620" y="133792"/>
                  <a:pt x="1232416" y="259850"/>
                  <a:pt x="1251446" y="338554"/>
                </a:cubicBezTo>
                <a:cubicBezTo>
                  <a:pt x="1114819" y="375537"/>
                  <a:pt x="1013164" y="323316"/>
                  <a:pt x="871841" y="338554"/>
                </a:cubicBezTo>
                <a:cubicBezTo>
                  <a:pt x="730519" y="353792"/>
                  <a:pt x="644359" y="291687"/>
                  <a:pt x="429663" y="338554"/>
                </a:cubicBezTo>
                <a:cubicBezTo>
                  <a:pt x="214967" y="385421"/>
                  <a:pt x="99715" y="291760"/>
                  <a:pt x="0" y="338554"/>
                </a:cubicBezTo>
                <a:cubicBezTo>
                  <a:pt x="-37105" y="259044"/>
                  <a:pt x="10358" y="68415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Price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BE0EF-74A4-9BAB-6E61-1817EA1C960C}"/>
              </a:ext>
            </a:extLst>
          </p:cNvPr>
          <p:cNvSpPr txBox="1"/>
          <p:nvPr/>
        </p:nvSpPr>
        <p:spPr>
          <a:xfrm>
            <a:off x="7363023" y="144087"/>
            <a:ext cx="2171592" cy="584775"/>
          </a:xfrm>
          <a:custGeom>
            <a:avLst/>
            <a:gdLst>
              <a:gd name="csX0" fmla="*/ 0 w 2171592"/>
              <a:gd name="csY0" fmla="*/ 0 h 584775"/>
              <a:gd name="csX1" fmla="*/ 542898 w 2171592"/>
              <a:gd name="csY1" fmla="*/ 0 h 584775"/>
              <a:gd name="csX2" fmla="*/ 1064080 w 2171592"/>
              <a:gd name="csY2" fmla="*/ 0 h 584775"/>
              <a:gd name="csX3" fmla="*/ 1628694 w 2171592"/>
              <a:gd name="csY3" fmla="*/ 0 h 584775"/>
              <a:gd name="csX4" fmla="*/ 2171592 w 2171592"/>
              <a:gd name="csY4" fmla="*/ 0 h 584775"/>
              <a:gd name="csX5" fmla="*/ 2171592 w 2171592"/>
              <a:gd name="csY5" fmla="*/ 584775 h 584775"/>
              <a:gd name="csX6" fmla="*/ 1693842 w 2171592"/>
              <a:gd name="csY6" fmla="*/ 584775 h 584775"/>
              <a:gd name="csX7" fmla="*/ 1216092 w 2171592"/>
              <a:gd name="csY7" fmla="*/ 584775 h 584775"/>
              <a:gd name="csX8" fmla="*/ 716625 w 2171592"/>
              <a:gd name="csY8" fmla="*/ 584775 h 584775"/>
              <a:gd name="csX9" fmla="*/ 0 w 2171592"/>
              <a:gd name="csY9" fmla="*/ 584775 h 584775"/>
              <a:gd name="csX10" fmla="*/ 0 w 2171592"/>
              <a:gd name="csY10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71592" h="584775" extrusionOk="0">
                <a:moveTo>
                  <a:pt x="0" y="0"/>
                </a:moveTo>
                <a:cubicBezTo>
                  <a:pt x="176664" y="-8268"/>
                  <a:pt x="335427" y="22842"/>
                  <a:pt x="542898" y="0"/>
                </a:cubicBezTo>
                <a:cubicBezTo>
                  <a:pt x="750369" y="-22842"/>
                  <a:pt x="821971" y="53266"/>
                  <a:pt x="1064080" y="0"/>
                </a:cubicBezTo>
                <a:cubicBezTo>
                  <a:pt x="1306189" y="-53266"/>
                  <a:pt x="1407869" y="7374"/>
                  <a:pt x="1628694" y="0"/>
                </a:cubicBezTo>
                <a:cubicBezTo>
                  <a:pt x="1849519" y="-7374"/>
                  <a:pt x="1966213" y="37215"/>
                  <a:pt x="2171592" y="0"/>
                </a:cubicBezTo>
                <a:cubicBezTo>
                  <a:pt x="2224206" y="198914"/>
                  <a:pt x="2148622" y="295571"/>
                  <a:pt x="2171592" y="584775"/>
                </a:cubicBezTo>
                <a:cubicBezTo>
                  <a:pt x="2025352" y="621952"/>
                  <a:pt x="1793262" y="576417"/>
                  <a:pt x="1693842" y="584775"/>
                </a:cubicBezTo>
                <a:cubicBezTo>
                  <a:pt x="1594422" y="593133"/>
                  <a:pt x="1421049" y="555882"/>
                  <a:pt x="1216092" y="584775"/>
                </a:cubicBezTo>
                <a:cubicBezTo>
                  <a:pt x="1011135" y="613668"/>
                  <a:pt x="854677" y="556909"/>
                  <a:pt x="716625" y="584775"/>
                </a:cubicBezTo>
                <a:cubicBezTo>
                  <a:pt x="578573" y="612641"/>
                  <a:pt x="192208" y="583353"/>
                  <a:pt x="0" y="584775"/>
                </a:cubicBezTo>
                <a:cubicBezTo>
                  <a:pt x="-6419" y="294424"/>
                  <a:pt x="62160" y="262346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Linked through market demand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C900E5-8A1E-EF46-48BE-1A6BB23F4215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4828979" y="308911"/>
            <a:ext cx="737277" cy="1275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B1FD32-8CC0-A81A-5169-0F68E33C7456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828979" y="436475"/>
            <a:ext cx="741902" cy="2575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F64C64C-A71C-C596-CF51-1257DADD5120}"/>
              </a:ext>
            </a:extLst>
          </p:cNvPr>
          <p:cNvSpPr/>
          <p:nvPr/>
        </p:nvSpPr>
        <p:spPr>
          <a:xfrm>
            <a:off x="6986866" y="226243"/>
            <a:ext cx="206992" cy="54968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BEEE2D1-2847-E69E-A71A-377461F15148}"/>
                  </a:ext>
                </a:extLst>
              </p:cNvPr>
              <p:cNvSpPr/>
              <p:nvPr/>
            </p:nvSpPr>
            <p:spPr>
              <a:xfrm>
                <a:off x="10811982" y="607419"/>
                <a:ext cx="450000" cy="450000"/>
              </a:xfrm>
              <a:custGeom>
                <a:avLst/>
                <a:gdLst>
                  <a:gd name="csX0" fmla="*/ 0 w 450000"/>
                  <a:gd name="csY0" fmla="*/ 225000 h 450000"/>
                  <a:gd name="csX1" fmla="*/ 225000 w 450000"/>
                  <a:gd name="csY1" fmla="*/ 0 h 450000"/>
                  <a:gd name="csX2" fmla="*/ 450000 w 450000"/>
                  <a:gd name="csY2" fmla="*/ 225000 h 450000"/>
                  <a:gd name="csX3" fmla="*/ 225000 w 450000"/>
                  <a:gd name="csY3" fmla="*/ 450000 h 450000"/>
                  <a:gd name="csX4" fmla="*/ 0 w 450000"/>
                  <a:gd name="csY4" fmla="*/ 225000 h 45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0000" h="450000" fill="none" extrusionOk="0">
                    <a:moveTo>
                      <a:pt x="0" y="225000"/>
                    </a:moveTo>
                    <a:cubicBezTo>
                      <a:pt x="19632" y="117142"/>
                      <a:pt x="79075" y="-27163"/>
                      <a:pt x="225000" y="0"/>
                    </a:cubicBezTo>
                    <a:cubicBezTo>
                      <a:pt x="334150" y="949"/>
                      <a:pt x="446965" y="113002"/>
                      <a:pt x="450000" y="225000"/>
                    </a:cubicBezTo>
                    <a:cubicBezTo>
                      <a:pt x="450038" y="338015"/>
                      <a:pt x="318866" y="460403"/>
                      <a:pt x="225000" y="450000"/>
                    </a:cubicBezTo>
                    <a:cubicBezTo>
                      <a:pt x="83912" y="428231"/>
                      <a:pt x="12054" y="342504"/>
                      <a:pt x="0" y="225000"/>
                    </a:cubicBezTo>
                    <a:close/>
                  </a:path>
                  <a:path w="450000" h="450000" stroke="0" extrusionOk="0">
                    <a:moveTo>
                      <a:pt x="0" y="225000"/>
                    </a:moveTo>
                    <a:cubicBezTo>
                      <a:pt x="-8108" y="85785"/>
                      <a:pt x="107904" y="-3197"/>
                      <a:pt x="225000" y="0"/>
                    </a:cubicBezTo>
                    <a:cubicBezTo>
                      <a:pt x="354626" y="11367"/>
                      <a:pt x="439274" y="105737"/>
                      <a:pt x="450000" y="225000"/>
                    </a:cubicBezTo>
                    <a:cubicBezTo>
                      <a:pt x="429746" y="331688"/>
                      <a:pt x="359742" y="446106"/>
                      <a:pt x="225000" y="450000"/>
                    </a:cubicBezTo>
                    <a:cubicBezTo>
                      <a:pt x="92157" y="441059"/>
                      <a:pt x="28092" y="370550"/>
                      <a:pt x="0" y="225000"/>
                    </a:cubicBezTo>
                    <a:close/>
                  </a:path>
                </a:pathLst>
              </a:custGeom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3978248048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BEEE2D1-2847-E69E-A71A-377461F15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982" y="607419"/>
                <a:ext cx="450000" cy="45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3978248048">
                      <a:custGeom>
                        <a:avLst/>
                        <a:gdLst>
                          <a:gd name="csX0" fmla="*/ 0 w 450000"/>
                          <a:gd name="csY0" fmla="*/ 225000 h 450000"/>
                          <a:gd name="csX1" fmla="*/ 225000 w 450000"/>
                          <a:gd name="csY1" fmla="*/ 0 h 450000"/>
                          <a:gd name="csX2" fmla="*/ 450000 w 450000"/>
                          <a:gd name="csY2" fmla="*/ 225000 h 450000"/>
                          <a:gd name="csX3" fmla="*/ 225000 w 450000"/>
                          <a:gd name="csY3" fmla="*/ 450000 h 450000"/>
                          <a:gd name="csX4" fmla="*/ 0 w 450000"/>
                          <a:gd name="csY4" fmla="*/ 225000 h 4500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450000" h="450000" fill="none" extrusionOk="0">
                            <a:moveTo>
                              <a:pt x="0" y="225000"/>
                            </a:moveTo>
                            <a:cubicBezTo>
                              <a:pt x="19632" y="117142"/>
                              <a:pt x="79075" y="-27163"/>
                              <a:pt x="225000" y="0"/>
                            </a:cubicBezTo>
                            <a:cubicBezTo>
                              <a:pt x="334150" y="949"/>
                              <a:pt x="446965" y="113002"/>
                              <a:pt x="450000" y="225000"/>
                            </a:cubicBezTo>
                            <a:cubicBezTo>
                              <a:pt x="450038" y="338015"/>
                              <a:pt x="318866" y="460403"/>
                              <a:pt x="225000" y="450000"/>
                            </a:cubicBezTo>
                            <a:cubicBezTo>
                              <a:pt x="83912" y="428231"/>
                              <a:pt x="12054" y="342504"/>
                              <a:pt x="0" y="225000"/>
                            </a:cubicBezTo>
                            <a:close/>
                          </a:path>
                          <a:path w="450000" h="450000" stroke="0" extrusionOk="0">
                            <a:moveTo>
                              <a:pt x="0" y="225000"/>
                            </a:moveTo>
                            <a:cubicBezTo>
                              <a:pt x="-8108" y="85785"/>
                              <a:pt x="107904" y="-3197"/>
                              <a:pt x="225000" y="0"/>
                            </a:cubicBezTo>
                            <a:cubicBezTo>
                              <a:pt x="354626" y="11367"/>
                              <a:pt x="439274" y="105737"/>
                              <a:pt x="450000" y="225000"/>
                            </a:cubicBezTo>
                            <a:cubicBezTo>
                              <a:pt x="429746" y="331688"/>
                              <a:pt x="359742" y="446106"/>
                              <a:pt x="225000" y="450000"/>
                            </a:cubicBezTo>
                            <a:cubicBezTo>
                              <a:pt x="92157" y="441059"/>
                              <a:pt x="28092" y="370550"/>
                              <a:pt x="0" y="22500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1B617C7-52DD-13BE-34CD-3452A8E54AC4}"/>
                  </a:ext>
                </a:extLst>
              </p:cNvPr>
              <p:cNvSpPr/>
              <p:nvPr/>
            </p:nvSpPr>
            <p:spPr>
              <a:xfrm rot="120000">
                <a:off x="9998657" y="145683"/>
                <a:ext cx="450000" cy="450000"/>
              </a:xfrm>
              <a:custGeom>
                <a:avLst/>
                <a:gdLst>
                  <a:gd name="csX0" fmla="*/ 0 w 450000"/>
                  <a:gd name="csY0" fmla="*/ 225000 h 450000"/>
                  <a:gd name="csX1" fmla="*/ 225000 w 450000"/>
                  <a:gd name="csY1" fmla="*/ 0 h 450000"/>
                  <a:gd name="csX2" fmla="*/ 450000 w 450000"/>
                  <a:gd name="csY2" fmla="*/ 225000 h 450000"/>
                  <a:gd name="csX3" fmla="*/ 225000 w 450000"/>
                  <a:gd name="csY3" fmla="*/ 450000 h 450000"/>
                  <a:gd name="csX4" fmla="*/ 0 w 450000"/>
                  <a:gd name="csY4" fmla="*/ 225000 h 45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0000" h="450000" fill="none" extrusionOk="0">
                    <a:moveTo>
                      <a:pt x="0" y="225000"/>
                    </a:moveTo>
                    <a:cubicBezTo>
                      <a:pt x="-19505" y="82389"/>
                      <a:pt x="95836" y="-9715"/>
                      <a:pt x="225000" y="0"/>
                    </a:cubicBezTo>
                    <a:cubicBezTo>
                      <a:pt x="354213" y="6071"/>
                      <a:pt x="456784" y="105422"/>
                      <a:pt x="450000" y="225000"/>
                    </a:cubicBezTo>
                    <a:cubicBezTo>
                      <a:pt x="452145" y="332944"/>
                      <a:pt x="338166" y="440773"/>
                      <a:pt x="225000" y="450000"/>
                    </a:cubicBezTo>
                    <a:cubicBezTo>
                      <a:pt x="92334" y="454765"/>
                      <a:pt x="8292" y="372121"/>
                      <a:pt x="0" y="225000"/>
                    </a:cubicBezTo>
                    <a:close/>
                  </a:path>
                  <a:path w="450000" h="450000" stroke="0" extrusionOk="0">
                    <a:moveTo>
                      <a:pt x="0" y="225000"/>
                    </a:moveTo>
                    <a:cubicBezTo>
                      <a:pt x="-4618" y="108068"/>
                      <a:pt x="123702" y="-20056"/>
                      <a:pt x="225000" y="0"/>
                    </a:cubicBezTo>
                    <a:cubicBezTo>
                      <a:pt x="361549" y="17495"/>
                      <a:pt x="466055" y="88861"/>
                      <a:pt x="450000" y="225000"/>
                    </a:cubicBezTo>
                    <a:cubicBezTo>
                      <a:pt x="450722" y="345650"/>
                      <a:pt x="368446" y="466468"/>
                      <a:pt x="225000" y="450000"/>
                    </a:cubicBezTo>
                    <a:cubicBezTo>
                      <a:pt x="96574" y="477446"/>
                      <a:pt x="-4702" y="344642"/>
                      <a:pt x="0" y="22500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3809068511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1B617C7-52DD-13BE-34CD-3452A8E54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0000">
                <a:off x="9998657" y="145683"/>
                <a:ext cx="450000" cy="450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3809068511">
                      <a:custGeom>
                        <a:avLst/>
                        <a:gdLst>
                          <a:gd name="csX0" fmla="*/ 0 w 450000"/>
                          <a:gd name="csY0" fmla="*/ 225000 h 450000"/>
                          <a:gd name="csX1" fmla="*/ 225000 w 450000"/>
                          <a:gd name="csY1" fmla="*/ 0 h 450000"/>
                          <a:gd name="csX2" fmla="*/ 450000 w 450000"/>
                          <a:gd name="csY2" fmla="*/ 225000 h 450000"/>
                          <a:gd name="csX3" fmla="*/ 225000 w 450000"/>
                          <a:gd name="csY3" fmla="*/ 450000 h 450000"/>
                          <a:gd name="csX4" fmla="*/ 0 w 450000"/>
                          <a:gd name="csY4" fmla="*/ 225000 h 4500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450000" h="450000" fill="none" extrusionOk="0">
                            <a:moveTo>
                              <a:pt x="0" y="225000"/>
                            </a:moveTo>
                            <a:cubicBezTo>
                              <a:pt x="-19505" y="82389"/>
                              <a:pt x="95836" y="-9715"/>
                              <a:pt x="225000" y="0"/>
                            </a:cubicBezTo>
                            <a:cubicBezTo>
                              <a:pt x="354213" y="6071"/>
                              <a:pt x="456784" y="105422"/>
                              <a:pt x="450000" y="225000"/>
                            </a:cubicBezTo>
                            <a:cubicBezTo>
                              <a:pt x="452145" y="332944"/>
                              <a:pt x="338166" y="440773"/>
                              <a:pt x="225000" y="450000"/>
                            </a:cubicBezTo>
                            <a:cubicBezTo>
                              <a:pt x="92334" y="454765"/>
                              <a:pt x="8292" y="372121"/>
                              <a:pt x="0" y="225000"/>
                            </a:cubicBezTo>
                            <a:close/>
                          </a:path>
                          <a:path w="450000" h="450000" stroke="0" extrusionOk="0">
                            <a:moveTo>
                              <a:pt x="0" y="225000"/>
                            </a:moveTo>
                            <a:cubicBezTo>
                              <a:pt x="-4618" y="108068"/>
                              <a:pt x="123702" y="-20056"/>
                              <a:pt x="225000" y="0"/>
                            </a:cubicBezTo>
                            <a:cubicBezTo>
                              <a:pt x="361549" y="17495"/>
                              <a:pt x="466055" y="88861"/>
                              <a:pt x="450000" y="225000"/>
                            </a:cubicBezTo>
                            <a:cubicBezTo>
                              <a:pt x="450722" y="345650"/>
                              <a:pt x="368446" y="466468"/>
                              <a:pt x="225000" y="450000"/>
                            </a:cubicBezTo>
                            <a:cubicBezTo>
                              <a:pt x="96574" y="477446"/>
                              <a:pt x="-4702" y="344642"/>
                              <a:pt x="0" y="22500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CF11F45-1FD2-4E03-2F6C-9F15982AC990}"/>
                  </a:ext>
                </a:extLst>
              </p:cNvPr>
              <p:cNvSpPr/>
              <p:nvPr/>
            </p:nvSpPr>
            <p:spPr>
              <a:xfrm rot="120000">
                <a:off x="11409127" y="100472"/>
                <a:ext cx="450000" cy="450000"/>
              </a:xfrm>
              <a:custGeom>
                <a:avLst/>
                <a:gdLst>
                  <a:gd name="csX0" fmla="*/ 0 w 450000"/>
                  <a:gd name="csY0" fmla="*/ 225000 h 450000"/>
                  <a:gd name="csX1" fmla="*/ 225000 w 450000"/>
                  <a:gd name="csY1" fmla="*/ 0 h 450000"/>
                  <a:gd name="csX2" fmla="*/ 450000 w 450000"/>
                  <a:gd name="csY2" fmla="*/ 225000 h 450000"/>
                  <a:gd name="csX3" fmla="*/ 225000 w 450000"/>
                  <a:gd name="csY3" fmla="*/ 450000 h 450000"/>
                  <a:gd name="csX4" fmla="*/ 0 w 450000"/>
                  <a:gd name="csY4" fmla="*/ 225000 h 45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0000" h="450000" fill="none" extrusionOk="0">
                    <a:moveTo>
                      <a:pt x="0" y="225000"/>
                    </a:moveTo>
                    <a:cubicBezTo>
                      <a:pt x="-32826" y="87287"/>
                      <a:pt x="91371" y="16923"/>
                      <a:pt x="225000" y="0"/>
                    </a:cubicBezTo>
                    <a:cubicBezTo>
                      <a:pt x="367052" y="20426"/>
                      <a:pt x="460306" y="111272"/>
                      <a:pt x="450000" y="225000"/>
                    </a:cubicBezTo>
                    <a:cubicBezTo>
                      <a:pt x="437973" y="345578"/>
                      <a:pt x="368397" y="472096"/>
                      <a:pt x="225000" y="450000"/>
                    </a:cubicBezTo>
                    <a:cubicBezTo>
                      <a:pt x="80666" y="477135"/>
                      <a:pt x="-19485" y="331392"/>
                      <a:pt x="0" y="225000"/>
                    </a:cubicBezTo>
                    <a:close/>
                  </a:path>
                  <a:path w="450000" h="450000" stroke="0" extrusionOk="0">
                    <a:moveTo>
                      <a:pt x="0" y="225000"/>
                    </a:moveTo>
                    <a:cubicBezTo>
                      <a:pt x="6973" y="90473"/>
                      <a:pt x="103161" y="3800"/>
                      <a:pt x="225000" y="0"/>
                    </a:cubicBezTo>
                    <a:cubicBezTo>
                      <a:pt x="341572" y="-21411"/>
                      <a:pt x="475782" y="116157"/>
                      <a:pt x="450000" y="225000"/>
                    </a:cubicBezTo>
                    <a:cubicBezTo>
                      <a:pt x="448606" y="334047"/>
                      <a:pt x="335414" y="456238"/>
                      <a:pt x="225000" y="450000"/>
                    </a:cubicBezTo>
                    <a:cubicBezTo>
                      <a:pt x="99755" y="445294"/>
                      <a:pt x="13401" y="368588"/>
                      <a:pt x="0" y="22500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617256088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CF11F45-1FD2-4E03-2F6C-9F15982AC9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0000">
                <a:off x="11409127" y="100472"/>
                <a:ext cx="450000" cy="450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617256088">
                      <a:custGeom>
                        <a:avLst/>
                        <a:gdLst>
                          <a:gd name="csX0" fmla="*/ 0 w 450000"/>
                          <a:gd name="csY0" fmla="*/ 225000 h 450000"/>
                          <a:gd name="csX1" fmla="*/ 225000 w 450000"/>
                          <a:gd name="csY1" fmla="*/ 0 h 450000"/>
                          <a:gd name="csX2" fmla="*/ 450000 w 450000"/>
                          <a:gd name="csY2" fmla="*/ 225000 h 450000"/>
                          <a:gd name="csX3" fmla="*/ 225000 w 450000"/>
                          <a:gd name="csY3" fmla="*/ 450000 h 450000"/>
                          <a:gd name="csX4" fmla="*/ 0 w 450000"/>
                          <a:gd name="csY4" fmla="*/ 225000 h 4500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450000" h="450000" fill="none" extrusionOk="0">
                            <a:moveTo>
                              <a:pt x="0" y="225000"/>
                            </a:moveTo>
                            <a:cubicBezTo>
                              <a:pt x="-32826" y="87287"/>
                              <a:pt x="91371" y="16923"/>
                              <a:pt x="225000" y="0"/>
                            </a:cubicBezTo>
                            <a:cubicBezTo>
                              <a:pt x="367052" y="20426"/>
                              <a:pt x="460306" y="111272"/>
                              <a:pt x="450000" y="225000"/>
                            </a:cubicBezTo>
                            <a:cubicBezTo>
                              <a:pt x="437973" y="345578"/>
                              <a:pt x="368397" y="472096"/>
                              <a:pt x="225000" y="450000"/>
                            </a:cubicBezTo>
                            <a:cubicBezTo>
                              <a:pt x="80666" y="477135"/>
                              <a:pt x="-19485" y="331392"/>
                              <a:pt x="0" y="225000"/>
                            </a:cubicBezTo>
                            <a:close/>
                          </a:path>
                          <a:path w="450000" h="450000" stroke="0" extrusionOk="0">
                            <a:moveTo>
                              <a:pt x="0" y="225000"/>
                            </a:moveTo>
                            <a:cubicBezTo>
                              <a:pt x="6973" y="90473"/>
                              <a:pt x="103161" y="3800"/>
                              <a:pt x="225000" y="0"/>
                            </a:cubicBezTo>
                            <a:cubicBezTo>
                              <a:pt x="341572" y="-21411"/>
                              <a:pt x="475782" y="116157"/>
                              <a:pt x="450000" y="225000"/>
                            </a:cubicBezTo>
                            <a:cubicBezTo>
                              <a:pt x="448606" y="334047"/>
                              <a:pt x="335414" y="456238"/>
                              <a:pt x="225000" y="450000"/>
                            </a:cubicBezTo>
                            <a:cubicBezTo>
                              <a:pt x="99755" y="445294"/>
                              <a:pt x="13401" y="368588"/>
                              <a:pt x="0" y="22500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CBA978C-2E0A-DA08-2859-0E7C8C5AB1EC}"/>
                  </a:ext>
                </a:extLst>
              </p:cNvPr>
              <p:cNvSpPr/>
              <p:nvPr/>
            </p:nvSpPr>
            <p:spPr>
              <a:xfrm rot="120000">
                <a:off x="9998657" y="1057338"/>
                <a:ext cx="450000" cy="450000"/>
              </a:xfrm>
              <a:custGeom>
                <a:avLst/>
                <a:gdLst>
                  <a:gd name="csX0" fmla="*/ 0 w 450000"/>
                  <a:gd name="csY0" fmla="*/ 225000 h 450000"/>
                  <a:gd name="csX1" fmla="*/ 225000 w 450000"/>
                  <a:gd name="csY1" fmla="*/ 0 h 450000"/>
                  <a:gd name="csX2" fmla="*/ 450000 w 450000"/>
                  <a:gd name="csY2" fmla="*/ 225000 h 450000"/>
                  <a:gd name="csX3" fmla="*/ 225000 w 450000"/>
                  <a:gd name="csY3" fmla="*/ 450000 h 450000"/>
                  <a:gd name="csX4" fmla="*/ 0 w 450000"/>
                  <a:gd name="csY4" fmla="*/ 225000 h 45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0000" h="450000" fill="none" extrusionOk="0">
                    <a:moveTo>
                      <a:pt x="0" y="225000"/>
                    </a:moveTo>
                    <a:cubicBezTo>
                      <a:pt x="34438" y="104821"/>
                      <a:pt x="105001" y="-8777"/>
                      <a:pt x="225000" y="0"/>
                    </a:cubicBezTo>
                    <a:cubicBezTo>
                      <a:pt x="346243" y="-463"/>
                      <a:pt x="441043" y="109169"/>
                      <a:pt x="450000" y="225000"/>
                    </a:cubicBezTo>
                    <a:cubicBezTo>
                      <a:pt x="447591" y="326287"/>
                      <a:pt x="335381" y="469294"/>
                      <a:pt x="225000" y="450000"/>
                    </a:cubicBezTo>
                    <a:cubicBezTo>
                      <a:pt x="129607" y="466163"/>
                      <a:pt x="21597" y="354457"/>
                      <a:pt x="0" y="225000"/>
                    </a:cubicBezTo>
                    <a:close/>
                  </a:path>
                  <a:path w="450000" h="450000" stroke="0" extrusionOk="0">
                    <a:moveTo>
                      <a:pt x="0" y="225000"/>
                    </a:moveTo>
                    <a:cubicBezTo>
                      <a:pt x="-30564" y="81883"/>
                      <a:pt x="70195" y="11463"/>
                      <a:pt x="225000" y="0"/>
                    </a:cubicBezTo>
                    <a:cubicBezTo>
                      <a:pt x="363591" y="3016"/>
                      <a:pt x="441692" y="101000"/>
                      <a:pt x="450000" y="225000"/>
                    </a:cubicBezTo>
                    <a:cubicBezTo>
                      <a:pt x="427997" y="370751"/>
                      <a:pt x="345837" y="468942"/>
                      <a:pt x="225000" y="450000"/>
                    </a:cubicBezTo>
                    <a:cubicBezTo>
                      <a:pt x="90810" y="444569"/>
                      <a:pt x="30039" y="363617"/>
                      <a:pt x="0" y="22500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CBA978C-2E0A-DA08-2859-0E7C8C5AB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0000">
                <a:off x="9998657" y="1057338"/>
                <a:ext cx="450000" cy="450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50000"/>
                          <a:gd name="csY0" fmla="*/ 225000 h 450000"/>
                          <a:gd name="csX1" fmla="*/ 225000 w 450000"/>
                          <a:gd name="csY1" fmla="*/ 0 h 450000"/>
                          <a:gd name="csX2" fmla="*/ 450000 w 450000"/>
                          <a:gd name="csY2" fmla="*/ 225000 h 450000"/>
                          <a:gd name="csX3" fmla="*/ 225000 w 450000"/>
                          <a:gd name="csY3" fmla="*/ 450000 h 450000"/>
                          <a:gd name="csX4" fmla="*/ 0 w 450000"/>
                          <a:gd name="csY4" fmla="*/ 225000 h 4500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450000" h="450000" fill="none" extrusionOk="0">
                            <a:moveTo>
                              <a:pt x="0" y="225000"/>
                            </a:moveTo>
                            <a:cubicBezTo>
                              <a:pt x="34438" y="104821"/>
                              <a:pt x="105001" y="-8777"/>
                              <a:pt x="225000" y="0"/>
                            </a:cubicBezTo>
                            <a:cubicBezTo>
                              <a:pt x="346243" y="-463"/>
                              <a:pt x="441043" y="109169"/>
                              <a:pt x="450000" y="225000"/>
                            </a:cubicBezTo>
                            <a:cubicBezTo>
                              <a:pt x="447591" y="326287"/>
                              <a:pt x="335381" y="469294"/>
                              <a:pt x="225000" y="450000"/>
                            </a:cubicBezTo>
                            <a:cubicBezTo>
                              <a:pt x="129607" y="466163"/>
                              <a:pt x="21597" y="354457"/>
                              <a:pt x="0" y="225000"/>
                            </a:cubicBezTo>
                            <a:close/>
                          </a:path>
                          <a:path w="450000" h="450000" stroke="0" extrusionOk="0">
                            <a:moveTo>
                              <a:pt x="0" y="225000"/>
                            </a:moveTo>
                            <a:cubicBezTo>
                              <a:pt x="-30564" y="81883"/>
                              <a:pt x="70195" y="11463"/>
                              <a:pt x="225000" y="0"/>
                            </a:cubicBezTo>
                            <a:cubicBezTo>
                              <a:pt x="363591" y="3016"/>
                              <a:pt x="441692" y="101000"/>
                              <a:pt x="450000" y="225000"/>
                            </a:cubicBezTo>
                            <a:cubicBezTo>
                              <a:pt x="427997" y="370751"/>
                              <a:pt x="345837" y="468942"/>
                              <a:pt x="225000" y="450000"/>
                            </a:cubicBezTo>
                            <a:cubicBezTo>
                              <a:pt x="90810" y="444569"/>
                              <a:pt x="30039" y="363617"/>
                              <a:pt x="0" y="22500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BCB73A1-3E28-A94A-6C89-EEE0A514AA3F}"/>
                  </a:ext>
                </a:extLst>
              </p:cNvPr>
              <p:cNvSpPr/>
              <p:nvPr/>
            </p:nvSpPr>
            <p:spPr>
              <a:xfrm rot="120000">
                <a:off x="11410629" y="1147327"/>
                <a:ext cx="450000" cy="450000"/>
              </a:xfrm>
              <a:custGeom>
                <a:avLst/>
                <a:gdLst>
                  <a:gd name="csX0" fmla="*/ 0 w 450000"/>
                  <a:gd name="csY0" fmla="*/ 225000 h 450000"/>
                  <a:gd name="csX1" fmla="*/ 225000 w 450000"/>
                  <a:gd name="csY1" fmla="*/ 0 h 450000"/>
                  <a:gd name="csX2" fmla="*/ 450000 w 450000"/>
                  <a:gd name="csY2" fmla="*/ 225000 h 450000"/>
                  <a:gd name="csX3" fmla="*/ 225000 w 450000"/>
                  <a:gd name="csY3" fmla="*/ 450000 h 450000"/>
                  <a:gd name="csX4" fmla="*/ 0 w 450000"/>
                  <a:gd name="csY4" fmla="*/ 225000 h 45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0000" h="450000" fill="none" extrusionOk="0">
                    <a:moveTo>
                      <a:pt x="0" y="225000"/>
                    </a:moveTo>
                    <a:cubicBezTo>
                      <a:pt x="4421" y="96534"/>
                      <a:pt x="111595" y="717"/>
                      <a:pt x="225000" y="0"/>
                    </a:cubicBezTo>
                    <a:cubicBezTo>
                      <a:pt x="350872" y="2749"/>
                      <a:pt x="431248" y="100333"/>
                      <a:pt x="450000" y="225000"/>
                    </a:cubicBezTo>
                    <a:cubicBezTo>
                      <a:pt x="468937" y="352010"/>
                      <a:pt x="333296" y="442713"/>
                      <a:pt x="225000" y="450000"/>
                    </a:cubicBezTo>
                    <a:cubicBezTo>
                      <a:pt x="68467" y="459629"/>
                      <a:pt x="8952" y="337129"/>
                      <a:pt x="0" y="225000"/>
                    </a:cubicBezTo>
                    <a:close/>
                  </a:path>
                  <a:path w="450000" h="450000" stroke="0" extrusionOk="0">
                    <a:moveTo>
                      <a:pt x="0" y="225000"/>
                    </a:moveTo>
                    <a:cubicBezTo>
                      <a:pt x="-3802" y="107406"/>
                      <a:pt x="83727" y="-7024"/>
                      <a:pt x="225000" y="0"/>
                    </a:cubicBezTo>
                    <a:cubicBezTo>
                      <a:pt x="380234" y="-4572"/>
                      <a:pt x="448258" y="103910"/>
                      <a:pt x="450000" y="225000"/>
                    </a:cubicBezTo>
                    <a:cubicBezTo>
                      <a:pt x="415334" y="360850"/>
                      <a:pt x="326640" y="476753"/>
                      <a:pt x="225000" y="450000"/>
                    </a:cubicBezTo>
                    <a:cubicBezTo>
                      <a:pt x="119348" y="437955"/>
                      <a:pt x="-18107" y="353418"/>
                      <a:pt x="0" y="22500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81765707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BCB73A1-3E28-A94A-6C89-EEE0A514AA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0000">
                <a:off x="11410629" y="1147327"/>
                <a:ext cx="450000" cy="450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81765707">
                      <a:custGeom>
                        <a:avLst/>
                        <a:gdLst>
                          <a:gd name="csX0" fmla="*/ 0 w 450000"/>
                          <a:gd name="csY0" fmla="*/ 225000 h 450000"/>
                          <a:gd name="csX1" fmla="*/ 225000 w 450000"/>
                          <a:gd name="csY1" fmla="*/ 0 h 450000"/>
                          <a:gd name="csX2" fmla="*/ 450000 w 450000"/>
                          <a:gd name="csY2" fmla="*/ 225000 h 450000"/>
                          <a:gd name="csX3" fmla="*/ 225000 w 450000"/>
                          <a:gd name="csY3" fmla="*/ 450000 h 450000"/>
                          <a:gd name="csX4" fmla="*/ 0 w 450000"/>
                          <a:gd name="csY4" fmla="*/ 225000 h 4500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450000" h="450000" fill="none" extrusionOk="0">
                            <a:moveTo>
                              <a:pt x="0" y="225000"/>
                            </a:moveTo>
                            <a:cubicBezTo>
                              <a:pt x="4421" y="96534"/>
                              <a:pt x="111595" y="717"/>
                              <a:pt x="225000" y="0"/>
                            </a:cubicBezTo>
                            <a:cubicBezTo>
                              <a:pt x="350872" y="2749"/>
                              <a:pt x="431248" y="100333"/>
                              <a:pt x="450000" y="225000"/>
                            </a:cubicBezTo>
                            <a:cubicBezTo>
                              <a:pt x="468937" y="352010"/>
                              <a:pt x="333296" y="442713"/>
                              <a:pt x="225000" y="450000"/>
                            </a:cubicBezTo>
                            <a:cubicBezTo>
                              <a:pt x="68467" y="459629"/>
                              <a:pt x="8952" y="337129"/>
                              <a:pt x="0" y="225000"/>
                            </a:cubicBezTo>
                            <a:close/>
                          </a:path>
                          <a:path w="450000" h="450000" stroke="0" extrusionOk="0">
                            <a:moveTo>
                              <a:pt x="0" y="225000"/>
                            </a:moveTo>
                            <a:cubicBezTo>
                              <a:pt x="-3802" y="107406"/>
                              <a:pt x="83727" y="-7024"/>
                              <a:pt x="225000" y="0"/>
                            </a:cubicBezTo>
                            <a:cubicBezTo>
                              <a:pt x="380234" y="-4572"/>
                              <a:pt x="448258" y="103910"/>
                              <a:pt x="450000" y="225000"/>
                            </a:cubicBezTo>
                            <a:cubicBezTo>
                              <a:pt x="415334" y="360850"/>
                              <a:pt x="326640" y="476753"/>
                              <a:pt x="225000" y="450000"/>
                            </a:cubicBezTo>
                            <a:cubicBezTo>
                              <a:pt x="119348" y="437955"/>
                              <a:pt x="-18107" y="353418"/>
                              <a:pt x="0" y="22500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CF15C7-83C0-87E1-D926-D31344B20522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10448520" y="378535"/>
            <a:ext cx="429363" cy="2947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3E4259-18A1-A43A-E3F4-5FB40DE60835}"/>
              </a:ext>
            </a:extLst>
          </p:cNvPr>
          <p:cNvCxnSpPr>
            <a:cxnSpLocks/>
            <a:stCxn id="14" idx="3"/>
            <a:endCxn id="12" idx="7"/>
          </p:cNvCxnSpPr>
          <p:nvPr/>
        </p:nvCxnSpPr>
        <p:spPr>
          <a:xfrm flipH="1">
            <a:off x="11196081" y="478922"/>
            <a:ext cx="273491" cy="19439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E706D7B-D610-1843-3B55-812F2AFA1D15}"/>
              </a:ext>
            </a:extLst>
          </p:cNvPr>
          <p:cNvCxnSpPr>
            <a:cxnSpLocks/>
            <a:stCxn id="15" idx="6"/>
            <a:endCxn id="12" idx="3"/>
          </p:cNvCxnSpPr>
          <p:nvPr/>
        </p:nvCxnSpPr>
        <p:spPr>
          <a:xfrm flipV="1">
            <a:off x="10448520" y="991518"/>
            <a:ext cx="429363" cy="29867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7CE6BB4-7147-2E0C-17B4-2620C3F98F40}"/>
              </a:ext>
            </a:extLst>
          </p:cNvPr>
          <p:cNvCxnSpPr>
            <a:cxnSpLocks/>
            <a:stCxn id="16" idx="1"/>
            <a:endCxn id="12" idx="5"/>
          </p:cNvCxnSpPr>
          <p:nvPr/>
        </p:nvCxnSpPr>
        <p:spPr>
          <a:xfrm flipH="1" flipV="1">
            <a:off x="11196081" y="991518"/>
            <a:ext cx="286098" cy="21625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B10244C-892D-F05A-A412-63D9CB39446B}"/>
              </a:ext>
            </a:extLst>
          </p:cNvPr>
          <p:cNvSpPr txBox="1"/>
          <p:nvPr/>
        </p:nvSpPr>
        <p:spPr>
          <a:xfrm>
            <a:off x="4910053" y="1310226"/>
            <a:ext cx="1312406" cy="338554"/>
          </a:xfrm>
          <a:custGeom>
            <a:avLst/>
            <a:gdLst>
              <a:gd name="csX0" fmla="*/ 0 w 1312406"/>
              <a:gd name="csY0" fmla="*/ 0 h 338554"/>
              <a:gd name="csX1" fmla="*/ 424345 w 1312406"/>
              <a:gd name="csY1" fmla="*/ 0 h 338554"/>
              <a:gd name="csX2" fmla="*/ 835565 w 1312406"/>
              <a:gd name="csY2" fmla="*/ 0 h 338554"/>
              <a:gd name="csX3" fmla="*/ 1312406 w 1312406"/>
              <a:gd name="csY3" fmla="*/ 0 h 338554"/>
              <a:gd name="csX4" fmla="*/ 1312406 w 1312406"/>
              <a:gd name="csY4" fmla="*/ 338554 h 338554"/>
              <a:gd name="csX5" fmla="*/ 848689 w 1312406"/>
              <a:gd name="csY5" fmla="*/ 338554 h 338554"/>
              <a:gd name="csX6" fmla="*/ 450593 w 1312406"/>
              <a:gd name="csY6" fmla="*/ 338554 h 338554"/>
              <a:gd name="csX7" fmla="*/ 0 w 1312406"/>
              <a:gd name="csY7" fmla="*/ 338554 h 338554"/>
              <a:gd name="csX8" fmla="*/ 0 w 1312406"/>
              <a:gd name="csY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12406" h="338554" fill="none" extrusionOk="0">
                <a:moveTo>
                  <a:pt x="0" y="0"/>
                </a:moveTo>
                <a:cubicBezTo>
                  <a:pt x="191521" y="-12833"/>
                  <a:pt x="337007" y="31272"/>
                  <a:pt x="424345" y="0"/>
                </a:cubicBezTo>
                <a:cubicBezTo>
                  <a:pt x="511683" y="-31272"/>
                  <a:pt x="734538" y="40632"/>
                  <a:pt x="835565" y="0"/>
                </a:cubicBezTo>
                <a:cubicBezTo>
                  <a:pt x="936592" y="-40632"/>
                  <a:pt x="1091300" y="152"/>
                  <a:pt x="1312406" y="0"/>
                </a:cubicBezTo>
                <a:cubicBezTo>
                  <a:pt x="1344222" y="92792"/>
                  <a:pt x="1287502" y="217742"/>
                  <a:pt x="1312406" y="338554"/>
                </a:cubicBezTo>
                <a:cubicBezTo>
                  <a:pt x="1179573" y="340342"/>
                  <a:pt x="990877" y="319684"/>
                  <a:pt x="848689" y="338554"/>
                </a:cubicBezTo>
                <a:cubicBezTo>
                  <a:pt x="706501" y="357424"/>
                  <a:pt x="577299" y="297387"/>
                  <a:pt x="450593" y="338554"/>
                </a:cubicBezTo>
                <a:cubicBezTo>
                  <a:pt x="323887" y="379721"/>
                  <a:pt x="150780" y="291357"/>
                  <a:pt x="0" y="338554"/>
                </a:cubicBezTo>
                <a:cubicBezTo>
                  <a:pt x="-38392" y="182892"/>
                  <a:pt x="5304" y="118255"/>
                  <a:pt x="0" y="0"/>
                </a:cubicBezTo>
                <a:close/>
              </a:path>
              <a:path w="1312406" h="338554" stroke="0" extrusionOk="0">
                <a:moveTo>
                  <a:pt x="0" y="0"/>
                </a:moveTo>
                <a:cubicBezTo>
                  <a:pt x="205460" y="-15611"/>
                  <a:pt x="331898" y="52271"/>
                  <a:pt x="450593" y="0"/>
                </a:cubicBezTo>
                <a:cubicBezTo>
                  <a:pt x="569288" y="-52271"/>
                  <a:pt x="782653" y="11592"/>
                  <a:pt x="874937" y="0"/>
                </a:cubicBezTo>
                <a:cubicBezTo>
                  <a:pt x="967221" y="-11592"/>
                  <a:pt x="1094225" y="25808"/>
                  <a:pt x="1312406" y="0"/>
                </a:cubicBezTo>
                <a:cubicBezTo>
                  <a:pt x="1327462" y="148963"/>
                  <a:pt x="1289776" y="171890"/>
                  <a:pt x="1312406" y="338554"/>
                </a:cubicBezTo>
                <a:cubicBezTo>
                  <a:pt x="1174606" y="368846"/>
                  <a:pt x="1084917" y="332266"/>
                  <a:pt x="874937" y="338554"/>
                </a:cubicBezTo>
                <a:cubicBezTo>
                  <a:pt x="664957" y="344842"/>
                  <a:pt x="578484" y="300480"/>
                  <a:pt x="424345" y="338554"/>
                </a:cubicBezTo>
                <a:cubicBezTo>
                  <a:pt x="270206" y="376628"/>
                  <a:pt x="130259" y="335705"/>
                  <a:pt x="0" y="338554"/>
                </a:cubicBezTo>
                <a:cubicBezTo>
                  <a:pt x="-19858" y="244402"/>
                  <a:pt x="35753" y="15164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950774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oligo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poly</a:t>
            </a:r>
          </a:p>
        </p:txBody>
      </p:sp>
      <p:sp>
        <p:nvSpPr>
          <p:cNvPr id="58" name="Wave 57">
            <a:extLst>
              <a:ext uri="{FF2B5EF4-FFF2-40B4-BE49-F238E27FC236}">
                <a16:creationId xmlns:a16="http://schemas.microsoft.com/office/drawing/2014/main" id="{B95044C3-9228-6D70-95D8-28E8C6211AC9}"/>
              </a:ext>
            </a:extLst>
          </p:cNvPr>
          <p:cNvSpPr/>
          <p:nvPr/>
        </p:nvSpPr>
        <p:spPr>
          <a:xfrm>
            <a:off x="8338038" y="1290362"/>
            <a:ext cx="932304" cy="534873"/>
          </a:xfrm>
          <a:prstGeom prst="wav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Games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FFF0F1-3783-912D-2FB8-52D1B7BA0865}"/>
              </a:ext>
            </a:extLst>
          </p:cNvPr>
          <p:cNvSpPr txBox="1"/>
          <p:nvPr/>
        </p:nvSpPr>
        <p:spPr>
          <a:xfrm>
            <a:off x="4827274" y="1704380"/>
            <a:ext cx="1727849" cy="338554"/>
          </a:xfrm>
          <a:custGeom>
            <a:avLst/>
            <a:gdLst>
              <a:gd name="csX0" fmla="*/ 0 w 1727849"/>
              <a:gd name="csY0" fmla="*/ 0 h 338554"/>
              <a:gd name="csX1" fmla="*/ 593228 w 1727849"/>
              <a:gd name="csY1" fmla="*/ 0 h 338554"/>
              <a:gd name="csX2" fmla="*/ 1151899 w 1727849"/>
              <a:gd name="csY2" fmla="*/ 0 h 338554"/>
              <a:gd name="csX3" fmla="*/ 1727849 w 1727849"/>
              <a:gd name="csY3" fmla="*/ 0 h 338554"/>
              <a:gd name="csX4" fmla="*/ 1727849 w 1727849"/>
              <a:gd name="csY4" fmla="*/ 338554 h 338554"/>
              <a:gd name="csX5" fmla="*/ 1151899 w 1727849"/>
              <a:gd name="csY5" fmla="*/ 338554 h 338554"/>
              <a:gd name="csX6" fmla="*/ 541393 w 1727849"/>
              <a:gd name="csY6" fmla="*/ 338554 h 338554"/>
              <a:gd name="csX7" fmla="*/ 0 w 1727849"/>
              <a:gd name="csY7" fmla="*/ 338554 h 338554"/>
              <a:gd name="csX8" fmla="*/ 0 w 1727849"/>
              <a:gd name="csY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27849" h="338554" fill="none" extrusionOk="0">
                <a:moveTo>
                  <a:pt x="0" y="0"/>
                </a:moveTo>
                <a:cubicBezTo>
                  <a:pt x="259674" y="-38699"/>
                  <a:pt x="365930" y="28576"/>
                  <a:pt x="593228" y="0"/>
                </a:cubicBezTo>
                <a:cubicBezTo>
                  <a:pt x="820526" y="-28576"/>
                  <a:pt x="903185" y="33134"/>
                  <a:pt x="1151899" y="0"/>
                </a:cubicBezTo>
                <a:cubicBezTo>
                  <a:pt x="1400613" y="-33134"/>
                  <a:pt x="1463992" y="41756"/>
                  <a:pt x="1727849" y="0"/>
                </a:cubicBezTo>
                <a:cubicBezTo>
                  <a:pt x="1727859" y="114099"/>
                  <a:pt x="1723620" y="251031"/>
                  <a:pt x="1727849" y="338554"/>
                </a:cubicBezTo>
                <a:cubicBezTo>
                  <a:pt x="1529091" y="397172"/>
                  <a:pt x="1308393" y="281076"/>
                  <a:pt x="1151899" y="338554"/>
                </a:cubicBezTo>
                <a:cubicBezTo>
                  <a:pt x="995405" y="396032"/>
                  <a:pt x="732099" y="283371"/>
                  <a:pt x="541393" y="338554"/>
                </a:cubicBezTo>
                <a:cubicBezTo>
                  <a:pt x="350687" y="393737"/>
                  <a:pt x="152276" y="304209"/>
                  <a:pt x="0" y="338554"/>
                </a:cubicBezTo>
                <a:cubicBezTo>
                  <a:pt x="-36796" y="254314"/>
                  <a:pt x="3279" y="98625"/>
                  <a:pt x="0" y="0"/>
                </a:cubicBezTo>
                <a:close/>
              </a:path>
              <a:path w="1727849" h="338554" stroke="0" extrusionOk="0">
                <a:moveTo>
                  <a:pt x="0" y="0"/>
                </a:moveTo>
                <a:cubicBezTo>
                  <a:pt x="113261" y="-1545"/>
                  <a:pt x="400411" y="18697"/>
                  <a:pt x="524114" y="0"/>
                </a:cubicBezTo>
                <a:cubicBezTo>
                  <a:pt x="647817" y="-18697"/>
                  <a:pt x="986297" y="8227"/>
                  <a:pt x="1117342" y="0"/>
                </a:cubicBezTo>
                <a:cubicBezTo>
                  <a:pt x="1248387" y="-8227"/>
                  <a:pt x="1484676" y="30393"/>
                  <a:pt x="1727849" y="0"/>
                </a:cubicBezTo>
                <a:cubicBezTo>
                  <a:pt x="1731001" y="134441"/>
                  <a:pt x="1695606" y="191053"/>
                  <a:pt x="1727849" y="338554"/>
                </a:cubicBezTo>
                <a:cubicBezTo>
                  <a:pt x="1478872" y="403716"/>
                  <a:pt x="1382450" y="300917"/>
                  <a:pt x="1169178" y="338554"/>
                </a:cubicBezTo>
                <a:cubicBezTo>
                  <a:pt x="955906" y="376191"/>
                  <a:pt x="753292" y="285883"/>
                  <a:pt x="558671" y="338554"/>
                </a:cubicBezTo>
                <a:cubicBezTo>
                  <a:pt x="364050" y="391225"/>
                  <a:pt x="219415" y="321698"/>
                  <a:pt x="0" y="338554"/>
                </a:cubicBezTo>
                <a:cubicBezTo>
                  <a:pt x="-11159" y="199000"/>
                  <a:pt x="344" y="15976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46928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‘few’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+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‘to sell’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B20E1C-BD10-327D-311D-CF0EB6608C75}"/>
              </a:ext>
            </a:extLst>
          </p:cNvPr>
          <p:cNvSpPr txBox="1"/>
          <p:nvPr/>
        </p:nvSpPr>
        <p:spPr>
          <a:xfrm>
            <a:off x="2613896" y="1369140"/>
            <a:ext cx="1809062" cy="584775"/>
          </a:xfrm>
          <a:custGeom>
            <a:avLst/>
            <a:gdLst>
              <a:gd name="csX0" fmla="*/ 0 w 1809062"/>
              <a:gd name="csY0" fmla="*/ 0 h 584775"/>
              <a:gd name="csX1" fmla="*/ 434175 w 1809062"/>
              <a:gd name="csY1" fmla="*/ 0 h 584775"/>
              <a:gd name="csX2" fmla="*/ 886440 w 1809062"/>
              <a:gd name="csY2" fmla="*/ 0 h 584775"/>
              <a:gd name="csX3" fmla="*/ 1338706 w 1809062"/>
              <a:gd name="csY3" fmla="*/ 0 h 584775"/>
              <a:gd name="csX4" fmla="*/ 1809062 w 1809062"/>
              <a:gd name="csY4" fmla="*/ 0 h 584775"/>
              <a:gd name="csX5" fmla="*/ 1809062 w 1809062"/>
              <a:gd name="csY5" fmla="*/ 584775 h 584775"/>
              <a:gd name="csX6" fmla="*/ 1356797 w 1809062"/>
              <a:gd name="csY6" fmla="*/ 584775 h 584775"/>
              <a:gd name="csX7" fmla="*/ 940712 w 1809062"/>
              <a:gd name="csY7" fmla="*/ 584775 h 584775"/>
              <a:gd name="csX8" fmla="*/ 524628 w 1809062"/>
              <a:gd name="csY8" fmla="*/ 584775 h 584775"/>
              <a:gd name="csX9" fmla="*/ 0 w 1809062"/>
              <a:gd name="csY9" fmla="*/ 584775 h 584775"/>
              <a:gd name="csX10" fmla="*/ 0 w 1809062"/>
              <a:gd name="csY10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09062" h="584775" fill="none" extrusionOk="0">
                <a:moveTo>
                  <a:pt x="0" y="0"/>
                </a:moveTo>
                <a:cubicBezTo>
                  <a:pt x="134283" y="-7623"/>
                  <a:pt x="328576" y="28544"/>
                  <a:pt x="434175" y="0"/>
                </a:cubicBezTo>
                <a:cubicBezTo>
                  <a:pt x="539774" y="-28544"/>
                  <a:pt x="697182" y="51220"/>
                  <a:pt x="886440" y="0"/>
                </a:cubicBezTo>
                <a:cubicBezTo>
                  <a:pt x="1075699" y="-51220"/>
                  <a:pt x="1132636" y="2795"/>
                  <a:pt x="1338706" y="0"/>
                </a:cubicBezTo>
                <a:cubicBezTo>
                  <a:pt x="1544776" y="-2795"/>
                  <a:pt x="1639058" y="34227"/>
                  <a:pt x="1809062" y="0"/>
                </a:cubicBezTo>
                <a:cubicBezTo>
                  <a:pt x="1816596" y="197191"/>
                  <a:pt x="1803570" y="374282"/>
                  <a:pt x="1809062" y="584775"/>
                </a:cubicBezTo>
                <a:cubicBezTo>
                  <a:pt x="1613438" y="600734"/>
                  <a:pt x="1522755" y="574227"/>
                  <a:pt x="1356797" y="584775"/>
                </a:cubicBezTo>
                <a:cubicBezTo>
                  <a:pt x="1190840" y="595323"/>
                  <a:pt x="1097858" y="537902"/>
                  <a:pt x="940712" y="584775"/>
                </a:cubicBezTo>
                <a:cubicBezTo>
                  <a:pt x="783566" y="631648"/>
                  <a:pt x="670003" y="565097"/>
                  <a:pt x="524628" y="584775"/>
                </a:cubicBezTo>
                <a:cubicBezTo>
                  <a:pt x="379253" y="604453"/>
                  <a:pt x="218641" y="521905"/>
                  <a:pt x="0" y="584775"/>
                </a:cubicBezTo>
                <a:cubicBezTo>
                  <a:pt x="-18641" y="399863"/>
                  <a:pt x="1086" y="205998"/>
                  <a:pt x="0" y="0"/>
                </a:cubicBezTo>
                <a:close/>
              </a:path>
              <a:path w="1809062" h="584775" stroke="0" extrusionOk="0">
                <a:moveTo>
                  <a:pt x="0" y="0"/>
                </a:moveTo>
                <a:cubicBezTo>
                  <a:pt x="137204" y="-17698"/>
                  <a:pt x="293616" y="31721"/>
                  <a:pt x="434175" y="0"/>
                </a:cubicBezTo>
                <a:cubicBezTo>
                  <a:pt x="574735" y="-31721"/>
                  <a:pt x="642961" y="8380"/>
                  <a:pt x="832169" y="0"/>
                </a:cubicBezTo>
                <a:cubicBezTo>
                  <a:pt x="1021377" y="-8380"/>
                  <a:pt x="1089271" y="6729"/>
                  <a:pt x="1320615" y="0"/>
                </a:cubicBezTo>
                <a:cubicBezTo>
                  <a:pt x="1551959" y="-6729"/>
                  <a:pt x="1643465" y="22131"/>
                  <a:pt x="1809062" y="0"/>
                </a:cubicBezTo>
                <a:cubicBezTo>
                  <a:pt x="1815760" y="120638"/>
                  <a:pt x="1801287" y="453480"/>
                  <a:pt x="1809062" y="584775"/>
                </a:cubicBezTo>
                <a:cubicBezTo>
                  <a:pt x="1706231" y="616860"/>
                  <a:pt x="1547053" y="575699"/>
                  <a:pt x="1392978" y="584775"/>
                </a:cubicBezTo>
                <a:cubicBezTo>
                  <a:pt x="1238903" y="593851"/>
                  <a:pt x="1105002" y="539411"/>
                  <a:pt x="976893" y="584775"/>
                </a:cubicBezTo>
                <a:cubicBezTo>
                  <a:pt x="848785" y="630139"/>
                  <a:pt x="646963" y="537030"/>
                  <a:pt x="488447" y="584775"/>
                </a:cubicBezTo>
                <a:cubicBezTo>
                  <a:pt x="329931" y="632520"/>
                  <a:pt x="235290" y="538924"/>
                  <a:pt x="0" y="584775"/>
                </a:cubicBezTo>
                <a:cubicBezTo>
                  <a:pt x="-7399" y="344304"/>
                  <a:pt x="51418" y="24999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 panose="020B0503020202020204" pitchFamily="34" charset="0"/>
              </a:rPr>
              <a:t>Interdependent decision-making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23BCA0-9D40-C6D1-BE51-4BE286E6CF90}"/>
              </a:ext>
            </a:extLst>
          </p:cNvPr>
          <p:cNvSpPr txBox="1"/>
          <p:nvPr/>
        </p:nvSpPr>
        <p:spPr>
          <a:xfrm>
            <a:off x="176404" y="1464262"/>
            <a:ext cx="1992864" cy="338554"/>
          </a:xfrm>
          <a:custGeom>
            <a:avLst/>
            <a:gdLst>
              <a:gd name="csX0" fmla="*/ 0 w 1992864"/>
              <a:gd name="csY0" fmla="*/ 0 h 338554"/>
              <a:gd name="csX1" fmla="*/ 458359 w 1992864"/>
              <a:gd name="csY1" fmla="*/ 0 h 338554"/>
              <a:gd name="csX2" fmla="*/ 956575 w 1992864"/>
              <a:gd name="csY2" fmla="*/ 0 h 338554"/>
              <a:gd name="csX3" fmla="*/ 1494648 w 1992864"/>
              <a:gd name="csY3" fmla="*/ 0 h 338554"/>
              <a:gd name="csX4" fmla="*/ 1992864 w 1992864"/>
              <a:gd name="csY4" fmla="*/ 0 h 338554"/>
              <a:gd name="csX5" fmla="*/ 1992864 w 1992864"/>
              <a:gd name="csY5" fmla="*/ 338554 h 338554"/>
              <a:gd name="csX6" fmla="*/ 1474719 w 1992864"/>
              <a:gd name="csY6" fmla="*/ 338554 h 338554"/>
              <a:gd name="csX7" fmla="*/ 976503 w 1992864"/>
              <a:gd name="csY7" fmla="*/ 338554 h 338554"/>
              <a:gd name="csX8" fmla="*/ 478287 w 1992864"/>
              <a:gd name="csY8" fmla="*/ 338554 h 338554"/>
              <a:gd name="csX9" fmla="*/ 0 w 1992864"/>
              <a:gd name="csY9" fmla="*/ 338554 h 338554"/>
              <a:gd name="csX10" fmla="*/ 0 w 1992864"/>
              <a:gd name="csY10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92864" h="338554" fill="none" extrusionOk="0">
                <a:moveTo>
                  <a:pt x="0" y="0"/>
                </a:moveTo>
                <a:cubicBezTo>
                  <a:pt x="166432" y="-11502"/>
                  <a:pt x="364483" y="33771"/>
                  <a:pt x="458359" y="0"/>
                </a:cubicBezTo>
                <a:cubicBezTo>
                  <a:pt x="552235" y="-33771"/>
                  <a:pt x="751026" y="12992"/>
                  <a:pt x="956575" y="0"/>
                </a:cubicBezTo>
                <a:cubicBezTo>
                  <a:pt x="1162124" y="-12992"/>
                  <a:pt x="1302231" y="49586"/>
                  <a:pt x="1494648" y="0"/>
                </a:cubicBezTo>
                <a:cubicBezTo>
                  <a:pt x="1687065" y="-49586"/>
                  <a:pt x="1801845" y="54043"/>
                  <a:pt x="1992864" y="0"/>
                </a:cubicBezTo>
                <a:cubicBezTo>
                  <a:pt x="2005432" y="136758"/>
                  <a:pt x="1981055" y="248392"/>
                  <a:pt x="1992864" y="338554"/>
                </a:cubicBezTo>
                <a:cubicBezTo>
                  <a:pt x="1852448" y="386768"/>
                  <a:pt x="1616108" y="311913"/>
                  <a:pt x="1474719" y="338554"/>
                </a:cubicBezTo>
                <a:cubicBezTo>
                  <a:pt x="1333331" y="365195"/>
                  <a:pt x="1176371" y="320914"/>
                  <a:pt x="976503" y="338554"/>
                </a:cubicBezTo>
                <a:cubicBezTo>
                  <a:pt x="776635" y="356194"/>
                  <a:pt x="695889" y="288033"/>
                  <a:pt x="478287" y="338554"/>
                </a:cubicBezTo>
                <a:cubicBezTo>
                  <a:pt x="260685" y="389075"/>
                  <a:pt x="105445" y="291973"/>
                  <a:pt x="0" y="338554"/>
                </a:cubicBezTo>
                <a:cubicBezTo>
                  <a:pt x="-2005" y="207243"/>
                  <a:pt x="35607" y="86203"/>
                  <a:pt x="0" y="0"/>
                </a:cubicBezTo>
                <a:close/>
              </a:path>
              <a:path w="1992864" h="338554" stroke="0" extrusionOk="0">
                <a:moveTo>
                  <a:pt x="0" y="0"/>
                </a:moveTo>
                <a:cubicBezTo>
                  <a:pt x="161829" y="-22412"/>
                  <a:pt x="329326" y="51091"/>
                  <a:pt x="498216" y="0"/>
                </a:cubicBezTo>
                <a:cubicBezTo>
                  <a:pt x="667106" y="-51091"/>
                  <a:pt x="809925" y="9454"/>
                  <a:pt x="1036289" y="0"/>
                </a:cubicBezTo>
                <a:cubicBezTo>
                  <a:pt x="1262653" y="-9454"/>
                  <a:pt x="1284579" y="8510"/>
                  <a:pt x="1474719" y="0"/>
                </a:cubicBezTo>
                <a:cubicBezTo>
                  <a:pt x="1664859" y="-8510"/>
                  <a:pt x="1778974" y="7830"/>
                  <a:pt x="1992864" y="0"/>
                </a:cubicBezTo>
                <a:cubicBezTo>
                  <a:pt x="2008943" y="135521"/>
                  <a:pt x="1978927" y="170875"/>
                  <a:pt x="1992864" y="338554"/>
                </a:cubicBezTo>
                <a:cubicBezTo>
                  <a:pt x="1890897" y="378565"/>
                  <a:pt x="1662838" y="335379"/>
                  <a:pt x="1494648" y="338554"/>
                </a:cubicBezTo>
                <a:cubicBezTo>
                  <a:pt x="1326458" y="341729"/>
                  <a:pt x="1116750" y="307473"/>
                  <a:pt x="956575" y="338554"/>
                </a:cubicBezTo>
                <a:cubicBezTo>
                  <a:pt x="796400" y="369635"/>
                  <a:pt x="677395" y="287140"/>
                  <a:pt x="478287" y="338554"/>
                </a:cubicBezTo>
                <a:cubicBezTo>
                  <a:pt x="279179" y="389968"/>
                  <a:pt x="105089" y="296381"/>
                  <a:pt x="0" y="338554"/>
                </a:cubicBezTo>
                <a:cubicBezTo>
                  <a:pt x="-10852" y="250083"/>
                  <a:pt x="22975" y="88931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78229488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 panose="020B0503020202020204" pitchFamily="34" charset="0"/>
              </a:rPr>
              <a:t>Strategic behavior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BABDA1-61CE-C1CF-BE8D-D7130F893E20}"/>
              </a:ext>
            </a:extLst>
          </p:cNvPr>
          <p:cNvSpPr txBox="1"/>
          <p:nvPr/>
        </p:nvSpPr>
        <p:spPr>
          <a:xfrm>
            <a:off x="114312" y="967153"/>
            <a:ext cx="80656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Two</a:t>
            </a:r>
          </a:p>
        </p:txBody>
      </p:sp>
      <p:pic>
        <p:nvPicPr>
          <p:cNvPr id="66" name="Picture 65" descr="A person in a suit and bow tie&#10;&#10;AI-generated content may be incorrect.">
            <a:extLst>
              <a:ext uri="{FF2B5EF4-FFF2-40B4-BE49-F238E27FC236}">
                <a16:creationId xmlns:a16="http://schemas.microsoft.com/office/drawing/2014/main" id="{F16E2C05-27EA-B511-EB0D-843C4ADC46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162" y="2395017"/>
            <a:ext cx="2728081" cy="3254400"/>
          </a:xfrm>
          <a:prstGeom prst="rect">
            <a:avLst/>
          </a:prstGeom>
        </p:spPr>
      </p:pic>
      <p:pic>
        <p:nvPicPr>
          <p:cNvPr id="68" name="Picture 67" descr="A person in a suit&#10;&#10;AI-generated content may be incorrect.">
            <a:extLst>
              <a:ext uri="{FF2B5EF4-FFF2-40B4-BE49-F238E27FC236}">
                <a16:creationId xmlns:a16="http://schemas.microsoft.com/office/drawing/2014/main" id="{6AA09E96-61C7-3E75-F70C-0819FAF769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650" y="2421504"/>
            <a:ext cx="2313114" cy="325518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82126235-8FC5-5F43-6B73-19F0CC9B2E79}"/>
              </a:ext>
            </a:extLst>
          </p:cNvPr>
          <p:cNvSpPr txBox="1"/>
          <p:nvPr/>
        </p:nvSpPr>
        <p:spPr>
          <a:xfrm rot="21364418">
            <a:off x="4579061" y="3959131"/>
            <a:ext cx="3018875" cy="646331"/>
          </a:xfrm>
          <a:custGeom>
            <a:avLst/>
            <a:gdLst>
              <a:gd name="csX0" fmla="*/ 0 w 3018875"/>
              <a:gd name="csY0" fmla="*/ 0 h 646331"/>
              <a:gd name="csX1" fmla="*/ 472957 w 3018875"/>
              <a:gd name="csY1" fmla="*/ 0 h 646331"/>
              <a:gd name="csX2" fmla="*/ 885537 w 3018875"/>
              <a:gd name="csY2" fmla="*/ 0 h 646331"/>
              <a:gd name="csX3" fmla="*/ 1328305 w 3018875"/>
              <a:gd name="csY3" fmla="*/ 0 h 646331"/>
              <a:gd name="csX4" fmla="*/ 1861640 w 3018875"/>
              <a:gd name="csY4" fmla="*/ 0 h 646331"/>
              <a:gd name="csX5" fmla="*/ 2334597 w 3018875"/>
              <a:gd name="csY5" fmla="*/ 0 h 646331"/>
              <a:gd name="csX6" fmla="*/ 3018875 w 3018875"/>
              <a:gd name="csY6" fmla="*/ 0 h 646331"/>
              <a:gd name="csX7" fmla="*/ 3018875 w 3018875"/>
              <a:gd name="csY7" fmla="*/ 329629 h 646331"/>
              <a:gd name="csX8" fmla="*/ 3018875 w 3018875"/>
              <a:gd name="csY8" fmla="*/ 646331 h 646331"/>
              <a:gd name="csX9" fmla="*/ 2515729 w 3018875"/>
              <a:gd name="csY9" fmla="*/ 646331 h 646331"/>
              <a:gd name="csX10" fmla="*/ 2072961 w 3018875"/>
              <a:gd name="csY10" fmla="*/ 646331 h 646331"/>
              <a:gd name="csX11" fmla="*/ 1509438 w 3018875"/>
              <a:gd name="csY11" fmla="*/ 646331 h 646331"/>
              <a:gd name="csX12" fmla="*/ 1036480 w 3018875"/>
              <a:gd name="csY12" fmla="*/ 646331 h 646331"/>
              <a:gd name="csX13" fmla="*/ 623901 w 3018875"/>
              <a:gd name="csY13" fmla="*/ 646331 h 646331"/>
              <a:gd name="csX14" fmla="*/ 0 w 3018875"/>
              <a:gd name="csY14" fmla="*/ 646331 h 646331"/>
              <a:gd name="csX15" fmla="*/ 0 w 3018875"/>
              <a:gd name="csY15" fmla="*/ 336092 h 646331"/>
              <a:gd name="csX16" fmla="*/ 0 w 3018875"/>
              <a:gd name="csY16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18875" h="646331" fill="none" extrusionOk="0">
                <a:moveTo>
                  <a:pt x="0" y="0"/>
                </a:moveTo>
                <a:cubicBezTo>
                  <a:pt x="236231" y="-51776"/>
                  <a:pt x="265007" y="3947"/>
                  <a:pt x="472957" y="0"/>
                </a:cubicBezTo>
                <a:cubicBezTo>
                  <a:pt x="680907" y="-3947"/>
                  <a:pt x="703870" y="31741"/>
                  <a:pt x="885537" y="0"/>
                </a:cubicBezTo>
                <a:cubicBezTo>
                  <a:pt x="1067204" y="-31741"/>
                  <a:pt x="1211180" y="31135"/>
                  <a:pt x="1328305" y="0"/>
                </a:cubicBezTo>
                <a:cubicBezTo>
                  <a:pt x="1445430" y="-31135"/>
                  <a:pt x="1694047" y="51441"/>
                  <a:pt x="1861640" y="0"/>
                </a:cubicBezTo>
                <a:cubicBezTo>
                  <a:pt x="2029233" y="-51441"/>
                  <a:pt x="2221245" y="19649"/>
                  <a:pt x="2334597" y="0"/>
                </a:cubicBezTo>
                <a:cubicBezTo>
                  <a:pt x="2447949" y="-19649"/>
                  <a:pt x="2826659" y="77261"/>
                  <a:pt x="3018875" y="0"/>
                </a:cubicBezTo>
                <a:cubicBezTo>
                  <a:pt x="3043866" y="95584"/>
                  <a:pt x="2982614" y="238896"/>
                  <a:pt x="3018875" y="329629"/>
                </a:cubicBezTo>
                <a:cubicBezTo>
                  <a:pt x="3055136" y="420362"/>
                  <a:pt x="3009191" y="528952"/>
                  <a:pt x="3018875" y="646331"/>
                </a:cubicBezTo>
                <a:cubicBezTo>
                  <a:pt x="2776050" y="703773"/>
                  <a:pt x="2752888" y="590407"/>
                  <a:pt x="2515729" y="646331"/>
                </a:cubicBezTo>
                <a:cubicBezTo>
                  <a:pt x="2278570" y="702255"/>
                  <a:pt x="2248230" y="637706"/>
                  <a:pt x="2072961" y="646331"/>
                </a:cubicBezTo>
                <a:cubicBezTo>
                  <a:pt x="1897692" y="654956"/>
                  <a:pt x="1653075" y="596981"/>
                  <a:pt x="1509438" y="646331"/>
                </a:cubicBezTo>
                <a:cubicBezTo>
                  <a:pt x="1365801" y="695681"/>
                  <a:pt x="1184578" y="608023"/>
                  <a:pt x="1036480" y="646331"/>
                </a:cubicBezTo>
                <a:cubicBezTo>
                  <a:pt x="888382" y="684639"/>
                  <a:pt x="763944" y="611137"/>
                  <a:pt x="623901" y="646331"/>
                </a:cubicBezTo>
                <a:cubicBezTo>
                  <a:pt x="483858" y="681525"/>
                  <a:pt x="229431" y="637657"/>
                  <a:pt x="0" y="646331"/>
                </a:cubicBezTo>
                <a:cubicBezTo>
                  <a:pt x="-18676" y="560701"/>
                  <a:pt x="27135" y="429861"/>
                  <a:pt x="0" y="336092"/>
                </a:cubicBezTo>
                <a:cubicBezTo>
                  <a:pt x="-27135" y="242323"/>
                  <a:pt x="3131" y="123161"/>
                  <a:pt x="0" y="0"/>
                </a:cubicBezTo>
                <a:close/>
              </a:path>
              <a:path w="3018875" h="646331" stroke="0" extrusionOk="0">
                <a:moveTo>
                  <a:pt x="0" y="0"/>
                </a:moveTo>
                <a:cubicBezTo>
                  <a:pt x="221173" y="-48434"/>
                  <a:pt x="348710" y="20330"/>
                  <a:pt x="472957" y="0"/>
                </a:cubicBezTo>
                <a:cubicBezTo>
                  <a:pt x="597204" y="-20330"/>
                  <a:pt x="721290" y="58"/>
                  <a:pt x="885537" y="0"/>
                </a:cubicBezTo>
                <a:cubicBezTo>
                  <a:pt x="1049784" y="-58"/>
                  <a:pt x="1232472" y="27378"/>
                  <a:pt x="1449060" y="0"/>
                </a:cubicBezTo>
                <a:cubicBezTo>
                  <a:pt x="1665648" y="-27378"/>
                  <a:pt x="1744744" y="19903"/>
                  <a:pt x="1922017" y="0"/>
                </a:cubicBezTo>
                <a:cubicBezTo>
                  <a:pt x="2099290" y="-19903"/>
                  <a:pt x="2225472" y="49739"/>
                  <a:pt x="2394974" y="0"/>
                </a:cubicBezTo>
                <a:cubicBezTo>
                  <a:pt x="2564476" y="-49739"/>
                  <a:pt x="2861058" y="61963"/>
                  <a:pt x="3018875" y="0"/>
                </a:cubicBezTo>
                <a:cubicBezTo>
                  <a:pt x="3026831" y="88056"/>
                  <a:pt x="3011629" y="222591"/>
                  <a:pt x="3018875" y="310239"/>
                </a:cubicBezTo>
                <a:cubicBezTo>
                  <a:pt x="3026121" y="397887"/>
                  <a:pt x="2991193" y="498093"/>
                  <a:pt x="3018875" y="646331"/>
                </a:cubicBezTo>
                <a:cubicBezTo>
                  <a:pt x="2875686" y="647075"/>
                  <a:pt x="2686060" y="603544"/>
                  <a:pt x="2576107" y="646331"/>
                </a:cubicBezTo>
                <a:cubicBezTo>
                  <a:pt x="2466154" y="689118"/>
                  <a:pt x="2222728" y="630748"/>
                  <a:pt x="2072961" y="646331"/>
                </a:cubicBezTo>
                <a:cubicBezTo>
                  <a:pt x="1923194" y="661914"/>
                  <a:pt x="1768317" y="600080"/>
                  <a:pt x="1569815" y="646331"/>
                </a:cubicBezTo>
                <a:cubicBezTo>
                  <a:pt x="1371313" y="692582"/>
                  <a:pt x="1237512" y="600885"/>
                  <a:pt x="1096858" y="646331"/>
                </a:cubicBezTo>
                <a:cubicBezTo>
                  <a:pt x="956204" y="691777"/>
                  <a:pt x="767558" y="625457"/>
                  <a:pt x="533335" y="646331"/>
                </a:cubicBezTo>
                <a:cubicBezTo>
                  <a:pt x="299112" y="667205"/>
                  <a:pt x="188572" y="640022"/>
                  <a:pt x="0" y="646331"/>
                </a:cubicBezTo>
                <a:cubicBezTo>
                  <a:pt x="-12452" y="566656"/>
                  <a:pt x="1926" y="454460"/>
                  <a:pt x="0" y="336092"/>
                </a:cubicBezTo>
                <a:cubicBezTo>
                  <a:pt x="-1926" y="217724"/>
                  <a:pt x="19950" y="1396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19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Century French Mathematicians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45E8BD-5146-2F7C-FD9E-B8E5B9946DB8}"/>
              </a:ext>
            </a:extLst>
          </p:cNvPr>
          <p:cNvSpPr txBox="1"/>
          <p:nvPr/>
        </p:nvSpPr>
        <p:spPr>
          <a:xfrm>
            <a:off x="733674" y="138942"/>
            <a:ext cx="2424759" cy="338554"/>
          </a:xfrm>
          <a:custGeom>
            <a:avLst/>
            <a:gdLst>
              <a:gd name="csX0" fmla="*/ 0 w 2424759"/>
              <a:gd name="csY0" fmla="*/ 0 h 338554"/>
              <a:gd name="csX1" fmla="*/ 484952 w 2424759"/>
              <a:gd name="csY1" fmla="*/ 0 h 338554"/>
              <a:gd name="csX2" fmla="*/ 945656 w 2424759"/>
              <a:gd name="csY2" fmla="*/ 0 h 338554"/>
              <a:gd name="csX3" fmla="*/ 1454855 w 2424759"/>
              <a:gd name="csY3" fmla="*/ 0 h 338554"/>
              <a:gd name="csX4" fmla="*/ 1988302 w 2424759"/>
              <a:gd name="csY4" fmla="*/ 0 h 338554"/>
              <a:gd name="csX5" fmla="*/ 2424759 w 2424759"/>
              <a:gd name="csY5" fmla="*/ 0 h 338554"/>
              <a:gd name="csX6" fmla="*/ 2424759 w 2424759"/>
              <a:gd name="csY6" fmla="*/ 338554 h 338554"/>
              <a:gd name="csX7" fmla="*/ 1939807 w 2424759"/>
              <a:gd name="csY7" fmla="*/ 338554 h 338554"/>
              <a:gd name="csX8" fmla="*/ 1503351 w 2424759"/>
              <a:gd name="csY8" fmla="*/ 338554 h 338554"/>
              <a:gd name="csX9" fmla="*/ 1018399 w 2424759"/>
              <a:gd name="csY9" fmla="*/ 338554 h 338554"/>
              <a:gd name="csX10" fmla="*/ 509199 w 2424759"/>
              <a:gd name="csY10" fmla="*/ 338554 h 338554"/>
              <a:gd name="csX11" fmla="*/ 0 w 2424759"/>
              <a:gd name="csY11" fmla="*/ 338554 h 338554"/>
              <a:gd name="csX12" fmla="*/ 0 w 2424759"/>
              <a:gd name="csY12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424759" h="338554" extrusionOk="0">
                <a:moveTo>
                  <a:pt x="0" y="0"/>
                </a:moveTo>
                <a:cubicBezTo>
                  <a:pt x="204748" y="-9178"/>
                  <a:pt x="308512" y="55874"/>
                  <a:pt x="484952" y="0"/>
                </a:cubicBezTo>
                <a:cubicBezTo>
                  <a:pt x="661392" y="-55874"/>
                  <a:pt x="734160" y="30760"/>
                  <a:pt x="945656" y="0"/>
                </a:cubicBezTo>
                <a:cubicBezTo>
                  <a:pt x="1157152" y="-30760"/>
                  <a:pt x="1251749" y="11036"/>
                  <a:pt x="1454855" y="0"/>
                </a:cubicBezTo>
                <a:cubicBezTo>
                  <a:pt x="1657961" y="-11036"/>
                  <a:pt x="1876302" y="6560"/>
                  <a:pt x="1988302" y="0"/>
                </a:cubicBezTo>
                <a:cubicBezTo>
                  <a:pt x="2100302" y="-6560"/>
                  <a:pt x="2333456" y="43748"/>
                  <a:pt x="2424759" y="0"/>
                </a:cubicBezTo>
                <a:cubicBezTo>
                  <a:pt x="2456759" y="117823"/>
                  <a:pt x="2385063" y="214733"/>
                  <a:pt x="2424759" y="338554"/>
                </a:cubicBezTo>
                <a:cubicBezTo>
                  <a:pt x="2261606" y="339991"/>
                  <a:pt x="2173082" y="326765"/>
                  <a:pt x="1939807" y="338554"/>
                </a:cubicBezTo>
                <a:cubicBezTo>
                  <a:pt x="1706532" y="350343"/>
                  <a:pt x="1593915" y="322715"/>
                  <a:pt x="1503351" y="338554"/>
                </a:cubicBezTo>
                <a:cubicBezTo>
                  <a:pt x="1412787" y="354393"/>
                  <a:pt x="1188957" y="330943"/>
                  <a:pt x="1018399" y="338554"/>
                </a:cubicBezTo>
                <a:cubicBezTo>
                  <a:pt x="847841" y="346165"/>
                  <a:pt x="731165" y="279039"/>
                  <a:pt x="509199" y="338554"/>
                </a:cubicBezTo>
                <a:cubicBezTo>
                  <a:pt x="287233" y="398069"/>
                  <a:pt x="193954" y="281143"/>
                  <a:pt x="0" y="338554"/>
                </a:cubicBezTo>
                <a:cubicBezTo>
                  <a:pt x="-23022" y="190403"/>
                  <a:pt x="7932" y="7003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‘Homogeneous’ good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2F4B06-9921-6954-FC39-63B3BAC3516E}"/>
              </a:ext>
            </a:extLst>
          </p:cNvPr>
          <p:cNvSpPr txBox="1"/>
          <p:nvPr/>
        </p:nvSpPr>
        <p:spPr>
          <a:xfrm>
            <a:off x="571727" y="2412871"/>
            <a:ext cx="4381041" cy="369332"/>
          </a:xfrm>
          <a:custGeom>
            <a:avLst/>
            <a:gdLst>
              <a:gd name="csX0" fmla="*/ 0 w 4381041"/>
              <a:gd name="csY0" fmla="*/ 0 h 369332"/>
              <a:gd name="csX1" fmla="*/ 460009 w 4381041"/>
              <a:gd name="csY1" fmla="*/ 0 h 369332"/>
              <a:gd name="csX2" fmla="*/ 1051450 w 4381041"/>
              <a:gd name="csY2" fmla="*/ 0 h 369332"/>
              <a:gd name="csX3" fmla="*/ 1555270 w 4381041"/>
              <a:gd name="csY3" fmla="*/ 0 h 369332"/>
              <a:gd name="csX4" fmla="*/ 2015279 w 4381041"/>
              <a:gd name="csY4" fmla="*/ 0 h 369332"/>
              <a:gd name="csX5" fmla="*/ 2606719 w 4381041"/>
              <a:gd name="csY5" fmla="*/ 0 h 369332"/>
              <a:gd name="csX6" fmla="*/ 3154350 w 4381041"/>
              <a:gd name="csY6" fmla="*/ 0 h 369332"/>
              <a:gd name="csX7" fmla="*/ 3701980 w 4381041"/>
              <a:gd name="csY7" fmla="*/ 0 h 369332"/>
              <a:gd name="csX8" fmla="*/ 4381041 w 4381041"/>
              <a:gd name="csY8" fmla="*/ 0 h 369332"/>
              <a:gd name="csX9" fmla="*/ 4381041 w 4381041"/>
              <a:gd name="csY9" fmla="*/ 369332 h 369332"/>
              <a:gd name="csX10" fmla="*/ 3921032 w 4381041"/>
              <a:gd name="csY10" fmla="*/ 369332 h 369332"/>
              <a:gd name="csX11" fmla="*/ 3504833 w 4381041"/>
              <a:gd name="csY11" fmla="*/ 369332 h 369332"/>
              <a:gd name="csX12" fmla="*/ 2913392 w 4381041"/>
              <a:gd name="csY12" fmla="*/ 369332 h 369332"/>
              <a:gd name="csX13" fmla="*/ 2453383 w 4381041"/>
              <a:gd name="csY13" fmla="*/ 369332 h 369332"/>
              <a:gd name="csX14" fmla="*/ 1861942 w 4381041"/>
              <a:gd name="csY14" fmla="*/ 369332 h 369332"/>
              <a:gd name="csX15" fmla="*/ 1226691 w 4381041"/>
              <a:gd name="csY15" fmla="*/ 369332 h 369332"/>
              <a:gd name="csX16" fmla="*/ 722872 w 4381041"/>
              <a:gd name="csY16" fmla="*/ 369332 h 369332"/>
              <a:gd name="csX17" fmla="*/ 0 w 4381041"/>
              <a:gd name="csY17" fmla="*/ 369332 h 369332"/>
              <a:gd name="csX18" fmla="*/ 0 w 4381041"/>
              <a:gd name="csY1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381041" h="369332" fill="none" extrusionOk="0">
                <a:moveTo>
                  <a:pt x="0" y="0"/>
                </a:moveTo>
                <a:cubicBezTo>
                  <a:pt x="121564" y="-1997"/>
                  <a:pt x="251634" y="25322"/>
                  <a:pt x="460009" y="0"/>
                </a:cubicBezTo>
                <a:cubicBezTo>
                  <a:pt x="668384" y="-25322"/>
                  <a:pt x="897297" y="33907"/>
                  <a:pt x="1051450" y="0"/>
                </a:cubicBezTo>
                <a:cubicBezTo>
                  <a:pt x="1205603" y="-33907"/>
                  <a:pt x="1436553" y="36543"/>
                  <a:pt x="1555270" y="0"/>
                </a:cubicBezTo>
                <a:cubicBezTo>
                  <a:pt x="1673987" y="-36543"/>
                  <a:pt x="1842904" y="48867"/>
                  <a:pt x="2015279" y="0"/>
                </a:cubicBezTo>
                <a:cubicBezTo>
                  <a:pt x="2187654" y="-48867"/>
                  <a:pt x="2453049" y="38057"/>
                  <a:pt x="2606719" y="0"/>
                </a:cubicBezTo>
                <a:cubicBezTo>
                  <a:pt x="2760389" y="-38057"/>
                  <a:pt x="2919284" y="48489"/>
                  <a:pt x="3154350" y="0"/>
                </a:cubicBezTo>
                <a:cubicBezTo>
                  <a:pt x="3389416" y="-48489"/>
                  <a:pt x="3553725" y="37125"/>
                  <a:pt x="3701980" y="0"/>
                </a:cubicBezTo>
                <a:cubicBezTo>
                  <a:pt x="3850235" y="-37125"/>
                  <a:pt x="4219502" y="55663"/>
                  <a:pt x="4381041" y="0"/>
                </a:cubicBezTo>
                <a:cubicBezTo>
                  <a:pt x="4418901" y="135373"/>
                  <a:pt x="4375423" y="224284"/>
                  <a:pt x="4381041" y="369332"/>
                </a:cubicBezTo>
                <a:cubicBezTo>
                  <a:pt x="4180282" y="393611"/>
                  <a:pt x="4054983" y="354481"/>
                  <a:pt x="3921032" y="369332"/>
                </a:cubicBezTo>
                <a:cubicBezTo>
                  <a:pt x="3787081" y="384183"/>
                  <a:pt x="3642276" y="348663"/>
                  <a:pt x="3504833" y="369332"/>
                </a:cubicBezTo>
                <a:cubicBezTo>
                  <a:pt x="3367390" y="390001"/>
                  <a:pt x="3185929" y="356865"/>
                  <a:pt x="2913392" y="369332"/>
                </a:cubicBezTo>
                <a:cubicBezTo>
                  <a:pt x="2640855" y="381799"/>
                  <a:pt x="2620632" y="315856"/>
                  <a:pt x="2453383" y="369332"/>
                </a:cubicBezTo>
                <a:cubicBezTo>
                  <a:pt x="2286134" y="422808"/>
                  <a:pt x="1999022" y="308180"/>
                  <a:pt x="1861942" y="369332"/>
                </a:cubicBezTo>
                <a:cubicBezTo>
                  <a:pt x="1724862" y="430484"/>
                  <a:pt x="1498097" y="297733"/>
                  <a:pt x="1226691" y="369332"/>
                </a:cubicBezTo>
                <a:cubicBezTo>
                  <a:pt x="955285" y="440931"/>
                  <a:pt x="864413" y="366893"/>
                  <a:pt x="722872" y="369332"/>
                </a:cubicBezTo>
                <a:cubicBezTo>
                  <a:pt x="581331" y="371771"/>
                  <a:pt x="259387" y="321942"/>
                  <a:pt x="0" y="369332"/>
                </a:cubicBezTo>
                <a:cubicBezTo>
                  <a:pt x="-42265" y="245067"/>
                  <a:pt x="44246" y="119033"/>
                  <a:pt x="0" y="0"/>
                </a:cubicBezTo>
                <a:close/>
              </a:path>
              <a:path w="4381041" h="369332" stroke="0" extrusionOk="0">
                <a:moveTo>
                  <a:pt x="0" y="0"/>
                </a:moveTo>
                <a:cubicBezTo>
                  <a:pt x="130924" y="-3735"/>
                  <a:pt x="266993" y="53483"/>
                  <a:pt x="503820" y="0"/>
                </a:cubicBezTo>
                <a:cubicBezTo>
                  <a:pt x="740647" y="-53483"/>
                  <a:pt x="771418" y="30447"/>
                  <a:pt x="920019" y="0"/>
                </a:cubicBezTo>
                <a:cubicBezTo>
                  <a:pt x="1068620" y="-30447"/>
                  <a:pt x="1244203" y="52027"/>
                  <a:pt x="1555270" y="0"/>
                </a:cubicBezTo>
                <a:cubicBezTo>
                  <a:pt x="1866337" y="-52027"/>
                  <a:pt x="1898824" y="49156"/>
                  <a:pt x="2059089" y="0"/>
                </a:cubicBezTo>
                <a:cubicBezTo>
                  <a:pt x="2219354" y="-49156"/>
                  <a:pt x="2388240" y="23029"/>
                  <a:pt x="2562909" y="0"/>
                </a:cubicBezTo>
                <a:cubicBezTo>
                  <a:pt x="2737578" y="-23029"/>
                  <a:pt x="3029139" y="13663"/>
                  <a:pt x="3198160" y="0"/>
                </a:cubicBezTo>
                <a:cubicBezTo>
                  <a:pt x="3367181" y="-13663"/>
                  <a:pt x="3557920" y="49955"/>
                  <a:pt x="3658169" y="0"/>
                </a:cubicBezTo>
                <a:cubicBezTo>
                  <a:pt x="3758418" y="-49955"/>
                  <a:pt x="4217855" y="64780"/>
                  <a:pt x="4381041" y="0"/>
                </a:cubicBezTo>
                <a:cubicBezTo>
                  <a:pt x="4392496" y="83888"/>
                  <a:pt x="4354252" y="240328"/>
                  <a:pt x="4381041" y="369332"/>
                </a:cubicBezTo>
                <a:cubicBezTo>
                  <a:pt x="4281654" y="397379"/>
                  <a:pt x="4086397" y="360588"/>
                  <a:pt x="3921032" y="369332"/>
                </a:cubicBezTo>
                <a:cubicBezTo>
                  <a:pt x="3755667" y="378076"/>
                  <a:pt x="3645253" y="327761"/>
                  <a:pt x="3373402" y="369332"/>
                </a:cubicBezTo>
                <a:cubicBezTo>
                  <a:pt x="3101551" y="410903"/>
                  <a:pt x="3044451" y="358280"/>
                  <a:pt x="2869582" y="369332"/>
                </a:cubicBezTo>
                <a:cubicBezTo>
                  <a:pt x="2694713" y="380384"/>
                  <a:pt x="2403670" y="307576"/>
                  <a:pt x="2234331" y="369332"/>
                </a:cubicBezTo>
                <a:cubicBezTo>
                  <a:pt x="2064992" y="431088"/>
                  <a:pt x="1853429" y="315274"/>
                  <a:pt x="1599080" y="369332"/>
                </a:cubicBezTo>
                <a:cubicBezTo>
                  <a:pt x="1344731" y="423390"/>
                  <a:pt x="1342763" y="367183"/>
                  <a:pt x="1139071" y="369332"/>
                </a:cubicBezTo>
                <a:cubicBezTo>
                  <a:pt x="935379" y="371481"/>
                  <a:pt x="768886" y="343857"/>
                  <a:pt x="591441" y="369332"/>
                </a:cubicBezTo>
                <a:cubicBezTo>
                  <a:pt x="413996" y="394807"/>
                  <a:pt x="153553" y="368016"/>
                  <a:pt x="0" y="369332"/>
                </a:cubicBezTo>
                <a:cubicBezTo>
                  <a:pt x="-15049" y="228689"/>
                  <a:pt x="10302" y="16954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firm sells everything that it produces.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D8A2B1-E385-0F2D-5927-3F8F36D2AC05}"/>
              </a:ext>
            </a:extLst>
          </p:cNvPr>
          <p:cNvSpPr txBox="1"/>
          <p:nvPr/>
        </p:nvSpPr>
        <p:spPr>
          <a:xfrm>
            <a:off x="6761105" y="2333295"/>
            <a:ext cx="4690942" cy="369332"/>
          </a:xfrm>
          <a:custGeom>
            <a:avLst/>
            <a:gdLst>
              <a:gd name="csX0" fmla="*/ 0 w 4690942"/>
              <a:gd name="csY0" fmla="*/ 0 h 369332"/>
              <a:gd name="csX1" fmla="*/ 492549 w 4690942"/>
              <a:gd name="csY1" fmla="*/ 0 h 369332"/>
              <a:gd name="csX2" fmla="*/ 1125826 w 4690942"/>
              <a:gd name="csY2" fmla="*/ 0 h 369332"/>
              <a:gd name="csX3" fmla="*/ 1665284 w 4690942"/>
              <a:gd name="csY3" fmla="*/ 0 h 369332"/>
              <a:gd name="csX4" fmla="*/ 2157833 w 4690942"/>
              <a:gd name="csY4" fmla="*/ 0 h 369332"/>
              <a:gd name="csX5" fmla="*/ 2791110 w 4690942"/>
              <a:gd name="csY5" fmla="*/ 0 h 369332"/>
              <a:gd name="csX6" fmla="*/ 3377478 w 4690942"/>
              <a:gd name="csY6" fmla="*/ 0 h 369332"/>
              <a:gd name="csX7" fmla="*/ 3963846 w 4690942"/>
              <a:gd name="csY7" fmla="*/ 0 h 369332"/>
              <a:gd name="csX8" fmla="*/ 4690942 w 4690942"/>
              <a:gd name="csY8" fmla="*/ 0 h 369332"/>
              <a:gd name="csX9" fmla="*/ 4690942 w 4690942"/>
              <a:gd name="csY9" fmla="*/ 369332 h 369332"/>
              <a:gd name="csX10" fmla="*/ 4198393 w 4690942"/>
              <a:gd name="csY10" fmla="*/ 369332 h 369332"/>
              <a:gd name="csX11" fmla="*/ 3752754 w 4690942"/>
              <a:gd name="csY11" fmla="*/ 369332 h 369332"/>
              <a:gd name="csX12" fmla="*/ 3119476 w 4690942"/>
              <a:gd name="csY12" fmla="*/ 369332 h 369332"/>
              <a:gd name="csX13" fmla="*/ 2626928 w 4690942"/>
              <a:gd name="csY13" fmla="*/ 369332 h 369332"/>
              <a:gd name="csX14" fmla="*/ 1993650 w 4690942"/>
              <a:gd name="csY14" fmla="*/ 369332 h 369332"/>
              <a:gd name="csX15" fmla="*/ 1313464 w 4690942"/>
              <a:gd name="csY15" fmla="*/ 369332 h 369332"/>
              <a:gd name="csX16" fmla="*/ 774005 w 4690942"/>
              <a:gd name="csY16" fmla="*/ 369332 h 369332"/>
              <a:gd name="csX17" fmla="*/ 0 w 4690942"/>
              <a:gd name="csY17" fmla="*/ 369332 h 369332"/>
              <a:gd name="csX18" fmla="*/ 0 w 4690942"/>
              <a:gd name="csY1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690942" h="369332" fill="none" extrusionOk="0">
                <a:moveTo>
                  <a:pt x="0" y="0"/>
                </a:moveTo>
                <a:cubicBezTo>
                  <a:pt x="218687" y="-43159"/>
                  <a:pt x="380835" y="15966"/>
                  <a:pt x="492549" y="0"/>
                </a:cubicBezTo>
                <a:cubicBezTo>
                  <a:pt x="604263" y="-15966"/>
                  <a:pt x="827933" y="27942"/>
                  <a:pt x="1125826" y="0"/>
                </a:cubicBezTo>
                <a:cubicBezTo>
                  <a:pt x="1423719" y="-27942"/>
                  <a:pt x="1505680" y="31648"/>
                  <a:pt x="1665284" y="0"/>
                </a:cubicBezTo>
                <a:cubicBezTo>
                  <a:pt x="1824888" y="-31648"/>
                  <a:pt x="1949588" y="29576"/>
                  <a:pt x="2157833" y="0"/>
                </a:cubicBezTo>
                <a:cubicBezTo>
                  <a:pt x="2366078" y="-29576"/>
                  <a:pt x="2633200" y="73327"/>
                  <a:pt x="2791110" y="0"/>
                </a:cubicBezTo>
                <a:cubicBezTo>
                  <a:pt x="2949020" y="-73327"/>
                  <a:pt x="3258408" y="21128"/>
                  <a:pt x="3377478" y="0"/>
                </a:cubicBezTo>
                <a:cubicBezTo>
                  <a:pt x="3496548" y="-21128"/>
                  <a:pt x="3839959" y="55771"/>
                  <a:pt x="3963846" y="0"/>
                </a:cubicBezTo>
                <a:cubicBezTo>
                  <a:pt x="4087733" y="-55771"/>
                  <a:pt x="4442464" y="35649"/>
                  <a:pt x="4690942" y="0"/>
                </a:cubicBezTo>
                <a:cubicBezTo>
                  <a:pt x="4728802" y="135373"/>
                  <a:pt x="4685324" y="224284"/>
                  <a:pt x="4690942" y="369332"/>
                </a:cubicBezTo>
                <a:cubicBezTo>
                  <a:pt x="4490513" y="405827"/>
                  <a:pt x="4441846" y="328359"/>
                  <a:pt x="4198393" y="369332"/>
                </a:cubicBezTo>
                <a:cubicBezTo>
                  <a:pt x="3954940" y="410305"/>
                  <a:pt x="3905791" y="348978"/>
                  <a:pt x="3752754" y="369332"/>
                </a:cubicBezTo>
                <a:cubicBezTo>
                  <a:pt x="3599717" y="389686"/>
                  <a:pt x="3316938" y="311585"/>
                  <a:pt x="3119476" y="369332"/>
                </a:cubicBezTo>
                <a:cubicBezTo>
                  <a:pt x="2922014" y="427079"/>
                  <a:pt x="2755393" y="311812"/>
                  <a:pt x="2626928" y="369332"/>
                </a:cubicBezTo>
                <a:cubicBezTo>
                  <a:pt x="2498463" y="426852"/>
                  <a:pt x="2209129" y="306281"/>
                  <a:pt x="1993650" y="369332"/>
                </a:cubicBezTo>
                <a:cubicBezTo>
                  <a:pt x="1778171" y="432383"/>
                  <a:pt x="1486994" y="330160"/>
                  <a:pt x="1313464" y="369332"/>
                </a:cubicBezTo>
                <a:cubicBezTo>
                  <a:pt x="1139934" y="408504"/>
                  <a:pt x="888169" y="352541"/>
                  <a:pt x="774005" y="369332"/>
                </a:cubicBezTo>
                <a:cubicBezTo>
                  <a:pt x="659841" y="386123"/>
                  <a:pt x="246964" y="301884"/>
                  <a:pt x="0" y="369332"/>
                </a:cubicBezTo>
                <a:cubicBezTo>
                  <a:pt x="-42265" y="245067"/>
                  <a:pt x="44246" y="119033"/>
                  <a:pt x="0" y="0"/>
                </a:cubicBezTo>
                <a:close/>
              </a:path>
              <a:path w="4690942" h="369332" stroke="0" extrusionOk="0">
                <a:moveTo>
                  <a:pt x="0" y="0"/>
                </a:moveTo>
                <a:cubicBezTo>
                  <a:pt x="244311" y="-974"/>
                  <a:pt x="393579" y="52095"/>
                  <a:pt x="539458" y="0"/>
                </a:cubicBezTo>
                <a:cubicBezTo>
                  <a:pt x="685337" y="-52095"/>
                  <a:pt x="881708" y="28783"/>
                  <a:pt x="985098" y="0"/>
                </a:cubicBezTo>
                <a:cubicBezTo>
                  <a:pt x="1088488" y="-28783"/>
                  <a:pt x="1410534" y="43265"/>
                  <a:pt x="1665284" y="0"/>
                </a:cubicBezTo>
                <a:cubicBezTo>
                  <a:pt x="1920034" y="-43265"/>
                  <a:pt x="1946907" y="8525"/>
                  <a:pt x="2204743" y="0"/>
                </a:cubicBezTo>
                <a:cubicBezTo>
                  <a:pt x="2462579" y="-8525"/>
                  <a:pt x="2489850" y="32466"/>
                  <a:pt x="2744201" y="0"/>
                </a:cubicBezTo>
                <a:cubicBezTo>
                  <a:pt x="2998552" y="-32466"/>
                  <a:pt x="3097935" y="3136"/>
                  <a:pt x="3424388" y="0"/>
                </a:cubicBezTo>
                <a:cubicBezTo>
                  <a:pt x="3750841" y="-3136"/>
                  <a:pt x="3692920" y="16992"/>
                  <a:pt x="3916937" y="0"/>
                </a:cubicBezTo>
                <a:cubicBezTo>
                  <a:pt x="4140954" y="-16992"/>
                  <a:pt x="4415794" y="33110"/>
                  <a:pt x="4690942" y="0"/>
                </a:cubicBezTo>
                <a:cubicBezTo>
                  <a:pt x="4702397" y="83888"/>
                  <a:pt x="4664153" y="240328"/>
                  <a:pt x="4690942" y="369332"/>
                </a:cubicBezTo>
                <a:cubicBezTo>
                  <a:pt x="4582036" y="388439"/>
                  <a:pt x="4346182" y="328270"/>
                  <a:pt x="4198393" y="369332"/>
                </a:cubicBezTo>
                <a:cubicBezTo>
                  <a:pt x="4050604" y="410394"/>
                  <a:pt x="3844381" y="330644"/>
                  <a:pt x="3612025" y="369332"/>
                </a:cubicBezTo>
                <a:cubicBezTo>
                  <a:pt x="3379669" y="408020"/>
                  <a:pt x="3273884" y="359444"/>
                  <a:pt x="3072567" y="369332"/>
                </a:cubicBezTo>
                <a:cubicBezTo>
                  <a:pt x="2871250" y="379220"/>
                  <a:pt x="2532054" y="299730"/>
                  <a:pt x="2392380" y="369332"/>
                </a:cubicBezTo>
                <a:cubicBezTo>
                  <a:pt x="2252706" y="438934"/>
                  <a:pt x="1910284" y="348550"/>
                  <a:pt x="1712194" y="369332"/>
                </a:cubicBezTo>
                <a:cubicBezTo>
                  <a:pt x="1514104" y="390114"/>
                  <a:pt x="1458239" y="337933"/>
                  <a:pt x="1219645" y="369332"/>
                </a:cubicBezTo>
                <a:cubicBezTo>
                  <a:pt x="981051" y="400731"/>
                  <a:pt x="796296" y="322606"/>
                  <a:pt x="633277" y="369332"/>
                </a:cubicBezTo>
                <a:cubicBezTo>
                  <a:pt x="470258" y="416058"/>
                  <a:pt x="261094" y="332090"/>
                  <a:pt x="0" y="369332"/>
                </a:cubicBezTo>
                <a:cubicBezTo>
                  <a:pt x="-15049" y="228689"/>
                  <a:pt x="10302" y="16954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firm produces exactly how much it sells.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F06B3-948A-2C68-766B-2F3C139885F5}"/>
              </a:ext>
            </a:extLst>
          </p:cNvPr>
          <p:cNvSpPr txBox="1"/>
          <p:nvPr/>
        </p:nvSpPr>
        <p:spPr>
          <a:xfrm>
            <a:off x="3937284" y="2719032"/>
            <a:ext cx="2962263" cy="584775"/>
          </a:xfrm>
          <a:custGeom>
            <a:avLst/>
            <a:gdLst>
              <a:gd name="csX0" fmla="*/ 0 w 2962263"/>
              <a:gd name="csY0" fmla="*/ 0 h 584775"/>
              <a:gd name="csX1" fmla="*/ 562830 w 2962263"/>
              <a:gd name="csY1" fmla="*/ 0 h 584775"/>
              <a:gd name="csX2" fmla="*/ 1155283 w 2962263"/>
              <a:gd name="csY2" fmla="*/ 0 h 584775"/>
              <a:gd name="csX3" fmla="*/ 1777358 w 2962263"/>
              <a:gd name="csY3" fmla="*/ 0 h 584775"/>
              <a:gd name="csX4" fmla="*/ 2399433 w 2962263"/>
              <a:gd name="csY4" fmla="*/ 0 h 584775"/>
              <a:gd name="csX5" fmla="*/ 2962263 w 2962263"/>
              <a:gd name="csY5" fmla="*/ 0 h 584775"/>
              <a:gd name="csX6" fmla="*/ 2962263 w 2962263"/>
              <a:gd name="csY6" fmla="*/ 584775 h 584775"/>
              <a:gd name="csX7" fmla="*/ 2310565 w 2962263"/>
              <a:gd name="csY7" fmla="*/ 584775 h 584775"/>
              <a:gd name="csX8" fmla="*/ 1658867 w 2962263"/>
              <a:gd name="csY8" fmla="*/ 584775 h 584775"/>
              <a:gd name="csX9" fmla="*/ 1066415 w 2962263"/>
              <a:gd name="csY9" fmla="*/ 584775 h 584775"/>
              <a:gd name="csX10" fmla="*/ 0 w 2962263"/>
              <a:gd name="csY10" fmla="*/ 584775 h 584775"/>
              <a:gd name="csX11" fmla="*/ 0 w 2962263"/>
              <a:gd name="csY11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962263" h="584775" fill="none" extrusionOk="0">
                <a:moveTo>
                  <a:pt x="0" y="0"/>
                </a:moveTo>
                <a:cubicBezTo>
                  <a:pt x="171455" y="-48086"/>
                  <a:pt x="403486" y="37880"/>
                  <a:pt x="562830" y="0"/>
                </a:cubicBezTo>
                <a:cubicBezTo>
                  <a:pt x="722174" y="-37880"/>
                  <a:pt x="952339" y="14219"/>
                  <a:pt x="1155283" y="0"/>
                </a:cubicBezTo>
                <a:cubicBezTo>
                  <a:pt x="1358227" y="-14219"/>
                  <a:pt x="1502055" y="15185"/>
                  <a:pt x="1777358" y="0"/>
                </a:cubicBezTo>
                <a:cubicBezTo>
                  <a:pt x="2052661" y="-15185"/>
                  <a:pt x="2131778" y="65502"/>
                  <a:pt x="2399433" y="0"/>
                </a:cubicBezTo>
                <a:cubicBezTo>
                  <a:pt x="2667089" y="-65502"/>
                  <a:pt x="2781168" y="39725"/>
                  <a:pt x="2962263" y="0"/>
                </a:cubicBezTo>
                <a:cubicBezTo>
                  <a:pt x="2989895" y="164407"/>
                  <a:pt x="2953943" y="364833"/>
                  <a:pt x="2962263" y="584775"/>
                </a:cubicBezTo>
                <a:cubicBezTo>
                  <a:pt x="2706617" y="655728"/>
                  <a:pt x="2554845" y="555628"/>
                  <a:pt x="2310565" y="584775"/>
                </a:cubicBezTo>
                <a:cubicBezTo>
                  <a:pt x="2066285" y="613922"/>
                  <a:pt x="1891956" y="508998"/>
                  <a:pt x="1658867" y="584775"/>
                </a:cubicBezTo>
                <a:cubicBezTo>
                  <a:pt x="1425778" y="660552"/>
                  <a:pt x="1317394" y="539814"/>
                  <a:pt x="1066415" y="584775"/>
                </a:cubicBezTo>
                <a:cubicBezTo>
                  <a:pt x="815436" y="629736"/>
                  <a:pt x="464809" y="458305"/>
                  <a:pt x="0" y="584775"/>
                </a:cubicBezTo>
                <a:cubicBezTo>
                  <a:pt x="-50961" y="345112"/>
                  <a:pt x="5040" y="227422"/>
                  <a:pt x="0" y="0"/>
                </a:cubicBezTo>
                <a:close/>
              </a:path>
              <a:path w="2962263" h="584775" stroke="0" extrusionOk="0">
                <a:moveTo>
                  <a:pt x="0" y="0"/>
                </a:moveTo>
                <a:cubicBezTo>
                  <a:pt x="228561" y="-45434"/>
                  <a:pt x="369027" y="4861"/>
                  <a:pt x="562830" y="0"/>
                </a:cubicBezTo>
                <a:cubicBezTo>
                  <a:pt x="756633" y="-4861"/>
                  <a:pt x="820360" y="37161"/>
                  <a:pt x="1066415" y="0"/>
                </a:cubicBezTo>
                <a:cubicBezTo>
                  <a:pt x="1312470" y="-37161"/>
                  <a:pt x="1456742" y="56996"/>
                  <a:pt x="1718113" y="0"/>
                </a:cubicBezTo>
                <a:cubicBezTo>
                  <a:pt x="1979484" y="-56996"/>
                  <a:pt x="2119829" y="18556"/>
                  <a:pt x="2280943" y="0"/>
                </a:cubicBezTo>
                <a:cubicBezTo>
                  <a:pt x="2442057" y="-18556"/>
                  <a:pt x="2627314" y="18457"/>
                  <a:pt x="2962263" y="0"/>
                </a:cubicBezTo>
                <a:cubicBezTo>
                  <a:pt x="3024632" y="176031"/>
                  <a:pt x="2927833" y="314926"/>
                  <a:pt x="2962263" y="584775"/>
                </a:cubicBezTo>
                <a:cubicBezTo>
                  <a:pt x="2830634" y="599150"/>
                  <a:pt x="2534818" y="541645"/>
                  <a:pt x="2369810" y="584775"/>
                </a:cubicBezTo>
                <a:cubicBezTo>
                  <a:pt x="2204802" y="627905"/>
                  <a:pt x="2018780" y="574282"/>
                  <a:pt x="1718113" y="584775"/>
                </a:cubicBezTo>
                <a:cubicBezTo>
                  <a:pt x="1417446" y="595268"/>
                  <a:pt x="1399470" y="568097"/>
                  <a:pt x="1214528" y="584775"/>
                </a:cubicBezTo>
                <a:cubicBezTo>
                  <a:pt x="1029586" y="601453"/>
                  <a:pt x="754280" y="556389"/>
                  <a:pt x="622075" y="584775"/>
                </a:cubicBezTo>
                <a:cubicBezTo>
                  <a:pt x="489870" y="613161"/>
                  <a:pt x="233054" y="579673"/>
                  <a:pt x="0" y="584775"/>
                </a:cubicBezTo>
                <a:cubicBezTo>
                  <a:pt x="-44627" y="367636"/>
                  <a:pt x="9051" y="13732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…at the price determined by the  market.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00EDD-3999-ECB8-D63E-1CD79126B03B}"/>
              </a:ext>
            </a:extLst>
          </p:cNvPr>
          <p:cNvSpPr txBox="1"/>
          <p:nvPr/>
        </p:nvSpPr>
        <p:spPr>
          <a:xfrm>
            <a:off x="8707887" y="2788428"/>
            <a:ext cx="3229618" cy="584775"/>
          </a:xfrm>
          <a:custGeom>
            <a:avLst/>
            <a:gdLst>
              <a:gd name="csX0" fmla="*/ 0 w 3229618"/>
              <a:gd name="csY0" fmla="*/ 0 h 584775"/>
              <a:gd name="csX1" fmla="*/ 602862 w 3229618"/>
              <a:gd name="csY1" fmla="*/ 0 h 584775"/>
              <a:gd name="csX2" fmla="*/ 1173428 w 3229618"/>
              <a:gd name="csY2" fmla="*/ 0 h 584775"/>
              <a:gd name="csX3" fmla="*/ 1743994 w 3229618"/>
              <a:gd name="csY3" fmla="*/ 0 h 584775"/>
              <a:gd name="csX4" fmla="*/ 2185375 w 3229618"/>
              <a:gd name="csY4" fmla="*/ 0 h 584775"/>
              <a:gd name="csX5" fmla="*/ 2659052 w 3229618"/>
              <a:gd name="csY5" fmla="*/ 0 h 584775"/>
              <a:gd name="csX6" fmla="*/ 3229618 w 3229618"/>
              <a:gd name="csY6" fmla="*/ 0 h 584775"/>
              <a:gd name="csX7" fmla="*/ 3229618 w 3229618"/>
              <a:gd name="csY7" fmla="*/ 584775 h 584775"/>
              <a:gd name="csX8" fmla="*/ 2691348 w 3229618"/>
              <a:gd name="csY8" fmla="*/ 584775 h 584775"/>
              <a:gd name="csX9" fmla="*/ 2249967 w 3229618"/>
              <a:gd name="csY9" fmla="*/ 584775 h 584775"/>
              <a:gd name="csX10" fmla="*/ 1808586 w 3229618"/>
              <a:gd name="csY10" fmla="*/ 584775 h 584775"/>
              <a:gd name="csX11" fmla="*/ 1238020 w 3229618"/>
              <a:gd name="csY11" fmla="*/ 584775 h 584775"/>
              <a:gd name="csX12" fmla="*/ 764343 w 3229618"/>
              <a:gd name="csY12" fmla="*/ 584775 h 584775"/>
              <a:gd name="csX13" fmla="*/ 0 w 3229618"/>
              <a:gd name="csY13" fmla="*/ 584775 h 584775"/>
              <a:gd name="csX14" fmla="*/ 0 w 3229618"/>
              <a:gd name="csY14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229618" h="584775" fill="none" extrusionOk="0">
                <a:moveTo>
                  <a:pt x="0" y="0"/>
                </a:moveTo>
                <a:cubicBezTo>
                  <a:pt x="253532" y="-69120"/>
                  <a:pt x="363888" y="25202"/>
                  <a:pt x="602862" y="0"/>
                </a:cubicBezTo>
                <a:cubicBezTo>
                  <a:pt x="841836" y="-25202"/>
                  <a:pt x="1058301" y="33688"/>
                  <a:pt x="1173428" y="0"/>
                </a:cubicBezTo>
                <a:cubicBezTo>
                  <a:pt x="1288555" y="-33688"/>
                  <a:pt x="1618089" y="31039"/>
                  <a:pt x="1743994" y="0"/>
                </a:cubicBezTo>
                <a:cubicBezTo>
                  <a:pt x="1869899" y="-31039"/>
                  <a:pt x="1989008" y="35246"/>
                  <a:pt x="2185375" y="0"/>
                </a:cubicBezTo>
                <a:cubicBezTo>
                  <a:pt x="2381742" y="-35246"/>
                  <a:pt x="2539861" y="31424"/>
                  <a:pt x="2659052" y="0"/>
                </a:cubicBezTo>
                <a:cubicBezTo>
                  <a:pt x="2778243" y="-31424"/>
                  <a:pt x="2983707" y="34023"/>
                  <a:pt x="3229618" y="0"/>
                </a:cubicBezTo>
                <a:cubicBezTo>
                  <a:pt x="3230394" y="145862"/>
                  <a:pt x="3191383" y="433896"/>
                  <a:pt x="3229618" y="584775"/>
                </a:cubicBezTo>
                <a:cubicBezTo>
                  <a:pt x="3045888" y="587415"/>
                  <a:pt x="2863983" y="579334"/>
                  <a:pt x="2691348" y="584775"/>
                </a:cubicBezTo>
                <a:cubicBezTo>
                  <a:pt x="2518713" y="590216"/>
                  <a:pt x="2395950" y="576751"/>
                  <a:pt x="2249967" y="584775"/>
                </a:cubicBezTo>
                <a:cubicBezTo>
                  <a:pt x="2103984" y="592799"/>
                  <a:pt x="1931957" y="579418"/>
                  <a:pt x="1808586" y="584775"/>
                </a:cubicBezTo>
                <a:cubicBezTo>
                  <a:pt x="1685215" y="590132"/>
                  <a:pt x="1476666" y="533618"/>
                  <a:pt x="1238020" y="584775"/>
                </a:cubicBezTo>
                <a:cubicBezTo>
                  <a:pt x="999374" y="635932"/>
                  <a:pt x="905007" y="562953"/>
                  <a:pt x="764343" y="584775"/>
                </a:cubicBezTo>
                <a:cubicBezTo>
                  <a:pt x="623679" y="606597"/>
                  <a:pt x="169309" y="574607"/>
                  <a:pt x="0" y="584775"/>
                </a:cubicBezTo>
                <a:cubicBezTo>
                  <a:pt x="-12151" y="445539"/>
                  <a:pt x="62289" y="241777"/>
                  <a:pt x="0" y="0"/>
                </a:cubicBezTo>
                <a:close/>
              </a:path>
              <a:path w="3229618" h="584775" stroke="0" extrusionOk="0">
                <a:moveTo>
                  <a:pt x="0" y="0"/>
                </a:moveTo>
                <a:cubicBezTo>
                  <a:pt x="112202" y="-8936"/>
                  <a:pt x="334892" y="11258"/>
                  <a:pt x="505973" y="0"/>
                </a:cubicBezTo>
                <a:cubicBezTo>
                  <a:pt x="677054" y="-11258"/>
                  <a:pt x="840324" y="41272"/>
                  <a:pt x="947355" y="0"/>
                </a:cubicBezTo>
                <a:cubicBezTo>
                  <a:pt x="1054386" y="-41272"/>
                  <a:pt x="1349391" y="27469"/>
                  <a:pt x="1550217" y="0"/>
                </a:cubicBezTo>
                <a:cubicBezTo>
                  <a:pt x="1751043" y="-27469"/>
                  <a:pt x="1828956" y="3663"/>
                  <a:pt x="2056190" y="0"/>
                </a:cubicBezTo>
                <a:cubicBezTo>
                  <a:pt x="2283424" y="-3663"/>
                  <a:pt x="2422047" y="46615"/>
                  <a:pt x="2562164" y="0"/>
                </a:cubicBezTo>
                <a:cubicBezTo>
                  <a:pt x="2702281" y="-46615"/>
                  <a:pt x="3014114" y="21853"/>
                  <a:pt x="3229618" y="0"/>
                </a:cubicBezTo>
                <a:cubicBezTo>
                  <a:pt x="3279487" y="282673"/>
                  <a:pt x="3211692" y="341227"/>
                  <a:pt x="3229618" y="584775"/>
                </a:cubicBezTo>
                <a:cubicBezTo>
                  <a:pt x="3052235" y="592641"/>
                  <a:pt x="2877506" y="577966"/>
                  <a:pt x="2691348" y="584775"/>
                </a:cubicBezTo>
                <a:cubicBezTo>
                  <a:pt x="2505190" y="591584"/>
                  <a:pt x="2447685" y="538688"/>
                  <a:pt x="2249967" y="584775"/>
                </a:cubicBezTo>
                <a:cubicBezTo>
                  <a:pt x="2052249" y="630862"/>
                  <a:pt x="1886315" y="568468"/>
                  <a:pt x="1711698" y="584775"/>
                </a:cubicBezTo>
                <a:cubicBezTo>
                  <a:pt x="1537081" y="601082"/>
                  <a:pt x="1333789" y="543429"/>
                  <a:pt x="1173428" y="584775"/>
                </a:cubicBezTo>
                <a:cubicBezTo>
                  <a:pt x="1013067" y="626121"/>
                  <a:pt x="850276" y="575856"/>
                  <a:pt x="667454" y="584775"/>
                </a:cubicBezTo>
                <a:cubicBezTo>
                  <a:pt x="484632" y="593694"/>
                  <a:pt x="244406" y="534241"/>
                  <a:pt x="0" y="584775"/>
                </a:cubicBezTo>
                <a:cubicBezTo>
                  <a:pt x="-55378" y="456293"/>
                  <a:pt x="11508" y="25000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…based on market demand for the chosen price</a:t>
            </a:r>
          </a:p>
        </p:txBody>
      </p:sp>
    </p:spTree>
    <p:extLst>
      <p:ext uri="{BB962C8B-B14F-4D97-AF65-F5344CB8AC3E}">
        <p14:creationId xmlns:p14="http://schemas.microsoft.com/office/powerpoint/2010/main" val="234564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4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24" grpId="0"/>
      <p:bldP spid="25" grpId="0"/>
      <p:bldP spid="26" grpId="0" animBg="1"/>
      <p:bldP spid="27" grpId="0" animBg="1"/>
      <p:bldP spid="28" grpId="0"/>
      <p:bldP spid="30" grpId="0"/>
      <p:bldP spid="33" grpId="0"/>
      <p:bldP spid="34" grpId="0" animBg="1"/>
      <p:bldP spid="35" grpId="0" animBg="1"/>
      <p:bldP spid="36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2" grpId="0" animBg="1"/>
      <p:bldP spid="3" grpId="0" animBg="1"/>
      <p:bldP spid="4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4" grpId="0" animBg="1"/>
      <p:bldP spid="69" grpId="0" animBg="1"/>
      <p:bldP spid="69" grpId="1" animBg="1"/>
      <p:bldP spid="70" grpId="0" animBg="1"/>
      <p:bldP spid="71" grpId="0" animBg="1"/>
      <p:bldP spid="72" grpId="0" animBg="1"/>
      <p:bldP spid="6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1241B"/>
      </a:dk2>
      <a:lt2>
        <a:srgbClr val="F0F3F2"/>
      </a:lt2>
      <a:accent1>
        <a:srgbClr val="C34D6A"/>
      </a:accent1>
      <a:accent2>
        <a:srgbClr val="B13B8A"/>
      </a:accent2>
      <a:accent3>
        <a:srgbClr val="B94DC3"/>
      </a:accent3>
      <a:accent4>
        <a:srgbClr val="763BB1"/>
      </a:accent4>
      <a:accent5>
        <a:srgbClr val="564DC3"/>
      </a:accent5>
      <a:accent6>
        <a:srgbClr val="3B62B1"/>
      </a:accent6>
      <a:hlink>
        <a:srgbClr val="785DC9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13820</TotalTime>
  <Words>1430</Words>
  <Application>Microsoft Office PowerPoint</Application>
  <PresentationFormat>Widescreen</PresentationFormat>
  <Paragraphs>315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33" baseType="lpstr">
      <vt:lpstr>Aptos</vt:lpstr>
      <vt:lpstr>Aptos Display</vt:lpstr>
      <vt:lpstr>Arial</vt:lpstr>
      <vt:lpstr>Bahnschrift</vt:lpstr>
      <vt:lpstr>Bradley Hand ITC</vt:lpstr>
      <vt:lpstr>Calibri</vt:lpstr>
      <vt:lpstr>Calibri Light</vt:lpstr>
      <vt:lpstr>Cambria Math</vt:lpstr>
      <vt:lpstr>Russo One</vt:lpstr>
      <vt:lpstr>Segoe Script</vt:lpstr>
      <vt:lpstr>Univers</vt:lpstr>
      <vt:lpstr>Univers Condensed</vt:lpstr>
      <vt:lpstr>Wingdings</vt:lpstr>
      <vt:lpstr>Office Theme</vt:lpstr>
      <vt:lpstr>RetrospectVTI</vt:lpstr>
      <vt:lpstr>1_Office Theme</vt:lpstr>
      <vt:lpstr>SECTION  2  Static Games of Complete Information</vt:lpstr>
      <vt:lpstr>Logistics Exams and Grading Scheme</vt:lpstr>
      <vt:lpstr>MODULE 8 Matching Pennies</vt:lpstr>
      <vt:lpstr>The Scenario</vt:lpstr>
      <vt:lpstr>The Normal-Form Representation</vt:lpstr>
      <vt:lpstr>The Matrix Representation</vt:lpstr>
      <vt:lpstr>Game Structure</vt:lpstr>
      <vt:lpstr>Product Appearance</vt:lpstr>
      <vt:lpstr>Imitation vs. Uniqueness</vt:lpstr>
      <vt:lpstr>MODULE 9 The Stag Hunt</vt:lpstr>
      <vt:lpstr>The Scenario: Stag or Hare</vt:lpstr>
      <vt:lpstr>The Normal-Form Representation</vt:lpstr>
      <vt:lpstr>The Matrix Representation</vt:lpstr>
      <vt:lpstr>Game Structure</vt:lpstr>
      <vt:lpstr>Security Dilemma</vt:lpstr>
      <vt:lpstr>MODULE 10 Economic Models of Competition</vt:lpstr>
      <vt:lpstr>MODULE 10 Economic Models of Competition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Game?</dc:title>
  <dc:creator>Dr Parag D. Pawar</dc:creator>
  <cp:lastModifiedBy>Dr Parag D. Pawar</cp:lastModifiedBy>
  <cp:revision>3</cp:revision>
  <dcterms:created xsi:type="dcterms:W3CDTF">2024-10-23T01:19:00Z</dcterms:created>
  <dcterms:modified xsi:type="dcterms:W3CDTF">2026-02-20T11:29:21Z</dcterms:modified>
</cp:coreProperties>
</file>