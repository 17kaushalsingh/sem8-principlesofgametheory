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4"/>
  </p:notesMasterIdLst>
  <p:sldIdLst>
    <p:sldId id="322" r:id="rId4"/>
    <p:sldId id="433" r:id="rId5"/>
    <p:sldId id="477" r:id="rId6"/>
    <p:sldId id="478" r:id="rId7"/>
    <p:sldId id="479" r:id="rId8"/>
    <p:sldId id="484" r:id="rId9"/>
    <p:sldId id="480" r:id="rId10"/>
    <p:sldId id="481" r:id="rId11"/>
    <p:sldId id="482" r:id="rId12"/>
    <p:sldId id="4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AD636-67A6-42CB-B139-A75372E7C2B0}" v="864" dt="2026-02-24T10:13:59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48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45f730c0-1703-4ce0-909b-efb17736071d" providerId="ADAL" clId="{629D698C-9F10-422F-9730-D8DB01D503EC}"/>
    <pc:docChg chg="undo custSel addSld delSld modSld sldOrd">
      <pc:chgData name="Dr Parag D. Pawar" userId="45f730c0-1703-4ce0-909b-efb17736071d" providerId="ADAL" clId="{629D698C-9F10-422F-9730-D8DB01D503EC}" dt="2026-02-24T12:40:59.403" v="10008" actId="20577"/>
      <pc:docMkLst>
        <pc:docMk/>
      </pc:docMkLst>
      <pc:sldChg chg="addSp delSp modSp mod modAnim">
        <pc:chgData name="Dr Parag D. Pawar" userId="45f730c0-1703-4ce0-909b-efb17736071d" providerId="ADAL" clId="{629D698C-9F10-422F-9730-D8DB01D503EC}" dt="2026-02-24T12:40:59.403" v="10008" actId="20577"/>
        <pc:sldMkLst>
          <pc:docMk/>
          <pc:sldMk cId="785800381" sldId="322"/>
        </pc:sldMkLst>
        <pc:spChg chg="mod">
          <ac:chgData name="Dr Parag D. Pawar" userId="45f730c0-1703-4ce0-909b-efb17736071d" providerId="ADAL" clId="{629D698C-9F10-422F-9730-D8DB01D503EC}" dt="2026-02-19T11:48:23.851" v="5388" actId="2711"/>
          <ac:spMkLst>
            <pc:docMk/>
            <pc:sldMk cId="785800381" sldId="322"/>
            <ac:spMk id="2" creationId="{A90EC0F8-0D05-7B5C-20CB-EBF9261495D8}"/>
          </ac:spMkLst>
        </pc:spChg>
        <pc:spChg chg="mod">
          <ac:chgData name="Dr Parag D. Pawar" userId="45f730c0-1703-4ce0-909b-efb17736071d" providerId="ADAL" clId="{629D698C-9F10-422F-9730-D8DB01D503EC}" dt="2026-02-24T12:40:59.403" v="10008" actId="20577"/>
          <ac:spMkLst>
            <pc:docMk/>
            <pc:sldMk cId="785800381" sldId="322"/>
            <ac:spMk id="3" creationId="{88A3CC31-F69E-20F1-9E39-39DE8A1C4988}"/>
          </ac:spMkLst>
        </pc:spChg>
        <pc:spChg chg="add mod">
          <ac:chgData name="Dr Parag D. Pawar" userId="45f730c0-1703-4ce0-909b-efb17736071d" providerId="ADAL" clId="{629D698C-9F10-422F-9730-D8DB01D503EC}" dt="2026-02-23T10:29:41.225" v="8391" actId="1076"/>
          <ac:spMkLst>
            <pc:docMk/>
            <pc:sldMk cId="785800381" sldId="322"/>
            <ac:spMk id="4" creationId="{0D35AFF0-7997-863B-A480-FBF0AACC2F80}"/>
          </ac:spMkLst>
        </pc:spChg>
        <pc:spChg chg="add del mod">
          <ac:chgData name="Dr Parag D. Pawar" userId="45f730c0-1703-4ce0-909b-efb17736071d" providerId="ADAL" clId="{629D698C-9F10-422F-9730-D8DB01D503EC}" dt="2026-02-23T10:29:13.577" v="8339" actId="478"/>
          <ac:spMkLst>
            <pc:docMk/>
            <pc:sldMk cId="785800381" sldId="322"/>
            <ac:spMk id="5" creationId="{8CA87D9A-D0B3-5E13-474A-44B01E5E7A6E}"/>
          </ac:spMkLst>
        </pc:spChg>
        <pc:spChg chg="add mod">
          <ac:chgData name="Dr Parag D. Pawar" userId="45f730c0-1703-4ce0-909b-efb17736071d" providerId="ADAL" clId="{629D698C-9F10-422F-9730-D8DB01D503EC}" dt="2026-02-20T05:19:47.528" v="7255" actId="1076"/>
          <ac:spMkLst>
            <pc:docMk/>
            <pc:sldMk cId="785800381" sldId="322"/>
            <ac:spMk id="6" creationId="{7E4A2BA6-34CA-C5E4-9A1F-43636FEC44E8}"/>
          </ac:spMkLst>
        </pc:spChg>
        <pc:spChg chg="add mod">
          <ac:chgData name="Dr Parag D. Pawar" userId="45f730c0-1703-4ce0-909b-efb17736071d" providerId="ADAL" clId="{629D698C-9F10-422F-9730-D8DB01D503EC}" dt="2026-02-23T10:29:35.176" v="8390" actId="1076"/>
          <ac:spMkLst>
            <pc:docMk/>
            <pc:sldMk cId="785800381" sldId="322"/>
            <ac:spMk id="7" creationId="{ADF3C0F6-7571-5A52-60CD-255E8488BD3F}"/>
          </ac:spMkLst>
        </pc:spChg>
      </pc:sldChg>
      <pc:sldChg chg="addSp modSp mod">
        <pc:chgData name="Dr Parag D. Pawar" userId="45f730c0-1703-4ce0-909b-efb17736071d" providerId="ADAL" clId="{629D698C-9F10-422F-9730-D8DB01D503EC}" dt="2026-02-23T10:31:38.723" v="8413" actId="13822"/>
        <pc:sldMkLst>
          <pc:docMk/>
          <pc:sldMk cId="3239103780" sldId="433"/>
        </pc:sldMkLst>
        <pc:spChg chg="add mod">
          <ac:chgData name="Dr Parag D. Pawar" userId="45f730c0-1703-4ce0-909b-efb17736071d" providerId="ADAL" clId="{629D698C-9F10-422F-9730-D8DB01D503EC}" dt="2026-02-23T10:31:38.723" v="8413" actId="13822"/>
          <ac:spMkLst>
            <pc:docMk/>
            <pc:sldMk cId="3239103780" sldId="433"/>
            <ac:spMk id="5" creationId="{95E9C2B6-006A-196D-CDD5-5566836BC8E9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2-24T07:23:03.960" v="9530"/>
        <pc:sldMkLst>
          <pc:docMk/>
          <pc:sldMk cId="4248666426" sldId="477"/>
        </pc:sldMkLst>
        <pc:spChg chg="mod">
          <ac:chgData name="Dr Parag D. Pawar" userId="45f730c0-1703-4ce0-909b-efb17736071d" providerId="ADAL" clId="{629D698C-9F10-422F-9730-D8DB01D503EC}" dt="2026-02-20T08:48:40.953" v="8281" actId="207"/>
          <ac:spMkLst>
            <pc:docMk/>
            <pc:sldMk cId="4248666426" sldId="477"/>
            <ac:spMk id="2" creationId="{29E36457-47F9-D63F-0D52-FCDD6717ED9D}"/>
          </ac:spMkLst>
        </pc:spChg>
        <pc:spChg chg="add mod">
          <ac:chgData name="Dr Parag D. Pawar" userId="45f730c0-1703-4ce0-909b-efb17736071d" providerId="ADAL" clId="{629D698C-9F10-422F-9730-D8DB01D503EC}" dt="2026-02-23T10:32:33.161" v="8452" actId="1076"/>
          <ac:spMkLst>
            <pc:docMk/>
            <pc:sldMk cId="4248666426" sldId="477"/>
            <ac:spMk id="4" creationId="{2A61D802-FA4E-FC46-8598-0530EED0CFFA}"/>
          </ac:spMkLst>
        </pc:spChg>
        <pc:spChg chg="add mod">
          <ac:chgData name="Dr Parag D. Pawar" userId="45f730c0-1703-4ce0-909b-efb17736071d" providerId="ADAL" clId="{629D698C-9F10-422F-9730-D8DB01D503EC}" dt="2026-02-23T10:39:42.609" v="8635" actId="207"/>
          <ac:spMkLst>
            <pc:docMk/>
            <pc:sldMk cId="4248666426" sldId="477"/>
            <ac:spMk id="6" creationId="{983B6793-8B70-10D1-0783-1013FE7DF322}"/>
          </ac:spMkLst>
        </pc:spChg>
        <pc:spChg chg="add mod">
          <ac:chgData name="Dr Parag D. Pawar" userId="45f730c0-1703-4ce0-909b-efb17736071d" providerId="ADAL" clId="{629D698C-9F10-422F-9730-D8DB01D503EC}" dt="2026-02-23T10:37:54.694" v="8533" actId="1076"/>
          <ac:spMkLst>
            <pc:docMk/>
            <pc:sldMk cId="4248666426" sldId="477"/>
            <ac:spMk id="8" creationId="{0D44D7B2-5CDC-16B2-9891-AD9366D46DD9}"/>
          </ac:spMkLst>
        </pc:spChg>
        <pc:spChg chg="add mod">
          <ac:chgData name="Dr Parag D. Pawar" userId="45f730c0-1703-4ce0-909b-efb17736071d" providerId="ADAL" clId="{629D698C-9F10-422F-9730-D8DB01D503EC}" dt="2026-02-23T22:59:43.713" v="9019" actId="14100"/>
          <ac:spMkLst>
            <pc:docMk/>
            <pc:sldMk cId="4248666426" sldId="477"/>
            <ac:spMk id="9" creationId="{B8C2920A-C9E0-ADE4-B8ED-74599EC22A81}"/>
          </ac:spMkLst>
        </pc:spChg>
        <pc:spChg chg="add mod">
          <ac:chgData name="Dr Parag D. Pawar" userId="45f730c0-1703-4ce0-909b-efb17736071d" providerId="ADAL" clId="{629D698C-9F10-422F-9730-D8DB01D503EC}" dt="2026-02-23T10:41:53.239" v="8672" actId="14100"/>
          <ac:spMkLst>
            <pc:docMk/>
            <pc:sldMk cId="4248666426" sldId="477"/>
            <ac:spMk id="13" creationId="{357D512D-1D70-1A4E-9C3C-64FB7F9F5932}"/>
          </ac:spMkLst>
        </pc:spChg>
        <pc:cxnChg chg="add mod">
          <ac:chgData name="Dr Parag D. Pawar" userId="45f730c0-1703-4ce0-909b-efb17736071d" providerId="ADAL" clId="{629D698C-9F10-422F-9730-D8DB01D503EC}" dt="2026-02-23T10:42:14.157" v="8674" actId="1038"/>
          <ac:cxnSpMkLst>
            <pc:docMk/>
            <pc:sldMk cId="4248666426" sldId="477"/>
            <ac:cxnSpMk id="10" creationId="{420ACCEA-E9A8-5C33-89A3-FF8F0EEFEAAC}"/>
          </ac:cxnSpMkLst>
        </pc:cxnChg>
        <pc:cxnChg chg="add mod">
          <ac:chgData name="Dr Parag D. Pawar" userId="45f730c0-1703-4ce0-909b-efb17736071d" providerId="ADAL" clId="{629D698C-9F10-422F-9730-D8DB01D503EC}" dt="2026-02-23T10:37:54.694" v="8533" actId="1076"/>
          <ac:cxnSpMkLst>
            <pc:docMk/>
            <pc:sldMk cId="4248666426" sldId="477"/>
            <ac:cxnSpMk id="12" creationId="{83686FA0-8149-21A7-5241-D05020AA78CE}"/>
          </ac:cxnSpMkLst>
        </pc:cxnChg>
      </pc:sldChg>
      <pc:sldChg chg="addSp delSp modSp mod addAnim delAnim modAnim">
        <pc:chgData name="Dr Parag D. Pawar" userId="45f730c0-1703-4ce0-909b-efb17736071d" providerId="ADAL" clId="{629D698C-9F10-422F-9730-D8DB01D503EC}" dt="2026-02-24T09:35:42.788" v="9648" actId="1076"/>
        <pc:sldMkLst>
          <pc:docMk/>
          <pc:sldMk cId="169607348" sldId="478"/>
        </pc:sldMkLst>
        <pc:spChg chg="mod">
          <ac:chgData name="Dr Parag D. Pawar" userId="45f730c0-1703-4ce0-909b-efb17736071d" providerId="ADAL" clId="{629D698C-9F10-422F-9730-D8DB01D503EC}" dt="2026-02-23T10:44:10.263" v="8683" actId="255"/>
          <ac:spMkLst>
            <pc:docMk/>
            <pc:sldMk cId="169607348" sldId="478"/>
            <ac:spMk id="3" creationId="{7E20C454-7921-014F-2C94-EA668DD34F91}"/>
          </ac:spMkLst>
        </pc:spChg>
        <pc:spChg chg="mod">
          <ac:chgData name="Dr Parag D. Pawar" userId="45f730c0-1703-4ce0-909b-efb17736071d" providerId="ADAL" clId="{629D698C-9F10-422F-9730-D8DB01D503EC}" dt="2026-02-24T09:34:10.769" v="9620" actId="255"/>
          <ac:spMkLst>
            <pc:docMk/>
            <pc:sldMk cId="169607348" sldId="478"/>
            <ac:spMk id="4" creationId="{99A802CD-2D79-56F8-6F88-D72184324995}"/>
          </ac:spMkLst>
        </pc:spChg>
        <pc:spChg chg="mod">
          <ac:chgData name="Dr Parag D. Pawar" userId="45f730c0-1703-4ce0-909b-efb17736071d" providerId="ADAL" clId="{629D698C-9F10-422F-9730-D8DB01D503EC}" dt="2026-02-23T10:43:47.081" v="8678" actId="255"/>
          <ac:spMkLst>
            <pc:docMk/>
            <pc:sldMk cId="169607348" sldId="478"/>
            <ac:spMk id="18" creationId="{133C6E30-A4E2-C1F8-D971-F796AF6A0E0B}"/>
          </ac:spMkLst>
        </pc:spChg>
        <pc:spChg chg="mod">
          <ac:chgData name="Dr Parag D. Pawar" userId="45f730c0-1703-4ce0-909b-efb17736071d" providerId="ADAL" clId="{629D698C-9F10-422F-9730-D8DB01D503EC}" dt="2026-02-23T23:00:46.265" v="9023" actId="1076"/>
          <ac:spMkLst>
            <pc:docMk/>
            <pc:sldMk cId="169607348" sldId="478"/>
            <ac:spMk id="19" creationId="{71454954-449B-C39E-6864-5251134E2019}"/>
          </ac:spMkLst>
        </pc:spChg>
        <pc:spChg chg="add mod">
          <ac:chgData name="Dr Parag D. Pawar" userId="45f730c0-1703-4ce0-909b-efb17736071d" providerId="ADAL" clId="{629D698C-9F10-422F-9730-D8DB01D503EC}" dt="2026-02-23T22:46:54.447" v="8951" actId="1076"/>
          <ac:spMkLst>
            <pc:docMk/>
            <pc:sldMk cId="169607348" sldId="478"/>
            <ac:spMk id="25" creationId="{78225FC6-3EB6-15FA-5D23-7919A3CE2ED9}"/>
          </ac:spMkLst>
        </pc:spChg>
        <pc:spChg chg="add del mod">
          <ac:chgData name="Dr Parag D. Pawar" userId="45f730c0-1703-4ce0-909b-efb17736071d" providerId="ADAL" clId="{629D698C-9F10-422F-9730-D8DB01D503EC}" dt="2026-02-23T23:02:10.918" v="9034" actId="21"/>
          <ac:spMkLst>
            <pc:docMk/>
            <pc:sldMk cId="169607348" sldId="478"/>
            <ac:spMk id="35" creationId="{D9E878AE-608F-14A8-0FC2-06963B555433}"/>
          </ac:spMkLst>
        </pc:spChg>
        <pc:spChg chg="add mod">
          <ac:chgData name="Dr Parag D. Pawar" userId="45f730c0-1703-4ce0-909b-efb17736071d" providerId="ADAL" clId="{629D698C-9F10-422F-9730-D8DB01D503EC}" dt="2026-02-24T07:28:52.168" v="9596" actId="1076"/>
          <ac:spMkLst>
            <pc:docMk/>
            <pc:sldMk cId="169607348" sldId="478"/>
            <ac:spMk id="36" creationId="{5C320985-08E0-50F5-57C2-059ECDC761AF}"/>
          </ac:spMkLst>
        </pc:spChg>
        <pc:spChg chg="add mod">
          <ac:chgData name="Dr Parag D. Pawar" userId="45f730c0-1703-4ce0-909b-efb17736071d" providerId="ADAL" clId="{629D698C-9F10-422F-9730-D8DB01D503EC}" dt="2026-02-24T07:29:10.522" v="9614" actId="1076"/>
          <ac:spMkLst>
            <pc:docMk/>
            <pc:sldMk cId="169607348" sldId="478"/>
            <ac:spMk id="37" creationId="{96A6A1BF-75E1-A0DC-79B9-020A3FDDD6E2}"/>
          </ac:spMkLst>
        </pc:spChg>
        <pc:spChg chg="mod">
          <ac:chgData name="Dr Parag D. Pawar" userId="45f730c0-1703-4ce0-909b-efb17736071d" providerId="ADAL" clId="{629D698C-9F10-422F-9730-D8DB01D503EC}" dt="2026-02-23T10:43:50.799" v="8679" actId="2711"/>
          <ac:spMkLst>
            <pc:docMk/>
            <pc:sldMk cId="169607348" sldId="478"/>
            <ac:spMk id="38" creationId="{76646DF0-C2D4-6447-7E78-DCCCFF55EA7D}"/>
          </ac:spMkLst>
        </pc:spChg>
        <pc:spChg chg="add mod">
          <ac:chgData name="Dr Parag D. Pawar" userId="45f730c0-1703-4ce0-909b-efb17736071d" providerId="ADAL" clId="{629D698C-9F10-422F-9730-D8DB01D503EC}" dt="2026-02-24T09:35:42.788" v="9648" actId="1076"/>
          <ac:spMkLst>
            <pc:docMk/>
            <pc:sldMk cId="169607348" sldId="478"/>
            <ac:spMk id="41" creationId="{CF459F2E-7112-BDE4-7476-68EC2DEF03C8}"/>
          </ac:spMkLst>
        </pc:spChg>
        <pc:spChg chg="mod">
          <ac:chgData name="Dr Parag D. Pawar" userId="45f730c0-1703-4ce0-909b-efb17736071d" providerId="ADAL" clId="{629D698C-9F10-422F-9730-D8DB01D503EC}" dt="2026-02-23T10:45:26.288" v="8690" actId="14100"/>
          <ac:spMkLst>
            <pc:docMk/>
            <pc:sldMk cId="169607348" sldId="478"/>
            <ac:spMk id="63" creationId="{3E06A382-A22F-2C82-B824-FF106778B2A5}"/>
          </ac:spMkLst>
        </pc:spChg>
        <pc:spChg chg="mod">
          <ac:chgData name="Dr Parag D. Pawar" userId="45f730c0-1703-4ce0-909b-efb17736071d" providerId="ADAL" clId="{629D698C-9F10-422F-9730-D8DB01D503EC}" dt="2026-02-23T22:40:38.319" v="8739" actId="20577"/>
          <ac:spMkLst>
            <pc:docMk/>
            <pc:sldMk cId="169607348" sldId="478"/>
            <ac:spMk id="72" creationId="{1134EDA2-3668-7C5C-ED48-1725C60AD1AC}"/>
          </ac:spMkLst>
        </pc:spChg>
        <pc:spChg chg="mod">
          <ac:chgData name="Dr Parag D. Pawar" userId="45f730c0-1703-4ce0-909b-efb17736071d" providerId="ADAL" clId="{629D698C-9F10-422F-9730-D8DB01D503EC}" dt="2026-02-23T22:40:38.319" v="8739" actId="20577"/>
          <ac:spMkLst>
            <pc:docMk/>
            <pc:sldMk cId="169607348" sldId="478"/>
            <ac:spMk id="73" creationId="{4B509324-2E21-7B63-C476-887C81321955}"/>
          </ac:spMkLst>
        </pc:spChg>
        <pc:spChg chg="mod">
          <ac:chgData name="Dr Parag D. Pawar" userId="45f730c0-1703-4ce0-909b-efb17736071d" providerId="ADAL" clId="{629D698C-9F10-422F-9730-D8DB01D503EC}" dt="2026-02-23T22:40:31.603" v="8737" actId="20577"/>
          <ac:spMkLst>
            <pc:docMk/>
            <pc:sldMk cId="169607348" sldId="478"/>
            <ac:spMk id="77" creationId="{DDB119AD-F93F-D7FF-ECF8-05A6FDB6723B}"/>
          </ac:spMkLst>
        </pc:spChg>
        <pc:spChg chg="mod">
          <ac:chgData name="Dr Parag D. Pawar" userId="45f730c0-1703-4ce0-909b-efb17736071d" providerId="ADAL" clId="{629D698C-9F10-422F-9730-D8DB01D503EC}" dt="2026-02-23T22:40:31.603" v="8737" actId="20577"/>
          <ac:spMkLst>
            <pc:docMk/>
            <pc:sldMk cId="169607348" sldId="478"/>
            <ac:spMk id="78" creationId="{4C12F374-130A-2FC0-6B4F-FB3790681EFC}"/>
          </ac:spMkLst>
        </pc:spChg>
        <pc:grpChg chg="mod">
          <ac:chgData name="Dr Parag D. Pawar" userId="45f730c0-1703-4ce0-909b-efb17736071d" providerId="ADAL" clId="{629D698C-9F10-422F-9730-D8DB01D503EC}" dt="2026-02-23T22:40:38.319" v="8739" actId="20577"/>
          <ac:grpSpMkLst>
            <pc:docMk/>
            <pc:sldMk cId="169607348" sldId="478"/>
            <ac:grpSpMk id="74" creationId="{7FB3A15A-6434-D8D6-63ED-9496E528B191}"/>
          </ac:grpSpMkLst>
        </pc:grpChg>
        <pc:grpChg chg="mod">
          <ac:chgData name="Dr Parag D. Pawar" userId="45f730c0-1703-4ce0-909b-efb17736071d" providerId="ADAL" clId="{629D698C-9F10-422F-9730-D8DB01D503EC}" dt="2026-02-23T22:40:31.603" v="8737" actId="20577"/>
          <ac:grpSpMkLst>
            <pc:docMk/>
            <pc:sldMk cId="169607348" sldId="478"/>
            <ac:grpSpMk id="76" creationId="{51D9717C-6300-E6E2-A8F1-D4A0C2CE182C}"/>
          </ac:grpSpMkLst>
        </pc:grpChg>
        <pc:picChg chg="add mod">
          <ac:chgData name="Dr Parag D. Pawar" userId="45f730c0-1703-4ce0-909b-efb17736071d" providerId="ADAL" clId="{629D698C-9F10-422F-9730-D8DB01D503EC}" dt="2026-02-23T22:48:21.139" v="8958" actId="1076"/>
          <ac:picMkLst>
            <pc:docMk/>
            <pc:sldMk cId="169607348" sldId="478"/>
            <ac:picMk id="1026" creationId="{F11B93C3-B2C6-554A-D991-6F9DD78DDBD4}"/>
          </ac:picMkLst>
        </pc:picChg>
        <pc:cxnChg chg="add del mod">
          <ac:chgData name="Dr Parag D. Pawar" userId="45f730c0-1703-4ce0-909b-efb17736071d" providerId="ADAL" clId="{629D698C-9F10-422F-9730-D8DB01D503EC}" dt="2026-02-23T23:02:10.918" v="9034" actId="21"/>
          <ac:cxnSpMkLst>
            <pc:docMk/>
            <pc:sldMk cId="169607348" sldId="478"/>
            <ac:cxnSpMk id="27" creationId="{9D5DFC78-0225-8E75-8F12-1ADAE69C8AAF}"/>
          </ac:cxnSpMkLst>
        </pc:cxnChg>
        <pc:cxnChg chg="add del mod">
          <ac:chgData name="Dr Parag D. Pawar" userId="45f730c0-1703-4ce0-909b-efb17736071d" providerId="ADAL" clId="{629D698C-9F10-422F-9730-D8DB01D503EC}" dt="2026-02-23T23:02:10.918" v="9034" actId="21"/>
          <ac:cxnSpMkLst>
            <pc:docMk/>
            <pc:sldMk cId="169607348" sldId="478"/>
            <ac:cxnSpMk id="28" creationId="{410610B8-4C4A-8BF9-0B8A-61E93E4F6A71}"/>
          </ac:cxnSpMkLst>
        </pc:cxnChg>
        <pc:cxnChg chg="add del">
          <ac:chgData name="Dr Parag D. Pawar" userId="45f730c0-1703-4ce0-909b-efb17736071d" providerId="ADAL" clId="{629D698C-9F10-422F-9730-D8DB01D503EC}" dt="2026-02-23T23:02:10.918" v="9034" actId="21"/>
          <ac:cxnSpMkLst>
            <pc:docMk/>
            <pc:sldMk cId="169607348" sldId="478"/>
            <ac:cxnSpMk id="34" creationId="{BE1EB3A5-8402-997C-F335-B4866043DF6C}"/>
          </ac:cxnSpMkLst>
        </pc:cxnChg>
      </pc:sldChg>
      <pc:sldChg chg="addSp delSp modSp mod addAnim delAnim modAnim">
        <pc:chgData name="Dr Parag D. Pawar" userId="45f730c0-1703-4ce0-909b-efb17736071d" providerId="ADAL" clId="{629D698C-9F10-422F-9730-D8DB01D503EC}" dt="2026-02-24T10:13:59.014" v="10007" actId="114"/>
        <pc:sldMkLst>
          <pc:docMk/>
          <pc:sldMk cId="3227124089" sldId="479"/>
        </pc:sldMkLst>
        <pc:spChg chg="mod">
          <ac:chgData name="Dr Parag D. Pawar" userId="45f730c0-1703-4ce0-909b-efb17736071d" providerId="ADAL" clId="{629D698C-9F10-422F-9730-D8DB01D503EC}" dt="2026-02-23T23:08:07.914" v="9275" actId="255"/>
          <ac:spMkLst>
            <pc:docMk/>
            <pc:sldMk cId="3227124089" sldId="479"/>
            <ac:spMk id="2" creationId="{866711E6-EE94-96E5-DB23-EFA4EE5840F2}"/>
          </ac:spMkLst>
        </pc:spChg>
        <pc:spChg chg="del mod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3" creationId="{E88C807C-5ECB-B659-D834-EFE6E8FB8A48}"/>
          </ac:spMkLst>
        </pc:spChg>
        <pc:spChg chg="del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4" creationId="{27A2EC44-E840-4BC7-0819-0F27BBBCC1CA}"/>
          </ac:spMkLst>
        </pc:spChg>
        <pc:spChg chg="del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7" creationId="{19261E28-F3A5-639E-07C4-4BDDDA5E02FE}"/>
          </ac:spMkLst>
        </pc:spChg>
        <pc:spChg chg="del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8" creationId="{E7F867D3-97B4-FD36-499C-C13F3E135BC5}"/>
          </ac:spMkLst>
        </pc:spChg>
        <pc:spChg chg="del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9" creationId="{6C94D66B-96E0-7CDA-6FCB-5C2D482AC7C2}"/>
          </ac:spMkLst>
        </pc:spChg>
        <pc:spChg chg="del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13" creationId="{DEC54B75-7BE7-7CBA-E0C0-CB0CE7733D5A}"/>
          </ac:spMkLst>
        </pc:spChg>
        <pc:spChg chg="del mod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15" creationId="{DD8CF96E-8D41-AF69-2553-A47C278BAF15}"/>
          </ac:spMkLst>
        </pc:spChg>
        <pc:spChg chg="del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16" creationId="{67D62130-EE1B-FBC9-C510-DE64B78AC646}"/>
          </ac:spMkLst>
        </pc:spChg>
        <pc:spChg chg="del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18" creationId="{AAA9820E-EB51-1C3D-B3D6-8FFAB53D05A4}"/>
          </ac:spMkLst>
        </pc:spChg>
        <pc:spChg chg="del">
          <ac:chgData name="Dr Parag D. Pawar" userId="45f730c0-1703-4ce0-909b-efb17736071d" providerId="ADAL" clId="{629D698C-9F10-422F-9730-D8DB01D503EC}" dt="2026-02-23T23:02:15.714" v="9035" actId="478"/>
          <ac:spMkLst>
            <pc:docMk/>
            <pc:sldMk cId="3227124089" sldId="479"/>
            <ac:spMk id="19" creationId="{C10E700D-1249-FE70-E64C-2F516217203C}"/>
          </ac:spMkLst>
        </pc:spChg>
        <pc:spChg chg="mod">
          <ac:chgData name="Dr Parag D. Pawar" userId="45f730c0-1703-4ce0-909b-efb17736071d" providerId="ADAL" clId="{629D698C-9F10-422F-9730-D8DB01D503EC}" dt="2026-02-23T10:52:52.032" v="8704" actId="1076"/>
          <ac:spMkLst>
            <pc:docMk/>
            <pc:sldMk cId="3227124089" sldId="479"/>
            <ac:spMk id="25" creationId="{8E5E98CB-3AE6-895C-A6A0-CAD5BDE111F6}"/>
          </ac:spMkLst>
        </pc:spChg>
        <pc:spChg chg="mod">
          <ac:chgData name="Dr Parag D. Pawar" userId="45f730c0-1703-4ce0-909b-efb17736071d" providerId="ADAL" clId="{629D698C-9F10-422F-9730-D8DB01D503EC}" dt="2026-02-23T10:52:11.238" v="8700" actId="255"/>
          <ac:spMkLst>
            <pc:docMk/>
            <pc:sldMk cId="3227124089" sldId="479"/>
            <ac:spMk id="28" creationId="{A4B21331-DAB6-A81A-6B91-D364B59960FD}"/>
          </ac:spMkLst>
        </pc:spChg>
        <pc:spChg chg="mod">
          <ac:chgData name="Dr Parag D. Pawar" userId="45f730c0-1703-4ce0-909b-efb17736071d" providerId="ADAL" clId="{629D698C-9F10-422F-9730-D8DB01D503EC}" dt="2026-02-23T10:51:50.125" v="8696" actId="2711"/>
          <ac:spMkLst>
            <pc:docMk/>
            <pc:sldMk cId="3227124089" sldId="479"/>
            <ac:spMk id="32" creationId="{77A22576-6C70-38CF-0079-EBBAC2BDC70E}"/>
          </ac:spMkLst>
        </pc:spChg>
        <pc:spChg chg="del">
          <ac:chgData name="Dr Parag D. Pawar" userId="45f730c0-1703-4ce0-909b-efb17736071d" providerId="ADAL" clId="{629D698C-9F10-422F-9730-D8DB01D503EC}" dt="2026-02-23T23:02:20.367" v="9038" actId="478"/>
          <ac:spMkLst>
            <pc:docMk/>
            <pc:sldMk cId="3227124089" sldId="479"/>
            <ac:spMk id="33" creationId="{AA194859-55F1-0545-D88A-5913B8618B7E}"/>
          </ac:spMkLst>
        </pc:spChg>
        <pc:spChg chg="add mod">
          <ac:chgData name="Dr Parag D. Pawar" userId="45f730c0-1703-4ce0-909b-efb17736071d" providerId="ADAL" clId="{629D698C-9F10-422F-9730-D8DB01D503EC}" dt="2026-02-23T10:52:17.577" v="8702" actId="255"/>
          <ac:spMkLst>
            <pc:docMk/>
            <pc:sldMk cId="3227124089" sldId="479"/>
            <ac:spMk id="36" creationId="{540CA240-7A34-A71F-FB74-03FAA227D1E7}"/>
          </ac:spMkLst>
        </pc:spChg>
        <pc:spChg chg="add mod">
          <ac:chgData name="Dr Parag D. Pawar" userId="45f730c0-1703-4ce0-909b-efb17736071d" providerId="ADAL" clId="{629D698C-9F10-422F-9730-D8DB01D503EC}" dt="2026-02-24T02:43:44.379" v="9529" actId="207"/>
          <ac:spMkLst>
            <pc:docMk/>
            <pc:sldMk cId="3227124089" sldId="479"/>
            <ac:spMk id="41" creationId="{D9E878AE-608F-14A8-0FC2-06963B555433}"/>
          </ac:spMkLst>
        </pc:spChg>
        <pc:spChg chg="add mod">
          <ac:chgData name="Dr Parag D. Pawar" userId="45f730c0-1703-4ce0-909b-efb17736071d" providerId="ADAL" clId="{629D698C-9F10-422F-9730-D8DB01D503EC}" dt="2026-02-23T23:12:15.230" v="9340" actId="1076"/>
          <ac:spMkLst>
            <pc:docMk/>
            <pc:sldMk cId="3227124089" sldId="479"/>
            <ac:spMk id="44" creationId="{488E47C2-DE68-87B5-8075-C444135D02A5}"/>
          </ac:spMkLst>
        </pc:spChg>
        <pc:spChg chg="add mod">
          <ac:chgData name="Dr Parag D. Pawar" userId="45f730c0-1703-4ce0-909b-efb17736071d" providerId="ADAL" clId="{629D698C-9F10-422F-9730-D8DB01D503EC}" dt="2026-02-23T23:12:15.230" v="9340" actId="1076"/>
          <ac:spMkLst>
            <pc:docMk/>
            <pc:sldMk cId="3227124089" sldId="479"/>
            <ac:spMk id="45" creationId="{B596FDAE-C6C7-3E9B-0D94-BE4C839EBFB3}"/>
          </ac:spMkLst>
        </pc:spChg>
        <pc:spChg chg="add mod">
          <ac:chgData name="Dr Parag D. Pawar" userId="45f730c0-1703-4ce0-909b-efb17736071d" providerId="ADAL" clId="{629D698C-9F10-422F-9730-D8DB01D503EC}" dt="2026-02-23T23:12:15.230" v="9340" actId="1076"/>
          <ac:spMkLst>
            <pc:docMk/>
            <pc:sldMk cId="3227124089" sldId="479"/>
            <ac:spMk id="49" creationId="{7F24C57A-F307-9FE4-B339-EC96AE29C87A}"/>
          </ac:spMkLst>
        </pc:spChg>
        <pc:spChg chg="add mod">
          <ac:chgData name="Dr Parag D. Pawar" userId="45f730c0-1703-4ce0-909b-efb17736071d" providerId="ADAL" clId="{629D698C-9F10-422F-9730-D8DB01D503EC}" dt="2026-02-23T23:12:15.230" v="9340" actId="1076"/>
          <ac:spMkLst>
            <pc:docMk/>
            <pc:sldMk cId="3227124089" sldId="479"/>
            <ac:spMk id="50" creationId="{4D097855-03FC-55BB-D6C0-EFE3741F3C1B}"/>
          </ac:spMkLst>
        </pc:spChg>
        <pc:spChg chg="add del mod">
          <ac:chgData name="Dr Parag D. Pawar" userId="45f730c0-1703-4ce0-909b-efb17736071d" providerId="ADAL" clId="{629D698C-9F10-422F-9730-D8DB01D503EC}" dt="2026-02-23T23:12:09.499" v="9339" actId="478"/>
          <ac:spMkLst>
            <pc:docMk/>
            <pc:sldMk cId="3227124089" sldId="479"/>
            <ac:spMk id="58" creationId="{1078F01C-7816-47D7-FDE7-E17B10BDE66A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62" creationId="{4437F053-23D2-3EC2-8A17-427C2CEA16EF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63" creationId="{AF769F83-7430-BD31-9A6D-14ECB73B2F9F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64" creationId="{28D0CBBB-41F4-F9E8-3CCB-99C6D3117EB1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66" creationId="{5EE273B7-1E73-E183-CA7E-CC52A72F160C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67" creationId="{08270F94-83E2-1DD5-B548-E654C5075AEC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69" creationId="{1300252D-DF70-D670-5469-36DDEA880FF3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71" creationId="{8883281F-1687-557D-8016-3E060716BE7A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72" creationId="{ED81047D-6230-FE79-8414-7010C1504D6E}"/>
          </ac:spMkLst>
        </pc:spChg>
        <pc:spChg chg="add del mod">
          <ac:chgData name="Dr Parag D. Pawar" userId="45f730c0-1703-4ce0-909b-efb17736071d" providerId="ADAL" clId="{629D698C-9F10-422F-9730-D8DB01D503EC}" dt="2026-02-23T23:12:06.064" v="9338" actId="478"/>
          <ac:spMkLst>
            <pc:docMk/>
            <pc:sldMk cId="3227124089" sldId="479"/>
            <ac:spMk id="73" creationId="{FB69B581-1431-BB2E-87D2-E1B76E04B6B0}"/>
          </ac:spMkLst>
        </pc:spChg>
        <pc:spChg chg="add mod">
          <ac:chgData name="Dr Parag D. Pawar" userId="45f730c0-1703-4ce0-909b-efb17736071d" providerId="ADAL" clId="{629D698C-9F10-422F-9730-D8DB01D503EC}" dt="2026-02-24T02:42:14.016" v="9516" actId="207"/>
          <ac:spMkLst>
            <pc:docMk/>
            <pc:sldMk cId="3227124089" sldId="479"/>
            <ac:spMk id="75" creationId="{2B598367-5AE8-573E-E6A9-45D1CDF9D0F2}"/>
          </ac:spMkLst>
        </pc:spChg>
        <pc:spChg chg="add mod">
          <ac:chgData name="Dr Parag D. Pawar" userId="45f730c0-1703-4ce0-909b-efb17736071d" providerId="ADAL" clId="{629D698C-9F10-422F-9730-D8DB01D503EC}" dt="2026-02-24T02:43:07.524" v="9525" actId="207"/>
          <ac:spMkLst>
            <pc:docMk/>
            <pc:sldMk cId="3227124089" sldId="479"/>
            <ac:spMk id="77" creationId="{84DEAF94-EC21-9DAE-693B-D1D5622253BA}"/>
          </ac:spMkLst>
        </pc:spChg>
        <pc:spChg chg="add mod">
          <ac:chgData name="Dr Parag D. Pawar" userId="45f730c0-1703-4ce0-909b-efb17736071d" providerId="ADAL" clId="{629D698C-9F10-422F-9730-D8DB01D503EC}" dt="2026-02-24T02:42:41.788" v="9520" actId="207"/>
          <ac:spMkLst>
            <pc:docMk/>
            <pc:sldMk cId="3227124089" sldId="479"/>
            <ac:spMk id="78" creationId="{596C3ACB-3AA0-8891-EB8A-552B48500A91}"/>
          </ac:spMkLst>
        </pc:spChg>
        <pc:spChg chg="add mod">
          <ac:chgData name="Dr Parag D. Pawar" userId="45f730c0-1703-4ce0-909b-efb17736071d" providerId="ADAL" clId="{629D698C-9F10-422F-9730-D8DB01D503EC}" dt="2026-02-24T02:43:34.934" v="9527" actId="1038"/>
          <ac:spMkLst>
            <pc:docMk/>
            <pc:sldMk cId="3227124089" sldId="479"/>
            <ac:spMk id="79" creationId="{6D1305FD-CB7D-D830-609F-000F5EB460A5}"/>
          </ac:spMkLst>
        </pc:spChg>
        <pc:spChg chg="add mod">
          <ac:chgData name="Dr Parag D. Pawar" userId="45f730c0-1703-4ce0-909b-efb17736071d" providerId="ADAL" clId="{629D698C-9F10-422F-9730-D8DB01D503EC}" dt="2026-02-23T23:16:06.041" v="9387" actId="1076"/>
          <ac:spMkLst>
            <pc:docMk/>
            <pc:sldMk cId="3227124089" sldId="479"/>
            <ac:spMk id="80" creationId="{ABBC526B-737E-4D17-4574-39B2A20C2E55}"/>
          </ac:spMkLst>
        </pc:spChg>
        <pc:spChg chg="add mod">
          <ac:chgData name="Dr Parag D. Pawar" userId="45f730c0-1703-4ce0-909b-efb17736071d" providerId="ADAL" clId="{629D698C-9F10-422F-9730-D8DB01D503EC}" dt="2026-02-23T23:17:20.815" v="9416" actId="20577"/>
          <ac:spMkLst>
            <pc:docMk/>
            <pc:sldMk cId="3227124089" sldId="479"/>
            <ac:spMk id="81" creationId="{A2A4394B-7139-00AF-1A3D-10B5A7142359}"/>
          </ac:spMkLst>
        </pc:spChg>
        <pc:spChg chg="add mod">
          <ac:chgData name="Dr Parag D. Pawar" userId="45f730c0-1703-4ce0-909b-efb17736071d" providerId="ADAL" clId="{629D698C-9F10-422F-9730-D8DB01D503EC}" dt="2026-02-23T23:16:53.077" v="9405" actId="1076"/>
          <ac:spMkLst>
            <pc:docMk/>
            <pc:sldMk cId="3227124089" sldId="479"/>
            <ac:spMk id="82" creationId="{D432E2C1-5BB8-3304-4ED6-FB939EFB28F5}"/>
          </ac:spMkLst>
        </pc:spChg>
        <pc:spChg chg="add mod">
          <ac:chgData name="Dr Parag D. Pawar" userId="45f730c0-1703-4ce0-909b-efb17736071d" providerId="ADAL" clId="{629D698C-9F10-422F-9730-D8DB01D503EC}" dt="2026-02-23T23:31:38.014" v="9484" actId="1076"/>
          <ac:spMkLst>
            <pc:docMk/>
            <pc:sldMk cId="3227124089" sldId="479"/>
            <ac:spMk id="88" creationId="{3711C033-9274-A97E-DC3C-A36431AFD6D0}"/>
          </ac:spMkLst>
        </pc:spChg>
        <pc:spChg chg="add mod">
          <ac:chgData name="Dr Parag D. Pawar" userId="45f730c0-1703-4ce0-909b-efb17736071d" providerId="ADAL" clId="{629D698C-9F10-422F-9730-D8DB01D503EC}" dt="2026-02-23T23:32:25.570" v="9494" actId="1076"/>
          <ac:spMkLst>
            <pc:docMk/>
            <pc:sldMk cId="3227124089" sldId="479"/>
            <ac:spMk id="89" creationId="{6ACB451D-BFC1-A3AF-C3F7-A79B94665BCD}"/>
          </ac:spMkLst>
        </pc:spChg>
        <pc:spChg chg="add mod">
          <ac:chgData name="Dr Parag D. Pawar" userId="45f730c0-1703-4ce0-909b-efb17736071d" providerId="ADAL" clId="{629D698C-9F10-422F-9730-D8DB01D503EC}" dt="2026-02-23T23:31:49.719" v="9488" actId="692"/>
          <ac:spMkLst>
            <pc:docMk/>
            <pc:sldMk cId="3227124089" sldId="479"/>
            <ac:spMk id="90" creationId="{C565D996-25AE-759E-1E7C-5A55CD5A0783}"/>
          </ac:spMkLst>
        </pc:spChg>
        <pc:spChg chg="add mod">
          <ac:chgData name="Dr Parag D. Pawar" userId="45f730c0-1703-4ce0-909b-efb17736071d" providerId="ADAL" clId="{629D698C-9F10-422F-9730-D8DB01D503EC}" dt="2026-02-23T23:33:52.861" v="9508" actId="14100"/>
          <ac:spMkLst>
            <pc:docMk/>
            <pc:sldMk cId="3227124089" sldId="479"/>
            <ac:spMk id="91" creationId="{D36E73BE-FDFE-0887-FBFD-FDF226F77567}"/>
          </ac:spMkLst>
        </pc:spChg>
        <pc:spChg chg="add mod">
          <ac:chgData name="Dr Parag D. Pawar" userId="45f730c0-1703-4ce0-909b-efb17736071d" providerId="ADAL" clId="{629D698C-9F10-422F-9730-D8DB01D503EC}" dt="2026-02-24T09:48:52.709" v="9691" actId="1076"/>
          <ac:spMkLst>
            <pc:docMk/>
            <pc:sldMk cId="3227124089" sldId="479"/>
            <ac:spMk id="92" creationId="{577E2091-F049-1402-CC89-CD0D5D249A6F}"/>
          </ac:spMkLst>
        </pc:spChg>
        <pc:spChg chg="add mod">
          <ac:chgData name="Dr Parag D. Pawar" userId="45f730c0-1703-4ce0-909b-efb17736071d" providerId="ADAL" clId="{629D698C-9F10-422F-9730-D8DB01D503EC}" dt="2026-02-24T09:49:24.264" v="9699" actId="1076"/>
          <ac:spMkLst>
            <pc:docMk/>
            <pc:sldMk cId="3227124089" sldId="479"/>
            <ac:spMk id="93" creationId="{62BD6A24-128A-C0D8-E07D-28E50562BF72}"/>
          </ac:spMkLst>
        </pc:spChg>
        <pc:spChg chg="add mod">
          <ac:chgData name="Dr Parag D. Pawar" userId="45f730c0-1703-4ce0-909b-efb17736071d" providerId="ADAL" clId="{629D698C-9F10-422F-9730-D8DB01D503EC}" dt="2026-02-24T09:49:09.412" v="9698" actId="20577"/>
          <ac:spMkLst>
            <pc:docMk/>
            <pc:sldMk cId="3227124089" sldId="479"/>
            <ac:spMk id="94" creationId="{8553F09C-ED4C-142D-BD1F-EA063C6BD8C9}"/>
          </ac:spMkLst>
        </pc:spChg>
        <pc:spChg chg="add mod">
          <ac:chgData name="Dr Parag D. Pawar" userId="45f730c0-1703-4ce0-909b-efb17736071d" providerId="ADAL" clId="{629D698C-9F10-422F-9730-D8DB01D503EC}" dt="2026-02-24T09:51:28.825" v="9789" actId="1076"/>
          <ac:spMkLst>
            <pc:docMk/>
            <pc:sldMk cId="3227124089" sldId="479"/>
            <ac:spMk id="95" creationId="{7A2C3036-77AC-C4CB-4039-22E363370A61}"/>
          </ac:spMkLst>
        </pc:spChg>
        <pc:spChg chg="add mod">
          <ac:chgData name="Dr Parag D. Pawar" userId="45f730c0-1703-4ce0-909b-efb17736071d" providerId="ADAL" clId="{629D698C-9F10-422F-9730-D8DB01D503EC}" dt="2026-02-24T10:01:01.284" v="9953" actId="20577"/>
          <ac:spMkLst>
            <pc:docMk/>
            <pc:sldMk cId="3227124089" sldId="479"/>
            <ac:spMk id="96" creationId="{8C59EA3E-B2A3-E8F5-01C5-6D699E2CC965}"/>
          </ac:spMkLst>
        </pc:spChg>
        <pc:spChg chg="add mod">
          <ac:chgData name="Dr Parag D. Pawar" userId="45f730c0-1703-4ce0-909b-efb17736071d" providerId="ADAL" clId="{629D698C-9F10-422F-9730-D8DB01D503EC}" dt="2026-02-24T09:59:59.136" v="9921" actId="1076"/>
          <ac:spMkLst>
            <pc:docMk/>
            <pc:sldMk cId="3227124089" sldId="479"/>
            <ac:spMk id="97" creationId="{B950E7BD-59D0-47FE-7F56-46C92EC9C578}"/>
          </ac:spMkLst>
        </pc:spChg>
        <pc:spChg chg="add mod">
          <ac:chgData name="Dr Parag D. Pawar" userId="45f730c0-1703-4ce0-909b-efb17736071d" providerId="ADAL" clId="{629D698C-9F10-422F-9730-D8DB01D503EC}" dt="2026-02-24T10:13:59.014" v="10007" actId="114"/>
          <ac:spMkLst>
            <pc:docMk/>
            <pc:sldMk cId="3227124089" sldId="479"/>
            <ac:spMk id="98" creationId="{F595957C-D06F-8BFD-CF85-13AC1F635F9D}"/>
          </ac:spMkLst>
        </pc:spChg>
        <pc:cxnChg chg="add mod">
          <ac:chgData name="Dr Parag D. Pawar" userId="45f730c0-1703-4ce0-909b-efb17736071d" providerId="ADAL" clId="{629D698C-9F10-422F-9730-D8DB01D503EC}" dt="2026-02-23T23:12:15.230" v="9340" actId="1076"/>
          <ac:cxnSpMkLst>
            <pc:docMk/>
            <pc:sldMk cId="3227124089" sldId="479"/>
            <ac:cxnSpMk id="38" creationId="{9D5DFC78-0225-8E75-8F12-1ADAE69C8AAF}"/>
          </ac:cxnSpMkLst>
        </pc:cxnChg>
        <pc:cxnChg chg="add mod">
          <ac:chgData name="Dr Parag D. Pawar" userId="45f730c0-1703-4ce0-909b-efb17736071d" providerId="ADAL" clId="{629D698C-9F10-422F-9730-D8DB01D503EC}" dt="2026-02-23T23:12:15.230" v="9340" actId="1076"/>
          <ac:cxnSpMkLst>
            <pc:docMk/>
            <pc:sldMk cId="3227124089" sldId="479"/>
            <ac:cxnSpMk id="39" creationId="{410610B8-4C4A-8BF9-0B8A-61E93E4F6A71}"/>
          </ac:cxnSpMkLst>
        </pc:cxnChg>
        <pc:cxnChg chg="add mod">
          <ac:chgData name="Dr Parag D. Pawar" userId="45f730c0-1703-4ce0-909b-efb17736071d" providerId="ADAL" clId="{629D698C-9F10-422F-9730-D8DB01D503EC}" dt="2026-02-23T23:12:15.230" v="9340" actId="1076"/>
          <ac:cxnSpMkLst>
            <pc:docMk/>
            <pc:sldMk cId="3227124089" sldId="479"/>
            <ac:cxnSpMk id="40" creationId="{BE1EB3A5-8402-997C-F335-B4866043DF6C}"/>
          </ac:cxnSpMkLst>
        </pc:cxnChg>
        <pc:cxnChg chg="add mod">
          <ac:chgData name="Dr Parag D. Pawar" userId="45f730c0-1703-4ce0-909b-efb17736071d" providerId="ADAL" clId="{629D698C-9F10-422F-9730-D8DB01D503EC}" dt="2026-02-23T23:12:15.230" v="9340" actId="1076"/>
          <ac:cxnSpMkLst>
            <pc:docMk/>
            <pc:sldMk cId="3227124089" sldId="479"/>
            <ac:cxnSpMk id="48" creationId="{8C63E720-ECCB-26E3-41B3-EDFF990B2EA0}"/>
          </ac:cxnSpMkLst>
        </pc:cxnChg>
        <pc:cxnChg chg="add mod">
          <ac:chgData name="Dr Parag D. Pawar" userId="45f730c0-1703-4ce0-909b-efb17736071d" providerId="ADAL" clId="{629D698C-9F10-422F-9730-D8DB01D503EC}" dt="2026-02-23T23:12:15.230" v="9340" actId="1076"/>
          <ac:cxnSpMkLst>
            <pc:docMk/>
            <pc:sldMk cId="3227124089" sldId="479"/>
            <ac:cxnSpMk id="56" creationId="{34AD25B0-1CFE-A29F-92DC-08609F34FF1B}"/>
          </ac:cxnSpMkLst>
        </pc:cxnChg>
        <pc:cxnChg chg="add mod">
          <ac:chgData name="Dr Parag D. Pawar" userId="45f730c0-1703-4ce0-909b-efb17736071d" providerId="ADAL" clId="{629D698C-9F10-422F-9730-D8DB01D503EC}" dt="2026-02-23T23:08:48.353" v="9302" actId="1076"/>
          <ac:cxnSpMkLst>
            <pc:docMk/>
            <pc:sldMk cId="3227124089" sldId="479"/>
            <ac:cxnSpMk id="59" creationId="{B19D3325-F326-C07D-E6E6-F99CFBB0CFEE}"/>
          </ac:cxnSpMkLst>
        </pc:cxnChg>
        <pc:cxnChg chg="add mod">
          <ac:chgData name="Dr Parag D. Pawar" userId="45f730c0-1703-4ce0-909b-efb17736071d" providerId="ADAL" clId="{629D698C-9F10-422F-9730-D8DB01D503EC}" dt="2026-02-23T23:08:48.353" v="9302" actId="1076"/>
          <ac:cxnSpMkLst>
            <pc:docMk/>
            <pc:sldMk cId="3227124089" sldId="479"/>
            <ac:cxnSpMk id="60" creationId="{69D22D5B-2CEF-9A7C-33B3-CF378A54CEE4}"/>
          </ac:cxnSpMkLst>
        </pc:cxnChg>
        <pc:cxnChg chg="add del mod">
          <ac:chgData name="Dr Parag D. Pawar" userId="45f730c0-1703-4ce0-909b-efb17736071d" providerId="ADAL" clId="{629D698C-9F10-422F-9730-D8DB01D503EC}" dt="2026-02-23T23:12:06.064" v="9338" actId="478"/>
          <ac:cxnSpMkLst>
            <pc:docMk/>
            <pc:sldMk cId="3227124089" sldId="479"/>
            <ac:cxnSpMk id="61" creationId="{A1F50CB8-C9C8-6EE2-0BC8-5E4407830C02}"/>
          </ac:cxnSpMkLst>
        </pc:cxnChg>
        <pc:cxnChg chg="add mod">
          <ac:chgData name="Dr Parag D. Pawar" userId="45f730c0-1703-4ce0-909b-efb17736071d" providerId="ADAL" clId="{629D698C-9F10-422F-9730-D8DB01D503EC}" dt="2026-02-23T23:09:13.929" v="9309" actId="692"/>
          <ac:cxnSpMkLst>
            <pc:docMk/>
            <pc:sldMk cId="3227124089" sldId="479"/>
            <ac:cxnSpMk id="65" creationId="{A81C1487-60E6-D4B3-DA82-F325E2C31429}"/>
          </ac:cxnSpMkLst>
        </pc:cxnChg>
        <pc:cxnChg chg="add mod">
          <ac:chgData name="Dr Parag D. Pawar" userId="45f730c0-1703-4ce0-909b-efb17736071d" providerId="ADAL" clId="{629D698C-9F10-422F-9730-D8DB01D503EC}" dt="2026-02-23T23:09:10.244" v="9308" actId="692"/>
          <ac:cxnSpMkLst>
            <pc:docMk/>
            <pc:sldMk cId="3227124089" sldId="479"/>
            <ac:cxnSpMk id="70" creationId="{06F4C9A0-224F-CA28-6D33-8EF5D0597D03}"/>
          </ac:cxnSpMkLst>
        </pc:cxnChg>
        <pc:cxnChg chg="add mod">
          <ac:chgData name="Dr Parag D. Pawar" userId="45f730c0-1703-4ce0-909b-efb17736071d" providerId="ADAL" clId="{629D698C-9F10-422F-9730-D8DB01D503EC}" dt="2026-02-23T23:13:01.366" v="9347" actId="1076"/>
          <ac:cxnSpMkLst>
            <pc:docMk/>
            <pc:sldMk cId="3227124089" sldId="479"/>
            <ac:cxnSpMk id="74" creationId="{F0E9D098-6993-2570-8F5D-1EE36A0A52BE}"/>
          </ac:cxnSpMkLst>
        </pc:cxnChg>
        <pc:cxnChg chg="add mod">
          <ac:chgData name="Dr Parag D. Pawar" userId="45f730c0-1703-4ce0-909b-efb17736071d" providerId="ADAL" clId="{629D698C-9F10-422F-9730-D8DB01D503EC}" dt="2026-02-23T23:13:43.910" v="9353" actId="1076"/>
          <ac:cxnSpMkLst>
            <pc:docMk/>
            <pc:sldMk cId="3227124089" sldId="479"/>
            <ac:cxnSpMk id="76" creationId="{C37215BA-5BD9-89CA-FCA1-D000AEA3B90A}"/>
          </ac:cxnSpMkLst>
        </pc:cxnChg>
        <pc:cxnChg chg="add mod">
          <ac:chgData name="Dr Parag D. Pawar" userId="45f730c0-1703-4ce0-909b-efb17736071d" providerId="ADAL" clId="{629D698C-9F10-422F-9730-D8DB01D503EC}" dt="2026-02-23T23:19:43.569" v="9427" actId="1076"/>
          <ac:cxnSpMkLst>
            <pc:docMk/>
            <pc:sldMk cId="3227124089" sldId="479"/>
            <ac:cxnSpMk id="83" creationId="{738D7A41-15DA-96F1-3F47-838F6ECA79CE}"/>
          </ac:cxnSpMkLst>
        </pc:cxnChg>
        <pc:cxnChg chg="add mod">
          <ac:chgData name="Dr Parag D. Pawar" userId="45f730c0-1703-4ce0-909b-efb17736071d" providerId="ADAL" clId="{629D698C-9F10-422F-9730-D8DB01D503EC}" dt="2026-02-23T23:19:51.466" v="9429" actId="1076"/>
          <ac:cxnSpMkLst>
            <pc:docMk/>
            <pc:sldMk cId="3227124089" sldId="479"/>
            <ac:cxnSpMk id="84" creationId="{E2614A43-2503-C764-9D9F-765B93F5A088}"/>
          </ac:cxnSpMkLst>
        </pc:cxnChg>
      </pc:sldChg>
      <pc:sldChg chg="addSp modSp mod modAnim">
        <pc:chgData name="Dr Parag D. Pawar" userId="45f730c0-1703-4ce0-909b-efb17736071d" providerId="ADAL" clId="{629D698C-9F10-422F-9730-D8DB01D503EC}" dt="2026-02-23T11:06:57.193" v="8715"/>
        <pc:sldMkLst>
          <pc:docMk/>
          <pc:sldMk cId="1189844206" sldId="481"/>
        </pc:sldMkLst>
        <pc:spChg chg="mod">
          <ac:chgData name="Dr Parag D. Pawar" userId="45f730c0-1703-4ce0-909b-efb17736071d" providerId="ADAL" clId="{629D698C-9F10-422F-9730-D8DB01D503EC}" dt="2026-02-20T08:48:32.053" v="8280" actId="207"/>
          <ac:spMkLst>
            <pc:docMk/>
            <pc:sldMk cId="1189844206" sldId="481"/>
            <ac:spMk id="2" creationId="{A8F7DDD6-497E-877B-1ABF-E20BF695B077}"/>
          </ac:spMkLst>
        </pc:spChg>
        <pc:spChg chg="add mod">
          <ac:chgData name="Dr Parag D. Pawar" userId="45f730c0-1703-4ce0-909b-efb17736071d" providerId="ADAL" clId="{629D698C-9F10-422F-9730-D8DB01D503EC}" dt="2026-02-23T10:32:38.726" v="8453"/>
          <ac:spMkLst>
            <pc:docMk/>
            <pc:sldMk cId="1189844206" sldId="481"/>
            <ac:spMk id="3" creationId="{B38408AE-9622-9E75-51FB-A2917D789A6C}"/>
          </ac:spMkLst>
        </pc:spChg>
        <pc:spChg chg="add mod">
          <ac:chgData name="Dr Parag D. Pawar" userId="45f730c0-1703-4ce0-909b-efb17736071d" providerId="ADAL" clId="{629D698C-9F10-422F-9730-D8DB01D503EC}" dt="2026-02-23T11:06:34.623" v="8707"/>
          <ac:spMkLst>
            <pc:docMk/>
            <pc:sldMk cId="1189844206" sldId="481"/>
            <ac:spMk id="4" creationId="{1491E02A-B004-4DD0-C543-39D26F173352}"/>
          </ac:spMkLst>
        </pc:spChg>
        <pc:spChg chg="add mod">
          <ac:chgData name="Dr Parag D. Pawar" userId="45f730c0-1703-4ce0-909b-efb17736071d" providerId="ADAL" clId="{629D698C-9F10-422F-9730-D8DB01D503EC}" dt="2026-02-23T11:06:34.623" v="8707"/>
          <ac:spMkLst>
            <pc:docMk/>
            <pc:sldMk cId="1189844206" sldId="481"/>
            <ac:spMk id="5" creationId="{409A9588-B31E-9F0A-00D0-C318AA885F4E}"/>
          </ac:spMkLst>
        </pc:spChg>
        <pc:spChg chg="add mod">
          <ac:chgData name="Dr Parag D. Pawar" userId="45f730c0-1703-4ce0-909b-efb17736071d" providerId="ADAL" clId="{629D698C-9F10-422F-9730-D8DB01D503EC}" dt="2026-02-23T11:06:34.623" v="8707"/>
          <ac:spMkLst>
            <pc:docMk/>
            <pc:sldMk cId="1189844206" sldId="481"/>
            <ac:spMk id="9" creationId="{9AAA5D62-1DCD-34E5-6FC0-B22CEE268998}"/>
          </ac:spMkLst>
        </pc:spChg>
        <pc:spChg chg="add mod">
          <ac:chgData name="Dr Parag D. Pawar" userId="45f730c0-1703-4ce0-909b-efb17736071d" providerId="ADAL" clId="{629D698C-9F10-422F-9730-D8DB01D503EC}" dt="2026-02-23T11:06:55.054" v="8713"/>
          <ac:spMkLst>
            <pc:docMk/>
            <pc:sldMk cId="1189844206" sldId="481"/>
            <ac:spMk id="10" creationId="{60FFFC36-35D7-B57A-8326-D72FB6F1BDAE}"/>
          </ac:spMkLst>
        </pc:spChg>
        <pc:cxnChg chg="add mod">
          <ac:chgData name="Dr Parag D. Pawar" userId="45f730c0-1703-4ce0-909b-efb17736071d" providerId="ADAL" clId="{629D698C-9F10-422F-9730-D8DB01D503EC}" dt="2026-02-23T11:06:34.623" v="8707"/>
          <ac:cxnSpMkLst>
            <pc:docMk/>
            <pc:sldMk cId="1189844206" sldId="481"/>
            <ac:cxnSpMk id="6" creationId="{45CE3B76-C746-6F4F-8A98-C084DFC21351}"/>
          </ac:cxnSpMkLst>
        </pc:cxnChg>
        <pc:cxnChg chg="add mod">
          <ac:chgData name="Dr Parag D. Pawar" userId="45f730c0-1703-4ce0-909b-efb17736071d" providerId="ADAL" clId="{629D698C-9F10-422F-9730-D8DB01D503EC}" dt="2026-02-23T11:06:34.623" v="8707"/>
          <ac:cxnSpMkLst>
            <pc:docMk/>
            <pc:sldMk cId="1189844206" sldId="481"/>
            <ac:cxnSpMk id="8" creationId="{BDEA1F30-4C74-500D-6462-EF5542280BFA}"/>
          </ac:cxnSpMkLst>
        </pc:cxnChg>
        <pc:cxnChg chg="add mod">
          <ac:chgData name="Dr Parag D. Pawar" userId="45f730c0-1703-4ce0-909b-efb17736071d" providerId="ADAL" clId="{629D698C-9F10-422F-9730-D8DB01D503EC}" dt="2026-02-23T11:06:55.054" v="8713"/>
          <ac:cxnSpMkLst>
            <pc:docMk/>
            <pc:sldMk cId="1189844206" sldId="481"/>
            <ac:cxnSpMk id="11" creationId="{08BB4259-92A9-B080-6345-A811D71B213D}"/>
          </ac:cxnSpMkLst>
        </pc:cxnChg>
      </pc:sldChg>
      <pc:sldChg chg="modSp mod modAnim">
        <pc:chgData name="Dr Parag D. Pawar" userId="45f730c0-1703-4ce0-909b-efb17736071d" providerId="ADAL" clId="{629D698C-9F10-422F-9730-D8DB01D503EC}" dt="2026-02-23T23:57:20.046" v="9509" actId="20577"/>
        <pc:sldMkLst>
          <pc:docMk/>
          <pc:sldMk cId="1158501747" sldId="482"/>
        </pc:sldMkLst>
        <pc:spChg chg="mod">
          <ac:chgData name="Dr Parag D. Pawar" userId="45f730c0-1703-4ce0-909b-efb17736071d" providerId="ADAL" clId="{629D698C-9F10-422F-9730-D8DB01D503EC}" dt="2026-02-23T11:07:56.510" v="8725" actId="2711"/>
          <ac:spMkLst>
            <pc:docMk/>
            <pc:sldMk cId="1158501747" sldId="482"/>
            <ac:spMk id="3" creationId="{7F671DD7-EF89-052B-CE00-22B948760B4E}"/>
          </ac:spMkLst>
        </pc:spChg>
        <pc:spChg chg="mod">
          <ac:chgData name="Dr Parag D. Pawar" userId="45f730c0-1703-4ce0-909b-efb17736071d" providerId="ADAL" clId="{629D698C-9F10-422F-9730-D8DB01D503EC}" dt="2026-02-23T11:07:50.441" v="8723" actId="255"/>
          <ac:spMkLst>
            <pc:docMk/>
            <pc:sldMk cId="1158501747" sldId="482"/>
            <ac:spMk id="4" creationId="{13057187-F5D3-C713-DE53-37A6380DF748}"/>
          </ac:spMkLst>
        </pc:spChg>
        <pc:spChg chg="mod">
          <ac:chgData name="Dr Parag D. Pawar" userId="45f730c0-1703-4ce0-909b-efb17736071d" providerId="ADAL" clId="{629D698C-9F10-422F-9730-D8DB01D503EC}" dt="2026-02-23T11:07:24.230" v="8717" actId="2711"/>
          <ac:spMkLst>
            <pc:docMk/>
            <pc:sldMk cId="1158501747" sldId="482"/>
            <ac:spMk id="18" creationId="{C52FCA73-AC98-A897-8F05-FDD76590BEFA}"/>
          </ac:spMkLst>
        </pc:spChg>
        <pc:spChg chg="mod">
          <ac:chgData name="Dr Parag D. Pawar" userId="45f730c0-1703-4ce0-909b-efb17736071d" providerId="ADAL" clId="{629D698C-9F10-422F-9730-D8DB01D503EC}" dt="2026-02-23T11:08:27.242" v="8728" actId="255"/>
          <ac:spMkLst>
            <pc:docMk/>
            <pc:sldMk cId="1158501747" sldId="482"/>
            <ac:spMk id="25" creationId="{25F4174E-D805-EC3A-6225-687D2D870520}"/>
          </ac:spMkLst>
        </pc:spChg>
        <pc:spChg chg="mod">
          <ac:chgData name="Dr Parag D. Pawar" userId="45f730c0-1703-4ce0-909b-efb17736071d" providerId="ADAL" clId="{629D698C-9F10-422F-9730-D8DB01D503EC}" dt="2026-02-23T11:08:41.800" v="8729" actId="1076"/>
          <ac:spMkLst>
            <pc:docMk/>
            <pc:sldMk cId="1158501747" sldId="482"/>
            <ac:spMk id="26" creationId="{6E56A065-51BB-BB2B-A5C1-82771952043D}"/>
          </ac:spMkLst>
        </pc:spChg>
        <pc:spChg chg="mod">
          <ac:chgData name="Dr Parag D. Pawar" userId="45f730c0-1703-4ce0-909b-efb17736071d" providerId="ADAL" clId="{629D698C-9F10-422F-9730-D8DB01D503EC}" dt="2026-02-20T08:50:09.766" v="8291" actId="1076"/>
          <ac:spMkLst>
            <pc:docMk/>
            <pc:sldMk cId="1158501747" sldId="482"/>
            <ac:spMk id="29" creationId="{F75851D2-86CF-CD5A-4C02-5DCECFA60D88}"/>
          </ac:spMkLst>
        </pc:spChg>
        <pc:spChg chg="mod">
          <ac:chgData name="Dr Parag D. Pawar" userId="45f730c0-1703-4ce0-909b-efb17736071d" providerId="ADAL" clId="{629D698C-9F10-422F-9730-D8DB01D503EC}" dt="2026-02-23T11:07:24.230" v="8717" actId="2711"/>
          <ac:spMkLst>
            <pc:docMk/>
            <pc:sldMk cId="1158501747" sldId="482"/>
            <ac:spMk id="38" creationId="{441353AA-4B60-8970-9EB1-52B13B146B29}"/>
          </ac:spMkLst>
        </pc:spChg>
        <pc:spChg chg="mod">
          <ac:chgData name="Dr Parag D. Pawar" userId="45f730c0-1703-4ce0-909b-efb17736071d" providerId="ADAL" clId="{629D698C-9F10-422F-9730-D8DB01D503EC}" dt="2026-02-23T11:08:12.084" v="8726" actId="14100"/>
          <ac:spMkLst>
            <pc:docMk/>
            <pc:sldMk cId="1158501747" sldId="482"/>
            <ac:spMk id="63" creationId="{3C76EA0E-1E29-92CD-E01E-746E2AD2FA3B}"/>
          </ac:spMkLst>
        </pc:spChg>
        <pc:spChg chg="mod">
          <ac:chgData name="Dr Parag D. Pawar" userId="45f730c0-1703-4ce0-909b-efb17736071d" providerId="ADAL" clId="{629D698C-9F10-422F-9730-D8DB01D503EC}" dt="2026-02-23T23:57:20.046" v="9509" actId="20577"/>
          <ac:spMkLst>
            <pc:docMk/>
            <pc:sldMk cId="1158501747" sldId="482"/>
            <ac:spMk id="77" creationId="{A6ECB148-703C-073E-3014-CEDB5CA3903F}"/>
          </ac:spMkLst>
        </pc:spChg>
        <pc:spChg chg="mod">
          <ac:chgData name="Dr Parag D. Pawar" userId="45f730c0-1703-4ce0-909b-efb17736071d" providerId="ADAL" clId="{629D698C-9F10-422F-9730-D8DB01D503EC}" dt="2026-02-23T23:57:20.046" v="9509" actId="20577"/>
          <ac:spMkLst>
            <pc:docMk/>
            <pc:sldMk cId="1158501747" sldId="482"/>
            <ac:spMk id="78" creationId="{9A51BF43-7177-D2E7-F3BA-F12411FF9ADF}"/>
          </ac:spMkLst>
        </pc:spChg>
        <pc:grpChg chg="mod">
          <ac:chgData name="Dr Parag D. Pawar" userId="45f730c0-1703-4ce0-909b-efb17736071d" providerId="ADAL" clId="{629D698C-9F10-422F-9730-D8DB01D503EC}" dt="2026-02-23T23:57:20.046" v="9509" actId="20577"/>
          <ac:grpSpMkLst>
            <pc:docMk/>
            <pc:sldMk cId="1158501747" sldId="482"/>
            <ac:grpSpMk id="76" creationId="{BF07AECB-E8DA-2E74-0B7F-62BCE71348E3}"/>
          </ac:grpSpMkLst>
        </pc:grpChg>
      </pc:sldChg>
      <pc:sldChg chg="modSp addAnim delAnim">
        <pc:chgData name="Dr Parag D. Pawar" userId="45f730c0-1703-4ce0-909b-efb17736071d" providerId="ADAL" clId="{629D698C-9F10-422F-9730-D8DB01D503EC}" dt="2026-02-23T11:09:49.224" v="8735"/>
        <pc:sldMkLst>
          <pc:docMk/>
          <pc:sldMk cId="2074394669" sldId="483"/>
        </pc:sldMkLst>
        <pc:spChg chg="mod">
          <ac:chgData name="Dr Parag D. Pawar" userId="45f730c0-1703-4ce0-909b-efb17736071d" providerId="ADAL" clId="{629D698C-9F10-422F-9730-D8DB01D503EC}" dt="2026-02-23T11:09:04.667" v="8731" actId="255"/>
          <ac:spMkLst>
            <pc:docMk/>
            <pc:sldMk cId="2074394669" sldId="483"/>
            <ac:spMk id="3" creationId="{0F04140A-589D-DC63-9C29-1194E79A13F0}"/>
          </ac:spMkLst>
        </pc:spChg>
        <pc:spChg chg="mod">
          <ac:chgData name="Dr Parag D. Pawar" userId="45f730c0-1703-4ce0-909b-efb17736071d" providerId="ADAL" clId="{629D698C-9F10-422F-9730-D8DB01D503EC}" dt="2026-02-23T11:09:11.157" v="8733" actId="2711"/>
          <ac:spMkLst>
            <pc:docMk/>
            <pc:sldMk cId="2074394669" sldId="483"/>
            <ac:spMk id="6" creationId="{D431F635-0FC0-C832-E565-535AA0D0081E}"/>
          </ac:spMkLst>
        </pc:spChg>
      </pc:sldChg>
      <pc:sldChg chg="add del">
        <pc:chgData name="Dr Parag D. Pawar" userId="45f730c0-1703-4ce0-909b-efb17736071d" providerId="ADAL" clId="{629D698C-9F10-422F-9730-D8DB01D503EC}" dt="2026-02-23T22:56:29.973" v="8965" actId="47"/>
        <pc:sldMkLst>
          <pc:docMk/>
          <pc:sldMk cId="2965523239" sldId="484"/>
        </pc:sldMkLst>
      </pc:sldChg>
      <pc:sldChg chg="add">
        <pc:chgData name="Dr Parag D. Pawar" userId="45f730c0-1703-4ce0-909b-efb17736071d" providerId="ADAL" clId="{629D698C-9F10-422F-9730-D8DB01D503EC}" dt="2026-02-23T23:02:04.966" v="9033" actId="2890"/>
        <pc:sldMkLst>
          <pc:docMk/>
          <pc:sldMk cId="3922307213" sldId="484"/>
        </pc:sldMkLst>
      </pc:sldChg>
      <pc:sldChg chg="add del">
        <pc:chgData name="Dr Parag D. Pawar" userId="45f730c0-1703-4ce0-909b-efb17736071d" providerId="ADAL" clId="{629D698C-9F10-422F-9730-D8DB01D503EC}" dt="2026-02-23T23:21:53.776" v="9441" actId="47"/>
        <pc:sldMkLst>
          <pc:docMk/>
          <pc:sldMk cId="2757539324" sldId="485"/>
        </pc:sldMkLst>
      </pc:sldChg>
      <pc:sldChg chg="add del">
        <pc:chgData name="Dr Parag D. Pawar" userId="45f730c0-1703-4ce0-909b-efb17736071d" providerId="ADAL" clId="{629D698C-9F10-422F-9730-D8DB01D503EC}" dt="2026-02-24T02:43:38.765" v="9528" actId="47"/>
        <pc:sldMkLst>
          <pc:docMk/>
          <pc:sldMk cId="4038114839" sldId="485"/>
        </pc:sldMkLst>
      </pc:sldChg>
    </pc:docChg>
  </pc:docChgLst>
  <pc:docChgLst>
    <pc:chgData name="Dr Parag D. Pawar" userId="45f730c0-1703-4ce0-909b-efb17736071d" providerId="ADAL" clId="{CD4D9D87-25C2-47DB-AE56-A86177B2B98E}"/>
    <pc:docChg chg="undo custSel addSld delSld modSld sldOrd">
      <pc:chgData name="Dr Parag D. Pawar" userId="45f730c0-1703-4ce0-909b-efb17736071d" providerId="ADAL" clId="{CD4D9D87-25C2-47DB-AE56-A86177B2B98E}" dt="2026-02-22T23:47:44.877" v="2063" actId="2696"/>
      <pc:docMkLst>
        <pc:docMk/>
      </pc:docMkLst>
      <pc:sldChg chg="addSp delSp modSp add mod">
        <pc:chgData name="Dr Parag D. Pawar" userId="45f730c0-1703-4ce0-909b-efb17736071d" providerId="ADAL" clId="{CD4D9D87-25C2-47DB-AE56-A86177B2B98E}" dt="2026-02-22T23:46:21.968" v="2061" actId="20577"/>
        <pc:sldMkLst>
          <pc:docMk/>
          <pc:sldMk cId="785800381" sldId="322"/>
        </pc:sldMkLst>
        <pc:spChg chg="mod">
          <ac:chgData name="Dr Parag D. Pawar" userId="45f730c0-1703-4ce0-909b-efb17736071d" providerId="ADAL" clId="{CD4D9D87-25C2-47DB-AE56-A86177B2B98E}" dt="2026-02-22T23:46:21.968" v="2061" actId="20577"/>
          <ac:spMkLst>
            <pc:docMk/>
            <pc:sldMk cId="785800381" sldId="322"/>
            <ac:spMk id="3" creationId="{88A3CC31-F69E-20F1-9E39-39DE8A1C4988}"/>
          </ac:spMkLst>
        </pc:spChg>
      </pc:sldChg>
      <pc:sldChg chg="modSp add mod addAnim delAnim modAnim">
        <pc:chgData name="Dr Parag D. Pawar" userId="45f730c0-1703-4ce0-909b-efb17736071d" providerId="ADAL" clId="{CD4D9D87-25C2-47DB-AE56-A86177B2B98E}" dt="2026-02-18T10:56:37.298" v="2004"/>
        <pc:sldMkLst>
          <pc:docMk/>
          <pc:sldMk cId="3239103780" sldId="433"/>
        </pc:sldMkLst>
        <pc:spChg chg="mod">
          <ac:chgData name="Dr Parag D. Pawar" userId="45f730c0-1703-4ce0-909b-efb17736071d" providerId="ADAL" clId="{CD4D9D87-25C2-47DB-AE56-A86177B2B98E}" dt="2026-02-18T10:55:46.067" v="2000" actId="14861"/>
          <ac:spMkLst>
            <pc:docMk/>
            <pc:sldMk cId="3239103780" sldId="433"/>
            <ac:spMk id="4" creationId="{1C584AF7-A1B4-8600-D3AF-77F2D94C77BE}"/>
          </ac:spMkLst>
        </pc:spChg>
        <pc:spChg chg="mod">
          <ac:chgData name="Dr Parag D. Pawar" userId="45f730c0-1703-4ce0-909b-efb17736071d" providerId="ADAL" clId="{CD4D9D87-25C2-47DB-AE56-A86177B2B98E}" dt="2026-02-18T10:55:39.546" v="1999" actId="14861"/>
          <ac:spMkLst>
            <pc:docMk/>
            <pc:sldMk cId="3239103780" sldId="433"/>
            <ac:spMk id="19" creationId="{9DE8D47C-FDC1-1AFD-C839-B99D5CBE0BE3}"/>
          </ac:spMkLst>
        </pc:spChg>
      </pc:sldChg>
      <pc:sldChg chg="add">
        <pc:chgData name="Dr Parag D. Pawar" userId="45f730c0-1703-4ce0-909b-efb17736071d" providerId="ADAL" clId="{CD4D9D87-25C2-47DB-AE56-A86177B2B98E}" dt="2026-02-11T13:39:52.227" v="318"/>
        <pc:sldMkLst>
          <pc:docMk/>
          <pc:sldMk cId="4248666426" sldId="477"/>
        </pc:sldMkLst>
      </pc:sldChg>
      <pc:sldChg chg="add">
        <pc:chgData name="Dr Parag D. Pawar" userId="45f730c0-1703-4ce0-909b-efb17736071d" providerId="ADAL" clId="{CD4D9D87-25C2-47DB-AE56-A86177B2B98E}" dt="2026-02-11T13:39:52.227" v="318"/>
        <pc:sldMkLst>
          <pc:docMk/>
          <pc:sldMk cId="169607348" sldId="478"/>
        </pc:sldMkLst>
      </pc:sldChg>
      <pc:sldChg chg="add">
        <pc:chgData name="Dr Parag D. Pawar" userId="45f730c0-1703-4ce0-909b-efb17736071d" providerId="ADAL" clId="{CD4D9D87-25C2-47DB-AE56-A86177B2B98E}" dt="2026-02-11T13:39:52.227" v="318"/>
        <pc:sldMkLst>
          <pc:docMk/>
          <pc:sldMk cId="3227124089" sldId="479"/>
        </pc:sldMkLst>
      </pc:sldChg>
      <pc:sldChg chg="add">
        <pc:chgData name="Dr Parag D. Pawar" userId="45f730c0-1703-4ce0-909b-efb17736071d" providerId="ADAL" clId="{CD4D9D87-25C2-47DB-AE56-A86177B2B98E}" dt="2026-02-11T13:39:52.227" v="318"/>
        <pc:sldMkLst>
          <pc:docMk/>
          <pc:sldMk cId="3861337790" sldId="480"/>
        </pc:sldMkLst>
      </pc:sldChg>
      <pc:sldChg chg="add">
        <pc:chgData name="Dr Parag D. Pawar" userId="45f730c0-1703-4ce0-909b-efb17736071d" providerId="ADAL" clId="{CD4D9D87-25C2-47DB-AE56-A86177B2B98E}" dt="2026-02-11T13:39:52.227" v="318"/>
        <pc:sldMkLst>
          <pc:docMk/>
          <pc:sldMk cId="1189844206" sldId="481"/>
        </pc:sldMkLst>
      </pc:sldChg>
      <pc:sldChg chg="add">
        <pc:chgData name="Dr Parag D. Pawar" userId="45f730c0-1703-4ce0-909b-efb17736071d" providerId="ADAL" clId="{CD4D9D87-25C2-47DB-AE56-A86177B2B98E}" dt="2026-02-11T13:39:52.227" v="318"/>
        <pc:sldMkLst>
          <pc:docMk/>
          <pc:sldMk cId="1158501747" sldId="482"/>
        </pc:sldMkLst>
      </pc:sldChg>
      <pc:sldChg chg="add">
        <pc:chgData name="Dr Parag D. Pawar" userId="45f730c0-1703-4ce0-909b-efb17736071d" providerId="ADAL" clId="{CD4D9D87-25C2-47DB-AE56-A86177B2B98E}" dt="2026-02-11T13:39:52.227" v="318"/>
        <pc:sldMkLst>
          <pc:docMk/>
          <pc:sldMk cId="2074394669" sldId="4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0C40-380F-467F-B2E8-E7180F2914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F0A6D-EEA4-4712-949D-959F890BC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8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BF5B-9B04-F6DF-E291-C3826A00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42A99-FDCC-8AE7-718B-1A52E8668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8CBC6-385A-3A95-7160-6EDB434FF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573A6-9C05-C628-9B7B-F44950C5F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E83F6-3A65-482C-B878-5103AB5386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747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F6D9-433D-9FCD-1371-1FFC5B22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D57-1E42-FEF9-0046-F55DAD53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FED1-DC2E-CA26-77D3-B561CC9C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2C593-CC40-D16B-0A92-941477A9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34F8-28C8-6190-4C7A-46BE2551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CF8B-79E3-327D-BE10-75A66EF3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D811-EBEC-A270-B6E0-0245AD78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6D39-7B87-DE1A-5773-802CCC8F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8125-5496-97EB-E47F-48BE46EF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BE62-5957-C388-3C97-08E94A02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49FF-2E5A-4944-C1BF-C8E2B51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2F7C-B359-6847-B6BB-CB0D4FDA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0B2F-8D7D-88CB-EB4C-D002D54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AD0E-CDC9-81DE-EAE1-4D48F97F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8BBC0-DF8F-9633-3CF0-B537CC4B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BC8D-7B47-32C2-5D96-31B3077D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B44F-FCDC-3C0E-EE40-C85D05455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47FFF-518C-F697-E99F-82A49EDB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59D35-265F-B240-4867-A8884695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B8C1-6A1F-7695-CE51-B11363BD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52C22-A624-D254-DF4D-844F544C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4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0277-2A98-F5FB-469B-993AD22E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F13E-9536-45FA-3843-3EB0BAC1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26A17-C4D6-59E3-0A04-A2C0AB179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2183E-7155-D59D-77AA-533FFF38F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EA97B-8655-8A53-7B87-F43C923B5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3C9E4-AD31-6A15-DEBA-532AB09A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A57D4-E06C-ED8E-3954-958ABB03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4200A-B4D8-DF9F-A065-32BA685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3A8F-C2BE-88F1-871E-FCDBBC10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B962-578D-B4FE-AF9D-7957A581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609FF-4186-0E56-3F39-68FD17AE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05437-F288-98C3-7F90-5C6ACEE6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0323B-08B1-2CFB-ABD3-A510B613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0435D-871A-182C-7C87-B4989835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F160-3EFD-19D0-298E-AD69EC98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5AD0-4B31-492F-9BA4-1F5D982A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1AF9-7A27-04D5-9D85-5D4D8019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3A66-5958-769B-741E-B5437CA15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A6B32-A397-2328-9339-0D650285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70F0E-2882-5BED-DA88-638CC2CB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23D9-AA7A-9A39-B5F1-328454DB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3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B9B5-B531-AB92-B827-2FD74C17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83E2-9567-629B-664B-298D5897D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4114-FC7A-5462-1297-5D6BCAB5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CCCB-9FE2-8591-F205-F8B5B9E7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9A163-75DC-03AF-5326-849EC4CF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D94F6-8E2C-E63C-8B91-F740383C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CAC5-CD37-F867-6192-C9494749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53604-94B5-CB17-2771-A0C924832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DCE7-2FBC-1748-AAC8-E7540469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31F0-1E5F-E267-722F-1A471441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33FD-4898-0238-3ABB-8FF1D8A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6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F1B78-415C-335C-90B0-0A7C6BEE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50C0-BEFD-B8FB-DE09-0170706F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DFC31-6E76-0879-B3EE-E2EF6AAE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E808-F47B-32A9-D83A-60E8B93B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CFE5-801F-C96D-7414-92898D0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35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60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2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89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715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335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255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820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57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79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305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23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9EA7F-FCAF-412A-8BBC-893AA2B96CD8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412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9E6DE-93F1-4C7C-8DD5-CA430625CA3B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803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AAEC-8FA7-4019-840F-D999959FDA3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439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983E-D6B4-425B-AB76-683AB642AC33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222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AB77A-D05E-4D1E-AD93-E84ACCD681A1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47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B9C7-A180-4425-AFCC-D38F3A6AA307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39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D46F-B963-46EF-9146-5BF8C0FF40A5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66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67579-01B6-4B39-A858-86CAD06EA51B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80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C180-ECB7-4587-8ACC-2AB98C84E048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149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86E7B-7C2D-4614-BAE5-93A338E0EF40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225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3B34-A18F-4622-9F4E-53B125BAC6A8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4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96E57-FC88-A9B0-F1C3-F11DD35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114DD-3CA0-C024-F938-3704B7A5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FFB1C-F5F4-F094-0D2E-44E231849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D2172-B066-42B6-872E-3CB95A0AB1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7CC7-25A6-0109-6794-AC24CB7EE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B55D-30F1-5288-DA2C-3E5909CD4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0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13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3500-A71A-434E-AEFF-ED4F19179B8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5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jp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11" Type="http://schemas.openxmlformats.org/officeDocument/2006/relationships/image" Target="../media/image9.jpeg"/><Relationship Id="rId5" Type="http://schemas.openxmlformats.org/officeDocument/2006/relationships/image" Target="../media/image349.png"/><Relationship Id="rId10" Type="http://schemas.openxmlformats.org/officeDocument/2006/relationships/image" Target="../media/image11.png"/><Relationship Id="rId4" Type="http://schemas.openxmlformats.org/officeDocument/2006/relationships/image" Target="../media/image7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6.jpg"/><Relationship Id="rId7" Type="http://schemas.openxmlformats.org/officeDocument/2006/relationships/image" Target="../media/image3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9.png"/><Relationship Id="rId10" Type="http://schemas.openxmlformats.org/officeDocument/2006/relationships/image" Target="../media/image110.png"/><Relationship Id="rId4" Type="http://schemas.openxmlformats.org/officeDocument/2006/relationships/image" Target="../media/image7.jpeg"/><Relationship Id="rId9" Type="http://schemas.openxmlformats.org/officeDocument/2006/relationships/image" Target="../media/image3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65.png"/><Relationship Id="rId7" Type="http://schemas.openxmlformats.org/officeDocument/2006/relationships/image" Target="../media/image12.png"/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8.png"/><Relationship Id="rId5" Type="http://schemas.openxmlformats.org/officeDocument/2006/relationships/image" Target="../media/image367.png"/><Relationship Id="rId4" Type="http://schemas.openxmlformats.org/officeDocument/2006/relationships/image" Target="../media/image366.png"/><Relationship Id="rId9" Type="http://schemas.openxmlformats.org/officeDocument/2006/relationships/image" Target="../media/image3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149BE-D401-D038-B38A-8C612A3AE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0D67972-8136-6222-2A73-D29A20A50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EC0F8-0D05-7B5C-20CB-EBF926149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6504" y="758951"/>
            <a:ext cx="7319175" cy="3374931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SECTION  2</a:t>
            </a:r>
            <a:br>
              <a:rPr lang="en-IN" sz="1800" dirty="0">
                <a:solidFill>
                  <a:srgbClr val="C00000"/>
                </a:solidFill>
              </a:rPr>
            </a:br>
            <a:br>
              <a:rPr lang="en-US" sz="5600" dirty="0"/>
            </a:br>
            <a:r>
              <a:rPr lang="en-IN" sz="5600" dirty="0"/>
              <a:t>Static </a:t>
            </a:r>
            <a:r>
              <a:rPr lang="en-IN" sz="5600" dirty="0">
                <a:solidFill>
                  <a:srgbClr val="0070C0"/>
                </a:solidFill>
                <a:latin typeface="Segoe Script" panose="030B0504020000000003" pitchFamily="66" charset="0"/>
              </a:rPr>
              <a:t>Games</a:t>
            </a:r>
            <a:r>
              <a:rPr lang="en-IN" sz="5600" dirty="0"/>
              <a:t> of Complete Information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3CC31-F69E-20F1-9E39-39DE8A1C4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6504" y="4455620"/>
            <a:ext cx="7321946" cy="1143000"/>
          </a:xfrm>
        </p:spPr>
        <p:txBody>
          <a:bodyPr>
            <a:normAutofit/>
          </a:bodyPr>
          <a:lstStyle/>
          <a:p>
            <a:r>
              <a:rPr lang="en-IN" dirty="0"/>
              <a:t>Class </a:t>
            </a:r>
            <a:r>
              <a:rPr lang="en-IN" b="1" dirty="0">
                <a:solidFill>
                  <a:srgbClr val="C00000"/>
                </a:solidFill>
              </a:rPr>
              <a:t>12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31" name="Graphic 30" descr="Game controller">
            <a:extLst>
              <a:ext uri="{FF2B5EF4-FFF2-40B4-BE49-F238E27FC236}">
                <a16:creationId xmlns:a16="http://schemas.microsoft.com/office/drawing/2014/main" id="{3D8811AD-892B-2AD9-D069-F26769196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973" y="1790485"/>
            <a:ext cx="2758331" cy="2758331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C81360-FCD6-DD99-B3CF-FBB2FD3C4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8251" y="4294753"/>
            <a:ext cx="71323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D6B9E29-119A-F044-183A-9BD98348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A2BA6-34CA-C5E4-9A1F-43636FEC44E8}"/>
              </a:ext>
            </a:extLst>
          </p:cNvPr>
          <p:cNvSpPr txBox="1"/>
          <p:nvPr/>
        </p:nvSpPr>
        <p:spPr>
          <a:xfrm>
            <a:off x="8362624" y="138092"/>
            <a:ext cx="3667327" cy="2308324"/>
          </a:xfrm>
          <a:custGeom>
            <a:avLst/>
            <a:gdLst>
              <a:gd name="csX0" fmla="*/ 0 w 3667327"/>
              <a:gd name="csY0" fmla="*/ 0 h 2308324"/>
              <a:gd name="csX1" fmla="*/ 597250 w 3667327"/>
              <a:gd name="csY1" fmla="*/ 0 h 2308324"/>
              <a:gd name="csX2" fmla="*/ 1157828 w 3667327"/>
              <a:gd name="csY2" fmla="*/ 0 h 2308324"/>
              <a:gd name="csX3" fmla="*/ 1681731 w 3667327"/>
              <a:gd name="csY3" fmla="*/ 0 h 2308324"/>
              <a:gd name="csX4" fmla="*/ 2205635 w 3667327"/>
              <a:gd name="csY4" fmla="*/ 0 h 2308324"/>
              <a:gd name="csX5" fmla="*/ 2802886 w 3667327"/>
              <a:gd name="csY5" fmla="*/ 0 h 2308324"/>
              <a:gd name="csX6" fmla="*/ 3667327 w 3667327"/>
              <a:gd name="csY6" fmla="*/ 0 h 2308324"/>
              <a:gd name="csX7" fmla="*/ 3667327 w 3667327"/>
              <a:gd name="csY7" fmla="*/ 507831 h 2308324"/>
              <a:gd name="csX8" fmla="*/ 3667327 w 3667327"/>
              <a:gd name="csY8" fmla="*/ 1107996 h 2308324"/>
              <a:gd name="csX9" fmla="*/ 3667327 w 3667327"/>
              <a:gd name="csY9" fmla="*/ 1615827 h 2308324"/>
              <a:gd name="csX10" fmla="*/ 3667327 w 3667327"/>
              <a:gd name="csY10" fmla="*/ 2308324 h 2308324"/>
              <a:gd name="csX11" fmla="*/ 3216770 w 3667327"/>
              <a:gd name="csY11" fmla="*/ 2308324 h 2308324"/>
              <a:gd name="csX12" fmla="*/ 2619519 w 3667327"/>
              <a:gd name="csY12" fmla="*/ 2308324 h 2308324"/>
              <a:gd name="csX13" fmla="*/ 2132289 w 3667327"/>
              <a:gd name="csY13" fmla="*/ 2308324 h 2308324"/>
              <a:gd name="csX14" fmla="*/ 1535038 w 3667327"/>
              <a:gd name="csY14" fmla="*/ 2308324 h 2308324"/>
              <a:gd name="csX15" fmla="*/ 1084481 w 3667327"/>
              <a:gd name="csY15" fmla="*/ 2308324 h 2308324"/>
              <a:gd name="csX16" fmla="*/ 670597 w 3667327"/>
              <a:gd name="csY16" fmla="*/ 2308324 h 2308324"/>
              <a:gd name="csX17" fmla="*/ 0 w 3667327"/>
              <a:gd name="csY17" fmla="*/ 2308324 h 2308324"/>
              <a:gd name="csX18" fmla="*/ 0 w 3667327"/>
              <a:gd name="csY18" fmla="*/ 1708160 h 2308324"/>
              <a:gd name="csX19" fmla="*/ 0 w 3667327"/>
              <a:gd name="csY19" fmla="*/ 1200328 h 2308324"/>
              <a:gd name="csX20" fmla="*/ 0 w 3667327"/>
              <a:gd name="csY20" fmla="*/ 577081 h 2308324"/>
              <a:gd name="csX21" fmla="*/ 0 w 3667327"/>
              <a:gd name="csY21" fmla="*/ 0 h 2308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667327" h="2308324" fill="none" extrusionOk="0">
                <a:moveTo>
                  <a:pt x="0" y="0"/>
                </a:moveTo>
                <a:cubicBezTo>
                  <a:pt x="173487" y="-26351"/>
                  <a:pt x="403610" y="43635"/>
                  <a:pt x="597250" y="0"/>
                </a:cubicBezTo>
                <a:cubicBezTo>
                  <a:pt x="790890" y="-43635"/>
                  <a:pt x="979531" y="35260"/>
                  <a:pt x="1157828" y="0"/>
                </a:cubicBezTo>
                <a:cubicBezTo>
                  <a:pt x="1336125" y="-35260"/>
                  <a:pt x="1429787" y="9873"/>
                  <a:pt x="1681731" y="0"/>
                </a:cubicBezTo>
                <a:cubicBezTo>
                  <a:pt x="1933675" y="-9873"/>
                  <a:pt x="1980391" y="24175"/>
                  <a:pt x="2205635" y="0"/>
                </a:cubicBezTo>
                <a:cubicBezTo>
                  <a:pt x="2430879" y="-24175"/>
                  <a:pt x="2518689" y="31211"/>
                  <a:pt x="2802886" y="0"/>
                </a:cubicBezTo>
                <a:cubicBezTo>
                  <a:pt x="3087083" y="-31211"/>
                  <a:pt x="3430765" y="103299"/>
                  <a:pt x="3667327" y="0"/>
                </a:cubicBezTo>
                <a:cubicBezTo>
                  <a:pt x="3697098" y="178538"/>
                  <a:pt x="3653573" y="287293"/>
                  <a:pt x="3667327" y="507831"/>
                </a:cubicBezTo>
                <a:cubicBezTo>
                  <a:pt x="3681081" y="728369"/>
                  <a:pt x="3653773" y="865270"/>
                  <a:pt x="3667327" y="1107996"/>
                </a:cubicBezTo>
                <a:cubicBezTo>
                  <a:pt x="3680881" y="1350723"/>
                  <a:pt x="3656200" y="1475424"/>
                  <a:pt x="3667327" y="1615827"/>
                </a:cubicBezTo>
                <a:cubicBezTo>
                  <a:pt x="3678454" y="1756230"/>
                  <a:pt x="3614740" y="2033950"/>
                  <a:pt x="3667327" y="2308324"/>
                </a:cubicBezTo>
                <a:cubicBezTo>
                  <a:pt x="3519937" y="2315708"/>
                  <a:pt x="3431795" y="2268637"/>
                  <a:pt x="3216770" y="2308324"/>
                </a:cubicBezTo>
                <a:cubicBezTo>
                  <a:pt x="3001745" y="2348011"/>
                  <a:pt x="2869779" y="2250625"/>
                  <a:pt x="2619519" y="2308324"/>
                </a:cubicBezTo>
                <a:cubicBezTo>
                  <a:pt x="2369259" y="2366023"/>
                  <a:pt x="2316152" y="2300439"/>
                  <a:pt x="2132289" y="2308324"/>
                </a:cubicBezTo>
                <a:cubicBezTo>
                  <a:pt x="1948426" y="2316209"/>
                  <a:pt x="1806816" y="2261636"/>
                  <a:pt x="1535038" y="2308324"/>
                </a:cubicBezTo>
                <a:cubicBezTo>
                  <a:pt x="1263260" y="2355012"/>
                  <a:pt x="1206376" y="2285174"/>
                  <a:pt x="1084481" y="2308324"/>
                </a:cubicBezTo>
                <a:cubicBezTo>
                  <a:pt x="962586" y="2331474"/>
                  <a:pt x="778866" y="2299729"/>
                  <a:pt x="670597" y="2308324"/>
                </a:cubicBezTo>
                <a:cubicBezTo>
                  <a:pt x="562328" y="2316919"/>
                  <a:pt x="325429" y="2305784"/>
                  <a:pt x="0" y="2308324"/>
                </a:cubicBezTo>
                <a:cubicBezTo>
                  <a:pt x="-13305" y="2082094"/>
                  <a:pt x="37367" y="1941994"/>
                  <a:pt x="0" y="1708160"/>
                </a:cubicBezTo>
                <a:cubicBezTo>
                  <a:pt x="-37367" y="1474326"/>
                  <a:pt x="13031" y="1375427"/>
                  <a:pt x="0" y="1200328"/>
                </a:cubicBezTo>
                <a:cubicBezTo>
                  <a:pt x="-13031" y="1025229"/>
                  <a:pt x="69728" y="752421"/>
                  <a:pt x="0" y="577081"/>
                </a:cubicBezTo>
                <a:cubicBezTo>
                  <a:pt x="-69728" y="401741"/>
                  <a:pt x="57674" y="133799"/>
                  <a:pt x="0" y="0"/>
                </a:cubicBezTo>
                <a:close/>
              </a:path>
              <a:path w="3667327" h="2308324" stroke="0" extrusionOk="0">
                <a:moveTo>
                  <a:pt x="0" y="0"/>
                </a:moveTo>
                <a:cubicBezTo>
                  <a:pt x="136410" y="-13323"/>
                  <a:pt x="338236" y="43862"/>
                  <a:pt x="487231" y="0"/>
                </a:cubicBezTo>
                <a:cubicBezTo>
                  <a:pt x="636226" y="-43862"/>
                  <a:pt x="801412" y="3376"/>
                  <a:pt x="901115" y="0"/>
                </a:cubicBezTo>
                <a:cubicBezTo>
                  <a:pt x="1000818" y="-3376"/>
                  <a:pt x="1214572" y="24191"/>
                  <a:pt x="1498365" y="0"/>
                </a:cubicBezTo>
                <a:cubicBezTo>
                  <a:pt x="1782158" y="-24191"/>
                  <a:pt x="1886465" y="48688"/>
                  <a:pt x="1985596" y="0"/>
                </a:cubicBezTo>
                <a:cubicBezTo>
                  <a:pt x="2084727" y="-48688"/>
                  <a:pt x="2316941" y="56088"/>
                  <a:pt x="2472826" y="0"/>
                </a:cubicBezTo>
                <a:cubicBezTo>
                  <a:pt x="2628711" y="-56088"/>
                  <a:pt x="2791868" y="45799"/>
                  <a:pt x="3070077" y="0"/>
                </a:cubicBezTo>
                <a:cubicBezTo>
                  <a:pt x="3348286" y="-45799"/>
                  <a:pt x="3499119" y="15837"/>
                  <a:pt x="3667327" y="0"/>
                </a:cubicBezTo>
                <a:cubicBezTo>
                  <a:pt x="3709126" y="144678"/>
                  <a:pt x="3596760" y="394803"/>
                  <a:pt x="3667327" y="623247"/>
                </a:cubicBezTo>
                <a:cubicBezTo>
                  <a:pt x="3737894" y="851691"/>
                  <a:pt x="3661108" y="912329"/>
                  <a:pt x="3667327" y="1154162"/>
                </a:cubicBezTo>
                <a:cubicBezTo>
                  <a:pt x="3673546" y="1395995"/>
                  <a:pt x="3632691" y="1570420"/>
                  <a:pt x="3667327" y="1685077"/>
                </a:cubicBezTo>
                <a:cubicBezTo>
                  <a:pt x="3701963" y="1799734"/>
                  <a:pt x="3647901" y="2046606"/>
                  <a:pt x="3667327" y="2308324"/>
                </a:cubicBezTo>
                <a:cubicBezTo>
                  <a:pt x="3554071" y="2329922"/>
                  <a:pt x="3289662" y="2241565"/>
                  <a:pt x="3106750" y="2308324"/>
                </a:cubicBezTo>
                <a:cubicBezTo>
                  <a:pt x="2923838" y="2375083"/>
                  <a:pt x="2739348" y="2252600"/>
                  <a:pt x="2509499" y="2308324"/>
                </a:cubicBezTo>
                <a:cubicBezTo>
                  <a:pt x="2279650" y="2364048"/>
                  <a:pt x="2054343" y="2262833"/>
                  <a:pt x="1912249" y="2308324"/>
                </a:cubicBezTo>
                <a:cubicBezTo>
                  <a:pt x="1770155" y="2353815"/>
                  <a:pt x="1651525" y="2254968"/>
                  <a:pt x="1461692" y="2308324"/>
                </a:cubicBezTo>
                <a:cubicBezTo>
                  <a:pt x="1271859" y="2361680"/>
                  <a:pt x="1062678" y="2270199"/>
                  <a:pt x="937788" y="2308324"/>
                </a:cubicBezTo>
                <a:cubicBezTo>
                  <a:pt x="812898" y="2346449"/>
                  <a:pt x="380270" y="2226737"/>
                  <a:pt x="0" y="2308324"/>
                </a:cubicBezTo>
                <a:cubicBezTo>
                  <a:pt x="-6266" y="2157988"/>
                  <a:pt x="8027" y="2015019"/>
                  <a:pt x="0" y="1731243"/>
                </a:cubicBezTo>
                <a:cubicBezTo>
                  <a:pt x="-8027" y="1447467"/>
                  <a:pt x="35306" y="1329169"/>
                  <a:pt x="0" y="1200328"/>
                </a:cubicBezTo>
                <a:cubicBezTo>
                  <a:pt x="-35306" y="1071488"/>
                  <a:pt x="62837" y="799712"/>
                  <a:pt x="0" y="669414"/>
                </a:cubicBezTo>
                <a:cubicBezTo>
                  <a:pt x="-62837" y="539116"/>
                  <a:pt x="52250" y="19452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+mj-lt"/>
              </a:rPr>
              <a:t>TOPIC 1</a:t>
            </a:r>
          </a:p>
          <a:p>
            <a:r>
              <a:rPr lang="en-US" sz="1600" dirty="0">
                <a:latin typeface="+mj-lt"/>
              </a:rPr>
              <a:t>The Normal-Form Representation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b="1" dirty="0">
                <a:solidFill>
                  <a:srgbClr val="7030A0"/>
                </a:solidFill>
                <a:latin typeface="+mj-lt"/>
              </a:rPr>
              <a:t>MODULES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Introducing Games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Static Games of Complete Information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A Pure Strategy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The Normal-Form Game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j-lt"/>
              </a:rPr>
              <a:t>Canonical Games…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5AFF0-7997-863B-A480-FBF0AACC2F80}"/>
              </a:ext>
            </a:extLst>
          </p:cNvPr>
          <p:cNvSpPr txBox="1"/>
          <p:nvPr/>
        </p:nvSpPr>
        <p:spPr>
          <a:xfrm>
            <a:off x="9143762" y="4616492"/>
            <a:ext cx="1882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Strategy spaces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Discrete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Continuous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3C0F6-7571-5A52-60CD-255E8488BD3F}"/>
              </a:ext>
            </a:extLst>
          </p:cNvPr>
          <p:cNvSpPr txBox="1"/>
          <p:nvPr/>
        </p:nvSpPr>
        <p:spPr>
          <a:xfrm>
            <a:off x="9143762" y="5561963"/>
            <a:ext cx="2531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Finite?</a:t>
            </a:r>
          </a:p>
          <a:p>
            <a:r>
              <a:rPr lang="en-US" sz="1600" i="1" dirty="0"/>
              <a:t>Matrix-representation?</a:t>
            </a:r>
          </a:p>
        </p:txBody>
      </p:sp>
    </p:spTree>
    <p:extLst>
      <p:ext uri="{BB962C8B-B14F-4D97-AF65-F5344CB8AC3E}">
        <p14:creationId xmlns:p14="http://schemas.microsoft.com/office/powerpoint/2010/main" val="78580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890AA-5F10-4479-AE11-D9BDDD71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 fontScale="90000"/>
          </a:bodyPr>
          <a:lstStyle/>
          <a:p>
            <a:r>
              <a:rPr lang="en-US" sz="4900" b="1" dirty="0"/>
              <a:t>Logistics</a:t>
            </a:r>
            <a:br>
              <a:rPr lang="en-US" sz="4000" dirty="0"/>
            </a:br>
            <a:r>
              <a:rPr lang="en-US" sz="2700" dirty="0"/>
              <a:t>Exams and Grading Scheme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68A6BC-3F33-4164-80CE-801839CBA3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418" y="471031"/>
            <a:ext cx="842106" cy="738738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6B72FFD-2D95-2AC2-319C-E1164A3A0790}"/>
              </a:ext>
            </a:extLst>
          </p:cNvPr>
          <p:cNvSpPr/>
          <p:nvPr/>
        </p:nvSpPr>
        <p:spPr>
          <a:xfrm>
            <a:off x="126892" y="3128405"/>
            <a:ext cx="11189617" cy="851821"/>
          </a:xfrm>
          <a:custGeom>
            <a:avLst/>
            <a:gdLst>
              <a:gd name="csX0" fmla="*/ 0 w 11189617"/>
              <a:gd name="csY0" fmla="*/ 851821 h 851821"/>
              <a:gd name="csX1" fmla="*/ 113122 w 11189617"/>
              <a:gd name="csY1" fmla="*/ 842395 h 851821"/>
              <a:gd name="csX2" fmla="*/ 329938 w 11189617"/>
              <a:gd name="csY2" fmla="*/ 832968 h 851821"/>
              <a:gd name="csX3" fmla="*/ 820132 w 11189617"/>
              <a:gd name="csY3" fmla="*/ 814114 h 851821"/>
              <a:gd name="csX4" fmla="*/ 1159497 w 11189617"/>
              <a:gd name="csY4" fmla="*/ 795261 h 851821"/>
              <a:gd name="csX5" fmla="*/ 2309567 w 11189617"/>
              <a:gd name="csY5" fmla="*/ 785834 h 851821"/>
              <a:gd name="csX6" fmla="*/ 2696066 w 11189617"/>
              <a:gd name="csY6" fmla="*/ 700992 h 851821"/>
              <a:gd name="csX7" fmla="*/ 2846895 w 11189617"/>
              <a:gd name="csY7" fmla="*/ 663285 h 851821"/>
              <a:gd name="csX8" fmla="*/ 3233394 w 11189617"/>
              <a:gd name="csY8" fmla="*/ 644432 h 851821"/>
              <a:gd name="csX9" fmla="*/ 3629320 w 11189617"/>
              <a:gd name="csY9" fmla="*/ 682139 h 851821"/>
              <a:gd name="csX10" fmla="*/ 3864990 w 11189617"/>
              <a:gd name="csY10" fmla="*/ 719846 h 851821"/>
              <a:gd name="csX11" fmla="*/ 4147794 w 11189617"/>
              <a:gd name="csY11" fmla="*/ 738700 h 851821"/>
              <a:gd name="csX12" fmla="*/ 4835951 w 11189617"/>
              <a:gd name="csY12" fmla="*/ 691566 h 851821"/>
              <a:gd name="csX13" fmla="*/ 5354425 w 11189617"/>
              <a:gd name="csY13" fmla="*/ 616151 h 851821"/>
              <a:gd name="csX14" fmla="*/ 5637229 w 11189617"/>
              <a:gd name="csY14" fmla="*/ 578444 h 851821"/>
              <a:gd name="csX15" fmla="*/ 6061435 w 11189617"/>
              <a:gd name="csY15" fmla="*/ 550164 h 851821"/>
              <a:gd name="csX16" fmla="*/ 6570483 w 11189617"/>
              <a:gd name="csY16" fmla="*/ 578444 h 851821"/>
              <a:gd name="csX17" fmla="*/ 7088957 w 11189617"/>
              <a:gd name="csY17" fmla="*/ 719846 h 851821"/>
              <a:gd name="csX18" fmla="*/ 7409468 w 11189617"/>
              <a:gd name="csY18" fmla="*/ 766980 h 851821"/>
              <a:gd name="csX19" fmla="*/ 8229600 w 11189617"/>
              <a:gd name="csY19" fmla="*/ 710419 h 851821"/>
              <a:gd name="csX20" fmla="*/ 8776355 w 11189617"/>
              <a:gd name="csY20" fmla="*/ 512456 h 851821"/>
              <a:gd name="csX21" fmla="*/ 9125147 w 11189617"/>
              <a:gd name="csY21" fmla="*/ 408762 h 851821"/>
              <a:gd name="csX22" fmla="*/ 9530499 w 11189617"/>
              <a:gd name="csY22" fmla="*/ 323920 h 851821"/>
              <a:gd name="csX23" fmla="*/ 9851011 w 11189617"/>
              <a:gd name="csY23" fmla="*/ 248506 h 851821"/>
              <a:gd name="csX24" fmla="*/ 10190375 w 11189617"/>
              <a:gd name="csY24" fmla="*/ 191945 h 851821"/>
              <a:gd name="csX25" fmla="*/ 10435472 w 11189617"/>
              <a:gd name="csY25" fmla="*/ 173091 h 851821"/>
              <a:gd name="csX26" fmla="*/ 10803118 w 11189617"/>
              <a:gd name="csY26" fmla="*/ 135384 h 851821"/>
              <a:gd name="csX27" fmla="*/ 10953947 w 11189617"/>
              <a:gd name="csY27" fmla="*/ 107104 h 851821"/>
              <a:gd name="csX28" fmla="*/ 11029361 w 11189617"/>
              <a:gd name="csY28" fmla="*/ 88250 h 851821"/>
              <a:gd name="csX29" fmla="*/ 11048215 w 11189617"/>
              <a:gd name="csY29" fmla="*/ 59970 h 851821"/>
              <a:gd name="csX30" fmla="*/ 11123629 w 11189617"/>
              <a:gd name="csY30" fmla="*/ 31689 h 851821"/>
              <a:gd name="csX31" fmla="*/ 11189617 w 11189617"/>
              <a:gd name="csY31" fmla="*/ 3409 h 851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1189617" h="851821">
                <a:moveTo>
                  <a:pt x="0" y="851821"/>
                </a:moveTo>
                <a:cubicBezTo>
                  <a:pt x="37707" y="848679"/>
                  <a:pt x="75346" y="844554"/>
                  <a:pt x="113122" y="842395"/>
                </a:cubicBezTo>
                <a:cubicBezTo>
                  <a:pt x="185344" y="838268"/>
                  <a:pt x="257656" y="835859"/>
                  <a:pt x="329938" y="832968"/>
                </a:cubicBezTo>
                <a:lnTo>
                  <a:pt x="820132" y="814114"/>
                </a:lnTo>
                <a:cubicBezTo>
                  <a:pt x="933311" y="808970"/>
                  <a:pt x="1159497" y="795261"/>
                  <a:pt x="1159497" y="795261"/>
                </a:cubicBezTo>
                <a:cubicBezTo>
                  <a:pt x="2027442" y="840349"/>
                  <a:pt x="1644562" y="859723"/>
                  <a:pt x="2309567" y="785834"/>
                </a:cubicBezTo>
                <a:cubicBezTo>
                  <a:pt x="2947799" y="633874"/>
                  <a:pt x="2083943" y="837020"/>
                  <a:pt x="2696066" y="700992"/>
                </a:cubicBezTo>
                <a:cubicBezTo>
                  <a:pt x="2746656" y="689750"/>
                  <a:pt x="2795356" y="668710"/>
                  <a:pt x="2846895" y="663285"/>
                </a:cubicBezTo>
                <a:cubicBezTo>
                  <a:pt x="2975172" y="649782"/>
                  <a:pt x="3233394" y="644432"/>
                  <a:pt x="3233394" y="644432"/>
                </a:cubicBezTo>
                <a:cubicBezTo>
                  <a:pt x="3365369" y="657001"/>
                  <a:pt x="3497683" y="666421"/>
                  <a:pt x="3629320" y="682139"/>
                </a:cubicBezTo>
                <a:cubicBezTo>
                  <a:pt x="3708315" y="691571"/>
                  <a:pt x="3785903" y="711218"/>
                  <a:pt x="3864990" y="719846"/>
                </a:cubicBezTo>
                <a:cubicBezTo>
                  <a:pt x="3958910" y="730092"/>
                  <a:pt x="4053526" y="732415"/>
                  <a:pt x="4147794" y="738700"/>
                </a:cubicBezTo>
                <a:lnTo>
                  <a:pt x="4835951" y="691566"/>
                </a:lnTo>
                <a:cubicBezTo>
                  <a:pt x="5010092" y="676350"/>
                  <a:pt x="5181714" y="641272"/>
                  <a:pt x="5354425" y="616151"/>
                </a:cubicBezTo>
                <a:cubicBezTo>
                  <a:pt x="5448537" y="602462"/>
                  <a:pt x="5542708" y="588946"/>
                  <a:pt x="5637229" y="578444"/>
                </a:cubicBezTo>
                <a:cubicBezTo>
                  <a:pt x="5801538" y="560187"/>
                  <a:pt x="5899419" y="557878"/>
                  <a:pt x="6061435" y="550164"/>
                </a:cubicBezTo>
                <a:cubicBezTo>
                  <a:pt x="6231118" y="559591"/>
                  <a:pt x="6401788" y="557872"/>
                  <a:pt x="6570483" y="578444"/>
                </a:cubicBezTo>
                <a:cubicBezTo>
                  <a:pt x="6748281" y="600127"/>
                  <a:pt x="6915295" y="682836"/>
                  <a:pt x="7088957" y="719846"/>
                </a:cubicBezTo>
                <a:cubicBezTo>
                  <a:pt x="7194571" y="742354"/>
                  <a:pt x="7302631" y="751269"/>
                  <a:pt x="7409468" y="766980"/>
                </a:cubicBezTo>
                <a:cubicBezTo>
                  <a:pt x="7833999" y="760133"/>
                  <a:pt x="7901559" y="794174"/>
                  <a:pt x="8229600" y="710419"/>
                </a:cubicBezTo>
                <a:cubicBezTo>
                  <a:pt x="8599662" y="615936"/>
                  <a:pt x="8290724" y="656831"/>
                  <a:pt x="8776355" y="512456"/>
                </a:cubicBezTo>
                <a:cubicBezTo>
                  <a:pt x="8892619" y="477891"/>
                  <a:pt x="9006426" y="433611"/>
                  <a:pt x="9125147" y="408762"/>
                </a:cubicBezTo>
                <a:cubicBezTo>
                  <a:pt x="9260264" y="380481"/>
                  <a:pt x="9396575" y="357401"/>
                  <a:pt x="9530499" y="323920"/>
                </a:cubicBezTo>
                <a:cubicBezTo>
                  <a:pt x="9624961" y="300305"/>
                  <a:pt x="9756605" y="265989"/>
                  <a:pt x="9851011" y="248506"/>
                </a:cubicBezTo>
                <a:cubicBezTo>
                  <a:pt x="9963775" y="227624"/>
                  <a:pt x="10075917" y="199099"/>
                  <a:pt x="10190375" y="191945"/>
                </a:cubicBezTo>
                <a:cubicBezTo>
                  <a:pt x="10289515" y="185749"/>
                  <a:pt x="10343242" y="184270"/>
                  <a:pt x="10435472" y="173091"/>
                </a:cubicBezTo>
                <a:cubicBezTo>
                  <a:pt x="10744141" y="135677"/>
                  <a:pt x="10550587" y="151168"/>
                  <a:pt x="10803118" y="135384"/>
                </a:cubicBezTo>
                <a:cubicBezTo>
                  <a:pt x="10853394" y="125957"/>
                  <a:pt x="10903870" y="117537"/>
                  <a:pt x="10953947" y="107104"/>
                </a:cubicBezTo>
                <a:cubicBezTo>
                  <a:pt x="10979314" y="101819"/>
                  <a:pt x="11006185" y="99838"/>
                  <a:pt x="11029361" y="88250"/>
                </a:cubicBezTo>
                <a:cubicBezTo>
                  <a:pt x="11039494" y="83183"/>
                  <a:pt x="11038996" y="66555"/>
                  <a:pt x="11048215" y="59970"/>
                </a:cubicBezTo>
                <a:cubicBezTo>
                  <a:pt x="11058078" y="52925"/>
                  <a:pt x="11106599" y="37366"/>
                  <a:pt x="11123629" y="31689"/>
                </a:cubicBezTo>
                <a:cubicBezTo>
                  <a:pt x="11139018" y="-14477"/>
                  <a:pt x="11123119" y="3409"/>
                  <a:pt x="11189617" y="3409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84AF7-A1B4-8600-D3AF-77F2D94C77BE}"/>
              </a:ext>
            </a:extLst>
          </p:cNvPr>
          <p:cNvSpPr txBox="1"/>
          <p:nvPr/>
        </p:nvSpPr>
        <p:spPr>
          <a:xfrm>
            <a:off x="3329860" y="1843697"/>
            <a:ext cx="2286000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Exam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February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031C1-085F-9863-B736-FE346A06AC82}"/>
              </a:ext>
            </a:extLst>
          </p:cNvPr>
          <p:cNvSpPr/>
          <p:nvPr/>
        </p:nvSpPr>
        <p:spPr>
          <a:xfrm>
            <a:off x="4405686" y="3684629"/>
            <a:ext cx="134349" cy="311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25E00-1998-19C5-F87C-D4357130C2F3}"/>
              </a:ext>
            </a:extLst>
          </p:cNvPr>
          <p:cNvSpPr txBox="1"/>
          <p:nvPr/>
        </p:nvSpPr>
        <p:spPr>
          <a:xfrm>
            <a:off x="8935790" y="1346156"/>
            <a:ext cx="2286000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Exam 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April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F2F49-7698-D56B-9CA5-7D4F8CAE1B5A}"/>
              </a:ext>
            </a:extLst>
          </p:cNvPr>
          <p:cNvSpPr/>
          <p:nvPr/>
        </p:nvSpPr>
        <p:spPr>
          <a:xfrm>
            <a:off x="10019581" y="3172578"/>
            <a:ext cx="134349" cy="311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6B37A-F320-5F52-D4F5-E1A208B20441}"/>
              </a:ext>
            </a:extLst>
          </p:cNvPr>
          <p:cNvSpPr txBox="1"/>
          <p:nvPr/>
        </p:nvSpPr>
        <p:spPr>
          <a:xfrm>
            <a:off x="6663424" y="1616295"/>
            <a:ext cx="1224802" cy="9848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Focus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Problem-solving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9CA640-513C-707C-5CED-77CCE10098C9}"/>
              </a:ext>
            </a:extLst>
          </p:cNvPr>
          <p:cNvSpPr/>
          <p:nvPr/>
        </p:nvSpPr>
        <p:spPr>
          <a:xfrm>
            <a:off x="1581857" y="3776182"/>
            <a:ext cx="134349" cy="3114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CFF7AD-8797-FB1D-C1A9-DCC9AC311B7B}"/>
              </a:ext>
            </a:extLst>
          </p:cNvPr>
          <p:cNvSpPr/>
          <p:nvPr/>
        </p:nvSpPr>
        <p:spPr>
          <a:xfrm>
            <a:off x="7102087" y="3682075"/>
            <a:ext cx="134349" cy="3114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E8D47C-FDC1-1AFD-C839-B99D5CBE0BE3}"/>
              </a:ext>
            </a:extLst>
          </p:cNvPr>
          <p:cNvSpPr txBox="1"/>
          <p:nvPr/>
        </p:nvSpPr>
        <p:spPr>
          <a:xfrm>
            <a:off x="506031" y="4219214"/>
            <a:ext cx="2286000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Test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February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Tuesday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4 – 5:30 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E705B-9D32-85F3-74F0-6D41970EDF6B}"/>
              </a:ext>
            </a:extLst>
          </p:cNvPr>
          <p:cNvSpPr txBox="1"/>
          <p:nvPr/>
        </p:nvSpPr>
        <p:spPr>
          <a:xfrm>
            <a:off x="3666378" y="4712188"/>
            <a:ext cx="1575572" cy="9848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Focus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/>
                <a:ea typeface="+mn-ea"/>
                <a:cs typeface="+mn-cs"/>
              </a:rPr>
              <a:t>Conceptual understanding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C76F7-6672-7BBC-3B06-4F7B0A91CC95}"/>
              </a:ext>
            </a:extLst>
          </p:cNvPr>
          <p:cNvSpPr txBox="1"/>
          <p:nvPr/>
        </p:nvSpPr>
        <p:spPr>
          <a:xfrm>
            <a:off x="6093436" y="4104136"/>
            <a:ext cx="2286000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Test 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March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2AD4F8-BF0A-8209-E91B-919F65427CDE}"/>
              </a:ext>
            </a:extLst>
          </p:cNvPr>
          <p:cNvSpPr/>
          <p:nvPr/>
        </p:nvSpPr>
        <p:spPr>
          <a:xfrm>
            <a:off x="5076364" y="2686193"/>
            <a:ext cx="539496" cy="8503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5579A3-EB29-3C3F-4B28-3B3456F2EC95}"/>
              </a:ext>
            </a:extLst>
          </p:cNvPr>
          <p:cNvSpPr/>
          <p:nvPr/>
        </p:nvSpPr>
        <p:spPr>
          <a:xfrm>
            <a:off x="10683476" y="1849559"/>
            <a:ext cx="539496" cy="11887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519C5C-6665-5CC8-B802-B1E537CF08A6}"/>
              </a:ext>
            </a:extLst>
          </p:cNvPr>
          <p:cNvSpPr/>
          <p:nvPr/>
        </p:nvSpPr>
        <p:spPr>
          <a:xfrm>
            <a:off x="7839940" y="5286632"/>
            <a:ext cx="539496" cy="512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34693D-BD7D-F185-224C-DB0FDA67B270}"/>
              </a:ext>
            </a:extLst>
          </p:cNvPr>
          <p:cNvSpPr/>
          <p:nvPr/>
        </p:nvSpPr>
        <p:spPr>
          <a:xfrm>
            <a:off x="2259858" y="5404401"/>
            <a:ext cx="539496" cy="512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937DDE-69DA-6784-99FC-00542B15AAAC}"/>
              </a:ext>
            </a:extLst>
          </p:cNvPr>
          <p:cNvSpPr txBox="1"/>
          <p:nvPr/>
        </p:nvSpPr>
        <p:spPr>
          <a:xfrm>
            <a:off x="9401865" y="4724975"/>
            <a:ext cx="2286000" cy="16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Attendance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300E25-904E-0D37-1611-FC28599EB0D6}"/>
              </a:ext>
            </a:extLst>
          </p:cNvPr>
          <p:cNvSpPr/>
          <p:nvPr/>
        </p:nvSpPr>
        <p:spPr>
          <a:xfrm>
            <a:off x="11154188" y="6078287"/>
            <a:ext cx="539496" cy="3383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BDBD269-B4A8-0DC0-A920-2B979AEDED1B}"/>
              </a:ext>
            </a:extLst>
          </p:cNvPr>
          <p:cNvSpPr/>
          <p:nvPr/>
        </p:nvSpPr>
        <p:spPr>
          <a:xfrm>
            <a:off x="8058150" y="2057400"/>
            <a:ext cx="457200" cy="181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DA574B0-86EB-1343-47A4-2E89B93795EB}"/>
              </a:ext>
            </a:extLst>
          </p:cNvPr>
          <p:cNvSpPr/>
          <p:nvPr/>
        </p:nvSpPr>
        <p:spPr>
          <a:xfrm rot="10800000">
            <a:off x="6036300" y="2052349"/>
            <a:ext cx="457200" cy="181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2D517DA-EE87-DD83-C42B-36CB2AF89C30}"/>
              </a:ext>
            </a:extLst>
          </p:cNvPr>
          <p:cNvSpPr/>
          <p:nvPr/>
        </p:nvSpPr>
        <p:spPr>
          <a:xfrm>
            <a:off x="5372950" y="5121547"/>
            <a:ext cx="457200" cy="18173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8FEC7F70-09E2-0170-36D2-DD906EE16B31}"/>
              </a:ext>
            </a:extLst>
          </p:cNvPr>
          <p:cNvSpPr/>
          <p:nvPr/>
        </p:nvSpPr>
        <p:spPr>
          <a:xfrm rot="10800000">
            <a:off x="3047994" y="5122110"/>
            <a:ext cx="457200" cy="18173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9C2B6-006A-196D-CDD5-5566836BC8E9}"/>
              </a:ext>
            </a:extLst>
          </p:cNvPr>
          <p:cNvSpPr txBox="1"/>
          <p:nvPr/>
        </p:nvSpPr>
        <p:spPr>
          <a:xfrm>
            <a:off x="2227607" y="2260968"/>
            <a:ext cx="932329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Venue</a:t>
            </a:r>
          </a:p>
          <a:p>
            <a:pPr algn="ctr"/>
            <a:r>
              <a:rPr lang="en-US" dirty="0"/>
              <a:t>LHC-06</a:t>
            </a:r>
          </a:p>
        </p:txBody>
      </p:sp>
    </p:spTree>
    <p:extLst>
      <p:ext uri="{BB962C8B-B14F-4D97-AF65-F5344CB8AC3E}">
        <p14:creationId xmlns:p14="http://schemas.microsoft.com/office/powerpoint/2010/main" val="323910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2731A-CD40-1CDB-85DA-ED300A1E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6" name="Rectangle 31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36457-47F9-D63F-0D52-FCDD6717E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noProof="0" dirty="0">
                <a:solidFill>
                  <a:srgbClr val="7030A0"/>
                </a:solidFill>
                <a:latin typeface="Univers Condensed" panose="020B0506020202050204" pitchFamily="34" charset="0"/>
              </a:rPr>
              <a:t>Cournot</a:t>
            </a:r>
            <a:r>
              <a:rPr lang="en-US" sz="5400" noProof="0" dirty="0">
                <a:latin typeface="Univers Condensed" panose="020B0506020202050204" pitchFamily="34" charset="0"/>
              </a:rPr>
              <a:t> Duopoly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799EEBE-E138-E044-BD38-756B9EC94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968532" cy="1572768"/>
          </a:xfrm>
        </p:spPr>
        <p:txBody>
          <a:bodyPr>
            <a:normAutofit/>
          </a:bodyPr>
          <a:lstStyle/>
          <a:p>
            <a:pPr algn="l"/>
            <a:r>
              <a:rPr lang="en-US" noProof="0" dirty="0"/>
              <a:t>Continuous Strategy Spaces</a:t>
            </a:r>
          </a:p>
        </p:txBody>
      </p:sp>
      <p:sp>
        <p:nvSpPr>
          <p:cNvPr id="31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12" name="Picture 311" descr="Pair of Atlantic Puffins">
            <a:extLst>
              <a:ext uri="{FF2B5EF4-FFF2-40B4-BE49-F238E27FC236}">
                <a16:creationId xmlns:a16="http://schemas.microsoft.com/office/drawing/2014/main" id="{4EA534C5-F17E-9F12-E78E-49CA9F7A9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20" r="8623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477E78B-4F2D-6722-207B-EFB4F270C90C}"/>
              </a:ext>
            </a:extLst>
          </p:cNvPr>
          <p:cNvSpPr/>
          <p:nvPr/>
        </p:nvSpPr>
        <p:spPr>
          <a:xfrm>
            <a:off x="890338" y="3325906"/>
            <a:ext cx="1243262" cy="959223"/>
          </a:xfrm>
          <a:custGeom>
            <a:avLst/>
            <a:gdLst>
              <a:gd name="csX0" fmla="*/ 0 w 1243262"/>
              <a:gd name="csY0" fmla="*/ 479612 h 959223"/>
              <a:gd name="csX1" fmla="*/ 621631 w 1243262"/>
              <a:gd name="csY1" fmla="*/ 0 h 959223"/>
              <a:gd name="csX2" fmla="*/ 1243262 w 1243262"/>
              <a:gd name="csY2" fmla="*/ 479612 h 959223"/>
              <a:gd name="csX3" fmla="*/ 621631 w 1243262"/>
              <a:gd name="csY3" fmla="*/ 959224 h 959223"/>
              <a:gd name="csX4" fmla="*/ 0 w 1243262"/>
              <a:gd name="csY4" fmla="*/ 479612 h 9592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3262" h="959223" extrusionOk="0">
                <a:moveTo>
                  <a:pt x="0" y="479612"/>
                </a:moveTo>
                <a:cubicBezTo>
                  <a:pt x="-85444" y="162026"/>
                  <a:pt x="249680" y="10747"/>
                  <a:pt x="621631" y="0"/>
                </a:cubicBezTo>
                <a:cubicBezTo>
                  <a:pt x="979747" y="3115"/>
                  <a:pt x="1187364" y="216507"/>
                  <a:pt x="1243262" y="479612"/>
                </a:cubicBezTo>
                <a:cubicBezTo>
                  <a:pt x="1208581" y="778362"/>
                  <a:pt x="962952" y="970257"/>
                  <a:pt x="621631" y="959224"/>
                </a:cubicBezTo>
                <a:cubicBezTo>
                  <a:pt x="235564" y="935834"/>
                  <a:pt x="22500" y="755245"/>
                  <a:pt x="0" y="479612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DF5E03-664A-A2E9-A9BD-7F4D72C011D2}"/>
              </a:ext>
            </a:extLst>
          </p:cNvPr>
          <p:cNvCxnSpPr/>
          <p:nvPr/>
        </p:nvCxnSpPr>
        <p:spPr>
          <a:xfrm>
            <a:off x="989814" y="5099901"/>
            <a:ext cx="16214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61D802-FA4E-FC46-8598-0530EED0CFFA}"/>
              </a:ext>
            </a:extLst>
          </p:cNvPr>
          <p:cNvSpPr txBox="1"/>
          <p:nvPr/>
        </p:nvSpPr>
        <p:spPr>
          <a:xfrm>
            <a:off x="888813" y="1613661"/>
            <a:ext cx="356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Economic Models of Competition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B6793-8B70-10D1-0783-1013FE7DF322}"/>
              </a:ext>
            </a:extLst>
          </p:cNvPr>
          <p:cNvSpPr txBox="1"/>
          <p:nvPr/>
        </p:nvSpPr>
        <p:spPr>
          <a:xfrm>
            <a:off x="306630" y="5348903"/>
            <a:ext cx="396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Static</a:t>
            </a:r>
            <a:r>
              <a:rPr lang="en-US" dirty="0"/>
              <a:t> game of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complete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4D7B2-5CDC-16B2-9891-AD9366D46DD9}"/>
              </a:ext>
            </a:extLst>
          </p:cNvPr>
          <p:cNvSpPr txBox="1"/>
          <p:nvPr/>
        </p:nvSpPr>
        <p:spPr>
          <a:xfrm>
            <a:off x="2264291" y="5922444"/>
            <a:ext cx="304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Normal-form representation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0ACCEA-E9A8-5C33-89A3-FF8F0EEFEAAC}"/>
              </a:ext>
            </a:extLst>
          </p:cNvPr>
          <p:cNvCxnSpPr/>
          <p:nvPr/>
        </p:nvCxnSpPr>
        <p:spPr>
          <a:xfrm>
            <a:off x="1391360" y="5718235"/>
            <a:ext cx="0" cy="378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686FA0-8149-21A7-5241-D05020AA78CE}"/>
              </a:ext>
            </a:extLst>
          </p:cNvPr>
          <p:cNvCxnSpPr>
            <a:endCxn id="8" idx="1"/>
          </p:cNvCxnSpPr>
          <p:nvPr/>
        </p:nvCxnSpPr>
        <p:spPr>
          <a:xfrm>
            <a:off x="1382395" y="6107110"/>
            <a:ext cx="8818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7D512D-1D70-1A4E-9C3C-64FB7F9F5932}"/>
              </a:ext>
            </a:extLst>
          </p:cNvPr>
          <p:cNvSpPr txBox="1"/>
          <p:nvPr/>
        </p:nvSpPr>
        <p:spPr>
          <a:xfrm>
            <a:off x="394753" y="192414"/>
            <a:ext cx="481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strategic interaction between two firms in which each firm attempts to maximize its profit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2920A-C9E0-ADE4-B8ED-74599EC22A81}"/>
              </a:ext>
            </a:extLst>
          </p:cNvPr>
          <p:cNvSpPr txBox="1"/>
          <p:nvPr/>
        </p:nvSpPr>
        <p:spPr>
          <a:xfrm>
            <a:off x="2801623" y="2096618"/>
            <a:ext cx="2769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Coffee wars: Duopoly with discrete strategy spaces</a:t>
            </a:r>
          </a:p>
        </p:txBody>
      </p:sp>
    </p:spTree>
    <p:extLst>
      <p:ext uri="{BB962C8B-B14F-4D97-AF65-F5344CB8AC3E}">
        <p14:creationId xmlns:p14="http://schemas.microsoft.com/office/powerpoint/2010/main" val="424866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8" grpId="0"/>
      <p:bldP spid="13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4CCD0-FE66-E4DE-C3BF-81486DCB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385C602-3710-D77C-CA20-7B3F8396F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194591AE-A451-9474-B949-35F7ED81E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71D84-2E6D-FF54-BAEC-AE8752DE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noProof="0" dirty="0"/>
              <a:t>The Scenario</a:t>
            </a:r>
            <a:endParaRPr lang="en-US" sz="4900" noProof="0" dirty="0">
              <a:solidFill>
                <a:srgbClr val="7030A0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4B7288D-6BAA-ECC7-F559-B591C7DA1A98}"/>
              </a:ext>
            </a:extLst>
          </p:cNvPr>
          <p:cNvGrpSpPr/>
          <p:nvPr/>
        </p:nvGrpSpPr>
        <p:grpSpPr>
          <a:xfrm>
            <a:off x="689037" y="2403115"/>
            <a:ext cx="1480008" cy="4337502"/>
            <a:chOff x="689037" y="2403115"/>
            <a:chExt cx="1480008" cy="43375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6657078-7BA1-0A86-D249-1905DCC482FA}"/>
                </a:ext>
              </a:extLst>
            </p:cNvPr>
            <p:cNvGrpSpPr/>
            <p:nvPr/>
          </p:nvGrpSpPr>
          <p:grpSpPr>
            <a:xfrm>
              <a:off x="689037" y="2403115"/>
              <a:ext cx="1480008" cy="1740932"/>
              <a:chOff x="5048117" y="2589889"/>
              <a:chExt cx="1480008" cy="174093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B399CF-846F-AFCD-D176-96750131D9A9}"/>
                  </a:ext>
                </a:extLst>
              </p:cNvPr>
              <p:cNvSpPr txBox="1"/>
              <p:nvPr/>
            </p:nvSpPr>
            <p:spPr>
              <a:xfrm>
                <a:off x="5373779" y="3961489"/>
                <a:ext cx="8618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Firm 1</a:t>
                </a:r>
              </a:p>
            </p:txBody>
          </p:sp>
          <p:pic>
            <p:nvPicPr>
              <p:cNvPr id="11" name="Picture 10" descr="A building with trees and windows&#10;&#10;Description automatically generated">
                <a:extLst>
                  <a:ext uri="{FF2B5EF4-FFF2-40B4-BE49-F238E27FC236}">
                    <a16:creationId xmlns:a16="http://schemas.microsoft.com/office/drawing/2014/main" id="{0426D990-834D-B956-50DC-156B80DCE8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35" r="7772"/>
              <a:stretch/>
            </p:blipFill>
            <p:spPr>
              <a:xfrm>
                <a:off x="5048117" y="2589889"/>
                <a:ext cx="1480008" cy="1371600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ADF76-4F61-77FB-2D12-9BA3E34B03DA}"/>
                </a:ext>
              </a:extLst>
            </p:cNvPr>
            <p:cNvGrpSpPr/>
            <p:nvPr/>
          </p:nvGrpSpPr>
          <p:grpSpPr>
            <a:xfrm>
              <a:off x="757881" y="4999685"/>
              <a:ext cx="1342321" cy="1740932"/>
              <a:chOff x="7706168" y="2589889"/>
              <a:chExt cx="1342321" cy="174093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6C37F-46C4-075D-BCDD-9848B6BFBD59}"/>
                  </a:ext>
                </a:extLst>
              </p:cNvPr>
              <p:cNvSpPr txBox="1"/>
              <p:nvPr/>
            </p:nvSpPr>
            <p:spPr>
              <a:xfrm>
                <a:off x="7959846" y="3961489"/>
                <a:ext cx="8349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Firm 2</a:t>
                </a:r>
              </a:p>
            </p:txBody>
          </p:sp>
          <p:pic>
            <p:nvPicPr>
              <p:cNvPr id="13" name="Picture 12" descr="A blue building with trees and grass&#10;&#10;Description automatically generated">
                <a:extLst>
                  <a:ext uri="{FF2B5EF4-FFF2-40B4-BE49-F238E27FC236}">
                    <a16:creationId xmlns:a16="http://schemas.microsoft.com/office/drawing/2014/main" id="{753390AA-3990-59CC-1CEB-97922C9B8B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345" t="10081" r="13185" b="11780"/>
              <a:stretch/>
            </p:blipFill>
            <p:spPr>
              <a:xfrm>
                <a:off x="7706168" y="2589889"/>
                <a:ext cx="1342321" cy="1371600"/>
              </a:xfrm>
              <a:prstGeom prst="rect">
                <a:avLst/>
              </a:prstGeom>
            </p:spPr>
          </p:pic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02BBE0-73EE-CFE5-D49B-4A1C8C7335A9}"/>
              </a:ext>
            </a:extLst>
          </p:cNvPr>
          <p:cNvGrpSpPr/>
          <p:nvPr/>
        </p:nvGrpSpPr>
        <p:grpSpPr>
          <a:xfrm>
            <a:off x="4690569" y="2945748"/>
            <a:ext cx="4897304" cy="3143060"/>
            <a:chOff x="4764783" y="1058788"/>
            <a:chExt cx="4897304" cy="31430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A61465-19E9-0767-5D6B-1F029276D7A9}"/>
                </a:ext>
              </a:extLst>
            </p:cNvPr>
            <p:cNvSpPr txBox="1"/>
            <p:nvPr/>
          </p:nvSpPr>
          <p:spPr>
            <a:xfrm>
              <a:off x="6688375" y="3832516"/>
              <a:ext cx="1050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 Market</a:t>
              </a:r>
            </a:p>
          </p:txBody>
        </p:sp>
        <p:pic>
          <p:nvPicPr>
            <p:cNvPr id="17" name="Picture 16" descr="A group of people at a farmers market&#10;&#10;Description automatically generated">
              <a:extLst>
                <a:ext uri="{FF2B5EF4-FFF2-40B4-BE49-F238E27FC236}">
                  <a16:creationId xmlns:a16="http://schemas.microsoft.com/office/drawing/2014/main" id="{AA9B4C8A-E7F7-7A25-CEB9-C12A2BA55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4783" y="1058788"/>
              <a:ext cx="4897304" cy="2743200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0B7C1CF-78A7-B6E3-2429-259D78E9EB3B}"/>
              </a:ext>
            </a:extLst>
          </p:cNvPr>
          <p:cNvGrpSpPr/>
          <p:nvPr/>
        </p:nvGrpSpPr>
        <p:grpSpPr>
          <a:xfrm>
            <a:off x="2100202" y="3088915"/>
            <a:ext cx="1760535" cy="2596570"/>
            <a:chOff x="2100202" y="3088915"/>
            <a:chExt cx="1760535" cy="259657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D0F4067-EE31-4ADC-33B3-C340163DA2F2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>
              <a:off x="2169045" y="3088915"/>
              <a:ext cx="829832" cy="123979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B3E94B2-DCE4-54C0-8460-5DD3F5621D18}"/>
                </a:ext>
              </a:extLst>
            </p:cNvPr>
            <p:cNvCxnSpPr>
              <a:cxnSpLocks/>
              <a:stCxn id="13" idx="3"/>
              <a:endCxn id="7" idx="1"/>
            </p:cNvCxnSpPr>
            <p:nvPr/>
          </p:nvCxnSpPr>
          <p:spPr>
            <a:xfrm flipV="1">
              <a:off x="2100202" y="4328713"/>
              <a:ext cx="898675" cy="1356772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BF0625-CDEE-4B5C-7462-4A973C602376}"/>
                </a:ext>
              </a:extLst>
            </p:cNvPr>
            <p:cNvSpPr txBox="1"/>
            <p:nvPr/>
          </p:nvSpPr>
          <p:spPr>
            <a:xfrm>
              <a:off x="2998877" y="4144047"/>
              <a:ext cx="861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Good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C4CE83F-9E99-B438-4DC9-BC86F1B9E51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3860737" y="4317348"/>
            <a:ext cx="829832" cy="11365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646DF0-C2D4-6447-7E78-DCCCFF55EA7D}"/>
              </a:ext>
            </a:extLst>
          </p:cNvPr>
          <p:cNvSpPr txBox="1"/>
          <p:nvPr/>
        </p:nvSpPr>
        <p:spPr>
          <a:xfrm>
            <a:off x="873906" y="4317348"/>
            <a:ext cx="1110271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Compete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F9EDB2-15F9-209F-0A13-676D91FB4048}"/>
              </a:ext>
            </a:extLst>
          </p:cNvPr>
          <p:cNvSpPr txBox="1"/>
          <p:nvPr/>
        </p:nvSpPr>
        <p:spPr>
          <a:xfrm>
            <a:off x="9784133" y="3853250"/>
            <a:ext cx="1934032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 much of the good to produce?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B6AAA-9BCF-E19C-5EBC-7B51E62A790B}"/>
              </a:ext>
            </a:extLst>
          </p:cNvPr>
          <p:cNvSpPr txBox="1"/>
          <p:nvPr/>
        </p:nvSpPr>
        <p:spPr>
          <a:xfrm>
            <a:off x="5145742" y="1176531"/>
            <a:ext cx="3663484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Based on supply (total quantity produced by both firms)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Same for both firms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FA146E-50EA-EB51-B0DA-65760914DBBE}"/>
              </a:ext>
            </a:extLst>
          </p:cNvPr>
          <p:cNvSpPr txBox="1"/>
          <p:nvPr/>
        </p:nvSpPr>
        <p:spPr>
          <a:xfrm>
            <a:off x="5145743" y="305725"/>
            <a:ext cx="3663484" cy="646331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Production Costs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Depend on quantity produced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50EC587-859C-DE4D-7DC8-072BCF0EA235}"/>
              </a:ext>
            </a:extLst>
          </p:cNvPr>
          <p:cNvGrpSpPr/>
          <p:nvPr/>
        </p:nvGrpSpPr>
        <p:grpSpPr>
          <a:xfrm>
            <a:off x="8915617" y="609732"/>
            <a:ext cx="1344512" cy="1316893"/>
            <a:chOff x="10751149" y="898406"/>
            <a:chExt cx="1344512" cy="1316893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D43661F-B6C9-2777-2322-B77BEB00F995}"/>
                </a:ext>
              </a:extLst>
            </p:cNvPr>
            <p:cNvSpPr txBox="1"/>
            <p:nvPr/>
          </p:nvSpPr>
          <p:spPr>
            <a:xfrm>
              <a:off x="11147284" y="1366106"/>
              <a:ext cx="948377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Profits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Right Brace 52">
              <a:extLst>
                <a:ext uri="{FF2B5EF4-FFF2-40B4-BE49-F238E27FC236}">
                  <a16:creationId xmlns:a16="http://schemas.microsoft.com/office/drawing/2014/main" id="{EF878A15-A6CA-7779-A864-8980EE725896}"/>
                </a:ext>
              </a:extLst>
            </p:cNvPr>
            <p:cNvSpPr/>
            <p:nvPr/>
          </p:nvSpPr>
          <p:spPr>
            <a:xfrm>
              <a:off x="10751149" y="898406"/>
              <a:ext cx="363053" cy="131689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F796BB4-DD93-626A-98E6-B7D8BC3FB851}"/>
              </a:ext>
            </a:extLst>
          </p:cNvPr>
          <p:cNvGrpSpPr/>
          <p:nvPr/>
        </p:nvGrpSpPr>
        <p:grpSpPr>
          <a:xfrm>
            <a:off x="2353913" y="3075057"/>
            <a:ext cx="1223704" cy="2200511"/>
            <a:chOff x="2353913" y="3075057"/>
            <a:chExt cx="1223704" cy="2200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5D6C53D-873A-3E68-03A5-4A7ED44B9E55}"/>
                    </a:ext>
                  </a:extLst>
                </p:cNvPr>
                <p:cNvSpPr txBox="1"/>
                <p:nvPr/>
              </p:nvSpPr>
              <p:spPr>
                <a:xfrm>
                  <a:off x="2693435" y="3429000"/>
                  <a:ext cx="2690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5D6C53D-873A-3E68-03A5-4A7ED44B9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435" y="3429000"/>
                  <a:ext cx="26904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2727" r="-6818" b="-2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F240E48-84D8-DC00-6DF1-9E6A734F16DA}"/>
                    </a:ext>
                  </a:extLst>
                </p:cNvPr>
                <p:cNvSpPr txBox="1"/>
                <p:nvPr/>
              </p:nvSpPr>
              <p:spPr>
                <a:xfrm>
                  <a:off x="2693435" y="4998569"/>
                  <a:ext cx="2743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F240E48-84D8-DC00-6DF1-9E6A734F1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435" y="4998569"/>
                  <a:ext cx="274369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2222" r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E06A382-A22F-2C82-B824-FF106778B2A5}"/>
                </a:ext>
              </a:extLst>
            </p:cNvPr>
            <p:cNvSpPr txBox="1"/>
            <p:nvPr/>
          </p:nvSpPr>
          <p:spPr>
            <a:xfrm>
              <a:off x="2353913" y="3075057"/>
              <a:ext cx="1223704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Quantities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3A15A-6434-D8D6-63ED-9496E528B191}"/>
              </a:ext>
            </a:extLst>
          </p:cNvPr>
          <p:cNvGrpSpPr/>
          <p:nvPr/>
        </p:nvGrpSpPr>
        <p:grpSpPr>
          <a:xfrm>
            <a:off x="9135565" y="1881138"/>
            <a:ext cx="1987141" cy="600844"/>
            <a:chOff x="3616039" y="5671982"/>
            <a:chExt cx="1987141" cy="600844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134EDA2-3668-7C5C-ED48-1725C60AD1AC}"/>
                </a:ext>
              </a:extLst>
            </p:cNvPr>
            <p:cNvSpPr txBox="1"/>
            <p:nvPr/>
          </p:nvSpPr>
          <p:spPr>
            <a:xfrm>
              <a:off x="3616039" y="5671982"/>
              <a:ext cx="829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Price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B509324-2E21-7B63-C476-887C81321955}"/>
                    </a:ext>
                  </a:extLst>
                </p:cNvPr>
                <p:cNvSpPr txBox="1"/>
                <p:nvPr/>
              </p:nvSpPr>
              <p:spPr>
                <a:xfrm>
                  <a:off x="3666816" y="5995827"/>
                  <a:ext cx="19363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B509324-2E21-7B63-C476-887C813219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6816" y="5995827"/>
                  <a:ext cx="193636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83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1D9717C-6300-E6E2-A8F1-D4A0C2CE182C}"/>
              </a:ext>
            </a:extLst>
          </p:cNvPr>
          <p:cNvGrpSpPr/>
          <p:nvPr/>
        </p:nvGrpSpPr>
        <p:grpSpPr>
          <a:xfrm>
            <a:off x="572493" y="1777678"/>
            <a:ext cx="2141503" cy="599547"/>
            <a:chOff x="3577616" y="5700313"/>
            <a:chExt cx="2141503" cy="59954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DB119AD-F93F-D7FF-ECF8-05A6FDB6723B}"/>
                </a:ext>
              </a:extLst>
            </p:cNvPr>
            <p:cNvSpPr txBox="1"/>
            <p:nvPr/>
          </p:nvSpPr>
          <p:spPr>
            <a:xfrm>
              <a:off x="3577616" y="5700313"/>
              <a:ext cx="2141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Production Costs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4C12F374-130A-2FC0-6B4F-FB3790681EFC}"/>
                    </a:ext>
                  </a:extLst>
                </p:cNvPr>
                <p:cNvSpPr txBox="1"/>
                <p:nvPr/>
              </p:nvSpPr>
              <p:spPr>
                <a:xfrm>
                  <a:off x="4073979" y="6007857"/>
                  <a:ext cx="1254574" cy="2920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sSubSup>
                          <m:sSubSup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  <m:sup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4C12F374-130A-2FC0-6B4F-FB3790681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3979" y="6007857"/>
                  <a:ext cx="1254574" cy="292003"/>
                </a:xfrm>
                <a:prstGeom prst="rect">
                  <a:avLst/>
                </a:prstGeom>
                <a:blipFill>
                  <a:blip r:embed="rId8"/>
                  <a:stretch>
                    <a:fillRect l="-2427" r="-971" b="-229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E20C454-7921-014F-2C94-EA668DD34F91}"/>
              </a:ext>
            </a:extLst>
          </p:cNvPr>
          <p:cNvSpPr txBox="1"/>
          <p:nvPr/>
        </p:nvSpPr>
        <p:spPr>
          <a:xfrm>
            <a:off x="10091798" y="5029124"/>
            <a:ext cx="1328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Maximize profits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802CD-2D79-56F8-6F88-D72184324995}"/>
              </a:ext>
            </a:extLst>
          </p:cNvPr>
          <p:cNvSpPr txBox="1"/>
          <p:nvPr/>
        </p:nvSpPr>
        <p:spPr>
          <a:xfrm>
            <a:off x="9722597" y="2943718"/>
            <a:ext cx="2057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Independently &amp; simultaneously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Upfront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C8945F-121C-CD3E-471C-B9ED7AF1ACA7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1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D25DC1E2-ED0C-6278-C347-7687C47A67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6D5658-5308-6CA4-D6CA-0602E2C1A871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B672621-D121-31C0-923B-7950DE1D8928}"/>
              </a:ext>
            </a:extLst>
          </p:cNvPr>
          <p:cNvSpPr txBox="1"/>
          <p:nvPr/>
        </p:nvSpPr>
        <p:spPr>
          <a:xfrm rot="21187837">
            <a:off x="248182" y="217554"/>
            <a:ext cx="1251446" cy="584775"/>
          </a:xfrm>
          <a:custGeom>
            <a:avLst/>
            <a:gdLst>
              <a:gd name="csX0" fmla="*/ 0 w 1251446"/>
              <a:gd name="csY0" fmla="*/ 0 h 584775"/>
              <a:gd name="csX1" fmla="*/ 417149 w 1251446"/>
              <a:gd name="csY1" fmla="*/ 0 h 584775"/>
              <a:gd name="csX2" fmla="*/ 821783 w 1251446"/>
              <a:gd name="csY2" fmla="*/ 0 h 584775"/>
              <a:gd name="csX3" fmla="*/ 1251446 w 1251446"/>
              <a:gd name="csY3" fmla="*/ 0 h 584775"/>
              <a:gd name="csX4" fmla="*/ 1251446 w 1251446"/>
              <a:gd name="csY4" fmla="*/ 584775 h 584775"/>
              <a:gd name="csX5" fmla="*/ 871841 w 1251446"/>
              <a:gd name="csY5" fmla="*/ 584775 h 584775"/>
              <a:gd name="csX6" fmla="*/ 429663 w 1251446"/>
              <a:gd name="csY6" fmla="*/ 584775 h 584775"/>
              <a:gd name="csX7" fmla="*/ 0 w 1251446"/>
              <a:gd name="csY7" fmla="*/ 584775 h 584775"/>
              <a:gd name="csX8" fmla="*/ 0 w 1251446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51446" h="584775" extrusionOk="0">
                <a:moveTo>
                  <a:pt x="0" y="0"/>
                </a:moveTo>
                <a:cubicBezTo>
                  <a:pt x="120128" y="-36213"/>
                  <a:pt x="320707" y="43644"/>
                  <a:pt x="417149" y="0"/>
                </a:cubicBezTo>
                <a:cubicBezTo>
                  <a:pt x="513591" y="-43644"/>
                  <a:pt x="684817" y="46945"/>
                  <a:pt x="821783" y="0"/>
                </a:cubicBezTo>
                <a:cubicBezTo>
                  <a:pt x="958749" y="-46945"/>
                  <a:pt x="1044453" y="21079"/>
                  <a:pt x="1251446" y="0"/>
                </a:cubicBezTo>
                <a:cubicBezTo>
                  <a:pt x="1320169" y="245595"/>
                  <a:pt x="1236010" y="341902"/>
                  <a:pt x="1251446" y="584775"/>
                </a:cubicBezTo>
                <a:cubicBezTo>
                  <a:pt x="1114819" y="621758"/>
                  <a:pt x="1013164" y="569537"/>
                  <a:pt x="871841" y="584775"/>
                </a:cubicBezTo>
                <a:cubicBezTo>
                  <a:pt x="730519" y="600013"/>
                  <a:pt x="644359" y="537908"/>
                  <a:pt x="429663" y="584775"/>
                </a:cubicBezTo>
                <a:cubicBezTo>
                  <a:pt x="214967" y="631642"/>
                  <a:pt x="99715" y="537981"/>
                  <a:pt x="0" y="584775"/>
                </a:cubicBezTo>
                <a:cubicBezTo>
                  <a:pt x="-29521" y="428766"/>
                  <a:pt x="14169" y="23545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Static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Rigid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C6E30-A4E2-C1F8-D971-F796AF6A0E0B}"/>
              </a:ext>
            </a:extLst>
          </p:cNvPr>
          <p:cNvSpPr txBox="1"/>
          <p:nvPr/>
        </p:nvSpPr>
        <p:spPr>
          <a:xfrm>
            <a:off x="2920077" y="4575224"/>
            <a:ext cx="1654467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Homogeneous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454954-449B-C39E-6864-5251134E2019}"/>
                  </a:ext>
                </a:extLst>
              </p:cNvPr>
              <p:cNvSpPr txBox="1"/>
              <p:nvPr/>
            </p:nvSpPr>
            <p:spPr>
              <a:xfrm>
                <a:off x="2353880" y="6073170"/>
                <a:ext cx="4808870" cy="369332"/>
              </a:xfrm>
              <a:custGeom>
                <a:avLst/>
                <a:gdLst>
                  <a:gd name="csX0" fmla="*/ 0 w 4808870"/>
                  <a:gd name="csY0" fmla="*/ 0 h 369332"/>
                  <a:gd name="csX1" fmla="*/ 438141 w 4808870"/>
                  <a:gd name="csY1" fmla="*/ 0 h 369332"/>
                  <a:gd name="csX2" fmla="*/ 924372 w 4808870"/>
                  <a:gd name="csY2" fmla="*/ 0 h 369332"/>
                  <a:gd name="csX3" fmla="*/ 1362513 w 4808870"/>
                  <a:gd name="csY3" fmla="*/ 0 h 369332"/>
                  <a:gd name="csX4" fmla="*/ 1944921 w 4808870"/>
                  <a:gd name="csY4" fmla="*/ 0 h 369332"/>
                  <a:gd name="csX5" fmla="*/ 2479240 w 4808870"/>
                  <a:gd name="csY5" fmla="*/ 0 h 369332"/>
                  <a:gd name="csX6" fmla="*/ 3013559 w 4808870"/>
                  <a:gd name="csY6" fmla="*/ 0 h 369332"/>
                  <a:gd name="csX7" fmla="*/ 3644055 w 4808870"/>
                  <a:gd name="csY7" fmla="*/ 0 h 369332"/>
                  <a:gd name="csX8" fmla="*/ 4226462 w 4808870"/>
                  <a:gd name="csY8" fmla="*/ 0 h 369332"/>
                  <a:gd name="csX9" fmla="*/ 4808870 w 4808870"/>
                  <a:gd name="csY9" fmla="*/ 0 h 369332"/>
                  <a:gd name="csX10" fmla="*/ 4808870 w 4808870"/>
                  <a:gd name="csY10" fmla="*/ 369332 h 369332"/>
                  <a:gd name="csX11" fmla="*/ 4418817 w 4808870"/>
                  <a:gd name="csY11" fmla="*/ 369332 h 369332"/>
                  <a:gd name="csX12" fmla="*/ 3980676 w 4808870"/>
                  <a:gd name="csY12" fmla="*/ 369332 h 369332"/>
                  <a:gd name="csX13" fmla="*/ 3398268 w 4808870"/>
                  <a:gd name="csY13" fmla="*/ 369332 h 369332"/>
                  <a:gd name="csX14" fmla="*/ 2767772 w 4808870"/>
                  <a:gd name="csY14" fmla="*/ 369332 h 369332"/>
                  <a:gd name="csX15" fmla="*/ 2281542 w 4808870"/>
                  <a:gd name="csY15" fmla="*/ 369332 h 369332"/>
                  <a:gd name="csX16" fmla="*/ 1651045 w 4808870"/>
                  <a:gd name="csY16" fmla="*/ 369332 h 369332"/>
                  <a:gd name="csX17" fmla="*/ 1212904 w 4808870"/>
                  <a:gd name="csY17" fmla="*/ 369332 h 369332"/>
                  <a:gd name="csX18" fmla="*/ 822851 w 4808870"/>
                  <a:gd name="csY18" fmla="*/ 369332 h 369332"/>
                  <a:gd name="csX19" fmla="*/ 0 w 4808870"/>
                  <a:gd name="csY19" fmla="*/ 369332 h 369332"/>
                  <a:gd name="csX20" fmla="*/ 0 w 4808870"/>
                  <a:gd name="csY20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4808870" h="369332" fill="none" extrusionOk="0">
                    <a:moveTo>
                      <a:pt x="0" y="0"/>
                    </a:moveTo>
                    <a:cubicBezTo>
                      <a:pt x="209756" y="-44318"/>
                      <a:pt x="318912" y="39104"/>
                      <a:pt x="438141" y="0"/>
                    </a:cubicBezTo>
                    <a:cubicBezTo>
                      <a:pt x="557370" y="-39104"/>
                      <a:pt x="696131" y="46569"/>
                      <a:pt x="924372" y="0"/>
                    </a:cubicBezTo>
                    <a:cubicBezTo>
                      <a:pt x="1152613" y="-46569"/>
                      <a:pt x="1200378" y="38652"/>
                      <a:pt x="1362513" y="0"/>
                    </a:cubicBezTo>
                    <a:cubicBezTo>
                      <a:pt x="1524648" y="-38652"/>
                      <a:pt x="1825768" y="23164"/>
                      <a:pt x="1944921" y="0"/>
                    </a:cubicBezTo>
                    <a:cubicBezTo>
                      <a:pt x="2064074" y="-23164"/>
                      <a:pt x="2224365" y="22588"/>
                      <a:pt x="2479240" y="0"/>
                    </a:cubicBezTo>
                    <a:cubicBezTo>
                      <a:pt x="2734115" y="-22588"/>
                      <a:pt x="2868775" y="63785"/>
                      <a:pt x="3013559" y="0"/>
                    </a:cubicBezTo>
                    <a:cubicBezTo>
                      <a:pt x="3158343" y="-63785"/>
                      <a:pt x="3433010" y="64941"/>
                      <a:pt x="3644055" y="0"/>
                    </a:cubicBezTo>
                    <a:cubicBezTo>
                      <a:pt x="3855100" y="-64941"/>
                      <a:pt x="4045947" y="18590"/>
                      <a:pt x="4226462" y="0"/>
                    </a:cubicBezTo>
                    <a:cubicBezTo>
                      <a:pt x="4406977" y="-18590"/>
                      <a:pt x="4595010" y="50360"/>
                      <a:pt x="4808870" y="0"/>
                    </a:cubicBezTo>
                    <a:cubicBezTo>
                      <a:pt x="4842899" y="106438"/>
                      <a:pt x="4771120" y="213441"/>
                      <a:pt x="4808870" y="369332"/>
                    </a:cubicBezTo>
                    <a:cubicBezTo>
                      <a:pt x="4712686" y="415522"/>
                      <a:pt x="4505241" y="322927"/>
                      <a:pt x="4418817" y="369332"/>
                    </a:cubicBezTo>
                    <a:cubicBezTo>
                      <a:pt x="4332393" y="415737"/>
                      <a:pt x="4084400" y="352032"/>
                      <a:pt x="3980676" y="369332"/>
                    </a:cubicBezTo>
                    <a:cubicBezTo>
                      <a:pt x="3876952" y="386632"/>
                      <a:pt x="3561471" y="303405"/>
                      <a:pt x="3398268" y="369332"/>
                    </a:cubicBezTo>
                    <a:cubicBezTo>
                      <a:pt x="3235065" y="435259"/>
                      <a:pt x="2894377" y="320893"/>
                      <a:pt x="2767772" y="369332"/>
                    </a:cubicBezTo>
                    <a:cubicBezTo>
                      <a:pt x="2641167" y="417771"/>
                      <a:pt x="2517555" y="314028"/>
                      <a:pt x="2281542" y="369332"/>
                    </a:cubicBezTo>
                    <a:cubicBezTo>
                      <a:pt x="2045529" y="424636"/>
                      <a:pt x="1947789" y="323413"/>
                      <a:pt x="1651045" y="369332"/>
                    </a:cubicBezTo>
                    <a:cubicBezTo>
                      <a:pt x="1354301" y="415251"/>
                      <a:pt x="1343704" y="327171"/>
                      <a:pt x="1212904" y="369332"/>
                    </a:cubicBezTo>
                    <a:cubicBezTo>
                      <a:pt x="1082104" y="411493"/>
                      <a:pt x="929584" y="357107"/>
                      <a:pt x="822851" y="369332"/>
                    </a:cubicBezTo>
                    <a:cubicBezTo>
                      <a:pt x="716118" y="381557"/>
                      <a:pt x="345652" y="333969"/>
                      <a:pt x="0" y="369332"/>
                    </a:cubicBezTo>
                    <a:cubicBezTo>
                      <a:pt x="-7895" y="236070"/>
                      <a:pt x="6912" y="155374"/>
                      <a:pt x="0" y="0"/>
                    </a:cubicBezTo>
                    <a:close/>
                  </a:path>
                  <a:path w="4808870" h="369332" stroke="0" extrusionOk="0">
                    <a:moveTo>
                      <a:pt x="0" y="0"/>
                    </a:moveTo>
                    <a:cubicBezTo>
                      <a:pt x="219781" y="-9083"/>
                      <a:pt x="307347" y="38101"/>
                      <a:pt x="486230" y="0"/>
                    </a:cubicBezTo>
                    <a:cubicBezTo>
                      <a:pt x="665113" y="-38101"/>
                      <a:pt x="781534" y="45382"/>
                      <a:pt x="876283" y="0"/>
                    </a:cubicBezTo>
                    <a:cubicBezTo>
                      <a:pt x="971032" y="-45382"/>
                      <a:pt x="1306749" y="42099"/>
                      <a:pt x="1506779" y="0"/>
                    </a:cubicBezTo>
                    <a:cubicBezTo>
                      <a:pt x="1706809" y="-42099"/>
                      <a:pt x="1780355" y="12202"/>
                      <a:pt x="1993009" y="0"/>
                    </a:cubicBezTo>
                    <a:cubicBezTo>
                      <a:pt x="2205663" y="-12202"/>
                      <a:pt x="2375674" y="5203"/>
                      <a:pt x="2479240" y="0"/>
                    </a:cubicBezTo>
                    <a:cubicBezTo>
                      <a:pt x="2582806" y="-5203"/>
                      <a:pt x="2945627" y="61384"/>
                      <a:pt x="3109736" y="0"/>
                    </a:cubicBezTo>
                    <a:cubicBezTo>
                      <a:pt x="3273845" y="-61384"/>
                      <a:pt x="3421671" y="22589"/>
                      <a:pt x="3547877" y="0"/>
                    </a:cubicBezTo>
                    <a:cubicBezTo>
                      <a:pt x="3674083" y="-22589"/>
                      <a:pt x="4013596" y="53688"/>
                      <a:pt x="4178374" y="0"/>
                    </a:cubicBezTo>
                    <a:cubicBezTo>
                      <a:pt x="4343152" y="-53688"/>
                      <a:pt x="4502308" y="66976"/>
                      <a:pt x="4808870" y="0"/>
                    </a:cubicBezTo>
                    <a:cubicBezTo>
                      <a:pt x="4825990" y="100193"/>
                      <a:pt x="4775795" y="257057"/>
                      <a:pt x="4808870" y="369332"/>
                    </a:cubicBezTo>
                    <a:cubicBezTo>
                      <a:pt x="4661250" y="386885"/>
                      <a:pt x="4463954" y="317429"/>
                      <a:pt x="4274551" y="369332"/>
                    </a:cubicBezTo>
                    <a:cubicBezTo>
                      <a:pt x="4085148" y="421235"/>
                      <a:pt x="3986268" y="365486"/>
                      <a:pt x="3788321" y="369332"/>
                    </a:cubicBezTo>
                    <a:cubicBezTo>
                      <a:pt x="3590374" y="373178"/>
                      <a:pt x="3435510" y="342478"/>
                      <a:pt x="3157825" y="369332"/>
                    </a:cubicBezTo>
                    <a:cubicBezTo>
                      <a:pt x="2880140" y="396186"/>
                      <a:pt x="2736032" y="365032"/>
                      <a:pt x="2527328" y="369332"/>
                    </a:cubicBezTo>
                    <a:cubicBezTo>
                      <a:pt x="2318624" y="373632"/>
                      <a:pt x="2189830" y="340661"/>
                      <a:pt x="2089187" y="369332"/>
                    </a:cubicBezTo>
                    <a:cubicBezTo>
                      <a:pt x="1988544" y="398003"/>
                      <a:pt x="1759495" y="307684"/>
                      <a:pt x="1554868" y="369332"/>
                    </a:cubicBezTo>
                    <a:cubicBezTo>
                      <a:pt x="1350241" y="430980"/>
                      <a:pt x="1119295" y="319920"/>
                      <a:pt x="924372" y="369332"/>
                    </a:cubicBezTo>
                    <a:cubicBezTo>
                      <a:pt x="729449" y="418744"/>
                      <a:pt x="412466" y="263144"/>
                      <a:pt x="0" y="369332"/>
                    </a:cubicBezTo>
                    <a:cubicBezTo>
                      <a:pt x="-40318" y="228999"/>
                      <a:pt x="8008" y="159412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𝑃𝑟𝑜𝑓𝑖𝑡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𝑆𝑎𝑙𝑒𝑠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𝑅𝑒𝑣𝑒𝑛𝑢𝑒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–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𝑃𝑟𝑜𝑑𝑢𝑐𝑡𝑖𝑜𝑛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𝐶𝑜𝑠𝑡𝑠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454954-449B-C39E-6864-5251134E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880" y="6073170"/>
                <a:ext cx="4808870" cy="369332"/>
              </a:xfrm>
              <a:prstGeom prst="rect">
                <a:avLst/>
              </a:prstGeom>
              <a:blipFill>
                <a:blip r:embed="rId10"/>
                <a:stretch>
                  <a:fillRect b="-4167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808870"/>
                          <a:gd name="csY0" fmla="*/ 0 h 369332"/>
                          <a:gd name="csX1" fmla="*/ 438141 w 4808870"/>
                          <a:gd name="csY1" fmla="*/ 0 h 369332"/>
                          <a:gd name="csX2" fmla="*/ 924372 w 4808870"/>
                          <a:gd name="csY2" fmla="*/ 0 h 369332"/>
                          <a:gd name="csX3" fmla="*/ 1362513 w 4808870"/>
                          <a:gd name="csY3" fmla="*/ 0 h 369332"/>
                          <a:gd name="csX4" fmla="*/ 1944921 w 4808870"/>
                          <a:gd name="csY4" fmla="*/ 0 h 369332"/>
                          <a:gd name="csX5" fmla="*/ 2479240 w 4808870"/>
                          <a:gd name="csY5" fmla="*/ 0 h 369332"/>
                          <a:gd name="csX6" fmla="*/ 3013559 w 4808870"/>
                          <a:gd name="csY6" fmla="*/ 0 h 369332"/>
                          <a:gd name="csX7" fmla="*/ 3644055 w 4808870"/>
                          <a:gd name="csY7" fmla="*/ 0 h 369332"/>
                          <a:gd name="csX8" fmla="*/ 4226462 w 4808870"/>
                          <a:gd name="csY8" fmla="*/ 0 h 369332"/>
                          <a:gd name="csX9" fmla="*/ 4808870 w 4808870"/>
                          <a:gd name="csY9" fmla="*/ 0 h 369332"/>
                          <a:gd name="csX10" fmla="*/ 4808870 w 4808870"/>
                          <a:gd name="csY10" fmla="*/ 369332 h 369332"/>
                          <a:gd name="csX11" fmla="*/ 4418817 w 4808870"/>
                          <a:gd name="csY11" fmla="*/ 369332 h 369332"/>
                          <a:gd name="csX12" fmla="*/ 3980676 w 4808870"/>
                          <a:gd name="csY12" fmla="*/ 369332 h 369332"/>
                          <a:gd name="csX13" fmla="*/ 3398268 w 4808870"/>
                          <a:gd name="csY13" fmla="*/ 369332 h 369332"/>
                          <a:gd name="csX14" fmla="*/ 2767772 w 4808870"/>
                          <a:gd name="csY14" fmla="*/ 369332 h 369332"/>
                          <a:gd name="csX15" fmla="*/ 2281542 w 4808870"/>
                          <a:gd name="csY15" fmla="*/ 369332 h 369332"/>
                          <a:gd name="csX16" fmla="*/ 1651045 w 4808870"/>
                          <a:gd name="csY16" fmla="*/ 369332 h 369332"/>
                          <a:gd name="csX17" fmla="*/ 1212904 w 4808870"/>
                          <a:gd name="csY17" fmla="*/ 369332 h 369332"/>
                          <a:gd name="csX18" fmla="*/ 822851 w 4808870"/>
                          <a:gd name="csY18" fmla="*/ 369332 h 369332"/>
                          <a:gd name="csX19" fmla="*/ 0 w 4808870"/>
                          <a:gd name="csY19" fmla="*/ 369332 h 369332"/>
                          <a:gd name="csX20" fmla="*/ 0 w 4808870"/>
                          <a:gd name="csY20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</a:cxnLst>
                        <a:rect l="l" t="t" r="r" b="b"/>
                        <a:pathLst>
                          <a:path w="4808870" h="369332" fill="none" extrusionOk="0">
                            <a:moveTo>
                              <a:pt x="0" y="0"/>
                            </a:moveTo>
                            <a:cubicBezTo>
                              <a:pt x="209756" y="-44318"/>
                              <a:pt x="318912" y="39104"/>
                              <a:pt x="438141" y="0"/>
                            </a:cubicBezTo>
                            <a:cubicBezTo>
                              <a:pt x="557370" y="-39104"/>
                              <a:pt x="696131" y="46569"/>
                              <a:pt x="924372" y="0"/>
                            </a:cubicBezTo>
                            <a:cubicBezTo>
                              <a:pt x="1152613" y="-46569"/>
                              <a:pt x="1200378" y="38652"/>
                              <a:pt x="1362513" y="0"/>
                            </a:cubicBezTo>
                            <a:cubicBezTo>
                              <a:pt x="1524648" y="-38652"/>
                              <a:pt x="1825768" y="23164"/>
                              <a:pt x="1944921" y="0"/>
                            </a:cubicBezTo>
                            <a:cubicBezTo>
                              <a:pt x="2064074" y="-23164"/>
                              <a:pt x="2224365" y="22588"/>
                              <a:pt x="2479240" y="0"/>
                            </a:cubicBezTo>
                            <a:cubicBezTo>
                              <a:pt x="2734115" y="-22588"/>
                              <a:pt x="2868775" y="63785"/>
                              <a:pt x="3013559" y="0"/>
                            </a:cubicBezTo>
                            <a:cubicBezTo>
                              <a:pt x="3158343" y="-63785"/>
                              <a:pt x="3433010" y="64941"/>
                              <a:pt x="3644055" y="0"/>
                            </a:cubicBezTo>
                            <a:cubicBezTo>
                              <a:pt x="3855100" y="-64941"/>
                              <a:pt x="4045947" y="18590"/>
                              <a:pt x="4226462" y="0"/>
                            </a:cubicBezTo>
                            <a:cubicBezTo>
                              <a:pt x="4406977" y="-18590"/>
                              <a:pt x="4595010" y="50360"/>
                              <a:pt x="4808870" y="0"/>
                            </a:cubicBezTo>
                            <a:cubicBezTo>
                              <a:pt x="4842899" y="106438"/>
                              <a:pt x="4771120" y="213441"/>
                              <a:pt x="4808870" y="369332"/>
                            </a:cubicBezTo>
                            <a:cubicBezTo>
                              <a:pt x="4712686" y="415522"/>
                              <a:pt x="4505241" y="322927"/>
                              <a:pt x="4418817" y="369332"/>
                            </a:cubicBezTo>
                            <a:cubicBezTo>
                              <a:pt x="4332393" y="415737"/>
                              <a:pt x="4084400" y="352032"/>
                              <a:pt x="3980676" y="369332"/>
                            </a:cubicBezTo>
                            <a:cubicBezTo>
                              <a:pt x="3876952" y="386632"/>
                              <a:pt x="3561471" y="303405"/>
                              <a:pt x="3398268" y="369332"/>
                            </a:cubicBezTo>
                            <a:cubicBezTo>
                              <a:pt x="3235065" y="435259"/>
                              <a:pt x="2894377" y="320893"/>
                              <a:pt x="2767772" y="369332"/>
                            </a:cubicBezTo>
                            <a:cubicBezTo>
                              <a:pt x="2641167" y="417771"/>
                              <a:pt x="2517555" y="314028"/>
                              <a:pt x="2281542" y="369332"/>
                            </a:cubicBezTo>
                            <a:cubicBezTo>
                              <a:pt x="2045529" y="424636"/>
                              <a:pt x="1947789" y="323413"/>
                              <a:pt x="1651045" y="369332"/>
                            </a:cubicBezTo>
                            <a:cubicBezTo>
                              <a:pt x="1354301" y="415251"/>
                              <a:pt x="1343704" y="327171"/>
                              <a:pt x="1212904" y="369332"/>
                            </a:cubicBezTo>
                            <a:cubicBezTo>
                              <a:pt x="1082104" y="411493"/>
                              <a:pt x="929584" y="357107"/>
                              <a:pt x="822851" y="369332"/>
                            </a:cubicBezTo>
                            <a:cubicBezTo>
                              <a:pt x="716118" y="381557"/>
                              <a:pt x="345652" y="333969"/>
                              <a:pt x="0" y="369332"/>
                            </a:cubicBezTo>
                            <a:cubicBezTo>
                              <a:pt x="-7895" y="236070"/>
                              <a:pt x="6912" y="155374"/>
                              <a:pt x="0" y="0"/>
                            </a:cubicBezTo>
                            <a:close/>
                          </a:path>
                          <a:path w="4808870" h="369332" stroke="0" extrusionOk="0">
                            <a:moveTo>
                              <a:pt x="0" y="0"/>
                            </a:moveTo>
                            <a:cubicBezTo>
                              <a:pt x="219781" y="-9083"/>
                              <a:pt x="307347" y="38101"/>
                              <a:pt x="486230" y="0"/>
                            </a:cubicBezTo>
                            <a:cubicBezTo>
                              <a:pt x="665113" y="-38101"/>
                              <a:pt x="781534" y="45382"/>
                              <a:pt x="876283" y="0"/>
                            </a:cubicBezTo>
                            <a:cubicBezTo>
                              <a:pt x="971032" y="-45382"/>
                              <a:pt x="1306749" y="42099"/>
                              <a:pt x="1506779" y="0"/>
                            </a:cubicBezTo>
                            <a:cubicBezTo>
                              <a:pt x="1706809" y="-42099"/>
                              <a:pt x="1780355" y="12202"/>
                              <a:pt x="1993009" y="0"/>
                            </a:cubicBezTo>
                            <a:cubicBezTo>
                              <a:pt x="2205663" y="-12202"/>
                              <a:pt x="2375674" y="5203"/>
                              <a:pt x="2479240" y="0"/>
                            </a:cubicBezTo>
                            <a:cubicBezTo>
                              <a:pt x="2582806" y="-5203"/>
                              <a:pt x="2945627" y="61384"/>
                              <a:pt x="3109736" y="0"/>
                            </a:cubicBezTo>
                            <a:cubicBezTo>
                              <a:pt x="3273845" y="-61384"/>
                              <a:pt x="3421671" y="22589"/>
                              <a:pt x="3547877" y="0"/>
                            </a:cubicBezTo>
                            <a:cubicBezTo>
                              <a:pt x="3674083" y="-22589"/>
                              <a:pt x="4013596" y="53688"/>
                              <a:pt x="4178374" y="0"/>
                            </a:cubicBezTo>
                            <a:cubicBezTo>
                              <a:pt x="4343152" y="-53688"/>
                              <a:pt x="4502308" y="66976"/>
                              <a:pt x="4808870" y="0"/>
                            </a:cubicBezTo>
                            <a:cubicBezTo>
                              <a:pt x="4825990" y="100193"/>
                              <a:pt x="4775795" y="257057"/>
                              <a:pt x="4808870" y="369332"/>
                            </a:cubicBezTo>
                            <a:cubicBezTo>
                              <a:pt x="4661250" y="386885"/>
                              <a:pt x="4463954" y="317429"/>
                              <a:pt x="4274551" y="369332"/>
                            </a:cubicBezTo>
                            <a:cubicBezTo>
                              <a:pt x="4085148" y="421235"/>
                              <a:pt x="3986268" y="365486"/>
                              <a:pt x="3788321" y="369332"/>
                            </a:cubicBezTo>
                            <a:cubicBezTo>
                              <a:pt x="3590374" y="373178"/>
                              <a:pt x="3435510" y="342478"/>
                              <a:pt x="3157825" y="369332"/>
                            </a:cubicBezTo>
                            <a:cubicBezTo>
                              <a:pt x="2880140" y="396186"/>
                              <a:pt x="2736032" y="365032"/>
                              <a:pt x="2527328" y="369332"/>
                            </a:cubicBezTo>
                            <a:cubicBezTo>
                              <a:pt x="2318624" y="373632"/>
                              <a:pt x="2189830" y="340661"/>
                              <a:pt x="2089187" y="369332"/>
                            </a:cubicBezTo>
                            <a:cubicBezTo>
                              <a:pt x="1988544" y="398003"/>
                              <a:pt x="1759495" y="307684"/>
                              <a:pt x="1554868" y="369332"/>
                            </a:cubicBezTo>
                            <a:cubicBezTo>
                              <a:pt x="1350241" y="430980"/>
                              <a:pt x="1119295" y="319920"/>
                              <a:pt x="924372" y="369332"/>
                            </a:cubicBezTo>
                            <a:cubicBezTo>
                              <a:pt x="729449" y="418744"/>
                              <a:pt x="412466" y="263144"/>
                              <a:pt x="0" y="369332"/>
                            </a:cubicBezTo>
                            <a:cubicBezTo>
                              <a:pt x="-40318" y="228999"/>
                              <a:pt x="8008" y="15941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8438A28-BC7A-8232-A96E-36B07DE103DD}"/>
              </a:ext>
            </a:extLst>
          </p:cNvPr>
          <p:cNvSpPr txBox="1"/>
          <p:nvPr/>
        </p:nvSpPr>
        <p:spPr>
          <a:xfrm>
            <a:off x="9630782" y="1524800"/>
            <a:ext cx="241087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Strategic interaction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7B453E-AA0C-D98B-97BF-D166900C32C5}"/>
              </a:ext>
            </a:extLst>
          </p:cNvPr>
          <p:cNvSpPr txBox="1"/>
          <p:nvPr/>
        </p:nvSpPr>
        <p:spPr>
          <a:xfrm rot="20865629">
            <a:off x="35314" y="4175439"/>
            <a:ext cx="1110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Duopoly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225FC6-3EB6-15FA-5D23-7919A3CE2ED9}"/>
              </a:ext>
            </a:extLst>
          </p:cNvPr>
          <p:cNvSpPr txBox="1"/>
          <p:nvPr/>
        </p:nvSpPr>
        <p:spPr>
          <a:xfrm>
            <a:off x="7416720" y="6181016"/>
            <a:ext cx="4734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Uniform pricing: A single price applies to all buyers, regardless of differences in their willingness to pay </a:t>
            </a:r>
          </a:p>
        </p:txBody>
      </p:sp>
      <p:pic>
        <p:nvPicPr>
          <p:cNvPr id="1026" name="Picture 2" descr="Everything Must Go Sale Stock Illustrations – 69 Everything Must ...">
            <a:extLst>
              <a:ext uri="{FF2B5EF4-FFF2-40B4-BE49-F238E27FC236}">
                <a16:creationId xmlns:a16="http://schemas.microsoft.com/office/drawing/2014/main" id="{F11B93C3-B2C6-554A-D991-6F9DD78DDB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2" t="9157" r="4840" b="8949"/>
          <a:stretch>
            <a:fillRect/>
          </a:stretch>
        </p:blipFill>
        <p:spPr bwMode="auto">
          <a:xfrm>
            <a:off x="2713996" y="1735610"/>
            <a:ext cx="1430396" cy="128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C320985-08E0-50F5-57C2-059ECDC761AF}"/>
                  </a:ext>
                </a:extLst>
              </p:cNvPr>
              <p:cNvSpPr txBox="1"/>
              <p:nvPr/>
            </p:nvSpPr>
            <p:spPr>
              <a:xfrm>
                <a:off x="2075808" y="145629"/>
                <a:ext cx="6381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C320985-08E0-50F5-57C2-059ECDC76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808" y="145629"/>
                <a:ext cx="638188" cy="276999"/>
              </a:xfrm>
              <a:prstGeom prst="rect">
                <a:avLst/>
              </a:prstGeom>
              <a:blipFill>
                <a:blip r:embed="rId12"/>
                <a:stretch>
                  <a:fillRect l="-9615" r="-961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6A6A1BF-75E1-A0DC-79B9-020A3FDDD6E2}"/>
              </a:ext>
            </a:extLst>
          </p:cNvPr>
          <p:cNvSpPr txBox="1"/>
          <p:nvPr/>
        </p:nvSpPr>
        <p:spPr>
          <a:xfrm>
            <a:off x="1629072" y="491890"/>
            <a:ext cx="1531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Demand curve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459F2E-7112-BDE4-7476-68EC2DEF03C8}"/>
              </a:ext>
            </a:extLst>
          </p:cNvPr>
          <p:cNvSpPr txBox="1"/>
          <p:nvPr/>
        </p:nvSpPr>
        <p:spPr>
          <a:xfrm>
            <a:off x="9699433" y="5652062"/>
            <a:ext cx="2057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Monopoly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Duopoly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0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51" grpId="0" animBg="1"/>
      <p:bldP spid="3" grpId="0"/>
      <p:bldP spid="4" grpId="0"/>
      <p:bldP spid="16" grpId="0" animBg="1"/>
      <p:bldP spid="18" grpId="0" animBg="1"/>
      <p:bldP spid="19" grpId="0" animBg="1"/>
      <p:bldP spid="21" grpId="0" animBg="1"/>
      <p:bldP spid="23" grpId="0"/>
      <p:bldP spid="25" grpId="0"/>
      <p:bldP spid="36" grpId="0"/>
      <p:bldP spid="37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941B6-12B7-0410-1CC3-3D6D83C2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4E88D33-C6EE-A1F0-2195-E5E197DF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68A7C400-3FD6-FDCF-0FA4-BDB377E6B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711E6-EE94-96E5-DB23-EFA4EE58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noProof="0" dirty="0"/>
              <a:t>Visualizing Sales Revenue</a:t>
            </a:r>
            <a:br>
              <a:rPr lang="en-US" sz="5400" noProof="0" dirty="0"/>
            </a:br>
            <a:r>
              <a:rPr lang="en-US" sz="2400" noProof="0" dirty="0"/>
              <a:t>The “Flipped” Demand Curve</a:t>
            </a:r>
            <a:endParaRPr lang="en-US" sz="2400" noProof="0" dirty="0">
              <a:solidFill>
                <a:srgbClr val="7030A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D5DFC78-0225-8E75-8F12-1ADAE69C8AAF}"/>
              </a:ext>
            </a:extLst>
          </p:cNvPr>
          <p:cNvCxnSpPr>
            <a:cxnSpLocks/>
          </p:cNvCxnSpPr>
          <p:nvPr/>
        </p:nvCxnSpPr>
        <p:spPr>
          <a:xfrm>
            <a:off x="4560148" y="5710590"/>
            <a:ext cx="3701091" cy="0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0610B8-4C4A-8BF9-0B8A-61E93E4F6A71}"/>
              </a:ext>
            </a:extLst>
          </p:cNvPr>
          <p:cNvCxnSpPr>
            <a:cxnSpLocks/>
          </p:cNvCxnSpPr>
          <p:nvPr/>
        </p:nvCxnSpPr>
        <p:spPr>
          <a:xfrm flipH="1" flipV="1">
            <a:off x="4563645" y="2442518"/>
            <a:ext cx="11182" cy="3268075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1EB3A5-8402-997C-F335-B4866043DF6C}"/>
              </a:ext>
            </a:extLst>
          </p:cNvPr>
          <p:cNvCxnSpPr>
            <a:cxnSpLocks/>
          </p:cNvCxnSpPr>
          <p:nvPr/>
        </p:nvCxnSpPr>
        <p:spPr>
          <a:xfrm>
            <a:off x="4563645" y="2954388"/>
            <a:ext cx="2987475" cy="275620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9E878AE-608F-14A8-0FC2-06963B555433}"/>
              </a:ext>
            </a:extLst>
          </p:cNvPr>
          <p:cNvSpPr/>
          <p:nvPr/>
        </p:nvSpPr>
        <p:spPr>
          <a:xfrm>
            <a:off x="4560148" y="3772923"/>
            <a:ext cx="880070" cy="19376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8E47C2-DE68-87B5-8075-C444135D02A5}"/>
              </a:ext>
            </a:extLst>
          </p:cNvPr>
          <p:cNvSpPr txBox="1"/>
          <p:nvPr/>
        </p:nvSpPr>
        <p:spPr>
          <a:xfrm>
            <a:off x="6524952" y="5745980"/>
            <a:ext cx="778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96FDAE-C6C7-3E9B-0D94-BE4C839EBFB3}"/>
              </a:ext>
            </a:extLst>
          </p:cNvPr>
          <p:cNvSpPr txBox="1"/>
          <p:nvPr/>
        </p:nvSpPr>
        <p:spPr>
          <a:xfrm rot="16200000">
            <a:off x="3623610" y="4147824"/>
            <a:ext cx="1038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C63E720-ECCB-26E3-41B3-EDFF990B2EA0}"/>
              </a:ext>
            </a:extLst>
          </p:cNvPr>
          <p:cNvCxnSpPr/>
          <p:nvPr/>
        </p:nvCxnSpPr>
        <p:spPr>
          <a:xfrm>
            <a:off x="4239135" y="3772923"/>
            <a:ext cx="321013" cy="0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F24C57A-F307-9FE4-B339-EC96AE29C87A}"/>
              </a:ext>
            </a:extLst>
          </p:cNvPr>
          <p:cNvSpPr txBox="1"/>
          <p:nvPr/>
        </p:nvSpPr>
        <p:spPr>
          <a:xfrm>
            <a:off x="5061024" y="2623181"/>
            <a:ext cx="2714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Area = (Price X Quantity) = Sales Revenue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D097855-03FC-55BB-D6C0-EFE3741F3C1B}"/>
              </a:ext>
            </a:extLst>
          </p:cNvPr>
          <p:cNvSpPr/>
          <p:nvPr/>
        </p:nvSpPr>
        <p:spPr>
          <a:xfrm rot="12221076">
            <a:off x="5349432" y="3117336"/>
            <a:ext cx="250686" cy="956169"/>
          </a:xfrm>
          <a:custGeom>
            <a:avLst/>
            <a:gdLst>
              <a:gd name="csX0" fmla="*/ 0 w 661481"/>
              <a:gd name="csY0" fmla="*/ 573931 h 573931"/>
              <a:gd name="csX1" fmla="*/ 457200 w 661481"/>
              <a:gd name="csY1" fmla="*/ 350195 h 573931"/>
              <a:gd name="csX2" fmla="*/ 505838 w 661481"/>
              <a:gd name="csY2" fmla="*/ 272374 h 573931"/>
              <a:gd name="csX3" fmla="*/ 564204 w 661481"/>
              <a:gd name="csY3" fmla="*/ 194553 h 573931"/>
              <a:gd name="csX4" fmla="*/ 612843 w 661481"/>
              <a:gd name="csY4" fmla="*/ 97276 h 573931"/>
              <a:gd name="csX5" fmla="*/ 661481 w 661481"/>
              <a:gd name="csY5" fmla="*/ 0 h 5739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61481" h="573931">
                <a:moveTo>
                  <a:pt x="0" y="573931"/>
                </a:moveTo>
                <a:cubicBezTo>
                  <a:pt x="152400" y="499352"/>
                  <a:pt x="367276" y="494075"/>
                  <a:pt x="457200" y="350195"/>
                </a:cubicBezTo>
                <a:cubicBezTo>
                  <a:pt x="473413" y="324255"/>
                  <a:pt x="488508" y="297581"/>
                  <a:pt x="505838" y="272374"/>
                </a:cubicBezTo>
                <a:cubicBezTo>
                  <a:pt x="524208" y="245654"/>
                  <a:pt x="547296" y="222221"/>
                  <a:pt x="564204" y="194553"/>
                </a:cubicBezTo>
                <a:cubicBezTo>
                  <a:pt x="583108" y="163619"/>
                  <a:pt x="595881" y="129316"/>
                  <a:pt x="612843" y="97276"/>
                </a:cubicBezTo>
                <a:cubicBezTo>
                  <a:pt x="662340" y="3782"/>
                  <a:pt x="641329" y="60455"/>
                  <a:pt x="661481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AD25B0-1CFE-A29F-92DC-08609F34FF1B}"/>
              </a:ext>
            </a:extLst>
          </p:cNvPr>
          <p:cNvCxnSpPr>
            <a:cxnSpLocks/>
          </p:cNvCxnSpPr>
          <p:nvPr/>
        </p:nvCxnSpPr>
        <p:spPr>
          <a:xfrm flipV="1">
            <a:off x="5440218" y="5710590"/>
            <a:ext cx="0" cy="315793"/>
          </a:xfrm>
          <a:prstGeom prst="line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0E9D098-6993-2570-8F5D-1EE36A0A52BE}"/>
              </a:ext>
            </a:extLst>
          </p:cNvPr>
          <p:cNvCxnSpPr/>
          <p:nvPr/>
        </p:nvCxnSpPr>
        <p:spPr>
          <a:xfrm>
            <a:off x="4253814" y="4761905"/>
            <a:ext cx="321013" cy="0"/>
          </a:xfrm>
          <a:prstGeom prst="line">
            <a:avLst/>
          </a:prstGeom>
          <a:ln>
            <a:solidFill>
              <a:srgbClr val="00B05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B598367-5AE8-573E-E6A9-45D1CDF9D0F2}"/>
              </a:ext>
            </a:extLst>
          </p:cNvPr>
          <p:cNvSpPr/>
          <p:nvPr/>
        </p:nvSpPr>
        <p:spPr>
          <a:xfrm>
            <a:off x="4560147" y="4761903"/>
            <a:ext cx="1953623" cy="9486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37215BA-5BD9-89CA-FCA1-D000AEA3B90A}"/>
              </a:ext>
            </a:extLst>
          </p:cNvPr>
          <p:cNvCxnSpPr/>
          <p:nvPr/>
        </p:nvCxnSpPr>
        <p:spPr>
          <a:xfrm>
            <a:off x="4239134" y="4162426"/>
            <a:ext cx="321013" cy="0"/>
          </a:xfrm>
          <a:prstGeom prst="line">
            <a:avLst/>
          </a:prstGeom>
          <a:ln>
            <a:solidFill>
              <a:srgbClr val="7030A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4DEAF94-EC21-9DAE-693B-D1D5622253BA}"/>
              </a:ext>
            </a:extLst>
          </p:cNvPr>
          <p:cNvSpPr/>
          <p:nvPr/>
        </p:nvSpPr>
        <p:spPr>
          <a:xfrm>
            <a:off x="4559819" y="4156640"/>
            <a:ext cx="1296035" cy="15539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96C3ACB-3AA0-8891-EB8A-552B48500A91}"/>
              </a:ext>
            </a:extLst>
          </p:cNvPr>
          <p:cNvSpPr/>
          <p:nvPr/>
        </p:nvSpPr>
        <p:spPr>
          <a:xfrm>
            <a:off x="4559818" y="4763660"/>
            <a:ext cx="1296032" cy="9486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D1305FD-CB7D-D830-609F-000F5EB460A5}"/>
              </a:ext>
            </a:extLst>
          </p:cNvPr>
          <p:cNvSpPr/>
          <p:nvPr/>
        </p:nvSpPr>
        <p:spPr>
          <a:xfrm>
            <a:off x="4555742" y="4165744"/>
            <a:ext cx="1296032" cy="6125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BBC526B-737E-4D17-4574-39B2A20C2E55}"/>
                  </a:ext>
                </a:extLst>
              </p:cNvPr>
              <p:cNvSpPr txBox="1"/>
              <p:nvPr/>
            </p:nvSpPr>
            <p:spPr>
              <a:xfrm>
                <a:off x="9361833" y="1932675"/>
                <a:ext cx="19363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BBC526B-737E-4D17-4574-39B2A20C2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833" y="1932675"/>
                <a:ext cx="1936364" cy="276999"/>
              </a:xfrm>
              <a:prstGeom prst="rect">
                <a:avLst/>
              </a:prstGeom>
              <a:blipFill>
                <a:blip r:embed="rId2"/>
                <a:stretch>
                  <a:fillRect l="-283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A4394B-7139-00AF-1A3D-10B5A7142359}"/>
                  </a:ext>
                </a:extLst>
              </p:cNvPr>
              <p:cNvSpPr txBox="1"/>
              <p:nvPr/>
            </p:nvSpPr>
            <p:spPr>
              <a:xfrm>
                <a:off x="9361833" y="2479608"/>
                <a:ext cx="240822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I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A4394B-7139-00AF-1A3D-10B5A7142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833" y="2479608"/>
                <a:ext cx="2408223" cy="520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432E2C1-5BB8-3304-4ED6-FB939EFB28F5}"/>
                  </a:ext>
                </a:extLst>
              </p:cNvPr>
              <p:cNvSpPr txBox="1"/>
              <p:nvPr/>
            </p:nvSpPr>
            <p:spPr>
              <a:xfrm>
                <a:off x="6570026" y="3776427"/>
                <a:ext cx="118910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den>
                      </m:f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432E2C1-5BB8-3304-4ED6-FB939EFB2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026" y="3776427"/>
                <a:ext cx="1189107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38D7A41-15DA-96F1-3F47-838F6ECA79CE}"/>
              </a:ext>
            </a:extLst>
          </p:cNvPr>
          <p:cNvCxnSpPr>
            <a:cxnSpLocks/>
          </p:cNvCxnSpPr>
          <p:nvPr/>
        </p:nvCxnSpPr>
        <p:spPr>
          <a:xfrm flipV="1">
            <a:off x="6513770" y="5763480"/>
            <a:ext cx="14680" cy="377295"/>
          </a:xfrm>
          <a:prstGeom prst="line">
            <a:avLst/>
          </a:prstGeom>
          <a:ln>
            <a:solidFill>
              <a:srgbClr val="00B05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2614A43-2503-C764-9D9F-765B93F5A088}"/>
              </a:ext>
            </a:extLst>
          </p:cNvPr>
          <p:cNvCxnSpPr>
            <a:cxnSpLocks/>
          </p:cNvCxnSpPr>
          <p:nvPr/>
        </p:nvCxnSpPr>
        <p:spPr>
          <a:xfrm flipV="1">
            <a:off x="5857847" y="5733154"/>
            <a:ext cx="0" cy="407621"/>
          </a:xfrm>
          <a:prstGeom prst="line">
            <a:avLst/>
          </a:prstGeom>
          <a:ln>
            <a:solidFill>
              <a:srgbClr val="7030A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3711C033-9274-A97E-DC3C-A36431AFD6D0}"/>
              </a:ext>
            </a:extLst>
          </p:cNvPr>
          <p:cNvSpPr txBox="1"/>
          <p:nvPr/>
        </p:nvSpPr>
        <p:spPr>
          <a:xfrm>
            <a:off x="3174828" y="5979056"/>
            <a:ext cx="1797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Sales Revenue 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ACB451D-BFC1-A3AF-C3F7-A79B94665BCD}"/>
              </a:ext>
            </a:extLst>
          </p:cNvPr>
          <p:cNvSpPr txBox="1"/>
          <p:nvPr/>
        </p:nvSpPr>
        <p:spPr>
          <a:xfrm>
            <a:off x="2073024" y="5066970"/>
            <a:ext cx="1797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Sales Revenue 2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C565D996-25AE-759E-1E7C-5A55CD5A0783}"/>
              </a:ext>
            </a:extLst>
          </p:cNvPr>
          <p:cNvSpPr/>
          <p:nvPr/>
        </p:nvSpPr>
        <p:spPr>
          <a:xfrm>
            <a:off x="4286245" y="5372341"/>
            <a:ext cx="789710" cy="620735"/>
          </a:xfrm>
          <a:custGeom>
            <a:avLst/>
            <a:gdLst>
              <a:gd name="csX0" fmla="*/ 0 w 789710"/>
              <a:gd name="csY0" fmla="*/ 609600 h 620735"/>
              <a:gd name="csX1" fmla="*/ 268942 w 789710"/>
              <a:gd name="csY1" fmla="*/ 582706 h 620735"/>
              <a:gd name="csX2" fmla="*/ 600636 w 789710"/>
              <a:gd name="csY2" fmla="*/ 430306 h 620735"/>
              <a:gd name="csX3" fmla="*/ 645459 w 789710"/>
              <a:gd name="csY3" fmla="*/ 376518 h 620735"/>
              <a:gd name="csX4" fmla="*/ 770965 w 789710"/>
              <a:gd name="csY4" fmla="*/ 188259 h 620735"/>
              <a:gd name="csX5" fmla="*/ 779930 w 789710"/>
              <a:gd name="csY5" fmla="*/ 116541 h 620735"/>
              <a:gd name="csX6" fmla="*/ 788895 w 789710"/>
              <a:gd name="csY6" fmla="*/ 71718 h 620735"/>
              <a:gd name="csX7" fmla="*/ 788895 w 789710"/>
              <a:gd name="csY7" fmla="*/ 0 h 620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89710" h="620735">
                <a:moveTo>
                  <a:pt x="0" y="609600"/>
                </a:moveTo>
                <a:cubicBezTo>
                  <a:pt x="117004" y="626315"/>
                  <a:pt x="90829" y="629170"/>
                  <a:pt x="268942" y="582706"/>
                </a:cubicBezTo>
                <a:cubicBezTo>
                  <a:pt x="404681" y="547296"/>
                  <a:pt x="494172" y="514356"/>
                  <a:pt x="600636" y="430306"/>
                </a:cubicBezTo>
                <a:cubicBezTo>
                  <a:pt x="618954" y="415844"/>
                  <a:pt x="631282" y="395057"/>
                  <a:pt x="645459" y="376518"/>
                </a:cubicBezTo>
                <a:cubicBezTo>
                  <a:pt x="720385" y="278537"/>
                  <a:pt x="711089" y="288053"/>
                  <a:pt x="770965" y="188259"/>
                </a:cubicBezTo>
                <a:cubicBezTo>
                  <a:pt x="773953" y="164353"/>
                  <a:pt x="776267" y="140353"/>
                  <a:pt x="779930" y="116541"/>
                </a:cubicBezTo>
                <a:cubicBezTo>
                  <a:pt x="782247" y="101481"/>
                  <a:pt x="787726" y="86910"/>
                  <a:pt x="788895" y="71718"/>
                </a:cubicBezTo>
                <a:cubicBezTo>
                  <a:pt x="790729" y="47882"/>
                  <a:pt x="788895" y="23906"/>
                  <a:pt x="788895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D36E73BE-FDFE-0887-FBFD-FDF226F77567}"/>
              </a:ext>
            </a:extLst>
          </p:cNvPr>
          <p:cNvSpPr/>
          <p:nvPr/>
        </p:nvSpPr>
        <p:spPr>
          <a:xfrm rot="11347637">
            <a:off x="3735642" y="4382456"/>
            <a:ext cx="1178182" cy="832729"/>
          </a:xfrm>
          <a:custGeom>
            <a:avLst/>
            <a:gdLst>
              <a:gd name="csX0" fmla="*/ 0 w 789710"/>
              <a:gd name="csY0" fmla="*/ 609600 h 620735"/>
              <a:gd name="csX1" fmla="*/ 268942 w 789710"/>
              <a:gd name="csY1" fmla="*/ 582706 h 620735"/>
              <a:gd name="csX2" fmla="*/ 600636 w 789710"/>
              <a:gd name="csY2" fmla="*/ 430306 h 620735"/>
              <a:gd name="csX3" fmla="*/ 645459 w 789710"/>
              <a:gd name="csY3" fmla="*/ 376518 h 620735"/>
              <a:gd name="csX4" fmla="*/ 770965 w 789710"/>
              <a:gd name="csY4" fmla="*/ 188259 h 620735"/>
              <a:gd name="csX5" fmla="*/ 779930 w 789710"/>
              <a:gd name="csY5" fmla="*/ 116541 h 620735"/>
              <a:gd name="csX6" fmla="*/ 788895 w 789710"/>
              <a:gd name="csY6" fmla="*/ 71718 h 620735"/>
              <a:gd name="csX7" fmla="*/ 788895 w 789710"/>
              <a:gd name="csY7" fmla="*/ 0 h 620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89710" h="620735">
                <a:moveTo>
                  <a:pt x="0" y="609600"/>
                </a:moveTo>
                <a:cubicBezTo>
                  <a:pt x="117004" y="626315"/>
                  <a:pt x="90829" y="629170"/>
                  <a:pt x="268942" y="582706"/>
                </a:cubicBezTo>
                <a:cubicBezTo>
                  <a:pt x="404681" y="547296"/>
                  <a:pt x="494172" y="514356"/>
                  <a:pt x="600636" y="430306"/>
                </a:cubicBezTo>
                <a:cubicBezTo>
                  <a:pt x="618954" y="415844"/>
                  <a:pt x="631282" y="395057"/>
                  <a:pt x="645459" y="376518"/>
                </a:cubicBezTo>
                <a:cubicBezTo>
                  <a:pt x="720385" y="278537"/>
                  <a:pt x="711089" y="288053"/>
                  <a:pt x="770965" y="188259"/>
                </a:cubicBezTo>
                <a:cubicBezTo>
                  <a:pt x="773953" y="164353"/>
                  <a:pt x="776267" y="140353"/>
                  <a:pt x="779930" y="116541"/>
                </a:cubicBezTo>
                <a:cubicBezTo>
                  <a:pt x="782247" y="101481"/>
                  <a:pt x="787726" y="86910"/>
                  <a:pt x="788895" y="71718"/>
                </a:cubicBezTo>
                <a:cubicBezTo>
                  <a:pt x="790729" y="47882"/>
                  <a:pt x="788895" y="23906"/>
                  <a:pt x="788895" y="0"/>
                </a:cubicBezTo>
              </a:path>
            </a:pathLst>
          </a:custGeom>
          <a:noFill/>
          <a:ln>
            <a:headEnd type="stealth" w="lg" len="lg"/>
            <a:tailEnd type="non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77E2091-F049-1402-CC89-CD0D5D249A6F}"/>
                  </a:ext>
                </a:extLst>
              </p:cNvPr>
              <p:cNvSpPr txBox="1"/>
              <p:nvPr/>
            </p:nvSpPr>
            <p:spPr>
              <a:xfrm>
                <a:off x="7314347" y="5764798"/>
                <a:ext cx="6127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77E2091-F049-1402-CC89-CD0D5D24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347" y="5764798"/>
                <a:ext cx="612796" cy="276999"/>
              </a:xfrm>
              <a:prstGeom prst="rect">
                <a:avLst/>
              </a:prstGeom>
              <a:blipFill>
                <a:blip r:embed="rId5"/>
                <a:stretch>
                  <a:fillRect l="-10000" r="-6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62BD6A24-128A-C0D8-E07D-28E50562BF72}"/>
              </a:ext>
            </a:extLst>
          </p:cNvPr>
          <p:cNvSpPr txBox="1"/>
          <p:nvPr/>
        </p:nvSpPr>
        <p:spPr>
          <a:xfrm>
            <a:off x="7219589" y="6078918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Maximum willingness to pay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553F09C-ED4C-142D-BD1F-EA063C6BD8C9}"/>
                  </a:ext>
                </a:extLst>
              </p:cNvPr>
              <p:cNvSpPr txBox="1"/>
              <p:nvPr/>
            </p:nvSpPr>
            <p:spPr>
              <a:xfrm>
                <a:off x="3564211" y="2885781"/>
                <a:ext cx="8576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553F09C-ED4C-142D-BD1F-EA063C6BD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211" y="2885781"/>
                <a:ext cx="857671" cy="276999"/>
              </a:xfrm>
              <a:prstGeom prst="rect">
                <a:avLst/>
              </a:prstGeom>
              <a:blipFill>
                <a:blip r:embed="rId6"/>
                <a:stretch>
                  <a:fillRect l="-7143" t="-2174" r="-714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A2C3036-77AC-C4CB-4039-22E363370A61}"/>
                  </a:ext>
                </a:extLst>
              </p:cNvPr>
              <p:cNvSpPr txBox="1"/>
              <p:nvPr/>
            </p:nvSpPr>
            <p:spPr>
              <a:xfrm>
                <a:off x="7314347" y="4449368"/>
                <a:ext cx="25549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/>
                  <a:t>A lower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i="1" dirty="0"/>
                  <a:t> means a higher number of customers</a:t>
                </a: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A2C3036-77AC-C4CB-4039-22E363370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347" y="4449368"/>
                <a:ext cx="2554914" cy="584775"/>
              </a:xfrm>
              <a:prstGeom prst="rect">
                <a:avLst/>
              </a:prstGeom>
              <a:blipFill>
                <a:blip r:embed="rId7"/>
                <a:stretch>
                  <a:fillRect l="-1432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>
            <a:extLst>
              <a:ext uri="{FF2B5EF4-FFF2-40B4-BE49-F238E27FC236}">
                <a16:creationId xmlns:a16="http://schemas.microsoft.com/office/drawing/2014/main" id="{8C59EA3E-B2A3-E8F5-01C5-6D699E2CC965}"/>
              </a:ext>
            </a:extLst>
          </p:cNvPr>
          <p:cNvSpPr txBox="1"/>
          <p:nvPr/>
        </p:nvSpPr>
        <p:spPr>
          <a:xfrm>
            <a:off x="189940" y="3262373"/>
            <a:ext cx="35781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Monopoly</a:t>
            </a:r>
          </a:p>
          <a:p>
            <a:r>
              <a:rPr lang="en-IN" sz="1600" i="1" dirty="0"/>
              <a:t>Single-Person Decision Problem</a:t>
            </a:r>
          </a:p>
          <a:p>
            <a:endParaRPr lang="en-IN" sz="1600" i="1" dirty="0"/>
          </a:p>
          <a:p>
            <a:r>
              <a:rPr lang="en-IN" sz="1600" i="1" dirty="0"/>
              <a:t>Determine the quantity-price rectangle with the largest area = maximize profits</a:t>
            </a:r>
            <a:endParaRPr lang="en-US" sz="1600" i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950E7BD-59D0-47FE-7F56-46C92EC9C578}"/>
              </a:ext>
            </a:extLst>
          </p:cNvPr>
          <p:cNvSpPr txBox="1"/>
          <p:nvPr/>
        </p:nvSpPr>
        <p:spPr>
          <a:xfrm>
            <a:off x="937918" y="5640502"/>
            <a:ext cx="241087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Strategic interaction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95957C-D06F-8BFD-CF85-13AC1F635F9D}"/>
              </a:ext>
            </a:extLst>
          </p:cNvPr>
          <p:cNvSpPr txBox="1"/>
          <p:nvPr/>
        </p:nvSpPr>
        <p:spPr>
          <a:xfrm>
            <a:off x="572493" y="2519564"/>
            <a:ext cx="3578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/>
              <a:t>Quantity-intercept: Saturated market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22712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  <p:bldP spid="44" grpId="0"/>
      <p:bldP spid="45" grpId="0"/>
      <p:bldP spid="49" grpId="0"/>
      <p:bldP spid="49" grpId="1"/>
      <p:bldP spid="50" grpId="0" animBg="1"/>
      <p:bldP spid="50" grpId="1" animBg="1"/>
      <p:bldP spid="75" grpId="0" animBg="1"/>
      <p:bldP spid="75" grpId="1" animBg="1"/>
      <p:bldP spid="77" grpId="0" animBg="1"/>
      <p:bldP spid="78" grpId="0" animBg="1"/>
      <p:bldP spid="79" grpId="0" animBg="1"/>
      <p:bldP spid="82" grpId="0"/>
      <p:bldP spid="88" grpId="0"/>
      <p:bldP spid="89" grpId="0"/>
      <p:bldP spid="90" grpId="0" animBg="1"/>
      <p:bldP spid="91" grpId="0" animBg="1"/>
      <p:bldP spid="92" grpId="0"/>
      <p:bldP spid="93" grpId="0"/>
      <p:bldP spid="94" grpId="0"/>
      <p:bldP spid="95" grpId="0"/>
      <p:bldP spid="96" grpId="0"/>
      <p:bldP spid="96" grpId="1"/>
      <p:bldP spid="97" grpId="0" animBg="1"/>
      <p:bldP spid="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FAEA0-0B27-B984-79EF-1FBA030E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14191BD-D6AF-7C68-0EAC-C86977A06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780705A6-069B-D20D-9949-DE50AF834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38FB7-75C8-F315-5718-A1738C04D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noProof="0" dirty="0"/>
              <a:t>The Normal-Form Representation</a:t>
            </a:r>
            <a:endParaRPr lang="en-US" sz="4900" noProof="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EB240-DFA6-10D2-C038-8EED4E506EA0}"/>
              </a:ext>
            </a:extLst>
          </p:cNvPr>
          <p:cNvSpPr txBox="1"/>
          <p:nvPr/>
        </p:nvSpPr>
        <p:spPr>
          <a:xfrm>
            <a:off x="572493" y="2049780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61B98C-9BC9-AC38-0D00-08097A6E4432}"/>
                  </a:ext>
                </a:extLst>
              </p:cNvPr>
              <p:cNvSpPr txBox="1"/>
              <p:nvPr/>
            </p:nvSpPr>
            <p:spPr>
              <a:xfrm>
                <a:off x="2887980" y="2095946"/>
                <a:ext cx="1043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𝑁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61B98C-9BC9-AC38-0D00-08097A6E4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80" y="2095946"/>
                <a:ext cx="1043619" cy="276999"/>
              </a:xfrm>
              <a:prstGeom prst="rect">
                <a:avLst/>
              </a:prstGeom>
              <a:blipFill>
                <a:blip r:embed="rId2"/>
                <a:stretch>
                  <a:fillRect l="-526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0649B02-43EF-DB2A-A3B1-827D78B2D43C}"/>
              </a:ext>
            </a:extLst>
          </p:cNvPr>
          <p:cNvSpPr txBox="1"/>
          <p:nvPr/>
        </p:nvSpPr>
        <p:spPr>
          <a:xfrm>
            <a:off x="572492" y="2584394"/>
            <a:ext cx="16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Strategy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5DAF0-0481-4BF3-328E-AAE5648F2AE5}"/>
                  </a:ext>
                </a:extLst>
              </p:cNvPr>
              <p:cNvSpPr txBox="1"/>
              <p:nvPr/>
            </p:nvSpPr>
            <p:spPr>
              <a:xfrm>
                <a:off x="2887979" y="2630559"/>
                <a:ext cx="11061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0, ∞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5DAF0-0481-4BF3-328E-AAE5648F2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79" y="2630559"/>
                <a:ext cx="1106137" cy="276999"/>
              </a:xfrm>
              <a:prstGeom prst="rect">
                <a:avLst/>
              </a:prstGeom>
              <a:blipFill>
                <a:blip r:embed="rId3"/>
                <a:stretch>
                  <a:fillRect l="-497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06E09A4-DAFC-6594-86A8-CE544AB6A035}"/>
              </a:ext>
            </a:extLst>
          </p:cNvPr>
          <p:cNvGrpSpPr/>
          <p:nvPr/>
        </p:nvGrpSpPr>
        <p:grpSpPr>
          <a:xfrm>
            <a:off x="4153893" y="2584394"/>
            <a:ext cx="1514406" cy="369332"/>
            <a:chOff x="4153893" y="2584394"/>
            <a:chExt cx="1514406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280C76-E8D5-A5DB-98C7-CF98429D15CE}"/>
                </a:ext>
              </a:extLst>
            </p:cNvPr>
            <p:cNvSpPr txBox="1"/>
            <p:nvPr/>
          </p:nvSpPr>
          <p:spPr>
            <a:xfrm>
              <a:off x="4153893" y="2584394"/>
              <a:ext cx="479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1E73C5C-5A69-6D0F-A203-7762FDE2F387}"/>
                    </a:ext>
                  </a:extLst>
                </p:cNvPr>
                <p:cNvSpPr txBox="1"/>
                <p:nvPr/>
              </p:nvSpPr>
              <p:spPr>
                <a:xfrm>
                  <a:off x="4746444" y="2635345"/>
                  <a:ext cx="9218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1, 2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1E73C5C-5A69-6D0F-A203-7762FDE2F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6444" y="2635345"/>
                  <a:ext cx="92185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62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CE5CC9A-D97B-FC4A-67A1-125B82445CC5}"/>
              </a:ext>
            </a:extLst>
          </p:cNvPr>
          <p:cNvSpPr txBox="1"/>
          <p:nvPr/>
        </p:nvSpPr>
        <p:spPr>
          <a:xfrm>
            <a:off x="572492" y="3119008"/>
            <a:ext cx="16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of Payoffs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64AE18-DF79-6312-A120-2D42E7FAB3F7}"/>
                  </a:ext>
                </a:extLst>
              </p:cNvPr>
              <p:cNvSpPr txBox="1"/>
              <p:nvPr/>
            </p:nvSpPr>
            <p:spPr>
              <a:xfrm>
                <a:off x="6554195" y="2584392"/>
                <a:ext cx="35244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Firms choose quantities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64AE18-DF79-6312-A120-2D42E7FAB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195" y="2584392"/>
                <a:ext cx="3524427" cy="369332"/>
              </a:xfrm>
              <a:prstGeom prst="rect">
                <a:avLst/>
              </a:prstGeom>
              <a:blipFill>
                <a:blip r:embed="rId5"/>
                <a:stretch>
                  <a:fillRect l="-1384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4E3026-8DDD-D4F2-9C23-2068CE55B587}"/>
                  </a:ext>
                </a:extLst>
              </p:cNvPr>
              <p:cNvSpPr txBox="1"/>
              <p:nvPr/>
            </p:nvSpPr>
            <p:spPr>
              <a:xfrm>
                <a:off x="2887979" y="3312946"/>
                <a:ext cx="5477140" cy="719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100−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&lt;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𝑖𝑓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≥100</m:t>
                            </m:r>
                          </m:e>
                        </m:mr>
                      </m:m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4E3026-8DDD-D4F2-9C23-2068CE55B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79" y="3312946"/>
                <a:ext cx="5477140" cy="719428"/>
              </a:xfrm>
              <a:prstGeom prst="rect">
                <a:avLst/>
              </a:prstGeom>
              <a:blipFill>
                <a:blip r:embed="rId6"/>
                <a:stretch>
                  <a:fillRect b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DBA2CD1-BEA5-D17A-276D-4A6373259555}"/>
                  </a:ext>
                </a:extLst>
              </p:cNvPr>
              <p:cNvSpPr txBox="1"/>
              <p:nvPr/>
            </p:nvSpPr>
            <p:spPr>
              <a:xfrm>
                <a:off x="572492" y="4963525"/>
                <a:ext cx="4808870" cy="369332"/>
              </a:xfrm>
              <a:custGeom>
                <a:avLst/>
                <a:gdLst>
                  <a:gd name="csX0" fmla="*/ 0 w 4808870"/>
                  <a:gd name="csY0" fmla="*/ 0 h 369332"/>
                  <a:gd name="csX1" fmla="*/ 486230 w 4808870"/>
                  <a:gd name="csY1" fmla="*/ 0 h 369332"/>
                  <a:gd name="csX2" fmla="*/ 876283 w 4808870"/>
                  <a:gd name="csY2" fmla="*/ 0 h 369332"/>
                  <a:gd name="csX3" fmla="*/ 1506779 w 4808870"/>
                  <a:gd name="csY3" fmla="*/ 0 h 369332"/>
                  <a:gd name="csX4" fmla="*/ 1993009 w 4808870"/>
                  <a:gd name="csY4" fmla="*/ 0 h 369332"/>
                  <a:gd name="csX5" fmla="*/ 2479240 w 4808870"/>
                  <a:gd name="csY5" fmla="*/ 0 h 369332"/>
                  <a:gd name="csX6" fmla="*/ 3109736 w 4808870"/>
                  <a:gd name="csY6" fmla="*/ 0 h 369332"/>
                  <a:gd name="csX7" fmla="*/ 3547877 w 4808870"/>
                  <a:gd name="csY7" fmla="*/ 0 h 369332"/>
                  <a:gd name="csX8" fmla="*/ 4178374 w 4808870"/>
                  <a:gd name="csY8" fmla="*/ 0 h 369332"/>
                  <a:gd name="csX9" fmla="*/ 4808870 w 4808870"/>
                  <a:gd name="csY9" fmla="*/ 0 h 369332"/>
                  <a:gd name="csX10" fmla="*/ 4808870 w 4808870"/>
                  <a:gd name="csY10" fmla="*/ 369332 h 369332"/>
                  <a:gd name="csX11" fmla="*/ 4274551 w 4808870"/>
                  <a:gd name="csY11" fmla="*/ 369332 h 369332"/>
                  <a:gd name="csX12" fmla="*/ 3788321 w 4808870"/>
                  <a:gd name="csY12" fmla="*/ 369332 h 369332"/>
                  <a:gd name="csX13" fmla="*/ 3157825 w 4808870"/>
                  <a:gd name="csY13" fmla="*/ 369332 h 369332"/>
                  <a:gd name="csX14" fmla="*/ 2527328 w 4808870"/>
                  <a:gd name="csY14" fmla="*/ 369332 h 369332"/>
                  <a:gd name="csX15" fmla="*/ 2089187 w 4808870"/>
                  <a:gd name="csY15" fmla="*/ 369332 h 369332"/>
                  <a:gd name="csX16" fmla="*/ 1554868 w 4808870"/>
                  <a:gd name="csY16" fmla="*/ 369332 h 369332"/>
                  <a:gd name="csX17" fmla="*/ 924372 w 4808870"/>
                  <a:gd name="csY17" fmla="*/ 369332 h 369332"/>
                  <a:gd name="csX18" fmla="*/ 0 w 4808870"/>
                  <a:gd name="csY18" fmla="*/ 369332 h 369332"/>
                  <a:gd name="csX19" fmla="*/ 0 w 4808870"/>
                  <a:gd name="csY19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808870" h="369332" extrusionOk="0">
                    <a:moveTo>
                      <a:pt x="0" y="0"/>
                    </a:moveTo>
                    <a:cubicBezTo>
                      <a:pt x="219781" y="-9083"/>
                      <a:pt x="307347" y="38101"/>
                      <a:pt x="486230" y="0"/>
                    </a:cubicBezTo>
                    <a:cubicBezTo>
                      <a:pt x="665113" y="-38101"/>
                      <a:pt x="781534" y="45382"/>
                      <a:pt x="876283" y="0"/>
                    </a:cubicBezTo>
                    <a:cubicBezTo>
                      <a:pt x="971032" y="-45382"/>
                      <a:pt x="1306749" y="42099"/>
                      <a:pt x="1506779" y="0"/>
                    </a:cubicBezTo>
                    <a:cubicBezTo>
                      <a:pt x="1706809" y="-42099"/>
                      <a:pt x="1780355" y="12202"/>
                      <a:pt x="1993009" y="0"/>
                    </a:cubicBezTo>
                    <a:cubicBezTo>
                      <a:pt x="2205663" y="-12202"/>
                      <a:pt x="2375674" y="5203"/>
                      <a:pt x="2479240" y="0"/>
                    </a:cubicBezTo>
                    <a:cubicBezTo>
                      <a:pt x="2582806" y="-5203"/>
                      <a:pt x="2945627" y="61384"/>
                      <a:pt x="3109736" y="0"/>
                    </a:cubicBezTo>
                    <a:cubicBezTo>
                      <a:pt x="3273845" y="-61384"/>
                      <a:pt x="3421671" y="22589"/>
                      <a:pt x="3547877" y="0"/>
                    </a:cubicBezTo>
                    <a:cubicBezTo>
                      <a:pt x="3674083" y="-22589"/>
                      <a:pt x="4013596" y="53688"/>
                      <a:pt x="4178374" y="0"/>
                    </a:cubicBezTo>
                    <a:cubicBezTo>
                      <a:pt x="4343152" y="-53688"/>
                      <a:pt x="4502308" y="66976"/>
                      <a:pt x="4808870" y="0"/>
                    </a:cubicBezTo>
                    <a:cubicBezTo>
                      <a:pt x="4825990" y="100193"/>
                      <a:pt x="4775795" y="257057"/>
                      <a:pt x="4808870" y="369332"/>
                    </a:cubicBezTo>
                    <a:cubicBezTo>
                      <a:pt x="4661250" y="386885"/>
                      <a:pt x="4463954" y="317429"/>
                      <a:pt x="4274551" y="369332"/>
                    </a:cubicBezTo>
                    <a:cubicBezTo>
                      <a:pt x="4085148" y="421235"/>
                      <a:pt x="3986268" y="365486"/>
                      <a:pt x="3788321" y="369332"/>
                    </a:cubicBezTo>
                    <a:cubicBezTo>
                      <a:pt x="3590374" y="373178"/>
                      <a:pt x="3435510" y="342478"/>
                      <a:pt x="3157825" y="369332"/>
                    </a:cubicBezTo>
                    <a:cubicBezTo>
                      <a:pt x="2880140" y="396186"/>
                      <a:pt x="2736032" y="365032"/>
                      <a:pt x="2527328" y="369332"/>
                    </a:cubicBezTo>
                    <a:cubicBezTo>
                      <a:pt x="2318624" y="373632"/>
                      <a:pt x="2189830" y="340661"/>
                      <a:pt x="2089187" y="369332"/>
                    </a:cubicBezTo>
                    <a:cubicBezTo>
                      <a:pt x="1988544" y="398003"/>
                      <a:pt x="1759495" y="307684"/>
                      <a:pt x="1554868" y="369332"/>
                    </a:cubicBezTo>
                    <a:cubicBezTo>
                      <a:pt x="1350241" y="430980"/>
                      <a:pt x="1119295" y="319920"/>
                      <a:pt x="924372" y="369332"/>
                    </a:cubicBezTo>
                    <a:cubicBezTo>
                      <a:pt x="729449" y="418744"/>
                      <a:pt x="412466" y="263144"/>
                      <a:pt x="0" y="369332"/>
                    </a:cubicBezTo>
                    <a:cubicBezTo>
                      <a:pt x="-40318" y="228999"/>
                      <a:pt x="8008" y="159412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𝑃𝑟𝑜𝑓𝑖𝑡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𝑆𝑎𝑙𝑒𝑠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𝑅𝑒𝑣𝑒𝑛𝑢𝑒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–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𝑃𝑟𝑜𝑑𝑢𝑐𝑡𝑖𝑜𝑛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𝐶𝑜𝑠𝑡𝑠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DBA2CD1-BEA5-D17A-276D-4A6373259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4963525"/>
                <a:ext cx="4808870" cy="369332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808870"/>
                          <a:gd name="csY0" fmla="*/ 0 h 369332"/>
                          <a:gd name="csX1" fmla="*/ 486230 w 4808870"/>
                          <a:gd name="csY1" fmla="*/ 0 h 369332"/>
                          <a:gd name="csX2" fmla="*/ 876283 w 4808870"/>
                          <a:gd name="csY2" fmla="*/ 0 h 369332"/>
                          <a:gd name="csX3" fmla="*/ 1506779 w 4808870"/>
                          <a:gd name="csY3" fmla="*/ 0 h 369332"/>
                          <a:gd name="csX4" fmla="*/ 1993009 w 4808870"/>
                          <a:gd name="csY4" fmla="*/ 0 h 369332"/>
                          <a:gd name="csX5" fmla="*/ 2479240 w 4808870"/>
                          <a:gd name="csY5" fmla="*/ 0 h 369332"/>
                          <a:gd name="csX6" fmla="*/ 3109736 w 4808870"/>
                          <a:gd name="csY6" fmla="*/ 0 h 369332"/>
                          <a:gd name="csX7" fmla="*/ 3547877 w 4808870"/>
                          <a:gd name="csY7" fmla="*/ 0 h 369332"/>
                          <a:gd name="csX8" fmla="*/ 4178374 w 4808870"/>
                          <a:gd name="csY8" fmla="*/ 0 h 369332"/>
                          <a:gd name="csX9" fmla="*/ 4808870 w 4808870"/>
                          <a:gd name="csY9" fmla="*/ 0 h 369332"/>
                          <a:gd name="csX10" fmla="*/ 4808870 w 4808870"/>
                          <a:gd name="csY10" fmla="*/ 369332 h 369332"/>
                          <a:gd name="csX11" fmla="*/ 4274551 w 4808870"/>
                          <a:gd name="csY11" fmla="*/ 369332 h 369332"/>
                          <a:gd name="csX12" fmla="*/ 3788321 w 4808870"/>
                          <a:gd name="csY12" fmla="*/ 369332 h 369332"/>
                          <a:gd name="csX13" fmla="*/ 3157825 w 4808870"/>
                          <a:gd name="csY13" fmla="*/ 369332 h 369332"/>
                          <a:gd name="csX14" fmla="*/ 2527328 w 4808870"/>
                          <a:gd name="csY14" fmla="*/ 369332 h 369332"/>
                          <a:gd name="csX15" fmla="*/ 2089187 w 4808870"/>
                          <a:gd name="csY15" fmla="*/ 369332 h 369332"/>
                          <a:gd name="csX16" fmla="*/ 1554868 w 4808870"/>
                          <a:gd name="csY16" fmla="*/ 369332 h 369332"/>
                          <a:gd name="csX17" fmla="*/ 924372 w 4808870"/>
                          <a:gd name="csY17" fmla="*/ 369332 h 369332"/>
                          <a:gd name="csX18" fmla="*/ 0 w 4808870"/>
                          <a:gd name="csY18" fmla="*/ 369332 h 369332"/>
                          <a:gd name="csX19" fmla="*/ 0 w 4808870"/>
                          <a:gd name="csY19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</a:cxnLst>
                        <a:rect l="l" t="t" r="r" b="b"/>
                        <a:pathLst>
                          <a:path w="4808870" h="369332" extrusionOk="0">
                            <a:moveTo>
                              <a:pt x="0" y="0"/>
                            </a:moveTo>
                            <a:cubicBezTo>
                              <a:pt x="219781" y="-9083"/>
                              <a:pt x="307347" y="38101"/>
                              <a:pt x="486230" y="0"/>
                            </a:cubicBezTo>
                            <a:cubicBezTo>
                              <a:pt x="665113" y="-38101"/>
                              <a:pt x="781534" y="45382"/>
                              <a:pt x="876283" y="0"/>
                            </a:cubicBezTo>
                            <a:cubicBezTo>
                              <a:pt x="971032" y="-45382"/>
                              <a:pt x="1306749" y="42099"/>
                              <a:pt x="1506779" y="0"/>
                            </a:cubicBezTo>
                            <a:cubicBezTo>
                              <a:pt x="1706809" y="-42099"/>
                              <a:pt x="1780355" y="12202"/>
                              <a:pt x="1993009" y="0"/>
                            </a:cubicBezTo>
                            <a:cubicBezTo>
                              <a:pt x="2205663" y="-12202"/>
                              <a:pt x="2375674" y="5203"/>
                              <a:pt x="2479240" y="0"/>
                            </a:cubicBezTo>
                            <a:cubicBezTo>
                              <a:pt x="2582806" y="-5203"/>
                              <a:pt x="2945627" y="61384"/>
                              <a:pt x="3109736" y="0"/>
                            </a:cubicBezTo>
                            <a:cubicBezTo>
                              <a:pt x="3273845" y="-61384"/>
                              <a:pt x="3421671" y="22589"/>
                              <a:pt x="3547877" y="0"/>
                            </a:cubicBezTo>
                            <a:cubicBezTo>
                              <a:pt x="3674083" y="-22589"/>
                              <a:pt x="4013596" y="53688"/>
                              <a:pt x="4178374" y="0"/>
                            </a:cubicBezTo>
                            <a:cubicBezTo>
                              <a:pt x="4343152" y="-53688"/>
                              <a:pt x="4502308" y="66976"/>
                              <a:pt x="4808870" y="0"/>
                            </a:cubicBezTo>
                            <a:cubicBezTo>
                              <a:pt x="4825990" y="100193"/>
                              <a:pt x="4775795" y="257057"/>
                              <a:pt x="4808870" y="369332"/>
                            </a:cubicBezTo>
                            <a:cubicBezTo>
                              <a:pt x="4661250" y="386885"/>
                              <a:pt x="4463954" y="317429"/>
                              <a:pt x="4274551" y="369332"/>
                            </a:cubicBezTo>
                            <a:cubicBezTo>
                              <a:pt x="4085148" y="421235"/>
                              <a:pt x="3986268" y="365486"/>
                              <a:pt x="3788321" y="369332"/>
                            </a:cubicBezTo>
                            <a:cubicBezTo>
                              <a:pt x="3590374" y="373178"/>
                              <a:pt x="3435510" y="342478"/>
                              <a:pt x="3157825" y="369332"/>
                            </a:cubicBezTo>
                            <a:cubicBezTo>
                              <a:pt x="2880140" y="396186"/>
                              <a:pt x="2736032" y="365032"/>
                              <a:pt x="2527328" y="369332"/>
                            </a:cubicBezTo>
                            <a:cubicBezTo>
                              <a:pt x="2318624" y="373632"/>
                              <a:pt x="2189830" y="340661"/>
                              <a:pt x="2089187" y="369332"/>
                            </a:cubicBezTo>
                            <a:cubicBezTo>
                              <a:pt x="1988544" y="398003"/>
                              <a:pt x="1759495" y="307684"/>
                              <a:pt x="1554868" y="369332"/>
                            </a:cubicBezTo>
                            <a:cubicBezTo>
                              <a:pt x="1350241" y="430980"/>
                              <a:pt x="1119295" y="319920"/>
                              <a:pt x="924372" y="369332"/>
                            </a:cubicBezTo>
                            <a:cubicBezTo>
                              <a:pt x="729449" y="418744"/>
                              <a:pt x="412466" y="263144"/>
                              <a:pt x="0" y="369332"/>
                            </a:cubicBezTo>
                            <a:cubicBezTo>
                              <a:pt x="-40318" y="228999"/>
                              <a:pt x="8008" y="15941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369881A-9411-E9F7-947F-CDF6A7D5E87D}"/>
              </a:ext>
            </a:extLst>
          </p:cNvPr>
          <p:cNvSpPr txBox="1"/>
          <p:nvPr/>
        </p:nvSpPr>
        <p:spPr>
          <a:xfrm>
            <a:off x="345685" y="4250214"/>
            <a:ext cx="246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Quantity produced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2A224A-3F88-5D85-430F-9C9EF91CE8B9}"/>
              </a:ext>
            </a:extLst>
          </p:cNvPr>
          <p:cNvSpPr/>
          <p:nvPr/>
        </p:nvSpPr>
        <p:spPr>
          <a:xfrm>
            <a:off x="1613648" y="2907559"/>
            <a:ext cx="1274332" cy="1386536"/>
          </a:xfrm>
          <a:custGeom>
            <a:avLst/>
            <a:gdLst>
              <a:gd name="connsiteX0" fmla="*/ 1326777 w 1326777"/>
              <a:gd name="connsiteY0" fmla="*/ 0 h 1308847"/>
              <a:gd name="connsiteX1" fmla="*/ 1129553 w 1326777"/>
              <a:gd name="connsiteY1" fmla="*/ 44824 h 1308847"/>
              <a:gd name="connsiteX2" fmla="*/ 995082 w 1326777"/>
              <a:gd name="connsiteY2" fmla="*/ 98612 h 1308847"/>
              <a:gd name="connsiteX3" fmla="*/ 851647 w 1326777"/>
              <a:gd name="connsiteY3" fmla="*/ 170329 h 1308847"/>
              <a:gd name="connsiteX4" fmla="*/ 779929 w 1326777"/>
              <a:gd name="connsiteY4" fmla="*/ 206188 h 1308847"/>
              <a:gd name="connsiteX5" fmla="*/ 645459 w 1326777"/>
              <a:gd name="connsiteY5" fmla="*/ 304800 h 1308847"/>
              <a:gd name="connsiteX6" fmla="*/ 519953 w 1326777"/>
              <a:gd name="connsiteY6" fmla="*/ 412377 h 1308847"/>
              <a:gd name="connsiteX7" fmla="*/ 493059 w 1326777"/>
              <a:gd name="connsiteY7" fmla="*/ 457200 h 1308847"/>
              <a:gd name="connsiteX8" fmla="*/ 385482 w 1326777"/>
              <a:gd name="connsiteY8" fmla="*/ 582706 h 1308847"/>
              <a:gd name="connsiteX9" fmla="*/ 358588 w 1326777"/>
              <a:gd name="connsiteY9" fmla="*/ 627529 h 1308847"/>
              <a:gd name="connsiteX10" fmla="*/ 322729 w 1326777"/>
              <a:gd name="connsiteY10" fmla="*/ 699247 h 1308847"/>
              <a:gd name="connsiteX11" fmla="*/ 242047 w 1326777"/>
              <a:gd name="connsiteY11" fmla="*/ 815788 h 1308847"/>
              <a:gd name="connsiteX12" fmla="*/ 197224 w 1326777"/>
              <a:gd name="connsiteY12" fmla="*/ 905435 h 1308847"/>
              <a:gd name="connsiteX13" fmla="*/ 152400 w 1326777"/>
              <a:gd name="connsiteY13" fmla="*/ 968188 h 1308847"/>
              <a:gd name="connsiteX14" fmla="*/ 89647 w 1326777"/>
              <a:gd name="connsiteY14" fmla="*/ 1102659 h 1308847"/>
              <a:gd name="connsiteX15" fmla="*/ 62753 w 1326777"/>
              <a:gd name="connsiteY15" fmla="*/ 1156447 h 1308847"/>
              <a:gd name="connsiteX16" fmla="*/ 17929 w 1326777"/>
              <a:gd name="connsiteY16" fmla="*/ 1246094 h 1308847"/>
              <a:gd name="connsiteX17" fmla="*/ 8965 w 1326777"/>
              <a:gd name="connsiteY17" fmla="*/ 1281953 h 1308847"/>
              <a:gd name="connsiteX18" fmla="*/ 0 w 1326777"/>
              <a:gd name="connsiteY18" fmla="*/ 1308847 h 130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26777" h="1308847">
                <a:moveTo>
                  <a:pt x="1326777" y="0"/>
                </a:moveTo>
                <a:cubicBezTo>
                  <a:pt x="1165707" y="40267"/>
                  <a:pt x="1231954" y="27757"/>
                  <a:pt x="1129553" y="44824"/>
                </a:cubicBezTo>
                <a:cubicBezTo>
                  <a:pt x="1016661" y="112558"/>
                  <a:pt x="1175393" y="22327"/>
                  <a:pt x="995082" y="98612"/>
                </a:cubicBezTo>
                <a:cubicBezTo>
                  <a:pt x="945852" y="119440"/>
                  <a:pt x="899459" y="146423"/>
                  <a:pt x="851647" y="170329"/>
                </a:cubicBezTo>
                <a:cubicBezTo>
                  <a:pt x="827741" y="182282"/>
                  <a:pt x="801482" y="190382"/>
                  <a:pt x="779929" y="206188"/>
                </a:cubicBezTo>
                <a:cubicBezTo>
                  <a:pt x="735106" y="239059"/>
                  <a:pt x="684763" y="265496"/>
                  <a:pt x="645459" y="304800"/>
                </a:cubicBezTo>
                <a:cubicBezTo>
                  <a:pt x="570541" y="379718"/>
                  <a:pt x="611956" y="343374"/>
                  <a:pt x="519953" y="412377"/>
                </a:cubicBezTo>
                <a:cubicBezTo>
                  <a:pt x="510988" y="427318"/>
                  <a:pt x="503856" y="443524"/>
                  <a:pt x="493059" y="457200"/>
                </a:cubicBezTo>
                <a:cubicBezTo>
                  <a:pt x="458916" y="500447"/>
                  <a:pt x="413831" y="535458"/>
                  <a:pt x="385482" y="582706"/>
                </a:cubicBezTo>
                <a:cubicBezTo>
                  <a:pt x="376517" y="597647"/>
                  <a:pt x="366849" y="612188"/>
                  <a:pt x="358588" y="627529"/>
                </a:cubicBezTo>
                <a:cubicBezTo>
                  <a:pt x="345916" y="651062"/>
                  <a:pt x="336797" y="676521"/>
                  <a:pt x="322729" y="699247"/>
                </a:cubicBezTo>
                <a:cubicBezTo>
                  <a:pt x="297860" y="739420"/>
                  <a:pt x="259594" y="771919"/>
                  <a:pt x="242047" y="815788"/>
                </a:cubicBezTo>
                <a:cubicBezTo>
                  <a:pt x="223061" y="863255"/>
                  <a:pt x="226536" y="861468"/>
                  <a:pt x="197224" y="905435"/>
                </a:cubicBezTo>
                <a:cubicBezTo>
                  <a:pt x="182965" y="926824"/>
                  <a:pt x="165626" y="946145"/>
                  <a:pt x="152400" y="968188"/>
                </a:cubicBezTo>
                <a:cubicBezTo>
                  <a:pt x="122404" y="1018181"/>
                  <a:pt x="113412" y="1051169"/>
                  <a:pt x="89647" y="1102659"/>
                </a:cubicBezTo>
                <a:cubicBezTo>
                  <a:pt x="81247" y="1120860"/>
                  <a:pt x="70463" y="1137943"/>
                  <a:pt x="62753" y="1156447"/>
                </a:cubicBezTo>
                <a:cubicBezTo>
                  <a:pt x="27356" y="1241400"/>
                  <a:pt x="66238" y="1181684"/>
                  <a:pt x="17929" y="1246094"/>
                </a:cubicBezTo>
                <a:cubicBezTo>
                  <a:pt x="14941" y="1258047"/>
                  <a:pt x="12350" y="1270106"/>
                  <a:pt x="8965" y="1281953"/>
                </a:cubicBezTo>
                <a:cubicBezTo>
                  <a:pt x="6369" y="1291039"/>
                  <a:pt x="0" y="1308847"/>
                  <a:pt x="0" y="13088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E25E55-4B94-9DF1-CF3A-D295D969F17A}"/>
              </a:ext>
            </a:extLst>
          </p:cNvPr>
          <p:cNvSpPr txBox="1"/>
          <p:nvPr/>
        </p:nvSpPr>
        <p:spPr>
          <a:xfrm>
            <a:off x="9784133" y="3853250"/>
            <a:ext cx="1934032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 much of the good to produce?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BF29A-A275-1140-F8E7-5227ECABA53B}"/>
              </a:ext>
            </a:extLst>
          </p:cNvPr>
          <p:cNvSpPr txBox="1"/>
          <p:nvPr/>
        </p:nvSpPr>
        <p:spPr>
          <a:xfrm>
            <a:off x="473835" y="3530667"/>
            <a:ext cx="1945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…function of strategy profiles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8E9E21-AB9C-CA36-3E6E-719BCEB5683A}"/>
              </a:ext>
            </a:extLst>
          </p:cNvPr>
          <p:cNvSpPr/>
          <p:nvPr/>
        </p:nvSpPr>
        <p:spPr>
          <a:xfrm>
            <a:off x="6642847" y="3303674"/>
            <a:ext cx="172227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07A643-FEF8-CB71-3777-988327CE84BA}"/>
              </a:ext>
            </a:extLst>
          </p:cNvPr>
          <p:cNvSpPr/>
          <p:nvPr/>
        </p:nvSpPr>
        <p:spPr>
          <a:xfrm>
            <a:off x="6642847" y="3640740"/>
            <a:ext cx="172227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34C122-7BF0-5BB8-DD0A-EC4DB82F4975}"/>
              </a:ext>
            </a:extLst>
          </p:cNvPr>
          <p:cNvSpPr/>
          <p:nvPr/>
        </p:nvSpPr>
        <p:spPr>
          <a:xfrm>
            <a:off x="5987526" y="3346001"/>
            <a:ext cx="48499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FB527D-665B-3828-E6B3-C1053BF2C601}"/>
              </a:ext>
            </a:extLst>
          </p:cNvPr>
          <p:cNvSpPr/>
          <p:nvPr/>
        </p:nvSpPr>
        <p:spPr>
          <a:xfrm>
            <a:off x="4237094" y="3640740"/>
            <a:ext cx="223542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A372BA-DBEF-3E99-06A7-E1C6322A4C99}"/>
              </a:ext>
            </a:extLst>
          </p:cNvPr>
          <p:cNvSpPr/>
          <p:nvPr/>
        </p:nvSpPr>
        <p:spPr>
          <a:xfrm>
            <a:off x="4098001" y="3326580"/>
            <a:ext cx="139093" cy="705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13771C-2EF1-8940-CE79-718CDA09F7E0}"/>
                  </a:ext>
                </a:extLst>
              </p:cNvPr>
              <p:cNvSpPr txBox="1"/>
              <p:nvPr/>
            </p:nvSpPr>
            <p:spPr>
              <a:xfrm>
                <a:off x="9561251" y="1772781"/>
                <a:ext cx="222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13771C-2EF1-8940-CE79-718CDA09F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251" y="1772781"/>
                <a:ext cx="222882" cy="276999"/>
              </a:xfrm>
              <a:prstGeom prst="rect">
                <a:avLst/>
              </a:prstGeom>
              <a:blipFill>
                <a:blip r:embed="rId8"/>
                <a:stretch>
                  <a:fillRect l="-16216" r="-8108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CEE61CD-59D7-1FA9-33B1-0C672DB43CA3}"/>
              </a:ext>
            </a:extLst>
          </p:cNvPr>
          <p:cNvSpPr/>
          <p:nvPr/>
        </p:nvSpPr>
        <p:spPr>
          <a:xfrm>
            <a:off x="9152965" y="1962129"/>
            <a:ext cx="358588" cy="709353"/>
          </a:xfrm>
          <a:custGeom>
            <a:avLst/>
            <a:gdLst>
              <a:gd name="connsiteX0" fmla="*/ 0 w 358588"/>
              <a:gd name="connsiteY0" fmla="*/ 709353 h 709353"/>
              <a:gd name="connsiteX1" fmla="*/ 26894 w 358588"/>
              <a:gd name="connsiteY1" fmla="*/ 512130 h 709353"/>
              <a:gd name="connsiteX2" fmla="*/ 53788 w 358588"/>
              <a:gd name="connsiteY2" fmla="*/ 431447 h 709353"/>
              <a:gd name="connsiteX3" fmla="*/ 89647 w 358588"/>
              <a:gd name="connsiteY3" fmla="*/ 296977 h 709353"/>
              <a:gd name="connsiteX4" fmla="*/ 107576 w 358588"/>
              <a:gd name="connsiteY4" fmla="*/ 189400 h 709353"/>
              <a:gd name="connsiteX5" fmla="*/ 116541 w 358588"/>
              <a:gd name="connsiteY5" fmla="*/ 153542 h 709353"/>
              <a:gd name="connsiteX6" fmla="*/ 134470 w 358588"/>
              <a:gd name="connsiteY6" fmla="*/ 117683 h 709353"/>
              <a:gd name="connsiteX7" fmla="*/ 179294 w 358588"/>
              <a:gd name="connsiteY7" fmla="*/ 63895 h 709353"/>
              <a:gd name="connsiteX8" fmla="*/ 224117 w 358588"/>
              <a:gd name="connsiteY8" fmla="*/ 10106 h 709353"/>
              <a:gd name="connsiteX9" fmla="*/ 358588 w 358588"/>
              <a:gd name="connsiteY9" fmla="*/ 1142 h 70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588" h="709353">
                <a:moveTo>
                  <a:pt x="0" y="709353"/>
                </a:moveTo>
                <a:cubicBezTo>
                  <a:pt x="8965" y="643612"/>
                  <a:pt x="14286" y="577271"/>
                  <a:pt x="26894" y="512130"/>
                </a:cubicBezTo>
                <a:cubicBezTo>
                  <a:pt x="32281" y="484297"/>
                  <a:pt x="46912" y="458950"/>
                  <a:pt x="53788" y="431447"/>
                </a:cubicBezTo>
                <a:cubicBezTo>
                  <a:pt x="94658" y="267969"/>
                  <a:pt x="21146" y="479649"/>
                  <a:pt x="89647" y="296977"/>
                </a:cubicBezTo>
                <a:cubicBezTo>
                  <a:pt x="97131" y="244588"/>
                  <a:pt x="97088" y="236593"/>
                  <a:pt x="107576" y="189400"/>
                </a:cubicBezTo>
                <a:cubicBezTo>
                  <a:pt x="110249" y="177373"/>
                  <a:pt x="112215" y="165078"/>
                  <a:pt x="116541" y="153542"/>
                </a:cubicBezTo>
                <a:cubicBezTo>
                  <a:pt x="121233" y="141029"/>
                  <a:pt x="127840" y="129286"/>
                  <a:pt x="134470" y="117683"/>
                </a:cubicBezTo>
                <a:cubicBezTo>
                  <a:pt x="157113" y="78059"/>
                  <a:pt x="147511" y="100975"/>
                  <a:pt x="179294" y="63895"/>
                </a:cubicBezTo>
                <a:cubicBezTo>
                  <a:pt x="179478" y="63681"/>
                  <a:pt x="213602" y="14613"/>
                  <a:pt x="224117" y="10106"/>
                </a:cubicBezTo>
                <a:cubicBezTo>
                  <a:pt x="258706" y="-4718"/>
                  <a:pt x="331241" y="1142"/>
                  <a:pt x="358588" y="114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33088F-B1F1-F214-3755-9B50AE72810F}"/>
              </a:ext>
            </a:extLst>
          </p:cNvPr>
          <p:cNvSpPr/>
          <p:nvPr/>
        </p:nvSpPr>
        <p:spPr>
          <a:xfrm>
            <a:off x="4237093" y="3300805"/>
            <a:ext cx="175043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8A3F819-A89F-5707-F72D-BE5BBE19B47E}"/>
              </a:ext>
            </a:extLst>
          </p:cNvPr>
          <p:cNvGrpSpPr/>
          <p:nvPr/>
        </p:nvGrpSpPr>
        <p:grpSpPr>
          <a:xfrm>
            <a:off x="987659" y="5632955"/>
            <a:ext cx="2117381" cy="626456"/>
            <a:chOff x="3606537" y="5646370"/>
            <a:chExt cx="2117381" cy="62645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E316B7-65DC-6673-9F42-B29166A7764E}"/>
                </a:ext>
              </a:extLst>
            </p:cNvPr>
            <p:cNvSpPr txBox="1"/>
            <p:nvPr/>
          </p:nvSpPr>
          <p:spPr>
            <a:xfrm>
              <a:off x="3606537" y="5646370"/>
              <a:ext cx="829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Price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D120E4F-EB0F-6C2B-4BAD-EBB8BB161645}"/>
                    </a:ext>
                  </a:extLst>
                </p:cNvPr>
                <p:cNvSpPr txBox="1"/>
                <p:nvPr/>
              </p:nvSpPr>
              <p:spPr>
                <a:xfrm>
                  <a:off x="3666816" y="5995827"/>
                  <a:ext cx="20571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=100−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D120E4F-EB0F-6C2B-4BAD-EBB8BB161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6816" y="5995827"/>
                  <a:ext cx="205710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671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4A212E2-AC2E-7547-1D9F-B746DE908771}"/>
              </a:ext>
            </a:extLst>
          </p:cNvPr>
          <p:cNvGrpSpPr/>
          <p:nvPr/>
        </p:nvGrpSpPr>
        <p:grpSpPr>
          <a:xfrm>
            <a:off x="3846022" y="5725678"/>
            <a:ext cx="2141503" cy="599547"/>
            <a:chOff x="3577616" y="5700313"/>
            <a:chExt cx="2141503" cy="59954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2302EF-5B7D-47B3-07B9-7D22261C8DBA}"/>
                </a:ext>
              </a:extLst>
            </p:cNvPr>
            <p:cNvSpPr txBox="1"/>
            <p:nvPr/>
          </p:nvSpPr>
          <p:spPr>
            <a:xfrm>
              <a:off x="3577616" y="5700313"/>
              <a:ext cx="2141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Production Costs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D5538A0-9305-2429-9001-07F823572F1F}"/>
                    </a:ext>
                  </a:extLst>
                </p:cNvPr>
                <p:cNvSpPr txBox="1"/>
                <p:nvPr/>
              </p:nvSpPr>
              <p:spPr>
                <a:xfrm>
                  <a:off x="4073979" y="6007857"/>
                  <a:ext cx="1148776" cy="2920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sSubSup>
                          <m:sSubSup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  <m:sup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D5538A0-9305-2429-9001-07F823572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3979" y="6007857"/>
                  <a:ext cx="1148776" cy="292003"/>
                </a:xfrm>
                <a:prstGeom prst="rect">
                  <a:avLst/>
                </a:prstGeom>
                <a:blipFill>
                  <a:blip r:embed="rId10"/>
                  <a:stretch>
                    <a:fillRect l="-2646" r="-1058" b="-229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5D035D3-BA6A-5185-7F1B-40E053331C59}"/>
              </a:ext>
            </a:extLst>
          </p:cNvPr>
          <p:cNvSpPr txBox="1"/>
          <p:nvPr/>
        </p:nvSpPr>
        <p:spPr>
          <a:xfrm>
            <a:off x="4383073" y="3992094"/>
            <a:ext cx="2216176" cy="369332"/>
          </a:xfrm>
          <a:custGeom>
            <a:avLst/>
            <a:gdLst>
              <a:gd name="csX0" fmla="*/ 0 w 2216176"/>
              <a:gd name="csY0" fmla="*/ 0 h 369332"/>
              <a:gd name="csX1" fmla="*/ 531882 w 2216176"/>
              <a:gd name="csY1" fmla="*/ 0 h 369332"/>
              <a:gd name="csX2" fmla="*/ 1019441 w 2216176"/>
              <a:gd name="csY2" fmla="*/ 0 h 369332"/>
              <a:gd name="csX3" fmla="*/ 1617808 w 2216176"/>
              <a:gd name="csY3" fmla="*/ 0 h 369332"/>
              <a:gd name="csX4" fmla="*/ 2216176 w 2216176"/>
              <a:gd name="csY4" fmla="*/ 0 h 369332"/>
              <a:gd name="csX5" fmla="*/ 2216176 w 2216176"/>
              <a:gd name="csY5" fmla="*/ 369332 h 369332"/>
              <a:gd name="csX6" fmla="*/ 1706456 w 2216176"/>
              <a:gd name="csY6" fmla="*/ 369332 h 369332"/>
              <a:gd name="csX7" fmla="*/ 1196735 w 2216176"/>
              <a:gd name="csY7" fmla="*/ 369332 h 369332"/>
              <a:gd name="csX8" fmla="*/ 598368 w 2216176"/>
              <a:gd name="csY8" fmla="*/ 369332 h 369332"/>
              <a:gd name="csX9" fmla="*/ 0 w 2216176"/>
              <a:gd name="csY9" fmla="*/ 369332 h 369332"/>
              <a:gd name="csX10" fmla="*/ 0 w 2216176"/>
              <a:gd name="csY1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216176" h="369332" extrusionOk="0">
                <a:moveTo>
                  <a:pt x="0" y="0"/>
                </a:moveTo>
                <a:cubicBezTo>
                  <a:pt x="211595" y="-39352"/>
                  <a:pt x="297638" y="38434"/>
                  <a:pt x="531882" y="0"/>
                </a:cubicBezTo>
                <a:cubicBezTo>
                  <a:pt x="766126" y="-38434"/>
                  <a:pt x="841242" y="18385"/>
                  <a:pt x="1019441" y="0"/>
                </a:cubicBezTo>
                <a:cubicBezTo>
                  <a:pt x="1197640" y="-18385"/>
                  <a:pt x="1342875" y="65410"/>
                  <a:pt x="1617808" y="0"/>
                </a:cubicBezTo>
                <a:cubicBezTo>
                  <a:pt x="1892741" y="-65410"/>
                  <a:pt x="2047327" y="62797"/>
                  <a:pt x="2216176" y="0"/>
                </a:cubicBezTo>
                <a:cubicBezTo>
                  <a:pt x="2236975" y="91456"/>
                  <a:pt x="2201096" y="211595"/>
                  <a:pt x="2216176" y="369332"/>
                </a:cubicBezTo>
                <a:cubicBezTo>
                  <a:pt x="2040517" y="413542"/>
                  <a:pt x="1826915" y="333275"/>
                  <a:pt x="1706456" y="369332"/>
                </a:cubicBezTo>
                <a:cubicBezTo>
                  <a:pt x="1585997" y="405389"/>
                  <a:pt x="1332268" y="326245"/>
                  <a:pt x="1196735" y="369332"/>
                </a:cubicBezTo>
                <a:cubicBezTo>
                  <a:pt x="1061202" y="412419"/>
                  <a:pt x="817243" y="366690"/>
                  <a:pt x="598368" y="369332"/>
                </a:cubicBezTo>
                <a:cubicBezTo>
                  <a:pt x="379493" y="371974"/>
                  <a:pt x="123485" y="310101"/>
                  <a:pt x="0" y="369332"/>
                </a:cubicBezTo>
                <a:cubicBezTo>
                  <a:pt x="-29239" y="231265"/>
                  <a:pt x="21229" y="175783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Saturated market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D779B0-BAF5-1129-4743-DEBE4BD47D55}"/>
              </a:ext>
            </a:extLst>
          </p:cNvPr>
          <p:cNvSpPr txBox="1"/>
          <p:nvPr/>
        </p:nvSpPr>
        <p:spPr>
          <a:xfrm>
            <a:off x="6347119" y="313301"/>
            <a:ext cx="5611692" cy="369332"/>
          </a:xfrm>
          <a:custGeom>
            <a:avLst/>
            <a:gdLst>
              <a:gd name="csX0" fmla="*/ 0 w 5611692"/>
              <a:gd name="csY0" fmla="*/ 0 h 369332"/>
              <a:gd name="csX1" fmla="*/ 561169 w 5611692"/>
              <a:gd name="csY1" fmla="*/ 0 h 369332"/>
              <a:gd name="csX2" fmla="*/ 1122338 w 5611692"/>
              <a:gd name="csY2" fmla="*/ 0 h 369332"/>
              <a:gd name="csX3" fmla="*/ 1683508 w 5611692"/>
              <a:gd name="csY3" fmla="*/ 0 h 369332"/>
              <a:gd name="csX4" fmla="*/ 2356911 w 5611692"/>
              <a:gd name="csY4" fmla="*/ 0 h 369332"/>
              <a:gd name="csX5" fmla="*/ 2974197 w 5611692"/>
              <a:gd name="csY5" fmla="*/ 0 h 369332"/>
              <a:gd name="csX6" fmla="*/ 3367015 w 5611692"/>
              <a:gd name="csY6" fmla="*/ 0 h 369332"/>
              <a:gd name="csX7" fmla="*/ 3872067 w 5611692"/>
              <a:gd name="csY7" fmla="*/ 0 h 369332"/>
              <a:gd name="csX8" fmla="*/ 4545471 w 5611692"/>
              <a:gd name="csY8" fmla="*/ 0 h 369332"/>
              <a:gd name="csX9" fmla="*/ 5106640 w 5611692"/>
              <a:gd name="csY9" fmla="*/ 0 h 369332"/>
              <a:gd name="csX10" fmla="*/ 5611692 w 5611692"/>
              <a:gd name="csY10" fmla="*/ 0 h 369332"/>
              <a:gd name="csX11" fmla="*/ 5611692 w 5611692"/>
              <a:gd name="csY11" fmla="*/ 369332 h 369332"/>
              <a:gd name="csX12" fmla="*/ 5162757 w 5611692"/>
              <a:gd name="csY12" fmla="*/ 369332 h 369332"/>
              <a:gd name="csX13" fmla="*/ 4489354 w 5611692"/>
              <a:gd name="csY13" fmla="*/ 369332 h 369332"/>
              <a:gd name="csX14" fmla="*/ 4040418 w 5611692"/>
              <a:gd name="csY14" fmla="*/ 369332 h 369332"/>
              <a:gd name="csX15" fmla="*/ 3647600 w 5611692"/>
              <a:gd name="csY15" fmla="*/ 369332 h 369332"/>
              <a:gd name="csX16" fmla="*/ 3254781 w 5611692"/>
              <a:gd name="csY16" fmla="*/ 369332 h 369332"/>
              <a:gd name="csX17" fmla="*/ 2637495 w 5611692"/>
              <a:gd name="csY17" fmla="*/ 369332 h 369332"/>
              <a:gd name="csX18" fmla="*/ 2244677 w 5611692"/>
              <a:gd name="csY18" fmla="*/ 369332 h 369332"/>
              <a:gd name="csX19" fmla="*/ 1683508 w 5611692"/>
              <a:gd name="csY19" fmla="*/ 369332 h 369332"/>
              <a:gd name="csX20" fmla="*/ 1234572 w 5611692"/>
              <a:gd name="csY20" fmla="*/ 369332 h 369332"/>
              <a:gd name="csX21" fmla="*/ 673403 w 5611692"/>
              <a:gd name="csY21" fmla="*/ 369332 h 369332"/>
              <a:gd name="csX22" fmla="*/ 0 w 5611692"/>
              <a:gd name="csY22" fmla="*/ 369332 h 369332"/>
              <a:gd name="csX23" fmla="*/ 0 w 5611692"/>
              <a:gd name="csY23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5611692" h="369332" fill="none" extrusionOk="0">
                <a:moveTo>
                  <a:pt x="0" y="0"/>
                </a:moveTo>
                <a:cubicBezTo>
                  <a:pt x="277648" y="-64489"/>
                  <a:pt x="437134" y="65937"/>
                  <a:pt x="561169" y="0"/>
                </a:cubicBezTo>
                <a:cubicBezTo>
                  <a:pt x="685204" y="-65937"/>
                  <a:pt x="882923" y="35941"/>
                  <a:pt x="1122338" y="0"/>
                </a:cubicBezTo>
                <a:cubicBezTo>
                  <a:pt x="1361753" y="-35941"/>
                  <a:pt x="1451029" y="8510"/>
                  <a:pt x="1683508" y="0"/>
                </a:cubicBezTo>
                <a:cubicBezTo>
                  <a:pt x="1915987" y="-8510"/>
                  <a:pt x="2089105" y="30785"/>
                  <a:pt x="2356911" y="0"/>
                </a:cubicBezTo>
                <a:cubicBezTo>
                  <a:pt x="2624717" y="-30785"/>
                  <a:pt x="2759722" y="138"/>
                  <a:pt x="2974197" y="0"/>
                </a:cubicBezTo>
                <a:cubicBezTo>
                  <a:pt x="3188672" y="-138"/>
                  <a:pt x="3261423" y="20362"/>
                  <a:pt x="3367015" y="0"/>
                </a:cubicBezTo>
                <a:cubicBezTo>
                  <a:pt x="3472607" y="-20362"/>
                  <a:pt x="3649480" y="21277"/>
                  <a:pt x="3872067" y="0"/>
                </a:cubicBezTo>
                <a:cubicBezTo>
                  <a:pt x="4094654" y="-21277"/>
                  <a:pt x="4307737" y="71284"/>
                  <a:pt x="4545471" y="0"/>
                </a:cubicBezTo>
                <a:cubicBezTo>
                  <a:pt x="4783205" y="-71284"/>
                  <a:pt x="4841454" y="48258"/>
                  <a:pt x="5106640" y="0"/>
                </a:cubicBezTo>
                <a:cubicBezTo>
                  <a:pt x="5371826" y="-48258"/>
                  <a:pt x="5476760" y="59093"/>
                  <a:pt x="5611692" y="0"/>
                </a:cubicBezTo>
                <a:cubicBezTo>
                  <a:pt x="5646962" y="134582"/>
                  <a:pt x="5588959" y="215129"/>
                  <a:pt x="5611692" y="369332"/>
                </a:cubicBezTo>
                <a:cubicBezTo>
                  <a:pt x="5482369" y="403590"/>
                  <a:pt x="5265037" y="333511"/>
                  <a:pt x="5162757" y="369332"/>
                </a:cubicBezTo>
                <a:cubicBezTo>
                  <a:pt x="5060478" y="405153"/>
                  <a:pt x="4780484" y="361500"/>
                  <a:pt x="4489354" y="369332"/>
                </a:cubicBezTo>
                <a:cubicBezTo>
                  <a:pt x="4198224" y="377164"/>
                  <a:pt x="4171403" y="323764"/>
                  <a:pt x="4040418" y="369332"/>
                </a:cubicBezTo>
                <a:cubicBezTo>
                  <a:pt x="3909433" y="414900"/>
                  <a:pt x="3769185" y="362648"/>
                  <a:pt x="3647600" y="369332"/>
                </a:cubicBezTo>
                <a:cubicBezTo>
                  <a:pt x="3526015" y="376016"/>
                  <a:pt x="3370950" y="322588"/>
                  <a:pt x="3254781" y="369332"/>
                </a:cubicBezTo>
                <a:cubicBezTo>
                  <a:pt x="3138612" y="416076"/>
                  <a:pt x="2835560" y="328836"/>
                  <a:pt x="2637495" y="369332"/>
                </a:cubicBezTo>
                <a:cubicBezTo>
                  <a:pt x="2439430" y="409828"/>
                  <a:pt x="2337710" y="324174"/>
                  <a:pt x="2244677" y="369332"/>
                </a:cubicBezTo>
                <a:cubicBezTo>
                  <a:pt x="2151644" y="414490"/>
                  <a:pt x="1863869" y="351628"/>
                  <a:pt x="1683508" y="369332"/>
                </a:cubicBezTo>
                <a:cubicBezTo>
                  <a:pt x="1503147" y="387036"/>
                  <a:pt x="1409009" y="348478"/>
                  <a:pt x="1234572" y="369332"/>
                </a:cubicBezTo>
                <a:cubicBezTo>
                  <a:pt x="1060135" y="390186"/>
                  <a:pt x="868623" y="342567"/>
                  <a:pt x="673403" y="369332"/>
                </a:cubicBezTo>
                <a:cubicBezTo>
                  <a:pt x="478183" y="396097"/>
                  <a:pt x="266326" y="298457"/>
                  <a:pt x="0" y="369332"/>
                </a:cubicBezTo>
                <a:cubicBezTo>
                  <a:pt x="-13755" y="263818"/>
                  <a:pt x="37476" y="74099"/>
                  <a:pt x="0" y="0"/>
                </a:cubicBezTo>
                <a:close/>
              </a:path>
              <a:path w="5611692" h="369332" stroke="0" extrusionOk="0">
                <a:moveTo>
                  <a:pt x="0" y="0"/>
                </a:moveTo>
                <a:cubicBezTo>
                  <a:pt x="110454" y="-44281"/>
                  <a:pt x="401250" y="17128"/>
                  <a:pt x="505052" y="0"/>
                </a:cubicBezTo>
                <a:cubicBezTo>
                  <a:pt x="608854" y="-17128"/>
                  <a:pt x="730786" y="37225"/>
                  <a:pt x="897871" y="0"/>
                </a:cubicBezTo>
                <a:cubicBezTo>
                  <a:pt x="1064956" y="-37225"/>
                  <a:pt x="1432058" y="39601"/>
                  <a:pt x="1571274" y="0"/>
                </a:cubicBezTo>
                <a:cubicBezTo>
                  <a:pt x="1710490" y="-39601"/>
                  <a:pt x="1887016" y="23115"/>
                  <a:pt x="2076326" y="0"/>
                </a:cubicBezTo>
                <a:cubicBezTo>
                  <a:pt x="2265636" y="-23115"/>
                  <a:pt x="2332971" y="27330"/>
                  <a:pt x="2581378" y="0"/>
                </a:cubicBezTo>
                <a:cubicBezTo>
                  <a:pt x="2829785" y="-27330"/>
                  <a:pt x="3023270" y="29925"/>
                  <a:pt x="3254781" y="0"/>
                </a:cubicBezTo>
                <a:cubicBezTo>
                  <a:pt x="3486292" y="-29925"/>
                  <a:pt x="3611052" y="22001"/>
                  <a:pt x="3703717" y="0"/>
                </a:cubicBezTo>
                <a:cubicBezTo>
                  <a:pt x="3796382" y="-22001"/>
                  <a:pt x="4048731" y="25577"/>
                  <a:pt x="4377120" y="0"/>
                </a:cubicBezTo>
                <a:cubicBezTo>
                  <a:pt x="4705509" y="-25577"/>
                  <a:pt x="4894776" y="42641"/>
                  <a:pt x="5050523" y="0"/>
                </a:cubicBezTo>
                <a:cubicBezTo>
                  <a:pt x="5206270" y="-42641"/>
                  <a:pt x="5410946" y="45041"/>
                  <a:pt x="5611692" y="0"/>
                </a:cubicBezTo>
                <a:cubicBezTo>
                  <a:pt x="5628217" y="83761"/>
                  <a:pt x="5568902" y="261680"/>
                  <a:pt x="5611692" y="369332"/>
                </a:cubicBezTo>
                <a:cubicBezTo>
                  <a:pt x="5410112" y="399023"/>
                  <a:pt x="5285447" y="334553"/>
                  <a:pt x="4994406" y="369332"/>
                </a:cubicBezTo>
                <a:cubicBezTo>
                  <a:pt x="4703365" y="404111"/>
                  <a:pt x="4484933" y="350020"/>
                  <a:pt x="4321003" y="369332"/>
                </a:cubicBezTo>
                <a:cubicBezTo>
                  <a:pt x="4157073" y="388644"/>
                  <a:pt x="3811747" y="304386"/>
                  <a:pt x="3647600" y="369332"/>
                </a:cubicBezTo>
                <a:cubicBezTo>
                  <a:pt x="3483453" y="434278"/>
                  <a:pt x="3334997" y="332248"/>
                  <a:pt x="3198664" y="369332"/>
                </a:cubicBezTo>
                <a:cubicBezTo>
                  <a:pt x="3062331" y="406416"/>
                  <a:pt x="2833781" y="343664"/>
                  <a:pt x="2637495" y="369332"/>
                </a:cubicBezTo>
                <a:cubicBezTo>
                  <a:pt x="2441209" y="395000"/>
                  <a:pt x="2119469" y="364912"/>
                  <a:pt x="1964092" y="369332"/>
                </a:cubicBezTo>
                <a:cubicBezTo>
                  <a:pt x="1808715" y="373752"/>
                  <a:pt x="1620808" y="307041"/>
                  <a:pt x="1402923" y="369332"/>
                </a:cubicBezTo>
                <a:cubicBezTo>
                  <a:pt x="1185038" y="431623"/>
                  <a:pt x="1106245" y="360005"/>
                  <a:pt x="1010105" y="369332"/>
                </a:cubicBezTo>
                <a:cubicBezTo>
                  <a:pt x="913965" y="378659"/>
                  <a:pt x="736106" y="365610"/>
                  <a:pt x="561169" y="369332"/>
                </a:cubicBezTo>
                <a:cubicBezTo>
                  <a:pt x="386232" y="373054"/>
                  <a:pt x="212406" y="335336"/>
                  <a:pt x="0" y="369332"/>
                </a:cubicBezTo>
                <a:cubicBezTo>
                  <a:pt x="-33836" y="278669"/>
                  <a:pt x="30009" y="11783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buy from firms in proportion to their output.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8A3586-6C00-7DCB-7307-D0354A459DC3}"/>
              </a:ext>
            </a:extLst>
          </p:cNvPr>
          <p:cNvSpPr txBox="1"/>
          <p:nvPr/>
        </p:nvSpPr>
        <p:spPr>
          <a:xfrm>
            <a:off x="10024085" y="2579095"/>
            <a:ext cx="110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sng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Solution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0AB791-FB67-8723-51F3-4B618049520F}"/>
              </a:ext>
            </a:extLst>
          </p:cNvPr>
          <p:cNvSpPr txBox="1"/>
          <p:nvPr/>
        </p:nvSpPr>
        <p:spPr>
          <a:xfrm>
            <a:off x="958739" y="6330772"/>
            <a:ext cx="297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Determined by demand</a:t>
            </a:r>
          </a:p>
        </p:txBody>
      </p:sp>
    </p:spTree>
    <p:extLst>
      <p:ext uri="{BB962C8B-B14F-4D97-AF65-F5344CB8AC3E}">
        <p14:creationId xmlns:p14="http://schemas.microsoft.com/office/powerpoint/2010/main" val="392230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2" grpId="0"/>
      <p:bldP spid="4" grpId="0"/>
      <p:bldP spid="6" grpId="0"/>
      <p:bldP spid="37" grpId="0" animBg="1"/>
      <p:bldP spid="3" grpId="0"/>
      <p:bldP spid="3" grpId="1"/>
      <p:bldP spid="13" grpId="0" animBg="1"/>
      <p:bldP spid="13" grpId="1" animBg="1"/>
      <p:bldP spid="14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32" grpId="0"/>
      <p:bldP spid="32" grpId="1"/>
      <p:bldP spid="33" grpId="0" animBg="1"/>
      <p:bldP spid="34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91770-0DD2-BB54-3287-EA7626CE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D9DD6B2-61CA-38C4-23B5-0664B3AE8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81BCB594-6355-75DE-DF52-01E7D1BE7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CF015-E271-A2D8-5329-F759C3E3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noProof="0" dirty="0"/>
              <a:t>The Matrix Representation</a:t>
            </a:r>
            <a:endParaRPr lang="en-US" sz="4900" noProof="0" dirty="0">
              <a:solidFill>
                <a:srgbClr val="7030A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DD1F14-1EB3-0B3E-B8F7-03AB0DAD6C58}"/>
              </a:ext>
            </a:extLst>
          </p:cNvPr>
          <p:cNvGrpSpPr/>
          <p:nvPr/>
        </p:nvGrpSpPr>
        <p:grpSpPr>
          <a:xfrm>
            <a:off x="3437467" y="2929467"/>
            <a:ext cx="2743200" cy="2057655"/>
            <a:chOff x="3437467" y="2929467"/>
            <a:chExt cx="2743200" cy="205765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ADBA47-68EF-11A3-7B3F-4AB59962B72F}"/>
                </a:ext>
              </a:extLst>
            </p:cNvPr>
            <p:cNvGrpSpPr/>
            <p:nvPr/>
          </p:nvGrpSpPr>
          <p:grpSpPr>
            <a:xfrm>
              <a:off x="3437467" y="2929467"/>
              <a:ext cx="2743200" cy="685800"/>
              <a:chOff x="3437467" y="2269066"/>
              <a:chExt cx="2743200" cy="6858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182CB62-8CA2-8772-C0D2-AF3852D5CE7D}"/>
                  </a:ext>
                </a:extLst>
              </p:cNvPr>
              <p:cNvSpPr/>
              <p:nvPr/>
            </p:nvSpPr>
            <p:spPr>
              <a:xfrm>
                <a:off x="34374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10B03D5-31F5-53BE-E0A1-DCD4012F4515}"/>
                  </a:ext>
                </a:extLst>
              </p:cNvPr>
              <p:cNvSpPr/>
              <p:nvPr/>
            </p:nvSpPr>
            <p:spPr>
              <a:xfrm>
                <a:off x="41232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E3A2B78-29A6-F911-32C6-43E6DB1725CC}"/>
                  </a:ext>
                </a:extLst>
              </p:cNvPr>
              <p:cNvSpPr/>
              <p:nvPr/>
            </p:nvSpPr>
            <p:spPr>
              <a:xfrm>
                <a:off x="48090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CA85B24-43E6-8B05-8547-66828BC1E50E}"/>
                  </a:ext>
                </a:extLst>
              </p:cNvPr>
              <p:cNvSpPr/>
              <p:nvPr/>
            </p:nvSpPr>
            <p:spPr>
              <a:xfrm>
                <a:off x="54948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8D10232-2796-F687-6A28-55C55AC0E1C0}"/>
                </a:ext>
              </a:extLst>
            </p:cNvPr>
            <p:cNvGrpSpPr/>
            <p:nvPr/>
          </p:nvGrpSpPr>
          <p:grpSpPr>
            <a:xfrm>
              <a:off x="3437467" y="3615522"/>
              <a:ext cx="2743200" cy="685800"/>
              <a:chOff x="3437467" y="2269066"/>
              <a:chExt cx="2743200" cy="6858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D2579BB-01E2-726C-949E-D63F0A444632}"/>
                  </a:ext>
                </a:extLst>
              </p:cNvPr>
              <p:cNvSpPr/>
              <p:nvPr/>
            </p:nvSpPr>
            <p:spPr>
              <a:xfrm>
                <a:off x="34374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D1B259-FE35-3425-EFCB-440A2503D6B2}"/>
                  </a:ext>
                </a:extLst>
              </p:cNvPr>
              <p:cNvSpPr/>
              <p:nvPr/>
            </p:nvSpPr>
            <p:spPr>
              <a:xfrm>
                <a:off x="41232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3E0E15-6A96-C756-7367-81FE19133EF8}"/>
                  </a:ext>
                </a:extLst>
              </p:cNvPr>
              <p:cNvSpPr/>
              <p:nvPr/>
            </p:nvSpPr>
            <p:spPr>
              <a:xfrm>
                <a:off x="48090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C0133CF-EBED-5EDF-B226-982A29646295}"/>
                  </a:ext>
                </a:extLst>
              </p:cNvPr>
              <p:cNvSpPr/>
              <p:nvPr/>
            </p:nvSpPr>
            <p:spPr>
              <a:xfrm>
                <a:off x="54948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A1410F-CBD2-1DAC-2D54-4CC465148D2A}"/>
                </a:ext>
              </a:extLst>
            </p:cNvPr>
            <p:cNvGrpSpPr/>
            <p:nvPr/>
          </p:nvGrpSpPr>
          <p:grpSpPr>
            <a:xfrm>
              <a:off x="3437467" y="4301322"/>
              <a:ext cx="2743200" cy="685800"/>
              <a:chOff x="3437467" y="2269066"/>
              <a:chExt cx="2743200" cy="68580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9DB9DA7-007A-ADF3-2158-9811EADF8CBF}"/>
                  </a:ext>
                </a:extLst>
              </p:cNvPr>
              <p:cNvSpPr/>
              <p:nvPr/>
            </p:nvSpPr>
            <p:spPr>
              <a:xfrm>
                <a:off x="34374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F5AB129-C0EA-DCED-B671-BEBED81A002C}"/>
                  </a:ext>
                </a:extLst>
              </p:cNvPr>
              <p:cNvSpPr/>
              <p:nvPr/>
            </p:nvSpPr>
            <p:spPr>
              <a:xfrm>
                <a:off x="41232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E6D1710-B40F-D723-FAA7-13293439D037}"/>
                  </a:ext>
                </a:extLst>
              </p:cNvPr>
              <p:cNvSpPr/>
              <p:nvPr/>
            </p:nvSpPr>
            <p:spPr>
              <a:xfrm>
                <a:off x="48090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198D05B-613A-1245-3520-32091269AB3B}"/>
                  </a:ext>
                </a:extLst>
              </p:cNvPr>
              <p:cNvSpPr/>
              <p:nvPr/>
            </p:nvSpPr>
            <p:spPr>
              <a:xfrm>
                <a:off x="5494867" y="2269066"/>
                <a:ext cx="685800" cy="685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7F00164-22A1-A1DC-C016-1D451ECFB400}"/>
              </a:ext>
            </a:extLst>
          </p:cNvPr>
          <p:cNvGrpSpPr/>
          <p:nvPr/>
        </p:nvGrpSpPr>
        <p:grpSpPr>
          <a:xfrm>
            <a:off x="3437467" y="2243667"/>
            <a:ext cx="5418666" cy="685800"/>
            <a:chOff x="3437467" y="2243667"/>
            <a:chExt cx="5418666" cy="6858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E583D41-0938-3A84-FD2C-BDE6445F8B59}"/>
                </a:ext>
              </a:extLst>
            </p:cNvPr>
            <p:cNvGrpSpPr/>
            <p:nvPr/>
          </p:nvGrpSpPr>
          <p:grpSpPr>
            <a:xfrm>
              <a:off x="3437467" y="2243667"/>
              <a:ext cx="2743200" cy="685800"/>
              <a:chOff x="3437467" y="2269066"/>
              <a:chExt cx="2743200" cy="685800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4C40256-DBE4-675A-1666-9FD4F58B448E}"/>
                  </a:ext>
                </a:extLst>
              </p:cNvPr>
              <p:cNvSpPr/>
              <p:nvPr/>
            </p:nvSpPr>
            <p:spPr>
              <a:xfrm>
                <a:off x="3437467" y="2269066"/>
                <a:ext cx="685800" cy="685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D604601-D6A4-3F0A-448B-7A4EEC904F60}"/>
                  </a:ext>
                </a:extLst>
              </p:cNvPr>
              <p:cNvSpPr/>
              <p:nvPr/>
            </p:nvSpPr>
            <p:spPr>
              <a:xfrm>
                <a:off x="4123267" y="2269066"/>
                <a:ext cx="685800" cy="685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EEADDB-5CD4-A8D2-439B-3F7704479D4D}"/>
                  </a:ext>
                </a:extLst>
              </p:cNvPr>
              <p:cNvSpPr/>
              <p:nvPr/>
            </p:nvSpPr>
            <p:spPr>
              <a:xfrm>
                <a:off x="4809067" y="2269066"/>
                <a:ext cx="685800" cy="685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560503C-88F9-42B8-8C94-0967EF1F369E}"/>
                  </a:ext>
                </a:extLst>
              </p:cNvPr>
              <p:cNvSpPr/>
              <p:nvPr/>
            </p:nvSpPr>
            <p:spPr>
              <a:xfrm>
                <a:off x="5494867" y="2269066"/>
                <a:ext cx="685800" cy="685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76C5B1D-3822-F6E0-DD6A-36CD1C7D601D}"/>
                </a:ext>
              </a:extLst>
            </p:cNvPr>
            <p:cNvGrpSpPr/>
            <p:nvPr/>
          </p:nvGrpSpPr>
          <p:grpSpPr>
            <a:xfrm>
              <a:off x="6305426" y="2401901"/>
              <a:ext cx="2550707" cy="369332"/>
              <a:chOff x="6305426" y="2401901"/>
              <a:chExt cx="2550707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D90DD057-F832-5C7F-B1F2-885E237B6DC0}"/>
                      </a:ext>
                    </a:extLst>
                  </p:cNvPr>
                  <p:cNvSpPr txBox="1"/>
                  <p:nvPr/>
                </p:nvSpPr>
                <p:spPr>
                  <a:xfrm>
                    <a:off x="7200651" y="2401901"/>
                    <a:ext cx="16554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Elements of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D90DD057-F832-5C7F-B1F2-885E237B6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00651" y="2401901"/>
                    <a:ext cx="1655482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941" t="-6557" b="-262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17852D2E-108B-0919-DF67-D316529AFEA6}"/>
                  </a:ext>
                </a:extLst>
              </p:cNvPr>
              <p:cNvSpPr/>
              <p:nvPr/>
            </p:nvSpPr>
            <p:spPr>
              <a:xfrm rot="10800000">
                <a:off x="6305426" y="2519912"/>
                <a:ext cx="770466" cy="137444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3DAD0E7-46E7-C5E6-7D3E-270B9272E454}"/>
              </a:ext>
            </a:extLst>
          </p:cNvPr>
          <p:cNvGrpSpPr/>
          <p:nvPr/>
        </p:nvGrpSpPr>
        <p:grpSpPr>
          <a:xfrm>
            <a:off x="755005" y="2929467"/>
            <a:ext cx="2682462" cy="2057400"/>
            <a:chOff x="755005" y="2929467"/>
            <a:chExt cx="2682462" cy="20574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2773FD7-7A2F-6D81-E6BE-E5C7C78FBE4A}"/>
                </a:ext>
              </a:extLst>
            </p:cNvPr>
            <p:cNvGrpSpPr/>
            <p:nvPr/>
          </p:nvGrpSpPr>
          <p:grpSpPr>
            <a:xfrm>
              <a:off x="2751667" y="2929467"/>
              <a:ext cx="685800" cy="2057400"/>
              <a:chOff x="2751667" y="2929467"/>
              <a:chExt cx="685800" cy="2057400"/>
            </a:xfrm>
            <a:solidFill>
              <a:schemeClr val="tx2">
                <a:lumMod val="10000"/>
                <a:lumOff val="90000"/>
              </a:schemeClr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FFAC6ED-E130-6E75-C2A9-C33A99356CAC}"/>
                  </a:ext>
                </a:extLst>
              </p:cNvPr>
              <p:cNvSpPr/>
              <p:nvPr/>
            </p:nvSpPr>
            <p:spPr>
              <a:xfrm>
                <a:off x="2751667" y="2929467"/>
                <a:ext cx="685800" cy="685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C6D950F-3C1B-5999-A871-CAB8F997E475}"/>
                  </a:ext>
                </a:extLst>
              </p:cNvPr>
              <p:cNvSpPr/>
              <p:nvPr/>
            </p:nvSpPr>
            <p:spPr>
              <a:xfrm>
                <a:off x="2751667" y="3615267"/>
                <a:ext cx="685800" cy="685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8B2746D-7BFB-792C-CCA9-EAD333AAC0A7}"/>
                  </a:ext>
                </a:extLst>
              </p:cNvPr>
              <p:cNvSpPr/>
              <p:nvPr/>
            </p:nvSpPr>
            <p:spPr>
              <a:xfrm>
                <a:off x="2751667" y="4301067"/>
                <a:ext cx="685800" cy="685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50D9161-3F78-EC54-24F3-ABEAC9B813B1}"/>
                </a:ext>
              </a:extLst>
            </p:cNvPr>
            <p:cNvGrpSpPr/>
            <p:nvPr/>
          </p:nvGrpSpPr>
          <p:grpSpPr>
            <a:xfrm>
              <a:off x="755005" y="3581401"/>
              <a:ext cx="1724204" cy="770466"/>
              <a:chOff x="7200651" y="2201334"/>
              <a:chExt cx="1724204" cy="7704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2494D6D-2D24-3910-D66E-B8CB753EE5F0}"/>
                      </a:ext>
                    </a:extLst>
                  </p:cNvPr>
                  <p:cNvSpPr txBox="1"/>
                  <p:nvPr/>
                </p:nvSpPr>
                <p:spPr>
                  <a:xfrm>
                    <a:off x="7200651" y="2401901"/>
                    <a:ext cx="16554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Elements of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2494D6D-2D24-3910-D66E-B8CB753EE5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00651" y="2401901"/>
                    <a:ext cx="1655482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321" t="-6557" b="-262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Arrow: Right 43">
                <a:extLst>
                  <a:ext uri="{FF2B5EF4-FFF2-40B4-BE49-F238E27FC236}">
                    <a16:creationId xmlns:a16="http://schemas.microsoft.com/office/drawing/2014/main" id="{A957CC1C-D146-F067-5A15-2902324BBFB7}"/>
                  </a:ext>
                </a:extLst>
              </p:cNvPr>
              <p:cNvSpPr/>
              <p:nvPr/>
            </p:nvSpPr>
            <p:spPr>
              <a:xfrm rot="5400000">
                <a:off x="8470900" y="2517845"/>
                <a:ext cx="770466" cy="137444"/>
              </a:xfrm>
              <a:prstGeom prst="rightArrow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9FF19DC-71D0-5B4B-9718-A71FF3FDD0A7}"/>
              </a:ext>
            </a:extLst>
          </p:cNvPr>
          <p:cNvGrpSpPr/>
          <p:nvPr/>
        </p:nvGrpSpPr>
        <p:grpSpPr>
          <a:xfrm>
            <a:off x="5944911" y="4295220"/>
            <a:ext cx="3074131" cy="652178"/>
            <a:chOff x="5817911" y="2681142"/>
            <a:chExt cx="3074131" cy="652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21AB068-D4A2-7D94-40F2-8C018DAC41AC}"/>
                    </a:ext>
                  </a:extLst>
                </p:cNvPr>
                <p:cNvSpPr txBox="1"/>
                <p:nvPr/>
              </p:nvSpPr>
              <p:spPr>
                <a:xfrm>
                  <a:off x="6576160" y="2686989"/>
                  <a:ext cx="231588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Two-element vector of payoffs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21AB068-D4A2-7D94-40F2-8C018DAC4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160" y="2686989"/>
                  <a:ext cx="2315882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368" t="-4717" b="-150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Arrow: Right 49">
              <a:extLst>
                <a:ext uri="{FF2B5EF4-FFF2-40B4-BE49-F238E27FC236}">
                  <a16:creationId xmlns:a16="http://schemas.microsoft.com/office/drawing/2014/main" id="{6C6F0A66-90BA-9018-784C-0FCB4051479F}"/>
                </a:ext>
              </a:extLst>
            </p:cNvPr>
            <p:cNvSpPr/>
            <p:nvPr/>
          </p:nvSpPr>
          <p:spPr>
            <a:xfrm rot="12393050">
              <a:off x="5817911" y="2681142"/>
              <a:ext cx="768096" cy="13716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EB5E16-4A19-4469-0CFD-D693CC4FDE08}"/>
              </a:ext>
            </a:extLst>
          </p:cNvPr>
          <p:cNvGrpSpPr/>
          <p:nvPr/>
        </p:nvGrpSpPr>
        <p:grpSpPr>
          <a:xfrm>
            <a:off x="1611391" y="1782511"/>
            <a:ext cx="3699699" cy="1675312"/>
            <a:chOff x="1611391" y="1782511"/>
            <a:chExt cx="3699699" cy="167531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16212B2-761B-BA62-0925-31D3BD5610A8}"/>
                </a:ext>
              </a:extLst>
            </p:cNvPr>
            <p:cNvSpPr txBox="1"/>
            <p:nvPr/>
          </p:nvSpPr>
          <p:spPr>
            <a:xfrm>
              <a:off x="1611391" y="3088491"/>
              <a:ext cx="1004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Player 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022631-118C-8515-AF5C-150D24864EBD}"/>
                </a:ext>
              </a:extLst>
            </p:cNvPr>
            <p:cNvSpPr txBox="1"/>
            <p:nvPr/>
          </p:nvSpPr>
          <p:spPr>
            <a:xfrm>
              <a:off x="4307043" y="1782511"/>
              <a:ext cx="1004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Player 2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170997F-6FBE-18C4-DC2E-A23ABC984295}"/>
              </a:ext>
            </a:extLst>
          </p:cNvPr>
          <p:cNvSpPr txBox="1"/>
          <p:nvPr/>
        </p:nvSpPr>
        <p:spPr>
          <a:xfrm>
            <a:off x="7720490" y="1752016"/>
            <a:ext cx="292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…not a finite game</a:t>
            </a:r>
          </a:p>
        </p:txBody>
      </p:sp>
      <p:pic>
        <p:nvPicPr>
          <p:cNvPr id="6" name="Graphic 5" descr="No sign outline">
            <a:extLst>
              <a:ext uri="{FF2B5EF4-FFF2-40B4-BE49-F238E27FC236}">
                <a16:creationId xmlns:a16="http://schemas.microsoft.com/office/drawing/2014/main" id="{6D7E602A-BC38-1E9C-D233-414447604D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94682" y="2154994"/>
            <a:ext cx="2860076" cy="286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3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860CE-7FAD-1727-3C4F-BB003F0C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6" name="Rectangle 315">
            <a:extLst>
              <a:ext uri="{FF2B5EF4-FFF2-40B4-BE49-F238E27FC236}">
                <a16:creationId xmlns:a16="http://schemas.microsoft.com/office/drawing/2014/main" id="{7EFF82DE-B19E-4301-7084-F95FFADE7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7DDD6-497E-877B-1ABF-E20BF695B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noProof="0" dirty="0">
                <a:solidFill>
                  <a:srgbClr val="00B050"/>
                </a:solidFill>
                <a:latin typeface="Univers Condensed" panose="020B0506020202050204" pitchFamily="34" charset="0"/>
              </a:rPr>
              <a:t>Bertrand</a:t>
            </a:r>
            <a:r>
              <a:rPr lang="en-US" sz="5400" noProof="0" dirty="0">
                <a:latin typeface="Univers Condensed" panose="020B0506020202050204" pitchFamily="34" charset="0"/>
              </a:rPr>
              <a:t> Duopoly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AECE3DD-B332-ECB2-0812-CDE7F02C7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968532" cy="1572768"/>
          </a:xfrm>
        </p:spPr>
        <p:txBody>
          <a:bodyPr>
            <a:normAutofit/>
          </a:bodyPr>
          <a:lstStyle/>
          <a:p>
            <a:pPr algn="l"/>
            <a:r>
              <a:rPr lang="en-US" noProof="0" dirty="0"/>
              <a:t>Continuous Strategy Spaces</a:t>
            </a:r>
          </a:p>
        </p:txBody>
      </p:sp>
      <p:sp>
        <p:nvSpPr>
          <p:cNvPr id="318" name="sketchy line">
            <a:extLst>
              <a:ext uri="{FF2B5EF4-FFF2-40B4-BE49-F238E27FC236}">
                <a16:creationId xmlns:a16="http://schemas.microsoft.com/office/drawing/2014/main" id="{56F7C48D-80B7-73B6-B0CF-0896404AB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12" name="Picture 311" descr="Pair of Atlantic Puffins">
            <a:extLst>
              <a:ext uri="{FF2B5EF4-FFF2-40B4-BE49-F238E27FC236}">
                <a16:creationId xmlns:a16="http://schemas.microsoft.com/office/drawing/2014/main" id="{5323878F-14D6-1E20-B9F7-A0D4D829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20" r="8623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8408AE-9622-9E75-51FB-A2917D789A6C}"/>
              </a:ext>
            </a:extLst>
          </p:cNvPr>
          <p:cNvSpPr txBox="1"/>
          <p:nvPr/>
        </p:nvSpPr>
        <p:spPr>
          <a:xfrm>
            <a:off x="888813" y="1613661"/>
            <a:ext cx="356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Economic Models of Competition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1E02A-B004-4DD0-C543-39D26F173352}"/>
              </a:ext>
            </a:extLst>
          </p:cNvPr>
          <p:cNvSpPr txBox="1"/>
          <p:nvPr/>
        </p:nvSpPr>
        <p:spPr>
          <a:xfrm>
            <a:off x="306630" y="5348903"/>
            <a:ext cx="396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Static</a:t>
            </a:r>
            <a:r>
              <a:rPr lang="en-US" dirty="0"/>
              <a:t> game of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complete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A9588-B31E-9F0A-00D0-C318AA885F4E}"/>
              </a:ext>
            </a:extLst>
          </p:cNvPr>
          <p:cNvSpPr txBox="1"/>
          <p:nvPr/>
        </p:nvSpPr>
        <p:spPr>
          <a:xfrm>
            <a:off x="2264291" y="5922444"/>
            <a:ext cx="304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Normal-form representation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CE3B76-C746-6F4F-8A98-C084DFC21351}"/>
              </a:ext>
            </a:extLst>
          </p:cNvPr>
          <p:cNvCxnSpPr/>
          <p:nvPr/>
        </p:nvCxnSpPr>
        <p:spPr>
          <a:xfrm>
            <a:off x="1391360" y="5718235"/>
            <a:ext cx="0" cy="378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EA1F30-4C74-500D-6462-EF5542280BFA}"/>
              </a:ext>
            </a:extLst>
          </p:cNvPr>
          <p:cNvCxnSpPr>
            <a:endCxn id="5" idx="1"/>
          </p:cNvCxnSpPr>
          <p:nvPr/>
        </p:nvCxnSpPr>
        <p:spPr>
          <a:xfrm>
            <a:off x="1382395" y="6107110"/>
            <a:ext cx="8818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AA5D62-1DCD-34E5-6FC0-B22CEE268998}"/>
              </a:ext>
            </a:extLst>
          </p:cNvPr>
          <p:cNvSpPr txBox="1"/>
          <p:nvPr/>
        </p:nvSpPr>
        <p:spPr>
          <a:xfrm>
            <a:off x="394753" y="192414"/>
            <a:ext cx="481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strategic interaction between two firms in which each firm attempts to maximize its profit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FFFC36-35D7-B57A-8326-D72FB6F1BDAE}"/>
              </a:ext>
            </a:extLst>
          </p:cNvPr>
          <p:cNvSpPr/>
          <p:nvPr/>
        </p:nvSpPr>
        <p:spPr>
          <a:xfrm>
            <a:off x="890338" y="3325906"/>
            <a:ext cx="1243262" cy="959223"/>
          </a:xfrm>
          <a:custGeom>
            <a:avLst/>
            <a:gdLst>
              <a:gd name="csX0" fmla="*/ 0 w 1243262"/>
              <a:gd name="csY0" fmla="*/ 479612 h 959223"/>
              <a:gd name="csX1" fmla="*/ 621631 w 1243262"/>
              <a:gd name="csY1" fmla="*/ 0 h 959223"/>
              <a:gd name="csX2" fmla="*/ 1243262 w 1243262"/>
              <a:gd name="csY2" fmla="*/ 479612 h 959223"/>
              <a:gd name="csX3" fmla="*/ 621631 w 1243262"/>
              <a:gd name="csY3" fmla="*/ 959224 h 959223"/>
              <a:gd name="csX4" fmla="*/ 0 w 1243262"/>
              <a:gd name="csY4" fmla="*/ 479612 h 9592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3262" h="959223" extrusionOk="0">
                <a:moveTo>
                  <a:pt x="0" y="479612"/>
                </a:moveTo>
                <a:cubicBezTo>
                  <a:pt x="-85444" y="162026"/>
                  <a:pt x="249680" y="10747"/>
                  <a:pt x="621631" y="0"/>
                </a:cubicBezTo>
                <a:cubicBezTo>
                  <a:pt x="979747" y="3115"/>
                  <a:pt x="1187364" y="216507"/>
                  <a:pt x="1243262" y="479612"/>
                </a:cubicBezTo>
                <a:cubicBezTo>
                  <a:pt x="1208581" y="778362"/>
                  <a:pt x="962952" y="970257"/>
                  <a:pt x="621631" y="959224"/>
                </a:cubicBezTo>
                <a:cubicBezTo>
                  <a:pt x="235564" y="935834"/>
                  <a:pt x="22500" y="755245"/>
                  <a:pt x="0" y="479612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BB4259-92A9-B080-6345-A811D71B213D}"/>
              </a:ext>
            </a:extLst>
          </p:cNvPr>
          <p:cNvCxnSpPr/>
          <p:nvPr/>
        </p:nvCxnSpPr>
        <p:spPr>
          <a:xfrm>
            <a:off x="989814" y="5099901"/>
            <a:ext cx="16214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844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60B59-807D-4EAF-B063-74FB7546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011C330-7EDC-0644-6ACC-A4197D458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3BE870A0-166A-57BE-72AE-6D217C1BF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31584-F267-F4C6-D0C7-590821383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noProof="0" dirty="0"/>
              <a:t>The Scenario</a:t>
            </a:r>
            <a:endParaRPr lang="en-US" sz="4900" noProof="0" dirty="0">
              <a:solidFill>
                <a:srgbClr val="7030A0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E2055A-0717-ACB0-80E2-94B64EA5D39E}"/>
              </a:ext>
            </a:extLst>
          </p:cNvPr>
          <p:cNvGrpSpPr/>
          <p:nvPr/>
        </p:nvGrpSpPr>
        <p:grpSpPr>
          <a:xfrm>
            <a:off x="689037" y="2403115"/>
            <a:ext cx="1480008" cy="4337502"/>
            <a:chOff x="689037" y="2403115"/>
            <a:chExt cx="1480008" cy="43375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A2362EC-D57A-97C7-4344-E9BA7AAAAC39}"/>
                </a:ext>
              </a:extLst>
            </p:cNvPr>
            <p:cNvGrpSpPr/>
            <p:nvPr/>
          </p:nvGrpSpPr>
          <p:grpSpPr>
            <a:xfrm>
              <a:off x="689037" y="2403115"/>
              <a:ext cx="1480008" cy="1740932"/>
              <a:chOff x="5048117" y="2589889"/>
              <a:chExt cx="1480008" cy="174093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DBFB83-84FB-BB88-6E76-38B042EA46F1}"/>
                  </a:ext>
                </a:extLst>
              </p:cNvPr>
              <p:cNvSpPr txBox="1"/>
              <p:nvPr/>
            </p:nvSpPr>
            <p:spPr>
              <a:xfrm>
                <a:off x="5373779" y="3961489"/>
                <a:ext cx="8618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Firm 1</a:t>
                </a:r>
              </a:p>
            </p:txBody>
          </p:sp>
          <p:pic>
            <p:nvPicPr>
              <p:cNvPr id="11" name="Picture 10" descr="A building with trees and windows&#10;&#10;Description automatically generated">
                <a:extLst>
                  <a:ext uri="{FF2B5EF4-FFF2-40B4-BE49-F238E27FC236}">
                    <a16:creationId xmlns:a16="http://schemas.microsoft.com/office/drawing/2014/main" id="{64704FCC-BD56-EB2F-1065-A15A9929E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35" r="7772"/>
              <a:stretch/>
            </p:blipFill>
            <p:spPr>
              <a:xfrm>
                <a:off x="5048117" y="2589889"/>
                <a:ext cx="1480008" cy="1371600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1EC5A1A-A316-295A-6C5F-5C949039FFC2}"/>
                </a:ext>
              </a:extLst>
            </p:cNvPr>
            <p:cNvGrpSpPr/>
            <p:nvPr/>
          </p:nvGrpSpPr>
          <p:grpSpPr>
            <a:xfrm>
              <a:off x="757881" y="4999685"/>
              <a:ext cx="1342321" cy="1740932"/>
              <a:chOff x="7706168" y="2589889"/>
              <a:chExt cx="1342321" cy="174093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186337-4772-9E28-D1E4-70A99B67B269}"/>
                  </a:ext>
                </a:extLst>
              </p:cNvPr>
              <p:cNvSpPr txBox="1"/>
              <p:nvPr/>
            </p:nvSpPr>
            <p:spPr>
              <a:xfrm>
                <a:off x="7959846" y="3961489"/>
                <a:ext cx="8349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Firm 2</a:t>
                </a:r>
              </a:p>
            </p:txBody>
          </p:sp>
          <p:pic>
            <p:nvPicPr>
              <p:cNvPr id="13" name="Picture 12" descr="A blue building with trees and grass&#10;&#10;Description automatically generated">
                <a:extLst>
                  <a:ext uri="{FF2B5EF4-FFF2-40B4-BE49-F238E27FC236}">
                    <a16:creationId xmlns:a16="http://schemas.microsoft.com/office/drawing/2014/main" id="{BDD8A44C-86F8-AD69-115C-3374D37393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345" t="10081" r="13185" b="11780"/>
              <a:stretch/>
            </p:blipFill>
            <p:spPr>
              <a:xfrm>
                <a:off x="7706168" y="2589889"/>
                <a:ext cx="1342321" cy="1371600"/>
              </a:xfrm>
              <a:prstGeom prst="rect">
                <a:avLst/>
              </a:prstGeom>
            </p:spPr>
          </p:pic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E8A25A-8F61-446D-85A1-26348AB7E84B}"/>
              </a:ext>
            </a:extLst>
          </p:cNvPr>
          <p:cNvGrpSpPr/>
          <p:nvPr/>
        </p:nvGrpSpPr>
        <p:grpSpPr>
          <a:xfrm>
            <a:off x="4690569" y="2945748"/>
            <a:ext cx="4897304" cy="3143060"/>
            <a:chOff x="4764783" y="1058788"/>
            <a:chExt cx="4897304" cy="31430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3B9932-F9F0-0C8B-F8C7-38624AC9AFDB}"/>
                </a:ext>
              </a:extLst>
            </p:cNvPr>
            <p:cNvSpPr txBox="1"/>
            <p:nvPr/>
          </p:nvSpPr>
          <p:spPr>
            <a:xfrm>
              <a:off x="6688375" y="3832516"/>
              <a:ext cx="1050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 Market</a:t>
              </a:r>
            </a:p>
          </p:txBody>
        </p:sp>
        <p:pic>
          <p:nvPicPr>
            <p:cNvPr id="17" name="Picture 16" descr="A group of people at a farmers market&#10;&#10;Description automatically generated">
              <a:extLst>
                <a:ext uri="{FF2B5EF4-FFF2-40B4-BE49-F238E27FC236}">
                  <a16:creationId xmlns:a16="http://schemas.microsoft.com/office/drawing/2014/main" id="{5C7B5876-B7AE-7CF5-A4EC-5F4082B1B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4783" y="1058788"/>
              <a:ext cx="4897304" cy="2743200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6F44925-D3A9-32FB-354E-5A5CD2BFE91A}"/>
              </a:ext>
            </a:extLst>
          </p:cNvPr>
          <p:cNvGrpSpPr/>
          <p:nvPr/>
        </p:nvGrpSpPr>
        <p:grpSpPr>
          <a:xfrm>
            <a:off x="2100202" y="3088915"/>
            <a:ext cx="1760535" cy="2596570"/>
            <a:chOff x="2100202" y="3088915"/>
            <a:chExt cx="1760535" cy="259657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4D4568B-EF6E-E3BF-CF77-511E65A255E5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>
              <a:off x="2169045" y="3088915"/>
              <a:ext cx="829832" cy="1239798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8BE1DE6-7BFA-E25B-D5B6-543DE5461D00}"/>
                </a:ext>
              </a:extLst>
            </p:cNvPr>
            <p:cNvCxnSpPr>
              <a:cxnSpLocks/>
              <a:stCxn id="13" idx="3"/>
              <a:endCxn id="7" idx="1"/>
            </p:cNvCxnSpPr>
            <p:nvPr/>
          </p:nvCxnSpPr>
          <p:spPr>
            <a:xfrm flipV="1">
              <a:off x="2100202" y="4328713"/>
              <a:ext cx="898675" cy="1356772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984DDE-90F7-5C60-7A6B-9473F97203E3}"/>
                </a:ext>
              </a:extLst>
            </p:cNvPr>
            <p:cNvSpPr txBox="1"/>
            <p:nvPr/>
          </p:nvSpPr>
          <p:spPr>
            <a:xfrm>
              <a:off x="2998877" y="4144047"/>
              <a:ext cx="861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Good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5D2B2B-89D3-48C7-60E5-5B3F36153372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 flipV="1">
            <a:off x="3860737" y="4317348"/>
            <a:ext cx="829832" cy="11365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41353AA-4B60-8970-9EB1-52B13B146B29}"/>
              </a:ext>
            </a:extLst>
          </p:cNvPr>
          <p:cNvSpPr txBox="1"/>
          <p:nvPr/>
        </p:nvSpPr>
        <p:spPr>
          <a:xfrm>
            <a:off x="873906" y="4317348"/>
            <a:ext cx="1110271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Compete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D107D7-780C-B6A5-606E-1CBA5765AB44}"/>
              </a:ext>
            </a:extLst>
          </p:cNvPr>
          <p:cNvSpPr txBox="1"/>
          <p:nvPr/>
        </p:nvSpPr>
        <p:spPr>
          <a:xfrm>
            <a:off x="9784133" y="3853250"/>
            <a:ext cx="1934032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price to set for the good?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F8C14-41C8-08F1-635C-B0F2924CDBC9}"/>
              </a:ext>
            </a:extLst>
          </p:cNvPr>
          <p:cNvSpPr txBox="1"/>
          <p:nvPr/>
        </p:nvSpPr>
        <p:spPr>
          <a:xfrm>
            <a:off x="5145742" y="1176531"/>
            <a:ext cx="3663484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by each firm independently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Different for each firm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E6183E-6EDB-FE8A-C34D-60D60CB52B9A}"/>
              </a:ext>
            </a:extLst>
          </p:cNvPr>
          <p:cNvSpPr txBox="1"/>
          <p:nvPr/>
        </p:nvSpPr>
        <p:spPr>
          <a:xfrm>
            <a:off x="5145743" y="305725"/>
            <a:ext cx="3663484" cy="646331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Production Costs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Depend on quantity produced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FFBC299-0655-A044-C6F6-50913783C852}"/>
              </a:ext>
            </a:extLst>
          </p:cNvPr>
          <p:cNvGrpSpPr/>
          <p:nvPr/>
        </p:nvGrpSpPr>
        <p:grpSpPr>
          <a:xfrm>
            <a:off x="8915617" y="609732"/>
            <a:ext cx="1344512" cy="1316893"/>
            <a:chOff x="10751149" y="898406"/>
            <a:chExt cx="1344512" cy="1316893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FDF4C73-EE51-E3F9-C636-B645D7D5755E}"/>
                </a:ext>
              </a:extLst>
            </p:cNvPr>
            <p:cNvSpPr txBox="1"/>
            <p:nvPr/>
          </p:nvSpPr>
          <p:spPr>
            <a:xfrm>
              <a:off x="11147284" y="1366106"/>
              <a:ext cx="948377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Profits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Right Brace 52">
              <a:extLst>
                <a:ext uri="{FF2B5EF4-FFF2-40B4-BE49-F238E27FC236}">
                  <a16:creationId xmlns:a16="http://schemas.microsoft.com/office/drawing/2014/main" id="{7A41428E-213D-B7F2-E97E-7915056FA8DC}"/>
                </a:ext>
              </a:extLst>
            </p:cNvPr>
            <p:cNvSpPr/>
            <p:nvPr/>
          </p:nvSpPr>
          <p:spPr>
            <a:xfrm>
              <a:off x="10751149" y="898406"/>
              <a:ext cx="363053" cy="131689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FB980EA-6105-8569-DFED-CD8C614CBA68}"/>
              </a:ext>
            </a:extLst>
          </p:cNvPr>
          <p:cNvGrpSpPr/>
          <p:nvPr/>
        </p:nvGrpSpPr>
        <p:grpSpPr>
          <a:xfrm>
            <a:off x="2353913" y="3075057"/>
            <a:ext cx="1223704" cy="2200511"/>
            <a:chOff x="2353913" y="3075057"/>
            <a:chExt cx="1223704" cy="2200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DC7AA27-DA12-154C-2BC4-2EB0D3DB8E7D}"/>
                    </a:ext>
                  </a:extLst>
                </p:cNvPr>
                <p:cNvSpPr txBox="1"/>
                <p:nvPr/>
              </p:nvSpPr>
              <p:spPr>
                <a:xfrm>
                  <a:off x="2693435" y="3429000"/>
                  <a:ext cx="2690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DC7AA27-DA12-154C-2BC4-2EB0D3DB8E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435" y="3429000"/>
                  <a:ext cx="26904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2727" r="-6818" b="-2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8865ACB-B53A-12B2-514A-18F6C4FECCED}"/>
                    </a:ext>
                  </a:extLst>
                </p:cNvPr>
                <p:cNvSpPr txBox="1"/>
                <p:nvPr/>
              </p:nvSpPr>
              <p:spPr>
                <a:xfrm>
                  <a:off x="2693435" y="4998569"/>
                  <a:ext cx="2743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8865ACB-B53A-12B2-514A-18F6C4FECC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435" y="4998569"/>
                  <a:ext cx="274369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2222" r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C76EA0E-1E29-92CD-E01E-746E2AD2FA3B}"/>
                </a:ext>
              </a:extLst>
            </p:cNvPr>
            <p:cNvSpPr txBox="1"/>
            <p:nvPr/>
          </p:nvSpPr>
          <p:spPr>
            <a:xfrm>
              <a:off x="2353913" y="3075057"/>
              <a:ext cx="1223704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Quantities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F07AECB-E8DA-2E74-0B7F-62BCE71348E3}"/>
              </a:ext>
            </a:extLst>
          </p:cNvPr>
          <p:cNvGrpSpPr/>
          <p:nvPr/>
        </p:nvGrpSpPr>
        <p:grpSpPr>
          <a:xfrm>
            <a:off x="572493" y="1777678"/>
            <a:ext cx="2141503" cy="599547"/>
            <a:chOff x="3577616" y="5700313"/>
            <a:chExt cx="2141503" cy="59954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6ECB148-703C-073E-3014-CEDB5CA3903F}"/>
                </a:ext>
              </a:extLst>
            </p:cNvPr>
            <p:cNvSpPr txBox="1"/>
            <p:nvPr/>
          </p:nvSpPr>
          <p:spPr>
            <a:xfrm>
              <a:off x="3577616" y="5700313"/>
              <a:ext cx="2141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Production Costs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9A51BF43-7177-D2E7-F3BA-F12411FF9ADF}"/>
                    </a:ext>
                  </a:extLst>
                </p:cNvPr>
                <p:cNvSpPr txBox="1"/>
                <p:nvPr/>
              </p:nvSpPr>
              <p:spPr>
                <a:xfrm>
                  <a:off x="4073979" y="6007857"/>
                  <a:ext cx="1261884" cy="2920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  <m:sSubSup>
                          <m:sSubSup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  <m:sup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9A51BF43-7177-D2E7-F3BA-F12411FF9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3979" y="6007857"/>
                  <a:ext cx="1261884" cy="292003"/>
                </a:xfrm>
                <a:prstGeom prst="rect">
                  <a:avLst/>
                </a:prstGeom>
                <a:blipFill>
                  <a:blip r:embed="rId7"/>
                  <a:stretch>
                    <a:fillRect l="-2415" r="-966" b="-229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71DD7-EF89-052B-CE00-22B948760B4E}"/>
              </a:ext>
            </a:extLst>
          </p:cNvPr>
          <p:cNvSpPr txBox="1"/>
          <p:nvPr/>
        </p:nvSpPr>
        <p:spPr>
          <a:xfrm>
            <a:off x="10091798" y="5029124"/>
            <a:ext cx="1328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Maximize profits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57187-F5D3-C713-DE53-37A6380DF748}"/>
              </a:ext>
            </a:extLst>
          </p:cNvPr>
          <p:cNvSpPr txBox="1"/>
          <p:nvPr/>
        </p:nvSpPr>
        <p:spPr>
          <a:xfrm>
            <a:off x="9722597" y="2879724"/>
            <a:ext cx="2057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Independently &amp; simultaneously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Real time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A6CED3-6E71-4EE9-0CF2-4D1C69E24263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10300831" y="289161"/>
            <a:chExt cx="1630623" cy="783751"/>
          </a:xfrm>
        </p:grpSpPr>
        <p:pic>
          <p:nvPicPr>
            <p:cNvPr id="1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27798B1C-A59E-BDBB-B074-5C4A1B1C21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10300831" y="289161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6ED8AA-BF0D-C39B-D50C-6F528AA65B1E}"/>
                </a:ext>
              </a:extLst>
            </p:cNvPr>
            <p:cNvSpPr txBox="1"/>
            <p:nvPr/>
          </p:nvSpPr>
          <p:spPr>
            <a:xfrm rot="352725">
              <a:off x="10419957" y="485425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3CA42B9-898F-11CF-88C8-A8E9C99DA39F}"/>
              </a:ext>
            </a:extLst>
          </p:cNvPr>
          <p:cNvSpPr txBox="1"/>
          <p:nvPr/>
        </p:nvSpPr>
        <p:spPr>
          <a:xfrm rot="21187837">
            <a:off x="248182" y="217554"/>
            <a:ext cx="1251446" cy="584775"/>
          </a:xfrm>
          <a:custGeom>
            <a:avLst/>
            <a:gdLst>
              <a:gd name="csX0" fmla="*/ 0 w 1251446"/>
              <a:gd name="csY0" fmla="*/ 0 h 584775"/>
              <a:gd name="csX1" fmla="*/ 417149 w 1251446"/>
              <a:gd name="csY1" fmla="*/ 0 h 584775"/>
              <a:gd name="csX2" fmla="*/ 821783 w 1251446"/>
              <a:gd name="csY2" fmla="*/ 0 h 584775"/>
              <a:gd name="csX3" fmla="*/ 1251446 w 1251446"/>
              <a:gd name="csY3" fmla="*/ 0 h 584775"/>
              <a:gd name="csX4" fmla="*/ 1251446 w 1251446"/>
              <a:gd name="csY4" fmla="*/ 584775 h 584775"/>
              <a:gd name="csX5" fmla="*/ 871841 w 1251446"/>
              <a:gd name="csY5" fmla="*/ 584775 h 584775"/>
              <a:gd name="csX6" fmla="*/ 429663 w 1251446"/>
              <a:gd name="csY6" fmla="*/ 584775 h 584775"/>
              <a:gd name="csX7" fmla="*/ 0 w 1251446"/>
              <a:gd name="csY7" fmla="*/ 584775 h 584775"/>
              <a:gd name="csX8" fmla="*/ 0 w 1251446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51446" h="584775" extrusionOk="0">
                <a:moveTo>
                  <a:pt x="0" y="0"/>
                </a:moveTo>
                <a:cubicBezTo>
                  <a:pt x="120128" y="-36213"/>
                  <a:pt x="320707" y="43644"/>
                  <a:pt x="417149" y="0"/>
                </a:cubicBezTo>
                <a:cubicBezTo>
                  <a:pt x="513591" y="-43644"/>
                  <a:pt x="684817" y="46945"/>
                  <a:pt x="821783" y="0"/>
                </a:cubicBezTo>
                <a:cubicBezTo>
                  <a:pt x="958749" y="-46945"/>
                  <a:pt x="1044453" y="21079"/>
                  <a:pt x="1251446" y="0"/>
                </a:cubicBezTo>
                <a:cubicBezTo>
                  <a:pt x="1320169" y="245595"/>
                  <a:pt x="1236010" y="341902"/>
                  <a:pt x="1251446" y="584775"/>
                </a:cubicBezTo>
                <a:cubicBezTo>
                  <a:pt x="1114819" y="621758"/>
                  <a:pt x="1013164" y="569537"/>
                  <a:pt x="871841" y="584775"/>
                </a:cubicBezTo>
                <a:cubicBezTo>
                  <a:pt x="730519" y="600013"/>
                  <a:pt x="644359" y="537908"/>
                  <a:pt x="429663" y="584775"/>
                </a:cubicBezTo>
                <a:cubicBezTo>
                  <a:pt x="214967" y="631642"/>
                  <a:pt x="99715" y="537981"/>
                  <a:pt x="0" y="584775"/>
                </a:cubicBezTo>
                <a:cubicBezTo>
                  <a:pt x="-29521" y="428766"/>
                  <a:pt x="14169" y="23545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49963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Dynamic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Flexible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2FCA73-AC98-A897-8F05-FDD76590BEFA}"/>
              </a:ext>
            </a:extLst>
          </p:cNvPr>
          <p:cNvSpPr txBox="1"/>
          <p:nvPr/>
        </p:nvSpPr>
        <p:spPr>
          <a:xfrm>
            <a:off x="2920077" y="4575224"/>
            <a:ext cx="1654467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Homogeneous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6AB069-0F9E-B372-0A96-69D01AA1A9D1}"/>
                  </a:ext>
                </a:extLst>
              </p:cNvPr>
              <p:cNvSpPr txBox="1"/>
              <p:nvPr/>
            </p:nvSpPr>
            <p:spPr>
              <a:xfrm>
                <a:off x="2286134" y="6278441"/>
                <a:ext cx="4808870" cy="369332"/>
              </a:xfrm>
              <a:custGeom>
                <a:avLst/>
                <a:gdLst>
                  <a:gd name="csX0" fmla="*/ 0 w 4808870"/>
                  <a:gd name="csY0" fmla="*/ 0 h 369332"/>
                  <a:gd name="csX1" fmla="*/ 438141 w 4808870"/>
                  <a:gd name="csY1" fmla="*/ 0 h 369332"/>
                  <a:gd name="csX2" fmla="*/ 924372 w 4808870"/>
                  <a:gd name="csY2" fmla="*/ 0 h 369332"/>
                  <a:gd name="csX3" fmla="*/ 1362513 w 4808870"/>
                  <a:gd name="csY3" fmla="*/ 0 h 369332"/>
                  <a:gd name="csX4" fmla="*/ 1944921 w 4808870"/>
                  <a:gd name="csY4" fmla="*/ 0 h 369332"/>
                  <a:gd name="csX5" fmla="*/ 2479240 w 4808870"/>
                  <a:gd name="csY5" fmla="*/ 0 h 369332"/>
                  <a:gd name="csX6" fmla="*/ 3013559 w 4808870"/>
                  <a:gd name="csY6" fmla="*/ 0 h 369332"/>
                  <a:gd name="csX7" fmla="*/ 3644055 w 4808870"/>
                  <a:gd name="csY7" fmla="*/ 0 h 369332"/>
                  <a:gd name="csX8" fmla="*/ 4226462 w 4808870"/>
                  <a:gd name="csY8" fmla="*/ 0 h 369332"/>
                  <a:gd name="csX9" fmla="*/ 4808870 w 4808870"/>
                  <a:gd name="csY9" fmla="*/ 0 h 369332"/>
                  <a:gd name="csX10" fmla="*/ 4808870 w 4808870"/>
                  <a:gd name="csY10" fmla="*/ 369332 h 369332"/>
                  <a:gd name="csX11" fmla="*/ 4418817 w 4808870"/>
                  <a:gd name="csY11" fmla="*/ 369332 h 369332"/>
                  <a:gd name="csX12" fmla="*/ 3980676 w 4808870"/>
                  <a:gd name="csY12" fmla="*/ 369332 h 369332"/>
                  <a:gd name="csX13" fmla="*/ 3398268 w 4808870"/>
                  <a:gd name="csY13" fmla="*/ 369332 h 369332"/>
                  <a:gd name="csX14" fmla="*/ 2767772 w 4808870"/>
                  <a:gd name="csY14" fmla="*/ 369332 h 369332"/>
                  <a:gd name="csX15" fmla="*/ 2281542 w 4808870"/>
                  <a:gd name="csY15" fmla="*/ 369332 h 369332"/>
                  <a:gd name="csX16" fmla="*/ 1651045 w 4808870"/>
                  <a:gd name="csY16" fmla="*/ 369332 h 369332"/>
                  <a:gd name="csX17" fmla="*/ 1212904 w 4808870"/>
                  <a:gd name="csY17" fmla="*/ 369332 h 369332"/>
                  <a:gd name="csX18" fmla="*/ 822851 w 4808870"/>
                  <a:gd name="csY18" fmla="*/ 369332 h 369332"/>
                  <a:gd name="csX19" fmla="*/ 0 w 4808870"/>
                  <a:gd name="csY19" fmla="*/ 369332 h 369332"/>
                  <a:gd name="csX20" fmla="*/ 0 w 4808870"/>
                  <a:gd name="csY20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4808870" h="369332" fill="none" extrusionOk="0">
                    <a:moveTo>
                      <a:pt x="0" y="0"/>
                    </a:moveTo>
                    <a:cubicBezTo>
                      <a:pt x="209756" y="-44318"/>
                      <a:pt x="318912" y="39104"/>
                      <a:pt x="438141" y="0"/>
                    </a:cubicBezTo>
                    <a:cubicBezTo>
                      <a:pt x="557370" y="-39104"/>
                      <a:pt x="696131" y="46569"/>
                      <a:pt x="924372" y="0"/>
                    </a:cubicBezTo>
                    <a:cubicBezTo>
                      <a:pt x="1152613" y="-46569"/>
                      <a:pt x="1200378" y="38652"/>
                      <a:pt x="1362513" y="0"/>
                    </a:cubicBezTo>
                    <a:cubicBezTo>
                      <a:pt x="1524648" y="-38652"/>
                      <a:pt x="1825768" y="23164"/>
                      <a:pt x="1944921" y="0"/>
                    </a:cubicBezTo>
                    <a:cubicBezTo>
                      <a:pt x="2064074" y="-23164"/>
                      <a:pt x="2224365" y="22588"/>
                      <a:pt x="2479240" y="0"/>
                    </a:cubicBezTo>
                    <a:cubicBezTo>
                      <a:pt x="2734115" y="-22588"/>
                      <a:pt x="2868775" y="63785"/>
                      <a:pt x="3013559" y="0"/>
                    </a:cubicBezTo>
                    <a:cubicBezTo>
                      <a:pt x="3158343" y="-63785"/>
                      <a:pt x="3433010" y="64941"/>
                      <a:pt x="3644055" y="0"/>
                    </a:cubicBezTo>
                    <a:cubicBezTo>
                      <a:pt x="3855100" y="-64941"/>
                      <a:pt x="4045947" y="18590"/>
                      <a:pt x="4226462" y="0"/>
                    </a:cubicBezTo>
                    <a:cubicBezTo>
                      <a:pt x="4406977" y="-18590"/>
                      <a:pt x="4595010" y="50360"/>
                      <a:pt x="4808870" y="0"/>
                    </a:cubicBezTo>
                    <a:cubicBezTo>
                      <a:pt x="4842899" y="106438"/>
                      <a:pt x="4771120" y="213441"/>
                      <a:pt x="4808870" y="369332"/>
                    </a:cubicBezTo>
                    <a:cubicBezTo>
                      <a:pt x="4712686" y="415522"/>
                      <a:pt x="4505241" y="322927"/>
                      <a:pt x="4418817" y="369332"/>
                    </a:cubicBezTo>
                    <a:cubicBezTo>
                      <a:pt x="4332393" y="415737"/>
                      <a:pt x="4084400" y="352032"/>
                      <a:pt x="3980676" y="369332"/>
                    </a:cubicBezTo>
                    <a:cubicBezTo>
                      <a:pt x="3876952" y="386632"/>
                      <a:pt x="3561471" y="303405"/>
                      <a:pt x="3398268" y="369332"/>
                    </a:cubicBezTo>
                    <a:cubicBezTo>
                      <a:pt x="3235065" y="435259"/>
                      <a:pt x="2894377" y="320893"/>
                      <a:pt x="2767772" y="369332"/>
                    </a:cubicBezTo>
                    <a:cubicBezTo>
                      <a:pt x="2641167" y="417771"/>
                      <a:pt x="2517555" y="314028"/>
                      <a:pt x="2281542" y="369332"/>
                    </a:cubicBezTo>
                    <a:cubicBezTo>
                      <a:pt x="2045529" y="424636"/>
                      <a:pt x="1947789" y="323413"/>
                      <a:pt x="1651045" y="369332"/>
                    </a:cubicBezTo>
                    <a:cubicBezTo>
                      <a:pt x="1354301" y="415251"/>
                      <a:pt x="1343704" y="327171"/>
                      <a:pt x="1212904" y="369332"/>
                    </a:cubicBezTo>
                    <a:cubicBezTo>
                      <a:pt x="1082104" y="411493"/>
                      <a:pt x="929584" y="357107"/>
                      <a:pt x="822851" y="369332"/>
                    </a:cubicBezTo>
                    <a:cubicBezTo>
                      <a:pt x="716118" y="381557"/>
                      <a:pt x="345652" y="333969"/>
                      <a:pt x="0" y="369332"/>
                    </a:cubicBezTo>
                    <a:cubicBezTo>
                      <a:pt x="-7895" y="236070"/>
                      <a:pt x="6912" y="155374"/>
                      <a:pt x="0" y="0"/>
                    </a:cubicBezTo>
                    <a:close/>
                  </a:path>
                  <a:path w="4808870" h="369332" stroke="0" extrusionOk="0">
                    <a:moveTo>
                      <a:pt x="0" y="0"/>
                    </a:moveTo>
                    <a:cubicBezTo>
                      <a:pt x="219781" y="-9083"/>
                      <a:pt x="307347" y="38101"/>
                      <a:pt x="486230" y="0"/>
                    </a:cubicBezTo>
                    <a:cubicBezTo>
                      <a:pt x="665113" y="-38101"/>
                      <a:pt x="781534" y="45382"/>
                      <a:pt x="876283" y="0"/>
                    </a:cubicBezTo>
                    <a:cubicBezTo>
                      <a:pt x="971032" y="-45382"/>
                      <a:pt x="1306749" y="42099"/>
                      <a:pt x="1506779" y="0"/>
                    </a:cubicBezTo>
                    <a:cubicBezTo>
                      <a:pt x="1706809" y="-42099"/>
                      <a:pt x="1780355" y="12202"/>
                      <a:pt x="1993009" y="0"/>
                    </a:cubicBezTo>
                    <a:cubicBezTo>
                      <a:pt x="2205663" y="-12202"/>
                      <a:pt x="2375674" y="5203"/>
                      <a:pt x="2479240" y="0"/>
                    </a:cubicBezTo>
                    <a:cubicBezTo>
                      <a:pt x="2582806" y="-5203"/>
                      <a:pt x="2945627" y="61384"/>
                      <a:pt x="3109736" y="0"/>
                    </a:cubicBezTo>
                    <a:cubicBezTo>
                      <a:pt x="3273845" y="-61384"/>
                      <a:pt x="3421671" y="22589"/>
                      <a:pt x="3547877" y="0"/>
                    </a:cubicBezTo>
                    <a:cubicBezTo>
                      <a:pt x="3674083" y="-22589"/>
                      <a:pt x="4013596" y="53688"/>
                      <a:pt x="4178374" y="0"/>
                    </a:cubicBezTo>
                    <a:cubicBezTo>
                      <a:pt x="4343152" y="-53688"/>
                      <a:pt x="4502308" y="66976"/>
                      <a:pt x="4808870" y="0"/>
                    </a:cubicBezTo>
                    <a:cubicBezTo>
                      <a:pt x="4825990" y="100193"/>
                      <a:pt x="4775795" y="257057"/>
                      <a:pt x="4808870" y="369332"/>
                    </a:cubicBezTo>
                    <a:cubicBezTo>
                      <a:pt x="4661250" y="386885"/>
                      <a:pt x="4463954" y="317429"/>
                      <a:pt x="4274551" y="369332"/>
                    </a:cubicBezTo>
                    <a:cubicBezTo>
                      <a:pt x="4085148" y="421235"/>
                      <a:pt x="3986268" y="365486"/>
                      <a:pt x="3788321" y="369332"/>
                    </a:cubicBezTo>
                    <a:cubicBezTo>
                      <a:pt x="3590374" y="373178"/>
                      <a:pt x="3435510" y="342478"/>
                      <a:pt x="3157825" y="369332"/>
                    </a:cubicBezTo>
                    <a:cubicBezTo>
                      <a:pt x="2880140" y="396186"/>
                      <a:pt x="2736032" y="365032"/>
                      <a:pt x="2527328" y="369332"/>
                    </a:cubicBezTo>
                    <a:cubicBezTo>
                      <a:pt x="2318624" y="373632"/>
                      <a:pt x="2189830" y="340661"/>
                      <a:pt x="2089187" y="369332"/>
                    </a:cubicBezTo>
                    <a:cubicBezTo>
                      <a:pt x="1988544" y="398003"/>
                      <a:pt x="1759495" y="307684"/>
                      <a:pt x="1554868" y="369332"/>
                    </a:cubicBezTo>
                    <a:cubicBezTo>
                      <a:pt x="1350241" y="430980"/>
                      <a:pt x="1119295" y="319920"/>
                      <a:pt x="924372" y="369332"/>
                    </a:cubicBezTo>
                    <a:cubicBezTo>
                      <a:pt x="729449" y="418744"/>
                      <a:pt x="412466" y="263144"/>
                      <a:pt x="0" y="369332"/>
                    </a:cubicBezTo>
                    <a:cubicBezTo>
                      <a:pt x="-40318" y="228999"/>
                      <a:pt x="8008" y="159412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𝑃𝑟𝑜𝑓𝑖𝑡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𝑆𝑎𝑙𝑒𝑠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𝑅𝑒𝑣𝑒𝑛𝑢𝑒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–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𝑃𝑟𝑜𝑑𝑢𝑐𝑡𝑖𝑜𝑛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𝐶𝑜𝑠𝑡𝑠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6AB069-0F9E-B372-0A96-69D01AA1A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134" y="6278441"/>
                <a:ext cx="4808870" cy="369332"/>
              </a:xfrm>
              <a:prstGeom prst="rect">
                <a:avLst/>
              </a:prstGeom>
              <a:blipFill>
                <a:blip r:embed="rId9"/>
                <a:stretch>
                  <a:fillRect b="-2778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808870"/>
                          <a:gd name="csY0" fmla="*/ 0 h 369332"/>
                          <a:gd name="csX1" fmla="*/ 438141 w 4808870"/>
                          <a:gd name="csY1" fmla="*/ 0 h 369332"/>
                          <a:gd name="csX2" fmla="*/ 924372 w 4808870"/>
                          <a:gd name="csY2" fmla="*/ 0 h 369332"/>
                          <a:gd name="csX3" fmla="*/ 1362513 w 4808870"/>
                          <a:gd name="csY3" fmla="*/ 0 h 369332"/>
                          <a:gd name="csX4" fmla="*/ 1944921 w 4808870"/>
                          <a:gd name="csY4" fmla="*/ 0 h 369332"/>
                          <a:gd name="csX5" fmla="*/ 2479240 w 4808870"/>
                          <a:gd name="csY5" fmla="*/ 0 h 369332"/>
                          <a:gd name="csX6" fmla="*/ 3013559 w 4808870"/>
                          <a:gd name="csY6" fmla="*/ 0 h 369332"/>
                          <a:gd name="csX7" fmla="*/ 3644055 w 4808870"/>
                          <a:gd name="csY7" fmla="*/ 0 h 369332"/>
                          <a:gd name="csX8" fmla="*/ 4226462 w 4808870"/>
                          <a:gd name="csY8" fmla="*/ 0 h 369332"/>
                          <a:gd name="csX9" fmla="*/ 4808870 w 4808870"/>
                          <a:gd name="csY9" fmla="*/ 0 h 369332"/>
                          <a:gd name="csX10" fmla="*/ 4808870 w 4808870"/>
                          <a:gd name="csY10" fmla="*/ 369332 h 369332"/>
                          <a:gd name="csX11" fmla="*/ 4418817 w 4808870"/>
                          <a:gd name="csY11" fmla="*/ 369332 h 369332"/>
                          <a:gd name="csX12" fmla="*/ 3980676 w 4808870"/>
                          <a:gd name="csY12" fmla="*/ 369332 h 369332"/>
                          <a:gd name="csX13" fmla="*/ 3398268 w 4808870"/>
                          <a:gd name="csY13" fmla="*/ 369332 h 369332"/>
                          <a:gd name="csX14" fmla="*/ 2767772 w 4808870"/>
                          <a:gd name="csY14" fmla="*/ 369332 h 369332"/>
                          <a:gd name="csX15" fmla="*/ 2281542 w 4808870"/>
                          <a:gd name="csY15" fmla="*/ 369332 h 369332"/>
                          <a:gd name="csX16" fmla="*/ 1651045 w 4808870"/>
                          <a:gd name="csY16" fmla="*/ 369332 h 369332"/>
                          <a:gd name="csX17" fmla="*/ 1212904 w 4808870"/>
                          <a:gd name="csY17" fmla="*/ 369332 h 369332"/>
                          <a:gd name="csX18" fmla="*/ 822851 w 4808870"/>
                          <a:gd name="csY18" fmla="*/ 369332 h 369332"/>
                          <a:gd name="csX19" fmla="*/ 0 w 4808870"/>
                          <a:gd name="csY19" fmla="*/ 369332 h 369332"/>
                          <a:gd name="csX20" fmla="*/ 0 w 4808870"/>
                          <a:gd name="csY20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</a:cxnLst>
                        <a:rect l="l" t="t" r="r" b="b"/>
                        <a:pathLst>
                          <a:path w="4808870" h="369332" fill="none" extrusionOk="0">
                            <a:moveTo>
                              <a:pt x="0" y="0"/>
                            </a:moveTo>
                            <a:cubicBezTo>
                              <a:pt x="209756" y="-44318"/>
                              <a:pt x="318912" y="39104"/>
                              <a:pt x="438141" y="0"/>
                            </a:cubicBezTo>
                            <a:cubicBezTo>
                              <a:pt x="557370" y="-39104"/>
                              <a:pt x="696131" y="46569"/>
                              <a:pt x="924372" y="0"/>
                            </a:cubicBezTo>
                            <a:cubicBezTo>
                              <a:pt x="1152613" y="-46569"/>
                              <a:pt x="1200378" y="38652"/>
                              <a:pt x="1362513" y="0"/>
                            </a:cubicBezTo>
                            <a:cubicBezTo>
                              <a:pt x="1524648" y="-38652"/>
                              <a:pt x="1825768" y="23164"/>
                              <a:pt x="1944921" y="0"/>
                            </a:cubicBezTo>
                            <a:cubicBezTo>
                              <a:pt x="2064074" y="-23164"/>
                              <a:pt x="2224365" y="22588"/>
                              <a:pt x="2479240" y="0"/>
                            </a:cubicBezTo>
                            <a:cubicBezTo>
                              <a:pt x="2734115" y="-22588"/>
                              <a:pt x="2868775" y="63785"/>
                              <a:pt x="3013559" y="0"/>
                            </a:cubicBezTo>
                            <a:cubicBezTo>
                              <a:pt x="3158343" y="-63785"/>
                              <a:pt x="3433010" y="64941"/>
                              <a:pt x="3644055" y="0"/>
                            </a:cubicBezTo>
                            <a:cubicBezTo>
                              <a:pt x="3855100" y="-64941"/>
                              <a:pt x="4045947" y="18590"/>
                              <a:pt x="4226462" y="0"/>
                            </a:cubicBezTo>
                            <a:cubicBezTo>
                              <a:pt x="4406977" y="-18590"/>
                              <a:pt x="4595010" y="50360"/>
                              <a:pt x="4808870" y="0"/>
                            </a:cubicBezTo>
                            <a:cubicBezTo>
                              <a:pt x="4842899" y="106438"/>
                              <a:pt x="4771120" y="213441"/>
                              <a:pt x="4808870" y="369332"/>
                            </a:cubicBezTo>
                            <a:cubicBezTo>
                              <a:pt x="4712686" y="415522"/>
                              <a:pt x="4505241" y="322927"/>
                              <a:pt x="4418817" y="369332"/>
                            </a:cubicBezTo>
                            <a:cubicBezTo>
                              <a:pt x="4332393" y="415737"/>
                              <a:pt x="4084400" y="352032"/>
                              <a:pt x="3980676" y="369332"/>
                            </a:cubicBezTo>
                            <a:cubicBezTo>
                              <a:pt x="3876952" y="386632"/>
                              <a:pt x="3561471" y="303405"/>
                              <a:pt x="3398268" y="369332"/>
                            </a:cubicBezTo>
                            <a:cubicBezTo>
                              <a:pt x="3235065" y="435259"/>
                              <a:pt x="2894377" y="320893"/>
                              <a:pt x="2767772" y="369332"/>
                            </a:cubicBezTo>
                            <a:cubicBezTo>
                              <a:pt x="2641167" y="417771"/>
                              <a:pt x="2517555" y="314028"/>
                              <a:pt x="2281542" y="369332"/>
                            </a:cubicBezTo>
                            <a:cubicBezTo>
                              <a:pt x="2045529" y="424636"/>
                              <a:pt x="1947789" y="323413"/>
                              <a:pt x="1651045" y="369332"/>
                            </a:cubicBezTo>
                            <a:cubicBezTo>
                              <a:pt x="1354301" y="415251"/>
                              <a:pt x="1343704" y="327171"/>
                              <a:pt x="1212904" y="369332"/>
                            </a:cubicBezTo>
                            <a:cubicBezTo>
                              <a:pt x="1082104" y="411493"/>
                              <a:pt x="929584" y="357107"/>
                              <a:pt x="822851" y="369332"/>
                            </a:cubicBezTo>
                            <a:cubicBezTo>
                              <a:pt x="716118" y="381557"/>
                              <a:pt x="345652" y="333969"/>
                              <a:pt x="0" y="369332"/>
                            </a:cubicBezTo>
                            <a:cubicBezTo>
                              <a:pt x="-7895" y="236070"/>
                              <a:pt x="6912" y="155374"/>
                              <a:pt x="0" y="0"/>
                            </a:cubicBezTo>
                            <a:close/>
                          </a:path>
                          <a:path w="4808870" h="369332" stroke="0" extrusionOk="0">
                            <a:moveTo>
                              <a:pt x="0" y="0"/>
                            </a:moveTo>
                            <a:cubicBezTo>
                              <a:pt x="219781" y="-9083"/>
                              <a:pt x="307347" y="38101"/>
                              <a:pt x="486230" y="0"/>
                            </a:cubicBezTo>
                            <a:cubicBezTo>
                              <a:pt x="665113" y="-38101"/>
                              <a:pt x="781534" y="45382"/>
                              <a:pt x="876283" y="0"/>
                            </a:cubicBezTo>
                            <a:cubicBezTo>
                              <a:pt x="971032" y="-45382"/>
                              <a:pt x="1306749" y="42099"/>
                              <a:pt x="1506779" y="0"/>
                            </a:cubicBezTo>
                            <a:cubicBezTo>
                              <a:pt x="1706809" y="-42099"/>
                              <a:pt x="1780355" y="12202"/>
                              <a:pt x="1993009" y="0"/>
                            </a:cubicBezTo>
                            <a:cubicBezTo>
                              <a:pt x="2205663" y="-12202"/>
                              <a:pt x="2375674" y="5203"/>
                              <a:pt x="2479240" y="0"/>
                            </a:cubicBezTo>
                            <a:cubicBezTo>
                              <a:pt x="2582806" y="-5203"/>
                              <a:pt x="2945627" y="61384"/>
                              <a:pt x="3109736" y="0"/>
                            </a:cubicBezTo>
                            <a:cubicBezTo>
                              <a:pt x="3273845" y="-61384"/>
                              <a:pt x="3421671" y="22589"/>
                              <a:pt x="3547877" y="0"/>
                            </a:cubicBezTo>
                            <a:cubicBezTo>
                              <a:pt x="3674083" y="-22589"/>
                              <a:pt x="4013596" y="53688"/>
                              <a:pt x="4178374" y="0"/>
                            </a:cubicBezTo>
                            <a:cubicBezTo>
                              <a:pt x="4343152" y="-53688"/>
                              <a:pt x="4502308" y="66976"/>
                              <a:pt x="4808870" y="0"/>
                            </a:cubicBezTo>
                            <a:cubicBezTo>
                              <a:pt x="4825990" y="100193"/>
                              <a:pt x="4775795" y="257057"/>
                              <a:pt x="4808870" y="369332"/>
                            </a:cubicBezTo>
                            <a:cubicBezTo>
                              <a:pt x="4661250" y="386885"/>
                              <a:pt x="4463954" y="317429"/>
                              <a:pt x="4274551" y="369332"/>
                            </a:cubicBezTo>
                            <a:cubicBezTo>
                              <a:pt x="4085148" y="421235"/>
                              <a:pt x="3986268" y="365486"/>
                              <a:pt x="3788321" y="369332"/>
                            </a:cubicBezTo>
                            <a:cubicBezTo>
                              <a:pt x="3590374" y="373178"/>
                              <a:pt x="3435510" y="342478"/>
                              <a:pt x="3157825" y="369332"/>
                            </a:cubicBezTo>
                            <a:cubicBezTo>
                              <a:pt x="2880140" y="396186"/>
                              <a:pt x="2736032" y="365032"/>
                              <a:pt x="2527328" y="369332"/>
                            </a:cubicBezTo>
                            <a:cubicBezTo>
                              <a:pt x="2318624" y="373632"/>
                              <a:pt x="2189830" y="340661"/>
                              <a:pt x="2089187" y="369332"/>
                            </a:cubicBezTo>
                            <a:cubicBezTo>
                              <a:pt x="1988544" y="398003"/>
                              <a:pt x="1759495" y="307684"/>
                              <a:pt x="1554868" y="369332"/>
                            </a:cubicBezTo>
                            <a:cubicBezTo>
                              <a:pt x="1350241" y="430980"/>
                              <a:pt x="1119295" y="319920"/>
                              <a:pt x="924372" y="369332"/>
                            </a:cubicBezTo>
                            <a:cubicBezTo>
                              <a:pt x="729449" y="418744"/>
                              <a:pt x="412466" y="263144"/>
                              <a:pt x="0" y="369332"/>
                            </a:cubicBezTo>
                            <a:cubicBezTo>
                              <a:pt x="-40318" y="228999"/>
                              <a:pt x="8008" y="15941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B503CCD-9D4E-E23E-3062-6C4808566B7E}"/>
              </a:ext>
            </a:extLst>
          </p:cNvPr>
          <p:cNvSpPr txBox="1"/>
          <p:nvPr/>
        </p:nvSpPr>
        <p:spPr>
          <a:xfrm>
            <a:off x="9630782" y="1524800"/>
            <a:ext cx="241087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Strategic interaction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DBCFA9-C80C-9230-47ED-C49A56E6BD15}"/>
              </a:ext>
            </a:extLst>
          </p:cNvPr>
          <p:cNvGrpSpPr/>
          <p:nvPr/>
        </p:nvGrpSpPr>
        <p:grpSpPr>
          <a:xfrm>
            <a:off x="9097142" y="1909469"/>
            <a:ext cx="1522237" cy="369332"/>
            <a:chOff x="3577616" y="5700313"/>
            <a:chExt cx="1522237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F4174E-D805-EC3A-6225-687D2D870520}"/>
                </a:ext>
              </a:extLst>
            </p:cNvPr>
            <p:cNvSpPr txBox="1"/>
            <p:nvPr/>
          </p:nvSpPr>
          <p:spPr>
            <a:xfrm>
              <a:off x="3577616" y="5700313"/>
              <a:ext cx="994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Prices: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E56A065-51BB-BB2B-A5C1-82771952043D}"/>
                    </a:ext>
                  </a:extLst>
                </p:cNvPr>
                <p:cNvSpPr txBox="1"/>
                <p:nvPr/>
              </p:nvSpPr>
              <p:spPr>
                <a:xfrm>
                  <a:off x="4515590" y="5717935"/>
                  <a:ext cx="5842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E56A065-51BB-BB2B-A5C1-827719520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5590" y="5717935"/>
                  <a:ext cx="58426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0417" r="-4167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4D7DC03-B256-73D2-8701-47764EC08893}"/>
              </a:ext>
            </a:extLst>
          </p:cNvPr>
          <p:cNvSpPr txBox="1"/>
          <p:nvPr/>
        </p:nvSpPr>
        <p:spPr>
          <a:xfrm rot="20865629">
            <a:off x="35314" y="4175439"/>
            <a:ext cx="1110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Duopoly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05B2683-900E-55D2-EA1B-E9721D169807}"/>
              </a:ext>
            </a:extLst>
          </p:cNvPr>
          <p:cNvSpPr/>
          <p:nvPr/>
        </p:nvSpPr>
        <p:spPr>
          <a:xfrm>
            <a:off x="2998876" y="2198254"/>
            <a:ext cx="6551523" cy="828815"/>
          </a:xfrm>
          <a:custGeom>
            <a:avLst/>
            <a:gdLst>
              <a:gd name="connsiteX0" fmla="*/ 7001164 w 7001164"/>
              <a:gd name="connsiteY0" fmla="*/ 0 h 822036"/>
              <a:gd name="connsiteX1" fmla="*/ 6567055 w 7001164"/>
              <a:gd name="connsiteY1" fmla="*/ 27709 h 822036"/>
              <a:gd name="connsiteX2" fmla="*/ 6391564 w 7001164"/>
              <a:gd name="connsiteY2" fmla="*/ 36945 h 822036"/>
              <a:gd name="connsiteX3" fmla="*/ 5985164 w 7001164"/>
              <a:gd name="connsiteY3" fmla="*/ 46181 h 822036"/>
              <a:gd name="connsiteX4" fmla="*/ 5467928 w 7001164"/>
              <a:gd name="connsiteY4" fmla="*/ 73890 h 822036"/>
              <a:gd name="connsiteX5" fmla="*/ 4858328 w 7001164"/>
              <a:gd name="connsiteY5" fmla="*/ 92363 h 822036"/>
              <a:gd name="connsiteX6" fmla="*/ 4202546 w 7001164"/>
              <a:gd name="connsiteY6" fmla="*/ 120072 h 822036"/>
              <a:gd name="connsiteX7" fmla="*/ 3121891 w 7001164"/>
              <a:gd name="connsiteY7" fmla="*/ 157018 h 822036"/>
              <a:gd name="connsiteX8" fmla="*/ 2872509 w 7001164"/>
              <a:gd name="connsiteY8" fmla="*/ 166254 h 822036"/>
              <a:gd name="connsiteX9" fmla="*/ 2613891 w 7001164"/>
              <a:gd name="connsiteY9" fmla="*/ 184727 h 822036"/>
              <a:gd name="connsiteX10" fmla="*/ 2198255 w 7001164"/>
              <a:gd name="connsiteY10" fmla="*/ 230909 h 822036"/>
              <a:gd name="connsiteX11" fmla="*/ 1995055 w 7001164"/>
              <a:gd name="connsiteY11" fmla="*/ 267854 h 822036"/>
              <a:gd name="connsiteX12" fmla="*/ 1487055 w 7001164"/>
              <a:gd name="connsiteY12" fmla="*/ 314036 h 822036"/>
              <a:gd name="connsiteX13" fmla="*/ 1219200 w 7001164"/>
              <a:gd name="connsiteY13" fmla="*/ 350981 h 822036"/>
              <a:gd name="connsiteX14" fmla="*/ 1025237 w 7001164"/>
              <a:gd name="connsiteY14" fmla="*/ 369454 h 822036"/>
              <a:gd name="connsiteX15" fmla="*/ 711200 w 7001164"/>
              <a:gd name="connsiteY15" fmla="*/ 443345 h 822036"/>
              <a:gd name="connsiteX16" fmla="*/ 508000 w 7001164"/>
              <a:gd name="connsiteY16" fmla="*/ 508000 h 822036"/>
              <a:gd name="connsiteX17" fmla="*/ 424873 w 7001164"/>
              <a:gd name="connsiteY17" fmla="*/ 554181 h 822036"/>
              <a:gd name="connsiteX18" fmla="*/ 304800 w 7001164"/>
              <a:gd name="connsiteY18" fmla="*/ 600363 h 822036"/>
              <a:gd name="connsiteX19" fmla="*/ 277091 w 7001164"/>
              <a:gd name="connsiteY19" fmla="*/ 628072 h 822036"/>
              <a:gd name="connsiteX20" fmla="*/ 240146 w 7001164"/>
              <a:gd name="connsiteY20" fmla="*/ 637309 h 822036"/>
              <a:gd name="connsiteX21" fmla="*/ 193964 w 7001164"/>
              <a:gd name="connsiteY21" fmla="*/ 665018 h 822036"/>
              <a:gd name="connsiteX22" fmla="*/ 138546 w 7001164"/>
              <a:gd name="connsiteY22" fmla="*/ 711200 h 822036"/>
              <a:gd name="connsiteX23" fmla="*/ 92364 w 7001164"/>
              <a:gd name="connsiteY23" fmla="*/ 738909 h 822036"/>
              <a:gd name="connsiteX24" fmla="*/ 64655 w 7001164"/>
              <a:gd name="connsiteY24" fmla="*/ 757381 h 822036"/>
              <a:gd name="connsiteX25" fmla="*/ 0 w 7001164"/>
              <a:gd name="connsiteY25" fmla="*/ 822036 h 82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7001164" h="822036">
                <a:moveTo>
                  <a:pt x="7001164" y="0"/>
                </a:moveTo>
                <a:lnTo>
                  <a:pt x="6567055" y="27709"/>
                </a:lnTo>
                <a:cubicBezTo>
                  <a:pt x="6508558" y="30788"/>
                  <a:pt x="6450112" y="35086"/>
                  <a:pt x="6391564" y="36945"/>
                </a:cubicBezTo>
                <a:lnTo>
                  <a:pt x="5985164" y="46181"/>
                </a:lnTo>
                <a:cubicBezTo>
                  <a:pt x="5764912" y="59530"/>
                  <a:pt x="5673913" y="66787"/>
                  <a:pt x="5467928" y="73890"/>
                </a:cubicBezTo>
                <a:lnTo>
                  <a:pt x="4858328" y="92363"/>
                </a:lnTo>
                <a:lnTo>
                  <a:pt x="4202546" y="120072"/>
                </a:lnTo>
                <a:cubicBezTo>
                  <a:pt x="3235744" y="147306"/>
                  <a:pt x="4488516" y="102354"/>
                  <a:pt x="3121891" y="157018"/>
                </a:cubicBezTo>
                <a:cubicBezTo>
                  <a:pt x="3038773" y="160343"/>
                  <a:pt x="2955482" y="160327"/>
                  <a:pt x="2872509" y="166254"/>
                </a:cubicBezTo>
                <a:cubicBezTo>
                  <a:pt x="2786303" y="172412"/>
                  <a:pt x="2699870" y="175954"/>
                  <a:pt x="2613891" y="184727"/>
                </a:cubicBezTo>
                <a:cubicBezTo>
                  <a:pt x="1763176" y="271535"/>
                  <a:pt x="3147289" y="151822"/>
                  <a:pt x="2198255" y="230909"/>
                </a:cubicBezTo>
                <a:cubicBezTo>
                  <a:pt x="2130522" y="243224"/>
                  <a:pt x="2063234" y="258309"/>
                  <a:pt x="1995055" y="267854"/>
                </a:cubicBezTo>
                <a:cubicBezTo>
                  <a:pt x="1643493" y="317072"/>
                  <a:pt x="1832574" y="277016"/>
                  <a:pt x="1487055" y="314036"/>
                </a:cubicBezTo>
                <a:cubicBezTo>
                  <a:pt x="1397438" y="323638"/>
                  <a:pt x="1308688" y="340242"/>
                  <a:pt x="1219200" y="350981"/>
                </a:cubicBezTo>
                <a:cubicBezTo>
                  <a:pt x="1154716" y="358719"/>
                  <a:pt x="1089891" y="363296"/>
                  <a:pt x="1025237" y="369454"/>
                </a:cubicBezTo>
                <a:cubicBezTo>
                  <a:pt x="846508" y="405200"/>
                  <a:pt x="865226" y="396282"/>
                  <a:pt x="711200" y="443345"/>
                </a:cubicBezTo>
                <a:cubicBezTo>
                  <a:pt x="643223" y="464116"/>
                  <a:pt x="570135" y="473481"/>
                  <a:pt x="508000" y="508000"/>
                </a:cubicBezTo>
                <a:cubicBezTo>
                  <a:pt x="480291" y="523394"/>
                  <a:pt x="453730" y="541064"/>
                  <a:pt x="424873" y="554181"/>
                </a:cubicBezTo>
                <a:cubicBezTo>
                  <a:pt x="385834" y="571926"/>
                  <a:pt x="304800" y="600363"/>
                  <a:pt x="304800" y="600363"/>
                </a:cubicBezTo>
                <a:cubicBezTo>
                  <a:pt x="295564" y="609599"/>
                  <a:pt x="288432" y="621591"/>
                  <a:pt x="277091" y="628072"/>
                </a:cubicBezTo>
                <a:cubicBezTo>
                  <a:pt x="266070" y="634370"/>
                  <a:pt x="251746" y="632153"/>
                  <a:pt x="240146" y="637309"/>
                </a:cubicBezTo>
                <a:cubicBezTo>
                  <a:pt x="223741" y="644600"/>
                  <a:pt x="208483" y="654459"/>
                  <a:pt x="193964" y="665018"/>
                </a:cubicBezTo>
                <a:cubicBezTo>
                  <a:pt x="174517" y="679161"/>
                  <a:pt x="157993" y="697057"/>
                  <a:pt x="138546" y="711200"/>
                </a:cubicBezTo>
                <a:cubicBezTo>
                  <a:pt x="124027" y="721759"/>
                  <a:pt x="107588" y="729394"/>
                  <a:pt x="92364" y="738909"/>
                </a:cubicBezTo>
                <a:cubicBezTo>
                  <a:pt x="82951" y="744792"/>
                  <a:pt x="72504" y="749532"/>
                  <a:pt x="64655" y="757381"/>
                </a:cubicBezTo>
                <a:cubicBezTo>
                  <a:pt x="-12139" y="834174"/>
                  <a:pt x="62645" y="780272"/>
                  <a:pt x="0" y="822036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5851D2-86CF-CD5A-4C02-5DCECFA60D88}"/>
              </a:ext>
            </a:extLst>
          </p:cNvPr>
          <p:cNvSpPr txBox="1"/>
          <p:nvPr/>
        </p:nvSpPr>
        <p:spPr>
          <a:xfrm rot="20945659">
            <a:off x="3182308" y="2219791"/>
            <a:ext cx="2186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Market demand</a:t>
            </a:r>
          </a:p>
        </p:txBody>
      </p:sp>
    </p:spTree>
    <p:extLst>
      <p:ext uri="{BB962C8B-B14F-4D97-AF65-F5344CB8AC3E}">
        <p14:creationId xmlns:p14="http://schemas.microsoft.com/office/powerpoint/2010/main" val="115850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51" grpId="0" animBg="1"/>
      <p:bldP spid="3" grpId="0"/>
      <p:bldP spid="4" grpId="0"/>
      <p:bldP spid="16" grpId="0" animBg="1"/>
      <p:bldP spid="19" grpId="0" animBg="1"/>
      <p:bldP spid="21" grpId="0" animBg="1"/>
      <p:bldP spid="28" grpId="0" animBg="1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791D8-5DDD-2E0B-7813-67A30676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34FDB85-E2B3-6D4A-A595-0D1DDDCFD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EB5EA380-70DA-0508-CD17-6887D3E31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778BC-798E-CC98-EC06-D53518A43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noProof="0" dirty="0"/>
              <a:t>The Normal-Form Representation</a:t>
            </a:r>
            <a:endParaRPr lang="en-US" sz="4900" noProof="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911CE-E9B1-7B8F-0060-E3832B2D44C9}"/>
              </a:ext>
            </a:extLst>
          </p:cNvPr>
          <p:cNvSpPr txBox="1"/>
          <p:nvPr/>
        </p:nvSpPr>
        <p:spPr>
          <a:xfrm>
            <a:off x="572493" y="1915311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BDCFD6-FC8C-D0AE-2486-0456B7A6F94C}"/>
                  </a:ext>
                </a:extLst>
              </p:cNvPr>
              <p:cNvSpPr txBox="1"/>
              <p:nvPr/>
            </p:nvSpPr>
            <p:spPr>
              <a:xfrm>
                <a:off x="2887980" y="1961477"/>
                <a:ext cx="1043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𝑁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BDCFD6-FC8C-D0AE-2486-0456B7A6F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80" y="1961477"/>
                <a:ext cx="1043619" cy="276999"/>
              </a:xfrm>
              <a:prstGeom prst="rect">
                <a:avLst/>
              </a:prstGeom>
              <a:blipFill>
                <a:blip r:embed="rId2"/>
                <a:stretch>
                  <a:fillRect l="-526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E9B542F-BDEC-7CD5-F29E-FCEEFF657BE1}"/>
              </a:ext>
            </a:extLst>
          </p:cNvPr>
          <p:cNvSpPr txBox="1"/>
          <p:nvPr/>
        </p:nvSpPr>
        <p:spPr>
          <a:xfrm>
            <a:off x="572492" y="2449925"/>
            <a:ext cx="16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Strategy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46DE3F-FDFA-A8B5-2989-28C3A6571BA1}"/>
                  </a:ext>
                </a:extLst>
              </p:cNvPr>
              <p:cNvSpPr txBox="1"/>
              <p:nvPr/>
            </p:nvSpPr>
            <p:spPr>
              <a:xfrm>
                <a:off x="2887979" y="2496090"/>
                <a:ext cx="11061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0, ∞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346DE3F-FDFA-A8B5-2989-28C3A6571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79" y="2496090"/>
                <a:ext cx="1106137" cy="276999"/>
              </a:xfrm>
              <a:prstGeom prst="rect">
                <a:avLst/>
              </a:prstGeom>
              <a:blipFill>
                <a:blip r:embed="rId3"/>
                <a:stretch>
                  <a:fillRect l="-497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A37453FF-8724-D1BD-C269-47CB917C0B53}"/>
              </a:ext>
            </a:extLst>
          </p:cNvPr>
          <p:cNvGrpSpPr/>
          <p:nvPr/>
        </p:nvGrpSpPr>
        <p:grpSpPr>
          <a:xfrm>
            <a:off x="4153893" y="2449925"/>
            <a:ext cx="1514406" cy="369332"/>
            <a:chOff x="4153893" y="2584394"/>
            <a:chExt cx="1514406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5204B3-98E8-2E4B-0122-DE6D6B31E9A9}"/>
                </a:ext>
              </a:extLst>
            </p:cNvPr>
            <p:cNvSpPr txBox="1"/>
            <p:nvPr/>
          </p:nvSpPr>
          <p:spPr>
            <a:xfrm>
              <a:off x="4153893" y="2584394"/>
              <a:ext cx="479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5D72549-E08C-3DA1-7B3C-1EFF113A4B8F}"/>
                    </a:ext>
                  </a:extLst>
                </p:cNvPr>
                <p:cNvSpPr txBox="1"/>
                <p:nvPr/>
              </p:nvSpPr>
              <p:spPr>
                <a:xfrm>
                  <a:off x="4746444" y="2635345"/>
                  <a:ext cx="9218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1, 2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5D72549-E08C-3DA1-7B3C-1EFF113A4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6444" y="2635345"/>
                  <a:ext cx="92185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62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671D007-4C67-29F4-4ED5-D5BDAF9E482B}"/>
              </a:ext>
            </a:extLst>
          </p:cNvPr>
          <p:cNvSpPr txBox="1"/>
          <p:nvPr/>
        </p:nvSpPr>
        <p:spPr>
          <a:xfrm>
            <a:off x="572490" y="5653482"/>
            <a:ext cx="179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Set of Payoffs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2138AC-C3DC-F26A-B81F-88FBC2E1230A}"/>
                  </a:ext>
                </a:extLst>
              </p:cNvPr>
              <p:cNvSpPr txBox="1"/>
              <p:nvPr/>
            </p:nvSpPr>
            <p:spPr>
              <a:xfrm>
                <a:off x="6554195" y="2449923"/>
                <a:ext cx="35244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Firms set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2138AC-C3DC-F26A-B81F-88FBC2E1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195" y="2449923"/>
                <a:ext cx="3524427" cy="369332"/>
              </a:xfrm>
              <a:prstGeom prst="rect">
                <a:avLst/>
              </a:prstGeom>
              <a:blipFill>
                <a:blip r:embed="rId5"/>
                <a:stretch>
                  <a:fillRect l="-1384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3DEBBF-361A-3B9D-4321-7FE7924662F5}"/>
                  </a:ext>
                </a:extLst>
              </p:cNvPr>
              <p:cNvSpPr txBox="1"/>
              <p:nvPr/>
            </p:nvSpPr>
            <p:spPr>
              <a:xfrm>
                <a:off x="7105940" y="1771632"/>
                <a:ext cx="4808870" cy="369332"/>
              </a:xfrm>
              <a:custGeom>
                <a:avLst/>
                <a:gdLst>
                  <a:gd name="csX0" fmla="*/ 0 w 4808870"/>
                  <a:gd name="csY0" fmla="*/ 0 h 369332"/>
                  <a:gd name="csX1" fmla="*/ 486230 w 4808870"/>
                  <a:gd name="csY1" fmla="*/ 0 h 369332"/>
                  <a:gd name="csX2" fmla="*/ 876283 w 4808870"/>
                  <a:gd name="csY2" fmla="*/ 0 h 369332"/>
                  <a:gd name="csX3" fmla="*/ 1506779 w 4808870"/>
                  <a:gd name="csY3" fmla="*/ 0 h 369332"/>
                  <a:gd name="csX4" fmla="*/ 1993009 w 4808870"/>
                  <a:gd name="csY4" fmla="*/ 0 h 369332"/>
                  <a:gd name="csX5" fmla="*/ 2479240 w 4808870"/>
                  <a:gd name="csY5" fmla="*/ 0 h 369332"/>
                  <a:gd name="csX6" fmla="*/ 3109736 w 4808870"/>
                  <a:gd name="csY6" fmla="*/ 0 h 369332"/>
                  <a:gd name="csX7" fmla="*/ 3547877 w 4808870"/>
                  <a:gd name="csY7" fmla="*/ 0 h 369332"/>
                  <a:gd name="csX8" fmla="*/ 4178374 w 4808870"/>
                  <a:gd name="csY8" fmla="*/ 0 h 369332"/>
                  <a:gd name="csX9" fmla="*/ 4808870 w 4808870"/>
                  <a:gd name="csY9" fmla="*/ 0 h 369332"/>
                  <a:gd name="csX10" fmla="*/ 4808870 w 4808870"/>
                  <a:gd name="csY10" fmla="*/ 369332 h 369332"/>
                  <a:gd name="csX11" fmla="*/ 4274551 w 4808870"/>
                  <a:gd name="csY11" fmla="*/ 369332 h 369332"/>
                  <a:gd name="csX12" fmla="*/ 3788321 w 4808870"/>
                  <a:gd name="csY12" fmla="*/ 369332 h 369332"/>
                  <a:gd name="csX13" fmla="*/ 3157825 w 4808870"/>
                  <a:gd name="csY13" fmla="*/ 369332 h 369332"/>
                  <a:gd name="csX14" fmla="*/ 2527328 w 4808870"/>
                  <a:gd name="csY14" fmla="*/ 369332 h 369332"/>
                  <a:gd name="csX15" fmla="*/ 2089187 w 4808870"/>
                  <a:gd name="csY15" fmla="*/ 369332 h 369332"/>
                  <a:gd name="csX16" fmla="*/ 1554868 w 4808870"/>
                  <a:gd name="csY16" fmla="*/ 369332 h 369332"/>
                  <a:gd name="csX17" fmla="*/ 924372 w 4808870"/>
                  <a:gd name="csY17" fmla="*/ 369332 h 369332"/>
                  <a:gd name="csX18" fmla="*/ 0 w 4808870"/>
                  <a:gd name="csY18" fmla="*/ 369332 h 369332"/>
                  <a:gd name="csX19" fmla="*/ 0 w 4808870"/>
                  <a:gd name="csY19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808870" h="369332" extrusionOk="0">
                    <a:moveTo>
                      <a:pt x="0" y="0"/>
                    </a:moveTo>
                    <a:cubicBezTo>
                      <a:pt x="219781" y="-9083"/>
                      <a:pt x="307347" y="38101"/>
                      <a:pt x="486230" y="0"/>
                    </a:cubicBezTo>
                    <a:cubicBezTo>
                      <a:pt x="665113" y="-38101"/>
                      <a:pt x="781534" y="45382"/>
                      <a:pt x="876283" y="0"/>
                    </a:cubicBezTo>
                    <a:cubicBezTo>
                      <a:pt x="971032" y="-45382"/>
                      <a:pt x="1306749" y="42099"/>
                      <a:pt x="1506779" y="0"/>
                    </a:cubicBezTo>
                    <a:cubicBezTo>
                      <a:pt x="1706809" y="-42099"/>
                      <a:pt x="1780355" y="12202"/>
                      <a:pt x="1993009" y="0"/>
                    </a:cubicBezTo>
                    <a:cubicBezTo>
                      <a:pt x="2205663" y="-12202"/>
                      <a:pt x="2375674" y="5203"/>
                      <a:pt x="2479240" y="0"/>
                    </a:cubicBezTo>
                    <a:cubicBezTo>
                      <a:pt x="2582806" y="-5203"/>
                      <a:pt x="2945627" y="61384"/>
                      <a:pt x="3109736" y="0"/>
                    </a:cubicBezTo>
                    <a:cubicBezTo>
                      <a:pt x="3273845" y="-61384"/>
                      <a:pt x="3421671" y="22589"/>
                      <a:pt x="3547877" y="0"/>
                    </a:cubicBezTo>
                    <a:cubicBezTo>
                      <a:pt x="3674083" y="-22589"/>
                      <a:pt x="4013596" y="53688"/>
                      <a:pt x="4178374" y="0"/>
                    </a:cubicBezTo>
                    <a:cubicBezTo>
                      <a:pt x="4343152" y="-53688"/>
                      <a:pt x="4502308" y="66976"/>
                      <a:pt x="4808870" y="0"/>
                    </a:cubicBezTo>
                    <a:cubicBezTo>
                      <a:pt x="4825990" y="100193"/>
                      <a:pt x="4775795" y="257057"/>
                      <a:pt x="4808870" y="369332"/>
                    </a:cubicBezTo>
                    <a:cubicBezTo>
                      <a:pt x="4661250" y="386885"/>
                      <a:pt x="4463954" y="317429"/>
                      <a:pt x="4274551" y="369332"/>
                    </a:cubicBezTo>
                    <a:cubicBezTo>
                      <a:pt x="4085148" y="421235"/>
                      <a:pt x="3986268" y="365486"/>
                      <a:pt x="3788321" y="369332"/>
                    </a:cubicBezTo>
                    <a:cubicBezTo>
                      <a:pt x="3590374" y="373178"/>
                      <a:pt x="3435510" y="342478"/>
                      <a:pt x="3157825" y="369332"/>
                    </a:cubicBezTo>
                    <a:cubicBezTo>
                      <a:pt x="2880140" y="396186"/>
                      <a:pt x="2736032" y="365032"/>
                      <a:pt x="2527328" y="369332"/>
                    </a:cubicBezTo>
                    <a:cubicBezTo>
                      <a:pt x="2318624" y="373632"/>
                      <a:pt x="2189830" y="340661"/>
                      <a:pt x="2089187" y="369332"/>
                    </a:cubicBezTo>
                    <a:cubicBezTo>
                      <a:pt x="1988544" y="398003"/>
                      <a:pt x="1759495" y="307684"/>
                      <a:pt x="1554868" y="369332"/>
                    </a:cubicBezTo>
                    <a:cubicBezTo>
                      <a:pt x="1350241" y="430980"/>
                      <a:pt x="1119295" y="319920"/>
                      <a:pt x="924372" y="369332"/>
                    </a:cubicBezTo>
                    <a:cubicBezTo>
                      <a:pt x="729449" y="418744"/>
                      <a:pt x="412466" y="263144"/>
                      <a:pt x="0" y="369332"/>
                    </a:cubicBezTo>
                    <a:cubicBezTo>
                      <a:pt x="-40318" y="228999"/>
                      <a:pt x="8008" y="159412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𝑃𝑟𝑜𝑓𝑖𝑡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𝑆𝑎𝑙𝑒𝑠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𝑅𝑒𝑣𝑒𝑛𝑢𝑒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–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𝑃𝑟𝑜𝑑𝑢𝑐𝑡𝑖𝑜𝑛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𝐶𝑜𝑠𝑡𝑠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3DEBBF-361A-3B9D-4321-7FE792466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940" y="1771632"/>
                <a:ext cx="4808870" cy="369332"/>
              </a:xfrm>
              <a:prstGeom prst="rect">
                <a:avLst/>
              </a:prstGeom>
              <a:blipFill>
                <a:blip r:embed="rId6"/>
                <a:stretch>
                  <a:fillRect b="-4286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4808870"/>
                          <a:gd name="csY0" fmla="*/ 0 h 369332"/>
                          <a:gd name="csX1" fmla="*/ 486230 w 4808870"/>
                          <a:gd name="csY1" fmla="*/ 0 h 369332"/>
                          <a:gd name="csX2" fmla="*/ 876283 w 4808870"/>
                          <a:gd name="csY2" fmla="*/ 0 h 369332"/>
                          <a:gd name="csX3" fmla="*/ 1506779 w 4808870"/>
                          <a:gd name="csY3" fmla="*/ 0 h 369332"/>
                          <a:gd name="csX4" fmla="*/ 1993009 w 4808870"/>
                          <a:gd name="csY4" fmla="*/ 0 h 369332"/>
                          <a:gd name="csX5" fmla="*/ 2479240 w 4808870"/>
                          <a:gd name="csY5" fmla="*/ 0 h 369332"/>
                          <a:gd name="csX6" fmla="*/ 3109736 w 4808870"/>
                          <a:gd name="csY6" fmla="*/ 0 h 369332"/>
                          <a:gd name="csX7" fmla="*/ 3547877 w 4808870"/>
                          <a:gd name="csY7" fmla="*/ 0 h 369332"/>
                          <a:gd name="csX8" fmla="*/ 4178374 w 4808870"/>
                          <a:gd name="csY8" fmla="*/ 0 h 369332"/>
                          <a:gd name="csX9" fmla="*/ 4808870 w 4808870"/>
                          <a:gd name="csY9" fmla="*/ 0 h 369332"/>
                          <a:gd name="csX10" fmla="*/ 4808870 w 4808870"/>
                          <a:gd name="csY10" fmla="*/ 369332 h 369332"/>
                          <a:gd name="csX11" fmla="*/ 4274551 w 4808870"/>
                          <a:gd name="csY11" fmla="*/ 369332 h 369332"/>
                          <a:gd name="csX12" fmla="*/ 3788321 w 4808870"/>
                          <a:gd name="csY12" fmla="*/ 369332 h 369332"/>
                          <a:gd name="csX13" fmla="*/ 3157825 w 4808870"/>
                          <a:gd name="csY13" fmla="*/ 369332 h 369332"/>
                          <a:gd name="csX14" fmla="*/ 2527328 w 4808870"/>
                          <a:gd name="csY14" fmla="*/ 369332 h 369332"/>
                          <a:gd name="csX15" fmla="*/ 2089187 w 4808870"/>
                          <a:gd name="csY15" fmla="*/ 369332 h 369332"/>
                          <a:gd name="csX16" fmla="*/ 1554868 w 4808870"/>
                          <a:gd name="csY16" fmla="*/ 369332 h 369332"/>
                          <a:gd name="csX17" fmla="*/ 924372 w 4808870"/>
                          <a:gd name="csY17" fmla="*/ 369332 h 369332"/>
                          <a:gd name="csX18" fmla="*/ 0 w 4808870"/>
                          <a:gd name="csY18" fmla="*/ 369332 h 369332"/>
                          <a:gd name="csX19" fmla="*/ 0 w 4808870"/>
                          <a:gd name="csY19" fmla="*/ 0 h 36933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</a:cxnLst>
                        <a:rect l="l" t="t" r="r" b="b"/>
                        <a:pathLst>
                          <a:path w="4808870" h="369332" extrusionOk="0">
                            <a:moveTo>
                              <a:pt x="0" y="0"/>
                            </a:moveTo>
                            <a:cubicBezTo>
                              <a:pt x="219781" y="-9083"/>
                              <a:pt x="307347" y="38101"/>
                              <a:pt x="486230" y="0"/>
                            </a:cubicBezTo>
                            <a:cubicBezTo>
                              <a:pt x="665113" y="-38101"/>
                              <a:pt x="781534" y="45382"/>
                              <a:pt x="876283" y="0"/>
                            </a:cubicBezTo>
                            <a:cubicBezTo>
                              <a:pt x="971032" y="-45382"/>
                              <a:pt x="1306749" y="42099"/>
                              <a:pt x="1506779" y="0"/>
                            </a:cubicBezTo>
                            <a:cubicBezTo>
                              <a:pt x="1706809" y="-42099"/>
                              <a:pt x="1780355" y="12202"/>
                              <a:pt x="1993009" y="0"/>
                            </a:cubicBezTo>
                            <a:cubicBezTo>
                              <a:pt x="2205663" y="-12202"/>
                              <a:pt x="2375674" y="5203"/>
                              <a:pt x="2479240" y="0"/>
                            </a:cubicBezTo>
                            <a:cubicBezTo>
                              <a:pt x="2582806" y="-5203"/>
                              <a:pt x="2945627" y="61384"/>
                              <a:pt x="3109736" y="0"/>
                            </a:cubicBezTo>
                            <a:cubicBezTo>
                              <a:pt x="3273845" y="-61384"/>
                              <a:pt x="3421671" y="22589"/>
                              <a:pt x="3547877" y="0"/>
                            </a:cubicBezTo>
                            <a:cubicBezTo>
                              <a:pt x="3674083" y="-22589"/>
                              <a:pt x="4013596" y="53688"/>
                              <a:pt x="4178374" y="0"/>
                            </a:cubicBezTo>
                            <a:cubicBezTo>
                              <a:pt x="4343152" y="-53688"/>
                              <a:pt x="4502308" y="66976"/>
                              <a:pt x="4808870" y="0"/>
                            </a:cubicBezTo>
                            <a:cubicBezTo>
                              <a:pt x="4825990" y="100193"/>
                              <a:pt x="4775795" y="257057"/>
                              <a:pt x="4808870" y="369332"/>
                            </a:cubicBezTo>
                            <a:cubicBezTo>
                              <a:pt x="4661250" y="386885"/>
                              <a:pt x="4463954" y="317429"/>
                              <a:pt x="4274551" y="369332"/>
                            </a:cubicBezTo>
                            <a:cubicBezTo>
                              <a:pt x="4085148" y="421235"/>
                              <a:pt x="3986268" y="365486"/>
                              <a:pt x="3788321" y="369332"/>
                            </a:cubicBezTo>
                            <a:cubicBezTo>
                              <a:pt x="3590374" y="373178"/>
                              <a:pt x="3435510" y="342478"/>
                              <a:pt x="3157825" y="369332"/>
                            </a:cubicBezTo>
                            <a:cubicBezTo>
                              <a:pt x="2880140" y="396186"/>
                              <a:pt x="2736032" y="365032"/>
                              <a:pt x="2527328" y="369332"/>
                            </a:cubicBezTo>
                            <a:cubicBezTo>
                              <a:pt x="2318624" y="373632"/>
                              <a:pt x="2189830" y="340661"/>
                              <a:pt x="2089187" y="369332"/>
                            </a:cubicBezTo>
                            <a:cubicBezTo>
                              <a:pt x="1988544" y="398003"/>
                              <a:pt x="1759495" y="307684"/>
                              <a:pt x="1554868" y="369332"/>
                            </a:cubicBezTo>
                            <a:cubicBezTo>
                              <a:pt x="1350241" y="430980"/>
                              <a:pt x="1119295" y="319920"/>
                              <a:pt x="924372" y="369332"/>
                            </a:cubicBezTo>
                            <a:cubicBezTo>
                              <a:pt x="729449" y="418744"/>
                              <a:pt x="412466" y="263144"/>
                              <a:pt x="0" y="369332"/>
                            </a:cubicBezTo>
                            <a:cubicBezTo>
                              <a:pt x="-40318" y="228999"/>
                              <a:pt x="8008" y="15941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04140A-589D-DC63-9C29-1194E79A13F0}"/>
                  </a:ext>
                </a:extLst>
              </p:cNvPr>
              <p:cNvSpPr txBox="1"/>
              <p:nvPr/>
            </p:nvSpPr>
            <p:spPr>
              <a:xfrm>
                <a:off x="257634" y="2943909"/>
                <a:ext cx="13486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Price set by firm </a:t>
                </a:r>
                <a14:m>
                  <m:oMath xmlns:m="http://schemas.openxmlformats.org/officeDocument/2006/math"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04140A-589D-DC63-9C29-1194E79A1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34" y="2943909"/>
                <a:ext cx="1348644" cy="646331"/>
              </a:xfrm>
              <a:prstGeom prst="rect">
                <a:avLst/>
              </a:prstGeom>
              <a:blipFill>
                <a:blip r:embed="rId7"/>
                <a:stretch>
                  <a:fillRect t="-4717" r="-3620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14E40F-2188-CE3A-9AA4-A1BDDE4B15E4}"/>
              </a:ext>
            </a:extLst>
          </p:cNvPr>
          <p:cNvSpPr/>
          <p:nvPr/>
        </p:nvSpPr>
        <p:spPr>
          <a:xfrm>
            <a:off x="1539336" y="2773090"/>
            <a:ext cx="1348644" cy="422993"/>
          </a:xfrm>
          <a:custGeom>
            <a:avLst/>
            <a:gdLst>
              <a:gd name="connsiteX0" fmla="*/ 1326777 w 1326777"/>
              <a:gd name="connsiteY0" fmla="*/ 0 h 1308847"/>
              <a:gd name="connsiteX1" fmla="*/ 1129553 w 1326777"/>
              <a:gd name="connsiteY1" fmla="*/ 44824 h 1308847"/>
              <a:gd name="connsiteX2" fmla="*/ 995082 w 1326777"/>
              <a:gd name="connsiteY2" fmla="*/ 98612 h 1308847"/>
              <a:gd name="connsiteX3" fmla="*/ 851647 w 1326777"/>
              <a:gd name="connsiteY3" fmla="*/ 170329 h 1308847"/>
              <a:gd name="connsiteX4" fmla="*/ 779929 w 1326777"/>
              <a:gd name="connsiteY4" fmla="*/ 206188 h 1308847"/>
              <a:gd name="connsiteX5" fmla="*/ 645459 w 1326777"/>
              <a:gd name="connsiteY5" fmla="*/ 304800 h 1308847"/>
              <a:gd name="connsiteX6" fmla="*/ 519953 w 1326777"/>
              <a:gd name="connsiteY6" fmla="*/ 412377 h 1308847"/>
              <a:gd name="connsiteX7" fmla="*/ 493059 w 1326777"/>
              <a:gd name="connsiteY7" fmla="*/ 457200 h 1308847"/>
              <a:gd name="connsiteX8" fmla="*/ 385482 w 1326777"/>
              <a:gd name="connsiteY8" fmla="*/ 582706 h 1308847"/>
              <a:gd name="connsiteX9" fmla="*/ 358588 w 1326777"/>
              <a:gd name="connsiteY9" fmla="*/ 627529 h 1308847"/>
              <a:gd name="connsiteX10" fmla="*/ 322729 w 1326777"/>
              <a:gd name="connsiteY10" fmla="*/ 699247 h 1308847"/>
              <a:gd name="connsiteX11" fmla="*/ 242047 w 1326777"/>
              <a:gd name="connsiteY11" fmla="*/ 815788 h 1308847"/>
              <a:gd name="connsiteX12" fmla="*/ 197224 w 1326777"/>
              <a:gd name="connsiteY12" fmla="*/ 905435 h 1308847"/>
              <a:gd name="connsiteX13" fmla="*/ 152400 w 1326777"/>
              <a:gd name="connsiteY13" fmla="*/ 968188 h 1308847"/>
              <a:gd name="connsiteX14" fmla="*/ 89647 w 1326777"/>
              <a:gd name="connsiteY14" fmla="*/ 1102659 h 1308847"/>
              <a:gd name="connsiteX15" fmla="*/ 62753 w 1326777"/>
              <a:gd name="connsiteY15" fmla="*/ 1156447 h 1308847"/>
              <a:gd name="connsiteX16" fmla="*/ 17929 w 1326777"/>
              <a:gd name="connsiteY16" fmla="*/ 1246094 h 1308847"/>
              <a:gd name="connsiteX17" fmla="*/ 8965 w 1326777"/>
              <a:gd name="connsiteY17" fmla="*/ 1281953 h 1308847"/>
              <a:gd name="connsiteX18" fmla="*/ 0 w 1326777"/>
              <a:gd name="connsiteY18" fmla="*/ 1308847 h 130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26777" h="1308847">
                <a:moveTo>
                  <a:pt x="1326777" y="0"/>
                </a:moveTo>
                <a:cubicBezTo>
                  <a:pt x="1165707" y="40267"/>
                  <a:pt x="1231954" y="27757"/>
                  <a:pt x="1129553" y="44824"/>
                </a:cubicBezTo>
                <a:cubicBezTo>
                  <a:pt x="1016661" y="112558"/>
                  <a:pt x="1175393" y="22327"/>
                  <a:pt x="995082" y="98612"/>
                </a:cubicBezTo>
                <a:cubicBezTo>
                  <a:pt x="945852" y="119440"/>
                  <a:pt x="899459" y="146423"/>
                  <a:pt x="851647" y="170329"/>
                </a:cubicBezTo>
                <a:cubicBezTo>
                  <a:pt x="827741" y="182282"/>
                  <a:pt x="801482" y="190382"/>
                  <a:pt x="779929" y="206188"/>
                </a:cubicBezTo>
                <a:cubicBezTo>
                  <a:pt x="735106" y="239059"/>
                  <a:pt x="684763" y="265496"/>
                  <a:pt x="645459" y="304800"/>
                </a:cubicBezTo>
                <a:cubicBezTo>
                  <a:pt x="570541" y="379718"/>
                  <a:pt x="611956" y="343374"/>
                  <a:pt x="519953" y="412377"/>
                </a:cubicBezTo>
                <a:cubicBezTo>
                  <a:pt x="510988" y="427318"/>
                  <a:pt x="503856" y="443524"/>
                  <a:pt x="493059" y="457200"/>
                </a:cubicBezTo>
                <a:cubicBezTo>
                  <a:pt x="458916" y="500447"/>
                  <a:pt x="413831" y="535458"/>
                  <a:pt x="385482" y="582706"/>
                </a:cubicBezTo>
                <a:cubicBezTo>
                  <a:pt x="376517" y="597647"/>
                  <a:pt x="366849" y="612188"/>
                  <a:pt x="358588" y="627529"/>
                </a:cubicBezTo>
                <a:cubicBezTo>
                  <a:pt x="345916" y="651062"/>
                  <a:pt x="336797" y="676521"/>
                  <a:pt x="322729" y="699247"/>
                </a:cubicBezTo>
                <a:cubicBezTo>
                  <a:pt x="297860" y="739420"/>
                  <a:pt x="259594" y="771919"/>
                  <a:pt x="242047" y="815788"/>
                </a:cubicBezTo>
                <a:cubicBezTo>
                  <a:pt x="223061" y="863255"/>
                  <a:pt x="226536" y="861468"/>
                  <a:pt x="197224" y="905435"/>
                </a:cubicBezTo>
                <a:cubicBezTo>
                  <a:pt x="182965" y="926824"/>
                  <a:pt x="165626" y="946145"/>
                  <a:pt x="152400" y="968188"/>
                </a:cubicBezTo>
                <a:cubicBezTo>
                  <a:pt x="122404" y="1018181"/>
                  <a:pt x="113412" y="1051169"/>
                  <a:pt x="89647" y="1102659"/>
                </a:cubicBezTo>
                <a:cubicBezTo>
                  <a:pt x="81247" y="1120860"/>
                  <a:pt x="70463" y="1137943"/>
                  <a:pt x="62753" y="1156447"/>
                </a:cubicBezTo>
                <a:cubicBezTo>
                  <a:pt x="27356" y="1241400"/>
                  <a:pt x="66238" y="1181684"/>
                  <a:pt x="17929" y="1246094"/>
                </a:cubicBezTo>
                <a:cubicBezTo>
                  <a:pt x="14941" y="1258047"/>
                  <a:pt x="12350" y="1270106"/>
                  <a:pt x="8965" y="1281953"/>
                </a:cubicBezTo>
                <a:cubicBezTo>
                  <a:pt x="6369" y="1291039"/>
                  <a:pt x="0" y="1308847"/>
                  <a:pt x="0" y="130884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21A037-C76C-0CEA-9413-408DDE0933C3}"/>
              </a:ext>
            </a:extLst>
          </p:cNvPr>
          <p:cNvSpPr txBox="1"/>
          <p:nvPr/>
        </p:nvSpPr>
        <p:spPr>
          <a:xfrm>
            <a:off x="9784133" y="3853250"/>
            <a:ext cx="1934032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price to set for the good?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30CA04-FBEA-F424-7D49-2A17EA94D7A7}"/>
              </a:ext>
            </a:extLst>
          </p:cNvPr>
          <p:cNvSpPr txBox="1"/>
          <p:nvPr/>
        </p:nvSpPr>
        <p:spPr>
          <a:xfrm>
            <a:off x="572490" y="3698287"/>
            <a:ext cx="1660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277993-C87A-5AB6-F66D-9EA10D38AF04}"/>
                  </a:ext>
                </a:extLst>
              </p:cNvPr>
              <p:cNvSpPr txBox="1"/>
              <p:nvPr/>
            </p:nvSpPr>
            <p:spPr>
              <a:xfrm>
                <a:off x="2805147" y="3190235"/>
                <a:ext cx="3929345" cy="147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100−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/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  <m:e/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0.5</m:t>
                              </m:r>
                              <m:d>
                                <m:d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100−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&lt;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𝑖𝑓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&gt;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𝑖𝑓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277993-C87A-5AB6-F66D-9EA10D38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147" y="3190235"/>
                <a:ext cx="3929345" cy="14700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466055-924D-EE3B-BFF1-20222C43C0F2}"/>
                  </a:ext>
                </a:extLst>
              </p:cNvPr>
              <p:cNvSpPr txBox="1"/>
              <p:nvPr/>
            </p:nvSpPr>
            <p:spPr>
              <a:xfrm>
                <a:off x="2805147" y="5082249"/>
                <a:ext cx="6125459" cy="14700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100−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100−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/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  <m:e/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0.5</m:t>
                              </m:r>
                              <m:d>
                                <m:d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100−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0.5</m:t>
                                      </m:r>
                                      <m:d>
                                        <m:dPr>
                                          <m:ctrlPr>
                                            <a:rPr kumimoji="0" lang="en-US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100−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US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US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&lt;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𝑖𝑓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&gt;</m:t>
                                    </m:r>
                                    <m:sSub>
                                      <m:sSubPr>
                                        <m:ctrlP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kumimoji="0" lang="en-US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  <m:e/>
                                </m:eqArr>
                              </m:e>
                            </m:mr>
                            <m:m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𝑖𝑓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466055-924D-EE3B-BFF1-20222C43C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147" y="5082249"/>
                <a:ext cx="6125459" cy="14700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431F635-0FC0-C832-E565-535AA0D0081E}"/>
              </a:ext>
            </a:extLst>
          </p:cNvPr>
          <p:cNvSpPr txBox="1"/>
          <p:nvPr/>
        </p:nvSpPr>
        <p:spPr>
          <a:xfrm>
            <a:off x="257634" y="4108587"/>
            <a:ext cx="3086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…determined by the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market based on the prices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set by the two firms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relative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to each other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…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on the fly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F96EA8-ACEF-AC7F-51AB-08378AE12A13}"/>
              </a:ext>
            </a:extLst>
          </p:cNvPr>
          <p:cNvSpPr/>
          <p:nvPr/>
        </p:nvSpPr>
        <p:spPr>
          <a:xfrm>
            <a:off x="4383741" y="3190235"/>
            <a:ext cx="986118" cy="338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4302DE-9828-7C0B-4FCA-DD20787639DF}"/>
              </a:ext>
            </a:extLst>
          </p:cNvPr>
          <p:cNvSpPr/>
          <p:nvPr/>
        </p:nvSpPr>
        <p:spPr>
          <a:xfrm>
            <a:off x="5693127" y="3179828"/>
            <a:ext cx="986118" cy="338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BB5A8B-627C-18B1-B336-B675511C6D34}"/>
              </a:ext>
            </a:extLst>
          </p:cNvPr>
          <p:cNvSpPr/>
          <p:nvPr/>
        </p:nvSpPr>
        <p:spPr>
          <a:xfrm>
            <a:off x="4383741" y="3770984"/>
            <a:ext cx="986118" cy="338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603D89-40A1-C599-086C-955497596FDA}"/>
              </a:ext>
            </a:extLst>
          </p:cNvPr>
          <p:cNvSpPr/>
          <p:nvPr/>
        </p:nvSpPr>
        <p:spPr>
          <a:xfrm>
            <a:off x="5693127" y="3760577"/>
            <a:ext cx="986118" cy="348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9AF078-CEA5-642B-D60F-B1BCA762CDA3}"/>
              </a:ext>
            </a:extLst>
          </p:cNvPr>
          <p:cNvSpPr/>
          <p:nvPr/>
        </p:nvSpPr>
        <p:spPr>
          <a:xfrm>
            <a:off x="4153892" y="4245973"/>
            <a:ext cx="1404225" cy="414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604D5D-89EB-0CF0-0AE6-BD011543772D}"/>
              </a:ext>
            </a:extLst>
          </p:cNvPr>
          <p:cNvSpPr/>
          <p:nvPr/>
        </p:nvSpPr>
        <p:spPr>
          <a:xfrm>
            <a:off x="5693127" y="4235566"/>
            <a:ext cx="986118" cy="414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BAB385-CEB4-61B0-2ED4-8CEC50BDC59E}"/>
              </a:ext>
            </a:extLst>
          </p:cNvPr>
          <p:cNvSpPr/>
          <p:nvPr/>
        </p:nvSpPr>
        <p:spPr>
          <a:xfrm>
            <a:off x="3931598" y="3198097"/>
            <a:ext cx="358955" cy="1451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06E56-CBFF-3172-585A-7DB882791F06}"/>
              </a:ext>
            </a:extLst>
          </p:cNvPr>
          <p:cNvSpPr txBox="1"/>
          <p:nvPr/>
        </p:nvSpPr>
        <p:spPr>
          <a:xfrm>
            <a:off x="6868681" y="278217"/>
            <a:ext cx="5153804" cy="369332"/>
          </a:xfrm>
          <a:custGeom>
            <a:avLst/>
            <a:gdLst>
              <a:gd name="csX0" fmla="*/ 0 w 5153804"/>
              <a:gd name="csY0" fmla="*/ 0 h 369332"/>
              <a:gd name="csX1" fmla="*/ 469569 w 5153804"/>
              <a:gd name="csY1" fmla="*/ 0 h 369332"/>
              <a:gd name="csX2" fmla="*/ 990676 w 5153804"/>
              <a:gd name="csY2" fmla="*/ 0 h 369332"/>
              <a:gd name="csX3" fmla="*/ 1460244 w 5153804"/>
              <a:gd name="csY3" fmla="*/ 0 h 369332"/>
              <a:gd name="csX4" fmla="*/ 2084427 w 5153804"/>
              <a:gd name="csY4" fmla="*/ 0 h 369332"/>
              <a:gd name="csX5" fmla="*/ 2657072 w 5153804"/>
              <a:gd name="csY5" fmla="*/ 0 h 369332"/>
              <a:gd name="csX6" fmla="*/ 3229717 w 5153804"/>
              <a:gd name="csY6" fmla="*/ 0 h 369332"/>
              <a:gd name="csX7" fmla="*/ 3905438 w 5153804"/>
              <a:gd name="csY7" fmla="*/ 0 h 369332"/>
              <a:gd name="csX8" fmla="*/ 4529621 w 5153804"/>
              <a:gd name="csY8" fmla="*/ 0 h 369332"/>
              <a:gd name="csX9" fmla="*/ 5153804 w 5153804"/>
              <a:gd name="csY9" fmla="*/ 0 h 369332"/>
              <a:gd name="csX10" fmla="*/ 5153804 w 5153804"/>
              <a:gd name="csY10" fmla="*/ 369332 h 369332"/>
              <a:gd name="csX11" fmla="*/ 4735773 w 5153804"/>
              <a:gd name="csY11" fmla="*/ 369332 h 369332"/>
              <a:gd name="csX12" fmla="*/ 4266204 w 5153804"/>
              <a:gd name="csY12" fmla="*/ 369332 h 369332"/>
              <a:gd name="csX13" fmla="*/ 3642021 w 5153804"/>
              <a:gd name="csY13" fmla="*/ 369332 h 369332"/>
              <a:gd name="csX14" fmla="*/ 2966301 w 5153804"/>
              <a:gd name="csY14" fmla="*/ 369332 h 369332"/>
              <a:gd name="csX15" fmla="*/ 2445194 w 5153804"/>
              <a:gd name="csY15" fmla="*/ 369332 h 369332"/>
              <a:gd name="csX16" fmla="*/ 1769473 w 5153804"/>
              <a:gd name="csY16" fmla="*/ 369332 h 369332"/>
              <a:gd name="csX17" fmla="*/ 1299904 w 5153804"/>
              <a:gd name="csY17" fmla="*/ 369332 h 369332"/>
              <a:gd name="csX18" fmla="*/ 881873 w 5153804"/>
              <a:gd name="csY18" fmla="*/ 369332 h 369332"/>
              <a:gd name="csX19" fmla="*/ 0 w 5153804"/>
              <a:gd name="csY19" fmla="*/ 369332 h 369332"/>
              <a:gd name="csX20" fmla="*/ 0 w 5153804"/>
              <a:gd name="csY20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153804" h="369332" fill="none" extrusionOk="0">
                <a:moveTo>
                  <a:pt x="0" y="0"/>
                </a:moveTo>
                <a:cubicBezTo>
                  <a:pt x="193912" y="-46907"/>
                  <a:pt x="352390" y="16405"/>
                  <a:pt x="469569" y="0"/>
                </a:cubicBezTo>
                <a:cubicBezTo>
                  <a:pt x="586748" y="-16405"/>
                  <a:pt x="869341" y="59523"/>
                  <a:pt x="990676" y="0"/>
                </a:cubicBezTo>
                <a:cubicBezTo>
                  <a:pt x="1112011" y="-59523"/>
                  <a:pt x="1312865" y="37361"/>
                  <a:pt x="1460244" y="0"/>
                </a:cubicBezTo>
                <a:cubicBezTo>
                  <a:pt x="1607623" y="-37361"/>
                  <a:pt x="1884011" y="72487"/>
                  <a:pt x="2084427" y="0"/>
                </a:cubicBezTo>
                <a:cubicBezTo>
                  <a:pt x="2284843" y="-72487"/>
                  <a:pt x="2501611" y="11399"/>
                  <a:pt x="2657072" y="0"/>
                </a:cubicBezTo>
                <a:cubicBezTo>
                  <a:pt x="2812534" y="-11399"/>
                  <a:pt x="3060182" y="44424"/>
                  <a:pt x="3229717" y="0"/>
                </a:cubicBezTo>
                <a:cubicBezTo>
                  <a:pt x="3399253" y="-44424"/>
                  <a:pt x="3598456" y="32828"/>
                  <a:pt x="3905438" y="0"/>
                </a:cubicBezTo>
                <a:cubicBezTo>
                  <a:pt x="4212420" y="-32828"/>
                  <a:pt x="4305552" y="58151"/>
                  <a:pt x="4529621" y="0"/>
                </a:cubicBezTo>
                <a:cubicBezTo>
                  <a:pt x="4753690" y="-58151"/>
                  <a:pt x="4965520" y="6910"/>
                  <a:pt x="5153804" y="0"/>
                </a:cubicBezTo>
                <a:cubicBezTo>
                  <a:pt x="5187833" y="106438"/>
                  <a:pt x="5116054" y="213441"/>
                  <a:pt x="5153804" y="369332"/>
                </a:cubicBezTo>
                <a:cubicBezTo>
                  <a:pt x="5018701" y="388847"/>
                  <a:pt x="4895485" y="353482"/>
                  <a:pt x="4735773" y="369332"/>
                </a:cubicBezTo>
                <a:cubicBezTo>
                  <a:pt x="4576061" y="385182"/>
                  <a:pt x="4366112" y="318848"/>
                  <a:pt x="4266204" y="369332"/>
                </a:cubicBezTo>
                <a:cubicBezTo>
                  <a:pt x="4166296" y="419816"/>
                  <a:pt x="3923678" y="334178"/>
                  <a:pt x="3642021" y="369332"/>
                </a:cubicBezTo>
                <a:cubicBezTo>
                  <a:pt x="3360364" y="404486"/>
                  <a:pt x="3266587" y="326369"/>
                  <a:pt x="2966301" y="369332"/>
                </a:cubicBezTo>
                <a:cubicBezTo>
                  <a:pt x="2666015" y="412295"/>
                  <a:pt x="2650077" y="334338"/>
                  <a:pt x="2445194" y="369332"/>
                </a:cubicBezTo>
                <a:cubicBezTo>
                  <a:pt x="2240311" y="404326"/>
                  <a:pt x="2042921" y="357903"/>
                  <a:pt x="1769473" y="369332"/>
                </a:cubicBezTo>
                <a:cubicBezTo>
                  <a:pt x="1496025" y="380761"/>
                  <a:pt x="1484789" y="334274"/>
                  <a:pt x="1299904" y="369332"/>
                </a:cubicBezTo>
                <a:cubicBezTo>
                  <a:pt x="1115019" y="404390"/>
                  <a:pt x="1087692" y="353829"/>
                  <a:pt x="881873" y="369332"/>
                </a:cubicBezTo>
                <a:cubicBezTo>
                  <a:pt x="676054" y="384835"/>
                  <a:pt x="380865" y="300771"/>
                  <a:pt x="0" y="369332"/>
                </a:cubicBezTo>
                <a:cubicBezTo>
                  <a:pt x="-7895" y="236070"/>
                  <a:pt x="6912" y="155374"/>
                  <a:pt x="0" y="0"/>
                </a:cubicBezTo>
                <a:close/>
              </a:path>
              <a:path w="5153804" h="369332" stroke="0" extrusionOk="0">
                <a:moveTo>
                  <a:pt x="0" y="0"/>
                </a:moveTo>
                <a:cubicBezTo>
                  <a:pt x="158395" y="-32479"/>
                  <a:pt x="402647" y="35480"/>
                  <a:pt x="521107" y="0"/>
                </a:cubicBezTo>
                <a:cubicBezTo>
                  <a:pt x="639567" y="-35480"/>
                  <a:pt x="746579" y="30586"/>
                  <a:pt x="939138" y="0"/>
                </a:cubicBezTo>
                <a:cubicBezTo>
                  <a:pt x="1131697" y="-30586"/>
                  <a:pt x="1476784" y="30002"/>
                  <a:pt x="1614859" y="0"/>
                </a:cubicBezTo>
                <a:cubicBezTo>
                  <a:pt x="1752934" y="-30002"/>
                  <a:pt x="1954311" y="59251"/>
                  <a:pt x="2135965" y="0"/>
                </a:cubicBezTo>
                <a:cubicBezTo>
                  <a:pt x="2317619" y="-59251"/>
                  <a:pt x="2449896" y="12701"/>
                  <a:pt x="2657072" y="0"/>
                </a:cubicBezTo>
                <a:cubicBezTo>
                  <a:pt x="2864248" y="-12701"/>
                  <a:pt x="3056077" y="7473"/>
                  <a:pt x="3332793" y="0"/>
                </a:cubicBezTo>
                <a:cubicBezTo>
                  <a:pt x="3609509" y="-7473"/>
                  <a:pt x="3636291" y="10636"/>
                  <a:pt x="3802362" y="0"/>
                </a:cubicBezTo>
                <a:cubicBezTo>
                  <a:pt x="3968433" y="-10636"/>
                  <a:pt x="4325220" y="59518"/>
                  <a:pt x="4478083" y="0"/>
                </a:cubicBezTo>
                <a:cubicBezTo>
                  <a:pt x="4630946" y="-59518"/>
                  <a:pt x="4928929" y="46775"/>
                  <a:pt x="5153804" y="0"/>
                </a:cubicBezTo>
                <a:cubicBezTo>
                  <a:pt x="5170924" y="100193"/>
                  <a:pt x="5120729" y="257057"/>
                  <a:pt x="5153804" y="369332"/>
                </a:cubicBezTo>
                <a:cubicBezTo>
                  <a:pt x="4909905" y="430792"/>
                  <a:pt x="4844282" y="339859"/>
                  <a:pt x="4581159" y="369332"/>
                </a:cubicBezTo>
                <a:cubicBezTo>
                  <a:pt x="4318036" y="398805"/>
                  <a:pt x="4180908" y="322532"/>
                  <a:pt x="4060052" y="369332"/>
                </a:cubicBezTo>
                <a:cubicBezTo>
                  <a:pt x="3939196" y="416132"/>
                  <a:pt x="3707758" y="327618"/>
                  <a:pt x="3384331" y="369332"/>
                </a:cubicBezTo>
                <a:cubicBezTo>
                  <a:pt x="3060904" y="411046"/>
                  <a:pt x="2913336" y="353829"/>
                  <a:pt x="2708610" y="369332"/>
                </a:cubicBezTo>
                <a:cubicBezTo>
                  <a:pt x="2503884" y="384835"/>
                  <a:pt x="2411066" y="335956"/>
                  <a:pt x="2239042" y="369332"/>
                </a:cubicBezTo>
                <a:cubicBezTo>
                  <a:pt x="2067018" y="402708"/>
                  <a:pt x="1872747" y="354196"/>
                  <a:pt x="1666397" y="369332"/>
                </a:cubicBezTo>
                <a:cubicBezTo>
                  <a:pt x="1460048" y="384468"/>
                  <a:pt x="1146352" y="356678"/>
                  <a:pt x="990676" y="369332"/>
                </a:cubicBezTo>
                <a:cubicBezTo>
                  <a:pt x="835000" y="381986"/>
                  <a:pt x="251163" y="339087"/>
                  <a:pt x="0" y="369332"/>
                </a:cubicBezTo>
                <a:cubicBezTo>
                  <a:pt x="-40318" y="228999"/>
                  <a:pt x="8008" y="15941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buy from the firm with the lower price.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D3CC6A-AFC0-BC80-E63C-DC1CC55FC5D6}"/>
              </a:ext>
            </a:extLst>
          </p:cNvPr>
          <p:cNvSpPr/>
          <p:nvPr/>
        </p:nvSpPr>
        <p:spPr>
          <a:xfrm>
            <a:off x="7823348" y="4978633"/>
            <a:ext cx="1107257" cy="1601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2C89EB-C42D-C399-D2D7-24EE7C3D7CDD}"/>
              </a:ext>
            </a:extLst>
          </p:cNvPr>
          <p:cNvSpPr/>
          <p:nvPr/>
        </p:nvSpPr>
        <p:spPr>
          <a:xfrm>
            <a:off x="4102995" y="4951181"/>
            <a:ext cx="280746" cy="1601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5EB1F9-AF8C-F50A-C84D-546F6A806A48}"/>
              </a:ext>
            </a:extLst>
          </p:cNvPr>
          <p:cNvSpPr/>
          <p:nvPr/>
        </p:nvSpPr>
        <p:spPr>
          <a:xfrm>
            <a:off x="5405717" y="5656904"/>
            <a:ext cx="1107257" cy="36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280A45-82D1-59D9-EF10-1A12F9777C9D}"/>
              </a:ext>
            </a:extLst>
          </p:cNvPr>
          <p:cNvSpPr/>
          <p:nvPr/>
        </p:nvSpPr>
        <p:spPr>
          <a:xfrm>
            <a:off x="4462552" y="5082249"/>
            <a:ext cx="2976809" cy="36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56B235-0647-48D9-6FB0-C0E0E867AF68}"/>
              </a:ext>
            </a:extLst>
          </p:cNvPr>
          <p:cNvSpPr/>
          <p:nvPr/>
        </p:nvSpPr>
        <p:spPr>
          <a:xfrm>
            <a:off x="4263658" y="6166109"/>
            <a:ext cx="3517708" cy="365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39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2" grpId="0"/>
      <p:bldP spid="4" grpId="0"/>
      <p:bldP spid="37" grpId="0" animBg="1"/>
      <p:bldP spid="3" grpId="0"/>
      <p:bldP spid="3" grpId="1"/>
      <p:bldP spid="13" grpId="0" animBg="1"/>
      <p:bldP spid="13" grpId="1" animBg="1"/>
      <p:bldP spid="14" grpId="0" animBg="1"/>
      <p:bldP spid="15" grpId="0"/>
      <p:bldP spid="16" grpId="0"/>
      <p:bldP spid="17" grpId="0"/>
      <p:bldP spid="6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15110</TotalTime>
  <Words>633</Words>
  <Application>Microsoft Office PowerPoint</Application>
  <PresentationFormat>Widescreen</PresentationFormat>
  <Paragraphs>201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Aptos</vt:lpstr>
      <vt:lpstr>Aptos Display</vt:lpstr>
      <vt:lpstr>Arial</vt:lpstr>
      <vt:lpstr>Bahnschrift</vt:lpstr>
      <vt:lpstr>Calibri</vt:lpstr>
      <vt:lpstr>Calibri Light</vt:lpstr>
      <vt:lpstr>Cambria Math</vt:lpstr>
      <vt:lpstr>Russo One</vt:lpstr>
      <vt:lpstr>Segoe Script</vt:lpstr>
      <vt:lpstr>Univers</vt:lpstr>
      <vt:lpstr>Univers Condensed</vt:lpstr>
      <vt:lpstr>Wingdings</vt:lpstr>
      <vt:lpstr>Office Theme</vt:lpstr>
      <vt:lpstr>RetrospectVTI</vt:lpstr>
      <vt:lpstr>1_Office Theme</vt:lpstr>
      <vt:lpstr>SECTION  2  Static Games of Complete Information</vt:lpstr>
      <vt:lpstr>Logistics Exams and Grading Scheme</vt:lpstr>
      <vt:lpstr>Cournot Duopoly</vt:lpstr>
      <vt:lpstr>The Scenario</vt:lpstr>
      <vt:lpstr>Visualizing Sales Revenue The “Flipped” Demand Curve</vt:lpstr>
      <vt:lpstr>The Normal-Form Representation</vt:lpstr>
      <vt:lpstr>The Matrix Representation</vt:lpstr>
      <vt:lpstr>Bertrand Duopoly</vt:lpstr>
      <vt:lpstr>The Scenario</vt:lpstr>
      <vt:lpstr>The Normal-Form Representation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Game?</dc:title>
  <dc:creator>Dr Parag D. Pawar</dc:creator>
  <cp:lastModifiedBy>Dr Parag D. Pawar</cp:lastModifiedBy>
  <cp:revision>3</cp:revision>
  <dcterms:created xsi:type="dcterms:W3CDTF">2024-10-23T01:19:00Z</dcterms:created>
  <dcterms:modified xsi:type="dcterms:W3CDTF">2026-02-24T12:41:02Z</dcterms:modified>
</cp:coreProperties>
</file>