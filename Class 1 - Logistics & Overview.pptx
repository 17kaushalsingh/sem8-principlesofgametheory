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  <p:sldMasterId id="2147483726" r:id="rId2"/>
    <p:sldMasterId id="2147483750" r:id="rId3"/>
  </p:sldMasterIdLst>
  <p:notesMasterIdLst>
    <p:notesMasterId r:id="rId20"/>
  </p:notesMasterIdLst>
  <p:sldIdLst>
    <p:sldId id="256" r:id="rId4"/>
    <p:sldId id="398" r:id="rId5"/>
    <p:sldId id="457" r:id="rId6"/>
    <p:sldId id="403" r:id="rId7"/>
    <p:sldId id="260" r:id="rId8"/>
    <p:sldId id="408" r:id="rId9"/>
    <p:sldId id="433" r:id="rId10"/>
    <p:sldId id="442" r:id="rId11"/>
    <p:sldId id="400" r:id="rId12"/>
    <p:sldId id="401" r:id="rId13"/>
    <p:sldId id="402" r:id="rId14"/>
    <p:sldId id="410" r:id="rId15"/>
    <p:sldId id="414" r:id="rId16"/>
    <p:sldId id="429" r:id="rId17"/>
    <p:sldId id="439" r:id="rId18"/>
    <p:sldId id="43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6B4615-B256-4E4E-BAB0-5169276BCD4A}" v="331" dt="2026-01-06T08:20:54.3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33" autoAdjust="0"/>
    <p:restoredTop sz="94660"/>
  </p:normalViewPr>
  <p:slideViewPr>
    <p:cSldViewPr snapToGrid="0">
      <p:cViewPr varScale="1">
        <p:scale>
          <a:sx n="77" d="100"/>
          <a:sy n="77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Parag D. Pawar" userId="45f730c0-1703-4ce0-909b-efb17736071d" providerId="ADAL" clId="{629D698C-9F10-422F-9730-D8DB01D503EC}"/>
    <pc:docChg chg="undo custSel addSld delSld modSld sldOrd">
      <pc:chgData name="Dr Parag D. Pawar" userId="45f730c0-1703-4ce0-909b-efb17736071d" providerId="ADAL" clId="{629D698C-9F10-422F-9730-D8DB01D503EC}" dt="2026-01-06T08:22:16.468" v="563"/>
      <pc:docMkLst>
        <pc:docMk/>
      </pc:docMkLst>
      <pc:sldChg chg="addSp modSp mod addAnim delAnim modAnim">
        <pc:chgData name="Dr Parag D. Pawar" userId="45f730c0-1703-4ce0-909b-efb17736071d" providerId="ADAL" clId="{629D698C-9F10-422F-9730-D8DB01D503EC}" dt="2026-01-06T06:54:39.841" v="503" actId="1076"/>
        <pc:sldMkLst>
          <pc:docMk/>
          <pc:sldMk cId="2389362846" sldId="260"/>
        </pc:sldMkLst>
        <pc:spChg chg="add mod">
          <ac:chgData name="Dr Parag D. Pawar" userId="45f730c0-1703-4ce0-909b-efb17736071d" providerId="ADAL" clId="{629D698C-9F10-422F-9730-D8DB01D503EC}" dt="2026-01-06T06:54:06.150" v="499" actId="1076"/>
          <ac:spMkLst>
            <pc:docMk/>
            <pc:sldMk cId="2389362846" sldId="260"/>
            <ac:spMk id="5" creationId="{1C4004A4-596A-C01D-FF4D-5177CEA20D64}"/>
          </ac:spMkLst>
        </pc:spChg>
        <pc:spChg chg="add mod">
          <ac:chgData name="Dr Parag D. Pawar" userId="45f730c0-1703-4ce0-909b-efb17736071d" providerId="ADAL" clId="{629D698C-9F10-422F-9730-D8DB01D503EC}" dt="2026-01-06T06:54:39.841" v="503" actId="1076"/>
          <ac:spMkLst>
            <pc:docMk/>
            <pc:sldMk cId="2389362846" sldId="260"/>
            <ac:spMk id="23" creationId="{5C6C94D9-D391-8531-0C76-2DDBD0C87718}"/>
          </ac:spMkLst>
        </pc:spChg>
        <pc:grpChg chg="add mod">
          <ac:chgData name="Dr Parag D. Pawar" userId="45f730c0-1703-4ce0-909b-efb17736071d" providerId="ADAL" clId="{629D698C-9F10-422F-9730-D8DB01D503EC}" dt="2026-01-06T06:54:06.150" v="499" actId="1076"/>
          <ac:grpSpMkLst>
            <pc:docMk/>
            <pc:sldMk cId="2389362846" sldId="260"/>
            <ac:grpSpMk id="7" creationId="{64023ADE-0590-378C-8B08-8264C0859818}"/>
          </ac:grpSpMkLst>
        </pc:grpChg>
        <pc:grpChg chg="add mod">
          <ac:chgData name="Dr Parag D. Pawar" userId="45f730c0-1703-4ce0-909b-efb17736071d" providerId="ADAL" clId="{629D698C-9F10-422F-9730-D8DB01D503EC}" dt="2026-01-06T06:54:06.150" v="499" actId="1076"/>
          <ac:grpSpMkLst>
            <pc:docMk/>
            <pc:sldMk cId="2389362846" sldId="260"/>
            <ac:grpSpMk id="26" creationId="{77F1E3AB-846E-5791-F6C2-BE7C86ECB5BD}"/>
          </ac:grpSpMkLst>
        </pc:grpChg>
        <pc:picChg chg="add mod">
          <ac:chgData name="Dr Parag D. Pawar" userId="45f730c0-1703-4ce0-909b-efb17736071d" providerId="ADAL" clId="{629D698C-9F10-422F-9730-D8DB01D503EC}" dt="2026-01-06T06:54:06.150" v="499" actId="1076"/>
          <ac:picMkLst>
            <pc:docMk/>
            <pc:sldMk cId="2389362846" sldId="260"/>
            <ac:picMk id="1026" creationId="{F5FF81C1-9267-4280-BD92-176BD7F76B35}"/>
          </ac:picMkLst>
        </pc:picChg>
      </pc:sldChg>
      <pc:sldChg chg="addSp modSp mod modAnim">
        <pc:chgData name="Dr Parag D. Pawar" userId="45f730c0-1703-4ce0-909b-efb17736071d" providerId="ADAL" clId="{629D698C-9F10-422F-9730-D8DB01D503EC}" dt="2026-01-06T03:33:04.457" v="13" actId="1076"/>
        <pc:sldMkLst>
          <pc:docMk/>
          <pc:sldMk cId="616994387" sldId="408"/>
        </pc:sldMkLst>
        <pc:spChg chg="add mod">
          <ac:chgData name="Dr Parag D. Pawar" userId="45f730c0-1703-4ce0-909b-efb17736071d" providerId="ADAL" clId="{629D698C-9F10-422F-9730-D8DB01D503EC}" dt="2026-01-06T03:26:46.142" v="1" actId="1076"/>
          <ac:spMkLst>
            <pc:docMk/>
            <pc:sldMk cId="616994387" sldId="408"/>
            <ac:spMk id="3" creationId="{A8241B21-8B7E-A55C-90FB-C4E1F424B24B}"/>
          </ac:spMkLst>
        </pc:spChg>
        <pc:spChg chg="mod">
          <ac:chgData name="Dr Parag D. Pawar" userId="45f730c0-1703-4ce0-909b-efb17736071d" providerId="ADAL" clId="{629D698C-9F10-422F-9730-D8DB01D503EC}" dt="2026-01-06T03:27:17.322" v="10" actId="13822"/>
          <ac:spMkLst>
            <pc:docMk/>
            <pc:sldMk cId="616994387" sldId="408"/>
            <ac:spMk id="10" creationId="{CAC658CC-6FD7-68AB-BFEA-89254B9A91E2}"/>
          </ac:spMkLst>
        </pc:spChg>
        <pc:picChg chg="mod ord">
          <ac:chgData name="Dr Parag D. Pawar" userId="45f730c0-1703-4ce0-909b-efb17736071d" providerId="ADAL" clId="{629D698C-9F10-422F-9730-D8DB01D503EC}" dt="2026-01-06T03:33:04.457" v="13" actId="1076"/>
          <ac:picMkLst>
            <pc:docMk/>
            <pc:sldMk cId="616994387" sldId="408"/>
            <ac:picMk id="12" creationId="{5C191BF4-44EC-76C3-D437-FE9099B27E2A}"/>
          </ac:picMkLst>
        </pc:picChg>
      </pc:sldChg>
      <pc:sldChg chg="addSp delSp modSp mod addAnim delAnim modAnim">
        <pc:chgData name="Dr Parag D. Pawar" userId="45f730c0-1703-4ce0-909b-efb17736071d" providerId="ADAL" clId="{629D698C-9F10-422F-9730-D8DB01D503EC}" dt="2026-01-06T06:43:01.920" v="443" actId="1038"/>
        <pc:sldMkLst>
          <pc:docMk/>
          <pc:sldMk cId="1524105471" sldId="414"/>
        </pc:sldMkLst>
        <pc:spChg chg="mod">
          <ac:chgData name="Dr Parag D. Pawar" userId="45f730c0-1703-4ce0-909b-efb17736071d" providerId="ADAL" clId="{629D698C-9F10-422F-9730-D8DB01D503EC}" dt="2026-01-06T06:37:16.066" v="273" actId="20577"/>
          <ac:spMkLst>
            <pc:docMk/>
            <pc:sldMk cId="1524105471" sldId="414"/>
            <ac:spMk id="5" creationId="{0804307B-CE73-7D4F-52D1-BEC23969D561}"/>
          </ac:spMkLst>
        </pc:spChg>
        <pc:spChg chg="mod">
          <ac:chgData name="Dr Parag D. Pawar" userId="45f730c0-1703-4ce0-909b-efb17736071d" providerId="ADAL" clId="{629D698C-9F10-422F-9730-D8DB01D503EC}" dt="2026-01-06T06:39:50.983" v="420" actId="1076"/>
          <ac:spMkLst>
            <pc:docMk/>
            <pc:sldMk cId="1524105471" sldId="414"/>
            <ac:spMk id="10" creationId="{4BFFF425-5A5D-E04B-BAC0-C424565C51B7}"/>
          </ac:spMkLst>
        </pc:spChg>
        <pc:spChg chg="mod">
          <ac:chgData name="Dr Parag D. Pawar" userId="45f730c0-1703-4ce0-909b-efb17736071d" providerId="ADAL" clId="{629D698C-9F10-422F-9730-D8DB01D503EC}" dt="2026-01-06T06:39:36.908" v="417" actId="1076"/>
          <ac:spMkLst>
            <pc:docMk/>
            <pc:sldMk cId="1524105471" sldId="414"/>
            <ac:spMk id="25" creationId="{8B82D428-2684-3DFB-B239-154654F19D2E}"/>
          </ac:spMkLst>
        </pc:spChg>
        <pc:spChg chg="add del mod">
          <ac:chgData name="Dr Parag D. Pawar" userId="45f730c0-1703-4ce0-909b-efb17736071d" providerId="ADAL" clId="{629D698C-9F10-422F-9730-D8DB01D503EC}" dt="2026-01-06T06:38:19.638" v="397" actId="478"/>
          <ac:spMkLst>
            <pc:docMk/>
            <pc:sldMk cId="1524105471" sldId="414"/>
            <ac:spMk id="29" creationId="{0C108771-1535-F846-A190-944A4780DEBD}"/>
          </ac:spMkLst>
        </pc:spChg>
        <pc:spChg chg="mod">
          <ac:chgData name="Dr Parag D. Pawar" userId="45f730c0-1703-4ce0-909b-efb17736071d" providerId="ADAL" clId="{629D698C-9F10-422F-9730-D8DB01D503EC}" dt="2026-01-06T06:42:28.901" v="436" actId="1038"/>
          <ac:spMkLst>
            <pc:docMk/>
            <pc:sldMk cId="1524105471" sldId="414"/>
            <ac:spMk id="31" creationId="{AFFCC382-A609-8E55-1BA3-E5E6AAD5F9E0}"/>
          </ac:spMkLst>
        </pc:spChg>
        <pc:spChg chg="mod">
          <ac:chgData name="Dr Parag D. Pawar" userId="45f730c0-1703-4ce0-909b-efb17736071d" providerId="ADAL" clId="{629D698C-9F10-422F-9730-D8DB01D503EC}" dt="2026-01-06T06:42:20.537" v="427" actId="1036"/>
          <ac:spMkLst>
            <pc:docMk/>
            <pc:sldMk cId="1524105471" sldId="414"/>
            <ac:spMk id="33" creationId="{A16F4309-997B-A9B6-C3B0-206CFC9E8710}"/>
          </ac:spMkLst>
        </pc:spChg>
        <pc:spChg chg="mod">
          <ac:chgData name="Dr Parag D. Pawar" userId="45f730c0-1703-4ce0-909b-efb17736071d" providerId="ADAL" clId="{629D698C-9F10-422F-9730-D8DB01D503EC}" dt="2026-01-06T06:30:58.250" v="169" actId="20577"/>
          <ac:spMkLst>
            <pc:docMk/>
            <pc:sldMk cId="1524105471" sldId="414"/>
            <ac:spMk id="35" creationId="{57394AF3-3E4C-5DAB-C821-2647F51A71E2}"/>
          </ac:spMkLst>
        </pc:spChg>
        <pc:spChg chg="mod">
          <ac:chgData name="Dr Parag D. Pawar" userId="45f730c0-1703-4ce0-909b-efb17736071d" providerId="ADAL" clId="{629D698C-9F10-422F-9730-D8DB01D503EC}" dt="2026-01-06T06:39:42.391" v="418" actId="14100"/>
          <ac:spMkLst>
            <pc:docMk/>
            <pc:sldMk cId="1524105471" sldId="414"/>
            <ac:spMk id="36" creationId="{C9F312F1-1451-504C-A56D-9A1C2C01913E}"/>
          </ac:spMkLst>
        </pc:spChg>
        <pc:spChg chg="del">
          <ac:chgData name="Dr Parag D. Pawar" userId="45f730c0-1703-4ce0-909b-efb17736071d" providerId="ADAL" clId="{629D698C-9F10-422F-9730-D8DB01D503EC}" dt="2026-01-06T06:30:49.907" v="154" actId="478"/>
          <ac:spMkLst>
            <pc:docMk/>
            <pc:sldMk cId="1524105471" sldId="414"/>
            <ac:spMk id="38" creationId="{689E2AA7-01AE-64B7-2781-2B96328CAB75}"/>
          </ac:spMkLst>
        </pc:spChg>
        <pc:spChg chg="mod">
          <ac:chgData name="Dr Parag D. Pawar" userId="45f730c0-1703-4ce0-909b-efb17736071d" providerId="ADAL" clId="{629D698C-9F10-422F-9730-D8DB01D503EC}" dt="2026-01-06T06:30:54.697" v="155" actId="1076"/>
          <ac:spMkLst>
            <pc:docMk/>
            <pc:sldMk cId="1524105471" sldId="414"/>
            <ac:spMk id="39" creationId="{7D4618DD-7B4D-7FDE-BAE7-4A3F6335832E}"/>
          </ac:spMkLst>
        </pc:spChg>
        <pc:spChg chg="mod">
          <ac:chgData name="Dr Parag D. Pawar" userId="45f730c0-1703-4ce0-909b-efb17736071d" providerId="ADAL" clId="{629D698C-9F10-422F-9730-D8DB01D503EC}" dt="2026-01-06T06:39:50.983" v="420" actId="1076"/>
          <ac:spMkLst>
            <pc:docMk/>
            <pc:sldMk cId="1524105471" sldId="414"/>
            <ac:spMk id="40" creationId="{B511963A-4789-D9FD-484A-370A218E662A}"/>
          </ac:spMkLst>
        </pc:spChg>
        <pc:spChg chg="add mod">
          <ac:chgData name="Dr Parag D. Pawar" userId="45f730c0-1703-4ce0-909b-efb17736071d" providerId="ADAL" clId="{629D698C-9F10-422F-9730-D8DB01D503EC}" dt="2026-01-06T06:39:08.709" v="411" actId="692"/>
          <ac:spMkLst>
            <pc:docMk/>
            <pc:sldMk cId="1524105471" sldId="414"/>
            <ac:spMk id="41" creationId="{4DE43940-DC5C-7FF9-EEDC-FB93E4EE9918}"/>
          </ac:spMkLst>
        </pc:spChg>
        <pc:spChg chg="mod">
          <ac:chgData name="Dr Parag D. Pawar" userId="45f730c0-1703-4ce0-909b-efb17736071d" providerId="ADAL" clId="{629D698C-9F10-422F-9730-D8DB01D503EC}" dt="2026-01-06T06:39:50.983" v="420" actId="1076"/>
          <ac:spMkLst>
            <pc:docMk/>
            <pc:sldMk cId="1524105471" sldId="414"/>
            <ac:spMk id="42" creationId="{469B63F4-B8C2-85F9-BBCC-05F11B5C8D31}"/>
          </ac:spMkLst>
        </pc:spChg>
        <pc:spChg chg="add mod">
          <ac:chgData name="Dr Parag D. Pawar" userId="45f730c0-1703-4ce0-909b-efb17736071d" providerId="ADAL" clId="{629D698C-9F10-422F-9730-D8DB01D503EC}" dt="2026-01-06T06:43:01.920" v="443" actId="1038"/>
          <ac:spMkLst>
            <pc:docMk/>
            <pc:sldMk cId="1524105471" sldId="414"/>
            <ac:spMk id="43" creationId="{47332B4C-781D-6534-14DE-478693B1A997}"/>
          </ac:spMkLst>
        </pc:spChg>
        <pc:cxnChg chg="add del mod">
          <ac:chgData name="Dr Parag D. Pawar" userId="45f730c0-1703-4ce0-909b-efb17736071d" providerId="ADAL" clId="{629D698C-9F10-422F-9730-D8DB01D503EC}" dt="2026-01-06T06:38:30.244" v="400" actId="478"/>
          <ac:cxnSpMkLst>
            <pc:docMk/>
            <pc:sldMk cId="1524105471" sldId="414"/>
            <ac:cxnSpMk id="37" creationId="{CBB624D7-489C-5793-F225-A1AA9C65D737}"/>
          </ac:cxnSpMkLst>
        </pc:cxnChg>
        <pc:cxnChg chg="mod">
          <ac:chgData name="Dr Parag D. Pawar" userId="45f730c0-1703-4ce0-909b-efb17736071d" providerId="ADAL" clId="{629D698C-9F10-422F-9730-D8DB01D503EC}" dt="2026-01-06T06:39:44.949" v="419" actId="1076"/>
          <ac:cxnSpMkLst>
            <pc:docMk/>
            <pc:sldMk cId="1524105471" sldId="414"/>
            <ac:cxnSpMk id="45" creationId="{5B9C0FF7-3F37-44C6-4F41-C639B71F7DC9}"/>
          </ac:cxnSpMkLst>
        </pc:cxnChg>
      </pc:sldChg>
      <pc:sldChg chg="addSp modSp mod addAnim delAnim modAnim">
        <pc:chgData name="Dr Parag D. Pawar" userId="45f730c0-1703-4ce0-909b-efb17736071d" providerId="ADAL" clId="{629D698C-9F10-422F-9730-D8DB01D503EC}" dt="2026-01-06T08:22:16.468" v="563"/>
        <pc:sldMkLst>
          <pc:docMk/>
          <pc:sldMk cId="496366422" sldId="429"/>
        </pc:sldMkLst>
        <pc:spChg chg="add mod">
          <ac:chgData name="Dr Parag D. Pawar" userId="45f730c0-1703-4ce0-909b-efb17736071d" providerId="ADAL" clId="{629D698C-9F10-422F-9730-D8DB01D503EC}" dt="2026-01-06T08:22:05.340" v="562" actId="1036"/>
          <ac:spMkLst>
            <pc:docMk/>
            <pc:sldMk cId="496366422" sldId="429"/>
            <ac:spMk id="4" creationId="{DB23095A-4BFA-7351-D29E-CC1A89AC6DC1}"/>
          </ac:spMkLst>
        </pc:spChg>
      </pc:sldChg>
      <pc:sldChg chg="addSp delSp modSp mod delAnim modAnim">
        <pc:chgData name="Dr Parag D. Pawar" userId="45f730c0-1703-4ce0-909b-efb17736071d" providerId="ADAL" clId="{629D698C-9F10-422F-9730-D8DB01D503EC}" dt="2026-01-06T05:03:51.961" v="95" actId="478"/>
        <pc:sldMkLst>
          <pc:docMk/>
          <pc:sldMk cId="4238932549" sldId="430"/>
        </pc:sldMkLst>
        <pc:spChg chg="mod">
          <ac:chgData name="Dr Parag D. Pawar" userId="45f730c0-1703-4ce0-909b-efb17736071d" providerId="ADAL" clId="{629D698C-9F10-422F-9730-D8DB01D503EC}" dt="2026-01-06T05:00:41.704" v="77" actId="14100"/>
          <ac:spMkLst>
            <pc:docMk/>
            <pc:sldMk cId="4238932549" sldId="430"/>
            <ac:spMk id="15" creationId="{DEC727E7-A6EF-DA82-4BDE-F79D96C99A00}"/>
          </ac:spMkLst>
        </pc:spChg>
        <pc:spChg chg="add mod">
          <ac:chgData name="Dr Parag D. Pawar" userId="45f730c0-1703-4ce0-909b-efb17736071d" providerId="ADAL" clId="{629D698C-9F10-422F-9730-D8DB01D503EC}" dt="2026-01-06T05:01:52.889" v="89" actId="207"/>
          <ac:spMkLst>
            <pc:docMk/>
            <pc:sldMk cId="4238932549" sldId="430"/>
            <ac:spMk id="25" creationId="{A33332D4-B3E4-7604-534F-C565DE7BBCE3}"/>
          </ac:spMkLst>
        </pc:spChg>
        <pc:spChg chg="add mod">
          <ac:chgData name="Dr Parag D. Pawar" userId="45f730c0-1703-4ce0-909b-efb17736071d" providerId="ADAL" clId="{629D698C-9F10-422F-9730-D8DB01D503EC}" dt="2026-01-06T05:01:07.323" v="81" actId="1076"/>
          <ac:spMkLst>
            <pc:docMk/>
            <pc:sldMk cId="4238932549" sldId="430"/>
            <ac:spMk id="27" creationId="{5A807C80-F4BB-ADF5-31FE-76B9A4BEF491}"/>
          </ac:spMkLst>
        </pc:spChg>
        <pc:spChg chg="add mod">
          <ac:chgData name="Dr Parag D. Pawar" userId="45f730c0-1703-4ce0-909b-efb17736071d" providerId="ADAL" clId="{629D698C-9F10-422F-9730-D8DB01D503EC}" dt="2026-01-06T05:01:07.323" v="81" actId="1076"/>
          <ac:spMkLst>
            <pc:docMk/>
            <pc:sldMk cId="4238932549" sldId="430"/>
            <ac:spMk id="28" creationId="{9C980BBE-4591-E165-993A-0183AE3F8778}"/>
          </ac:spMkLst>
        </pc:spChg>
        <pc:spChg chg="del">
          <ac:chgData name="Dr Parag D. Pawar" userId="45f730c0-1703-4ce0-909b-efb17736071d" providerId="ADAL" clId="{629D698C-9F10-422F-9730-D8DB01D503EC}" dt="2026-01-06T05:03:51.961" v="95" actId="478"/>
          <ac:spMkLst>
            <pc:docMk/>
            <pc:sldMk cId="4238932549" sldId="430"/>
            <ac:spMk id="72" creationId="{15EAB8F0-9C49-9283-7A9A-2EB45C528517}"/>
          </ac:spMkLst>
        </pc:spChg>
        <pc:spChg chg="del">
          <ac:chgData name="Dr Parag D. Pawar" userId="45f730c0-1703-4ce0-909b-efb17736071d" providerId="ADAL" clId="{629D698C-9F10-422F-9730-D8DB01D503EC}" dt="2026-01-06T05:03:51.961" v="95" actId="478"/>
          <ac:spMkLst>
            <pc:docMk/>
            <pc:sldMk cId="4238932549" sldId="430"/>
            <ac:spMk id="73" creationId="{07D9098E-7D6C-FA85-56B5-2351740C2C8A}"/>
          </ac:spMkLst>
        </pc:spChg>
        <pc:grpChg chg="del">
          <ac:chgData name="Dr Parag D. Pawar" userId="45f730c0-1703-4ce0-909b-efb17736071d" providerId="ADAL" clId="{629D698C-9F10-422F-9730-D8DB01D503EC}" dt="2026-01-06T05:00:57.780" v="79" actId="478"/>
          <ac:grpSpMkLst>
            <pc:docMk/>
            <pc:sldMk cId="4238932549" sldId="430"/>
            <ac:grpSpMk id="18" creationId="{A38B9739-A8CD-8F64-42B9-D78BC4EADE6C}"/>
          </ac:grpSpMkLst>
        </pc:grpChg>
        <pc:grpChg chg="del">
          <ac:chgData name="Dr Parag D. Pawar" userId="45f730c0-1703-4ce0-909b-efb17736071d" providerId="ADAL" clId="{629D698C-9F10-422F-9730-D8DB01D503EC}" dt="2026-01-06T05:03:51.961" v="95" actId="478"/>
          <ac:grpSpMkLst>
            <pc:docMk/>
            <pc:sldMk cId="4238932549" sldId="430"/>
            <ac:grpSpMk id="24" creationId="{EC742DF4-8076-0E2C-3564-FD8B632EE693}"/>
          </ac:grpSpMkLst>
        </pc:grpChg>
        <pc:grpChg chg="del">
          <ac:chgData name="Dr Parag D. Pawar" userId="45f730c0-1703-4ce0-909b-efb17736071d" providerId="ADAL" clId="{629D698C-9F10-422F-9730-D8DB01D503EC}" dt="2026-01-06T05:03:51.961" v="95" actId="478"/>
          <ac:grpSpMkLst>
            <pc:docMk/>
            <pc:sldMk cId="4238932549" sldId="430"/>
            <ac:grpSpMk id="26" creationId="{40B3540E-2CE7-4F1C-CFE3-302E0C93D748}"/>
          </ac:grpSpMkLst>
        </pc:grpChg>
        <pc:graphicFrameChg chg="del">
          <ac:chgData name="Dr Parag D. Pawar" userId="45f730c0-1703-4ce0-909b-efb17736071d" providerId="ADAL" clId="{629D698C-9F10-422F-9730-D8DB01D503EC}" dt="2026-01-06T05:03:48.816" v="94" actId="478"/>
          <ac:graphicFrameMkLst>
            <pc:docMk/>
            <pc:sldMk cId="4238932549" sldId="430"/>
            <ac:graphicFrameMk id="71" creationId="{0B27F10D-B8E3-EB7E-3549-0DB8D677D982}"/>
          </ac:graphicFrameMkLst>
        </pc:graphicFrameChg>
      </pc:sldChg>
      <pc:sldChg chg="addSp delSp modSp mod ord addAnim delAnim modAnim">
        <pc:chgData name="Dr Parag D. Pawar" userId="45f730c0-1703-4ce0-909b-efb17736071d" providerId="ADAL" clId="{629D698C-9F10-422F-9730-D8DB01D503EC}" dt="2026-01-06T06:20:47.997" v="153" actId="1076"/>
        <pc:sldMkLst>
          <pc:docMk/>
          <pc:sldMk cId="3300697512" sldId="431"/>
        </pc:sldMkLst>
        <pc:spChg chg="mod">
          <ac:chgData name="Dr Parag D. Pawar" userId="45f730c0-1703-4ce0-909b-efb17736071d" providerId="ADAL" clId="{629D698C-9F10-422F-9730-D8DB01D503EC}" dt="2026-01-06T04:59:57.292" v="24" actId="20577"/>
          <ac:spMkLst>
            <pc:docMk/>
            <pc:sldMk cId="3300697512" sldId="431"/>
            <ac:spMk id="5" creationId="{0C479468-F1D4-6348-C08E-3D95AAB565A4}"/>
          </ac:spMkLst>
        </pc:spChg>
        <pc:spChg chg="add mod">
          <ac:chgData name="Dr Parag D. Pawar" userId="45f730c0-1703-4ce0-909b-efb17736071d" providerId="ADAL" clId="{629D698C-9F10-422F-9730-D8DB01D503EC}" dt="2026-01-06T06:20:47.997" v="153" actId="1076"/>
          <ac:spMkLst>
            <pc:docMk/>
            <pc:sldMk cId="3300697512" sldId="431"/>
            <ac:spMk id="7" creationId="{D7C2A026-E2A5-3641-D747-ED6D58882161}"/>
          </ac:spMkLst>
        </pc:spChg>
        <pc:spChg chg="add mod">
          <ac:chgData name="Dr Parag D. Pawar" userId="45f730c0-1703-4ce0-909b-efb17736071d" providerId="ADAL" clId="{629D698C-9F10-422F-9730-D8DB01D503EC}" dt="2026-01-06T06:17:43.990" v="145" actId="20577"/>
          <ac:spMkLst>
            <pc:docMk/>
            <pc:sldMk cId="3300697512" sldId="431"/>
            <ac:spMk id="9" creationId="{192012DC-D87B-E0F0-3490-481604AAD348}"/>
          </ac:spMkLst>
        </pc:spChg>
        <pc:spChg chg="mod">
          <ac:chgData name="Dr Parag D. Pawar" userId="45f730c0-1703-4ce0-909b-efb17736071d" providerId="ADAL" clId="{629D698C-9F10-422F-9730-D8DB01D503EC}" dt="2026-01-06T05:01:35.332" v="86" actId="207"/>
          <ac:spMkLst>
            <pc:docMk/>
            <pc:sldMk cId="3300697512" sldId="431"/>
            <ac:spMk id="64" creationId="{74B8D1CC-687A-E630-F9BC-1B31AAB56BBE}"/>
          </ac:spMkLst>
        </pc:spChg>
        <pc:spChg chg="mod">
          <ac:chgData name="Dr Parag D. Pawar" userId="45f730c0-1703-4ce0-909b-efb17736071d" providerId="ADAL" clId="{629D698C-9F10-422F-9730-D8DB01D503EC}" dt="2026-01-06T05:00:09.165" v="51" actId="20577"/>
          <ac:spMkLst>
            <pc:docMk/>
            <pc:sldMk cId="3300697512" sldId="431"/>
            <ac:spMk id="68" creationId="{064D566F-B79F-ABBD-2B47-EA1088F60825}"/>
          </ac:spMkLst>
        </pc:spChg>
        <pc:cxnChg chg="add del mod">
          <ac:chgData name="Dr Parag D. Pawar" userId="45f730c0-1703-4ce0-909b-efb17736071d" providerId="ADAL" clId="{629D698C-9F10-422F-9730-D8DB01D503EC}" dt="2026-01-06T06:16:47.268" v="135" actId="478"/>
          <ac:cxnSpMkLst>
            <pc:docMk/>
            <pc:sldMk cId="3300697512" sldId="431"/>
            <ac:cxnSpMk id="30" creationId="{7A65A221-7D7A-4654-CDD4-679A78CB4A94}"/>
          </ac:cxnSpMkLst>
        </pc:cxnChg>
        <pc:cxnChg chg="add mod">
          <ac:chgData name="Dr Parag D. Pawar" userId="45f730c0-1703-4ce0-909b-efb17736071d" providerId="ADAL" clId="{629D698C-9F10-422F-9730-D8DB01D503EC}" dt="2026-01-06T06:20:47.997" v="153" actId="1076"/>
          <ac:cxnSpMkLst>
            <pc:docMk/>
            <pc:sldMk cId="3300697512" sldId="431"/>
            <ac:cxnSpMk id="33" creationId="{7FAF0269-E6D4-0793-B6B4-8F1C8B0C4616}"/>
          </ac:cxnSpMkLst>
        </pc:cxnChg>
      </pc:sldChg>
      <pc:sldChg chg="add del">
        <pc:chgData name="Dr Parag D. Pawar" userId="45f730c0-1703-4ce0-909b-efb17736071d" providerId="ADAL" clId="{629D698C-9F10-422F-9730-D8DB01D503EC}" dt="2026-01-06T05:02:17.568" v="90" actId="47"/>
        <pc:sldMkLst>
          <pc:docMk/>
          <pc:sldMk cId="299620604" sldId="459"/>
        </pc:sldMkLst>
      </pc:sldChg>
      <pc:sldChg chg="add ord">
        <pc:chgData name="Dr Parag D. Pawar" userId="45f730c0-1703-4ce0-909b-efb17736071d" providerId="ADAL" clId="{629D698C-9F10-422F-9730-D8DB01D503EC}" dt="2026-01-06T05:03:40.129" v="93"/>
        <pc:sldMkLst>
          <pc:docMk/>
          <pc:sldMk cId="4117757447" sldId="459"/>
        </pc:sldMkLst>
      </pc:sldChg>
    </pc:docChg>
  </pc:docChgLst>
  <pc:docChgLst>
    <pc:chgData name="Dr Parag D. Pawar" userId="45f730c0-1703-4ce0-909b-efb17736071d" providerId="ADAL" clId="{CD4D9D87-25C2-47DB-AE56-A86177B2B98E}"/>
    <pc:docChg chg="undo custSel addSld delSld modSld sldOrd delMainMaster">
      <pc:chgData name="Dr Parag D. Pawar" userId="45f730c0-1703-4ce0-909b-efb17736071d" providerId="ADAL" clId="{CD4D9D87-25C2-47DB-AE56-A86177B2B98E}" dt="2026-01-06T13:16:22.409" v="1874" actId="47"/>
      <pc:docMkLst>
        <pc:docMk/>
      </pc:docMkLst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1165951863" sldId="303"/>
        </pc:sldMkLst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3165474787" sldId="395"/>
        </pc:sldMkLst>
      </pc:sldChg>
      <pc:sldChg chg="modSp mod">
        <pc:chgData name="Dr Parag D. Pawar" userId="45f730c0-1703-4ce0-909b-efb17736071d" providerId="ADAL" clId="{CD4D9D87-25C2-47DB-AE56-A86177B2B98E}" dt="2026-01-05T04:36:26.596" v="1711" actId="207"/>
        <pc:sldMkLst>
          <pc:docMk/>
          <pc:sldMk cId="3640261610" sldId="398"/>
        </pc:sldMkLst>
        <pc:spChg chg="mod">
          <ac:chgData name="Dr Parag D. Pawar" userId="45f730c0-1703-4ce0-909b-efb17736071d" providerId="ADAL" clId="{CD4D9D87-25C2-47DB-AE56-A86177B2B98E}" dt="2026-01-05T04:36:26.596" v="1711" actId="207"/>
          <ac:spMkLst>
            <pc:docMk/>
            <pc:sldMk cId="3640261610" sldId="398"/>
            <ac:spMk id="2" creationId="{B45BA4E7-2736-4D1B-8FC5-C99464A74A43}"/>
          </ac:spMkLst>
        </pc:spChg>
      </pc:sldChg>
      <pc:sldChg chg="delSp mod delAnim">
        <pc:chgData name="Dr Parag D. Pawar" userId="45f730c0-1703-4ce0-909b-efb17736071d" providerId="ADAL" clId="{CD4D9D87-25C2-47DB-AE56-A86177B2B98E}" dt="2026-01-04T11:36:19.321" v="923" actId="478"/>
        <pc:sldMkLst>
          <pc:docMk/>
          <pc:sldMk cId="170939200" sldId="402"/>
        </pc:sldMkLst>
      </pc:sldChg>
      <pc:sldChg chg="add del">
        <pc:chgData name="Dr Parag D. Pawar" userId="45f730c0-1703-4ce0-909b-efb17736071d" providerId="ADAL" clId="{CD4D9D87-25C2-47DB-AE56-A86177B2B98E}" dt="2026-01-01T01:30:39.637" v="20"/>
        <pc:sldMkLst>
          <pc:docMk/>
          <pc:sldMk cId="3847986826" sldId="403"/>
        </pc:sldMkLst>
      </pc:sldChg>
      <pc:sldChg chg="addSp delSp modSp mod delAnim modAnim">
        <pc:chgData name="Dr Parag D. Pawar" userId="45f730c0-1703-4ce0-909b-efb17736071d" providerId="ADAL" clId="{CD4D9D87-25C2-47DB-AE56-A86177B2B98E}" dt="2026-01-05T05:10:37.852" v="1816"/>
        <pc:sldMkLst>
          <pc:docMk/>
          <pc:sldMk cId="616994387" sldId="408"/>
        </pc:sldMkLst>
        <pc:spChg chg="del">
          <ac:chgData name="Dr Parag D. Pawar" userId="45f730c0-1703-4ce0-909b-efb17736071d" providerId="ADAL" clId="{CD4D9D87-25C2-47DB-AE56-A86177B2B98E}" dt="2026-01-05T04:57:48.438" v="1712" actId="478"/>
          <ac:spMkLst>
            <pc:docMk/>
            <pc:sldMk cId="616994387" sldId="408"/>
            <ac:spMk id="3" creationId="{DCC4899E-6C4D-7C9E-29AC-F02848E96021}"/>
          </ac:spMkLst>
        </pc:spChg>
        <pc:spChg chg="del">
          <ac:chgData name="Dr Parag D. Pawar" userId="45f730c0-1703-4ce0-909b-efb17736071d" providerId="ADAL" clId="{CD4D9D87-25C2-47DB-AE56-A86177B2B98E}" dt="2026-01-05T04:57:48.438" v="1712" actId="478"/>
          <ac:spMkLst>
            <pc:docMk/>
            <pc:sldMk cId="616994387" sldId="408"/>
            <ac:spMk id="5" creationId="{41C90824-A3F9-F222-7CC3-06A4A8FDA60B}"/>
          </ac:spMkLst>
        </pc:spChg>
        <pc:spChg chg="mod">
          <ac:chgData name="Dr Parag D. Pawar" userId="45f730c0-1703-4ce0-909b-efb17736071d" providerId="ADAL" clId="{CD4D9D87-25C2-47DB-AE56-A86177B2B98E}" dt="2026-01-05T05:00:10.299" v="1715" actId="1076"/>
          <ac:spMkLst>
            <pc:docMk/>
            <pc:sldMk cId="616994387" sldId="408"/>
            <ac:spMk id="6" creationId="{96722EAD-66A1-5D7A-4D5D-0D106C989B9D}"/>
          </ac:spMkLst>
        </pc:spChg>
        <pc:spChg chg="del">
          <ac:chgData name="Dr Parag D. Pawar" userId="45f730c0-1703-4ce0-909b-efb17736071d" providerId="ADAL" clId="{CD4D9D87-25C2-47DB-AE56-A86177B2B98E}" dt="2026-01-05T04:57:48.438" v="1712" actId="478"/>
          <ac:spMkLst>
            <pc:docMk/>
            <pc:sldMk cId="616994387" sldId="408"/>
            <ac:spMk id="7" creationId="{C99E382C-2896-E606-ACE7-09C38B51506C}"/>
          </ac:spMkLst>
        </pc:spChg>
        <pc:spChg chg="add del mod">
          <ac:chgData name="Dr Parag D. Pawar" userId="45f730c0-1703-4ce0-909b-efb17736071d" providerId="ADAL" clId="{CD4D9D87-25C2-47DB-AE56-A86177B2B98E}" dt="2026-01-05T05:00:15.922" v="1718" actId="478"/>
          <ac:spMkLst>
            <pc:docMk/>
            <pc:sldMk cId="616994387" sldId="408"/>
            <ac:spMk id="8" creationId="{6C1103A6-573E-FDE0-C559-5710AC66A958}"/>
          </ac:spMkLst>
        </pc:spChg>
        <pc:spChg chg="add mod">
          <ac:chgData name="Dr Parag D. Pawar" userId="45f730c0-1703-4ce0-909b-efb17736071d" providerId="ADAL" clId="{CD4D9D87-25C2-47DB-AE56-A86177B2B98E}" dt="2026-01-05T05:00:59.650" v="1776" actId="1076"/>
          <ac:spMkLst>
            <pc:docMk/>
            <pc:sldMk cId="616994387" sldId="408"/>
            <ac:spMk id="9" creationId="{4C7A7387-767B-54E5-508D-B30AD46E102E}"/>
          </ac:spMkLst>
        </pc:spChg>
        <pc:spChg chg="add mod">
          <ac:chgData name="Dr Parag D. Pawar" userId="45f730c0-1703-4ce0-909b-efb17736071d" providerId="ADAL" clId="{CD4D9D87-25C2-47DB-AE56-A86177B2B98E}" dt="2026-01-05T05:09:01.216" v="1805" actId="14100"/>
          <ac:spMkLst>
            <pc:docMk/>
            <pc:sldMk cId="616994387" sldId="408"/>
            <ac:spMk id="10" creationId="{CAC658CC-6FD7-68AB-BFEA-89254B9A91E2}"/>
          </ac:spMkLst>
        </pc:spChg>
        <pc:picChg chg="add mod">
          <ac:chgData name="Dr Parag D. Pawar" userId="45f730c0-1703-4ce0-909b-efb17736071d" providerId="ADAL" clId="{CD4D9D87-25C2-47DB-AE56-A86177B2B98E}" dt="2026-01-05T05:10:34.497" v="1815" actId="1076"/>
          <ac:picMkLst>
            <pc:docMk/>
            <pc:sldMk cId="616994387" sldId="408"/>
            <ac:picMk id="12" creationId="{5C191BF4-44EC-76C3-D437-FE9099B27E2A}"/>
          </ac:picMkLst>
        </pc:picChg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2589108581" sldId="413"/>
        </pc:sldMkLst>
      </pc:sldChg>
      <pc:sldChg chg="addSp delSp modSp mod addAnim delAnim modAnim">
        <pc:chgData name="Dr Parag D. Pawar" userId="45f730c0-1703-4ce0-909b-efb17736071d" providerId="ADAL" clId="{CD4D9D87-25C2-47DB-AE56-A86177B2B98E}" dt="2026-01-05T13:02:21.330" v="1865"/>
        <pc:sldMkLst>
          <pc:docMk/>
          <pc:sldMk cId="1524105471" sldId="414"/>
        </pc:sldMkLst>
        <pc:spChg chg="mod">
          <ac:chgData name="Dr Parag D. Pawar" userId="45f730c0-1703-4ce0-909b-efb17736071d" providerId="ADAL" clId="{CD4D9D87-25C2-47DB-AE56-A86177B2B98E}" dt="2026-01-04T23:01:58.343" v="1251" actId="14100"/>
          <ac:spMkLst>
            <pc:docMk/>
            <pc:sldMk cId="1524105471" sldId="414"/>
            <ac:spMk id="3" creationId="{35E04736-93E1-13EE-E01D-9A7ACA99A500}"/>
          </ac:spMkLst>
        </pc:spChg>
        <pc:spChg chg="mod">
          <ac:chgData name="Dr Parag D. Pawar" userId="45f730c0-1703-4ce0-909b-efb17736071d" providerId="ADAL" clId="{CD4D9D87-25C2-47DB-AE56-A86177B2B98E}" dt="2026-01-04T23:22:43.235" v="1682" actId="1076"/>
          <ac:spMkLst>
            <pc:docMk/>
            <pc:sldMk cId="1524105471" sldId="414"/>
            <ac:spMk id="5" creationId="{0804307B-CE73-7D4F-52D1-BEC23969D561}"/>
          </ac:spMkLst>
        </pc:spChg>
        <pc:spChg chg="add mod">
          <ac:chgData name="Dr Parag D. Pawar" userId="45f730c0-1703-4ce0-909b-efb17736071d" providerId="ADAL" clId="{CD4D9D87-25C2-47DB-AE56-A86177B2B98E}" dt="2026-01-02T01:14:21.693" v="25"/>
          <ac:spMkLst>
            <pc:docMk/>
            <pc:sldMk cId="1524105471" sldId="414"/>
            <ac:spMk id="7" creationId="{8BD334AF-8E4B-8F4E-C252-249F6E11089E}"/>
          </ac:spMkLst>
        </pc:spChg>
        <pc:spChg chg="add mod">
          <ac:chgData name="Dr Parag D. Pawar" userId="45f730c0-1703-4ce0-909b-efb17736071d" providerId="ADAL" clId="{CD4D9D87-25C2-47DB-AE56-A86177B2B98E}" dt="2026-01-02T01:16:21.691" v="36" actId="692"/>
          <ac:spMkLst>
            <pc:docMk/>
            <pc:sldMk cId="1524105471" sldId="414"/>
            <ac:spMk id="8" creationId="{D18FCF8A-BA04-867F-B051-2BA3E90A6326}"/>
          </ac:spMkLst>
        </pc:spChg>
        <pc:spChg chg="mod">
          <ac:chgData name="Dr Parag D. Pawar" userId="45f730c0-1703-4ce0-909b-efb17736071d" providerId="ADAL" clId="{CD4D9D87-25C2-47DB-AE56-A86177B2B98E}" dt="2026-01-04T23:22:28.291" v="1681" actId="1076"/>
          <ac:spMkLst>
            <pc:docMk/>
            <pc:sldMk cId="1524105471" sldId="414"/>
            <ac:spMk id="10" creationId="{4BFFF425-5A5D-E04B-BAC0-C424565C51B7}"/>
          </ac:spMkLst>
        </pc:spChg>
        <pc:spChg chg="mod">
          <ac:chgData name="Dr Parag D. Pawar" userId="45f730c0-1703-4ce0-909b-efb17736071d" providerId="ADAL" clId="{CD4D9D87-25C2-47DB-AE56-A86177B2B98E}" dt="2026-01-04T23:22:43.235" v="1682" actId="1076"/>
          <ac:spMkLst>
            <pc:docMk/>
            <pc:sldMk cId="1524105471" sldId="414"/>
            <ac:spMk id="25" creationId="{8B82D428-2684-3DFB-B239-154654F19D2E}"/>
          </ac:spMkLst>
        </pc:spChg>
        <pc:spChg chg="mod">
          <ac:chgData name="Dr Parag D. Pawar" userId="45f730c0-1703-4ce0-909b-efb17736071d" providerId="ADAL" clId="{CD4D9D87-25C2-47DB-AE56-A86177B2B98E}" dt="2026-01-04T23:19:35.939" v="1583" actId="115"/>
          <ac:spMkLst>
            <pc:docMk/>
            <pc:sldMk cId="1524105471" sldId="414"/>
            <ac:spMk id="26" creationId="{0A86975D-0D8D-4952-35D5-359BCAD8A038}"/>
          </ac:spMkLst>
        </pc:spChg>
        <pc:spChg chg="mod">
          <ac:chgData name="Dr Parag D. Pawar" userId="45f730c0-1703-4ce0-909b-efb17736071d" providerId="ADAL" clId="{CD4D9D87-25C2-47DB-AE56-A86177B2B98E}" dt="2026-01-04T23:19:52.174" v="1584" actId="1076"/>
          <ac:spMkLst>
            <pc:docMk/>
            <pc:sldMk cId="1524105471" sldId="414"/>
            <ac:spMk id="27" creationId="{0CF91323-2BAE-B29E-4710-B13BDB9423BA}"/>
          </ac:spMkLst>
        </pc:spChg>
        <pc:spChg chg="add mod">
          <ac:chgData name="Dr Parag D. Pawar" userId="45f730c0-1703-4ce0-909b-efb17736071d" providerId="ADAL" clId="{CD4D9D87-25C2-47DB-AE56-A86177B2B98E}" dt="2026-01-04T23:22:52.027" v="1683" actId="1076"/>
          <ac:spMkLst>
            <pc:docMk/>
            <pc:sldMk cId="1524105471" sldId="414"/>
            <ac:spMk id="31" creationId="{AFFCC382-A609-8E55-1BA3-E5E6AAD5F9E0}"/>
          </ac:spMkLst>
        </pc:spChg>
        <pc:spChg chg="add mod">
          <ac:chgData name="Dr Parag D. Pawar" userId="45f730c0-1703-4ce0-909b-efb17736071d" providerId="ADAL" clId="{CD4D9D87-25C2-47DB-AE56-A86177B2B98E}" dt="2026-01-04T23:07:35.156" v="1304" actId="14100"/>
          <ac:spMkLst>
            <pc:docMk/>
            <pc:sldMk cId="1524105471" sldId="414"/>
            <ac:spMk id="32" creationId="{2B328578-C6ED-EF9F-11EA-3C43344FF802}"/>
          </ac:spMkLst>
        </pc:spChg>
        <pc:spChg chg="add mod">
          <ac:chgData name="Dr Parag D. Pawar" userId="45f730c0-1703-4ce0-909b-efb17736071d" providerId="ADAL" clId="{CD4D9D87-25C2-47DB-AE56-A86177B2B98E}" dt="2026-01-04T23:22:54.884" v="1684" actId="1076"/>
          <ac:spMkLst>
            <pc:docMk/>
            <pc:sldMk cId="1524105471" sldId="414"/>
            <ac:spMk id="33" creationId="{A16F4309-997B-A9B6-C3B0-206CFC9E8710}"/>
          </ac:spMkLst>
        </pc:spChg>
        <pc:spChg chg="add mod">
          <ac:chgData name="Dr Parag D. Pawar" userId="45f730c0-1703-4ce0-909b-efb17736071d" providerId="ADAL" clId="{CD4D9D87-25C2-47DB-AE56-A86177B2B98E}" dt="2026-01-04T23:19:52.174" v="1584" actId="1076"/>
          <ac:spMkLst>
            <pc:docMk/>
            <pc:sldMk cId="1524105471" sldId="414"/>
            <ac:spMk id="34" creationId="{9D514073-80F2-B24C-F1BE-3DF6FD5FD57F}"/>
          </ac:spMkLst>
        </pc:spChg>
        <pc:spChg chg="add mod">
          <ac:chgData name="Dr Parag D. Pawar" userId="45f730c0-1703-4ce0-909b-efb17736071d" providerId="ADAL" clId="{CD4D9D87-25C2-47DB-AE56-A86177B2B98E}" dt="2026-01-04T23:22:43.235" v="1682" actId="1076"/>
          <ac:spMkLst>
            <pc:docMk/>
            <pc:sldMk cId="1524105471" sldId="414"/>
            <ac:spMk id="35" creationId="{57394AF3-3E4C-5DAB-C821-2647F51A71E2}"/>
          </ac:spMkLst>
        </pc:spChg>
        <pc:spChg chg="add mod">
          <ac:chgData name="Dr Parag D. Pawar" userId="45f730c0-1703-4ce0-909b-efb17736071d" providerId="ADAL" clId="{CD4D9D87-25C2-47DB-AE56-A86177B2B98E}" dt="2026-01-04T23:22:43.235" v="1682" actId="1076"/>
          <ac:spMkLst>
            <pc:docMk/>
            <pc:sldMk cId="1524105471" sldId="414"/>
            <ac:spMk id="36" creationId="{C9F312F1-1451-504C-A56D-9A1C2C01913E}"/>
          </ac:spMkLst>
        </pc:spChg>
        <pc:spChg chg="add mod">
          <ac:chgData name="Dr Parag D. Pawar" userId="45f730c0-1703-4ce0-909b-efb17736071d" providerId="ADAL" clId="{CD4D9D87-25C2-47DB-AE56-A86177B2B98E}" dt="2026-01-04T23:22:43.235" v="1682" actId="1076"/>
          <ac:spMkLst>
            <pc:docMk/>
            <pc:sldMk cId="1524105471" sldId="414"/>
            <ac:spMk id="39" creationId="{7D4618DD-7B4D-7FDE-BAE7-4A3F6335832E}"/>
          </ac:spMkLst>
        </pc:spChg>
        <pc:spChg chg="add mod">
          <ac:chgData name="Dr Parag D. Pawar" userId="45f730c0-1703-4ce0-909b-efb17736071d" providerId="ADAL" clId="{CD4D9D87-25C2-47DB-AE56-A86177B2B98E}" dt="2026-01-04T23:22:28.291" v="1681" actId="1076"/>
          <ac:spMkLst>
            <pc:docMk/>
            <pc:sldMk cId="1524105471" sldId="414"/>
            <ac:spMk id="40" creationId="{B511963A-4789-D9FD-484A-370A218E662A}"/>
          </ac:spMkLst>
        </pc:spChg>
        <pc:spChg chg="add mod">
          <ac:chgData name="Dr Parag D. Pawar" userId="45f730c0-1703-4ce0-909b-efb17736071d" providerId="ADAL" clId="{CD4D9D87-25C2-47DB-AE56-A86177B2B98E}" dt="2026-01-04T23:22:28.291" v="1681" actId="1076"/>
          <ac:spMkLst>
            <pc:docMk/>
            <pc:sldMk cId="1524105471" sldId="414"/>
            <ac:spMk id="42" creationId="{469B63F4-B8C2-85F9-BBCC-05F11B5C8D31}"/>
          </ac:spMkLst>
        </pc:spChg>
        <pc:picChg chg="add mod">
          <ac:chgData name="Dr Parag D. Pawar" userId="45f730c0-1703-4ce0-909b-efb17736071d" providerId="ADAL" clId="{CD4D9D87-25C2-47DB-AE56-A86177B2B98E}" dt="2026-01-05T13:02:07.770" v="1862" actId="1076"/>
          <ac:picMkLst>
            <pc:docMk/>
            <pc:sldMk cId="1524105471" sldId="414"/>
            <ac:picMk id="28" creationId="{B157C05F-0364-A44B-E459-201BAA8007DC}"/>
          </ac:picMkLst>
        </pc:picChg>
        <pc:cxnChg chg="add mod">
          <ac:chgData name="Dr Parag D. Pawar" userId="45f730c0-1703-4ce0-909b-efb17736071d" providerId="ADAL" clId="{CD4D9D87-25C2-47DB-AE56-A86177B2B98E}" dt="2026-01-04T23:23:17.092" v="1688" actId="1076"/>
          <ac:cxnSpMkLst>
            <pc:docMk/>
            <pc:sldMk cId="1524105471" sldId="414"/>
            <ac:cxnSpMk id="44" creationId="{0756629D-734A-6AA0-7CB4-7F4DEC0C786B}"/>
          </ac:cxnSpMkLst>
        </pc:cxnChg>
        <pc:cxnChg chg="add mod">
          <ac:chgData name="Dr Parag D. Pawar" userId="45f730c0-1703-4ce0-909b-efb17736071d" providerId="ADAL" clId="{CD4D9D87-25C2-47DB-AE56-A86177B2B98E}" dt="2026-01-04T23:23:13.007" v="1687" actId="1076"/>
          <ac:cxnSpMkLst>
            <pc:docMk/>
            <pc:sldMk cId="1524105471" sldId="414"/>
            <ac:cxnSpMk id="45" creationId="{5B9C0FF7-3F37-44C6-4F41-C639B71F7DC9}"/>
          </ac:cxnSpMkLst>
        </pc:cxnChg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2809094423" sldId="416"/>
        </pc:sldMkLst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3576798235" sldId="418"/>
        </pc:sldMkLst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1781717371" sldId="419"/>
        </pc:sldMkLst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2063830769" sldId="424"/>
        </pc:sldMkLst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3470062159" sldId="425"/>
        </pc:sldMkLst>
      </pc:sldChg>
      <pc:sldChg chg="addSp delSp modSp del mod ord">
        <pc:chgData name="Dr Parag D. Pawar" userId="45f730c0-1703-4ce0-909b-efb17736071d" providerId="ADAL" clId="{CD4D9D87-25C2-47DB-AE56-A86177B2B98E}" dt="2026-01-06T13:16:22.409" v="1874" actId="47"/>
        <pc:sldMkLst>
          <pc:docMk/>
          <pc:sldMk cId="209877152" sldId="428"/>
        </pc:sldMkLst>
      </pc:sldChg>
      <pc:sldChg chg="addAnim delAnim">
        <pc:chgData name="Dr Parag D. Pawar" userId="45f730c0-1703-4ce0-909b-efb17736071d" providerId="ADAL" clId="{CD4D9D87-25C2-47DB-AE56-A86177B2B98E}" dt="2026-01-05T13:07:07.691" v="1866"/>
        <pc:sldMkLst>
          <pc:docMk/>
          <pc:sldMk cId="496366422" sldId="429"/>
        </pc:sldMkLst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4238932549" sldId="430"/>
        </pc:sldMkLst>
      </pc:sldChg>
      <pc:sldChg chg="delSp del mod ord addAnim delAnim">
        <pc:chgData name="Dr Parag D. Pawar" userId="45f730c0-1703-4ce0-909b-efb17736071d" providerId="ADAL" clId="{CD4D9D87-25C2-47DB-AE56-A86177B2B98E}" dt="2026-01-06T13:16:22.409" v="1874" actId="47"/>
        <pc:sldMkLst>
          <pc:docMk/>
          <pc:sldMk cId="3300697512" sldId="431"/>
        </pc:sldMkLst>
        <pc:spChg chg="del">
          <ac:chgData name="Dr Parag D. Pawar" userId="45f730c0-1703-4ce0-909b-efb17736071d" providerId="ADAL" clId="{CD4D9D87-25C2-47DB-AE56-A86177B2B98E}" dt="2026-01-05T13:14:15.089" v="1872" actId="478"/>
          <ac:spMkLst>
            <pc:docMk/>
            <pc:sldMk cId="3300697512" sldId="431"/>
            <ac:spMk id="42" creationId="{B5E7B7D8-3CFD-A54E-93AC-8B35A536917D}"/>
          </ac:spMkLst>
        </pc:spChg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1938318966" sldId="432"/>
        </pc:sldMkLst>
      </pc:sldChg>
      <pc:sldChg chg="addSp delSp modSp mod addAnim delAnim modAnim">
        <pc:chgData name="Dr Parag D. Pawar" userId="45f730c0-1703-4ce0-909b-efb17736071d" providerId="ADAL" clId="{CD4D9D87-25C2-47DB-AE56-A86177B2B98E}" dt="2026-01-05T11:50:20.551" v="1839"/>
        <pc:sldMkLst>
          <pc:docMk/>
          <pc:sldMk cId="3239103780" sldId="433"/>
        </pc:sldMkLst>
        <pc:spChg chg="add del mod">
          <ac:chgData name="Dr Parag D. Pawar" userId="45f730c0-1703-4ce0-909b-efb17736071d" providerId="ADAL" clId="{CD4D9D87-25C2-47DB-AE56-A86177B2B98E}" dt="2026-01-04T10:58:22.527" v="893" actId="478"/>
          <ac:spMkLst>
            <pc:docMk/>
            <pc:sldMk cId="3239103780" sldId="433"/>
            <ac:spMk id="3" creationId="{16B72FFD-2D95-2AC2-319C-E1164A3A0790}"/>
          </ac:spMkLst>
        </pc:spChg>
        <pc:spChg chg="add mod">
          <ac:chgData name="Dr Parag D. Pawar" userId="45f730c0-1703-4ce0-909b-efb17736071d" providerId="ADAL" clId="{CD4D9D87-25C2-47DB-AE56-A86177B2B98E}" dt="2026-01-04T10:39:30.919" v="667" actId="1036"/>
          <ac:spMkLst>
            <pc:docMk/>
            <pc:sldMk cId="3239103780" sldId="433"/>
            <ac:spMk id="4" creationId="{1C584AF7-A1B4-8600-D3AF-77F2D94C77BE}"/>
          </ac:spMkLst>
        </pc:spChg>
        <pc:spChg chg="mod">
          <ac:chgData name="Dr Parag D. Pawar" userId="45f730c0-1703-4ce0-909b-efb17736071d" providerId="ADAL" clId="{CD4D9D87-25C2-47DB-AE56-A86177B2B98E}" dt="2026-01-05T11:46:42.294" v="1822"/>
          <ac:spMkLst>
            <pc:docMk/>
            <pc:sldMk cId="3239103780" sldId="433"/>
            <ac:spMk id="7" creationId="{00474660-A064-127A-FF92-2FF862734A63}"/>
          </ac:spMkLst>
        </pc:spChg>
        <pc:spChg chg="add mod">
          <ac:chgData name="Dr Parag D. Pawar" userId="45f730c0-1703-4ce0-909b-efb17736071d" providerId="ADAL" clId="{CD4D9D87-25C2-47DB-AE56-A86177B2B98E}" dt="2026-01-04T10:39:01.407" v="600" actId="1036"/>
          <ac:spMkLst>
            <pc:docMk/>
            <pc:sldMk cId="3239103780" sldId="433"/>
            <ac:spMk id="8" creationId="{B91031C1-085F-9863-B736-FE346A06AC82}"/>
          </ac:spMkLst>
        </pc:spChg>
        <pc:spChg chg="add mod">
          <ac:chgData name="Dr Parag D. Pawar" userId="45f730c0-1703-4ce0-909b-efb17736071d" providerId="ADAL" clId="{CD4D9D87-25C2-47DB-AE56-A86177B2B98E}" dt="2026-01-04T10:55:22.726" v="885" actId="20577"/>
          <ac:spMkLst>
            <pc:docMk/>
            <pc:sldMk cId="3239103780" sldId="433"/>
            <ac:spMk id="10" creationId="{CCC25E00-1998-19C5-F87C-D4357130C2F3}"/>
          </ac:spMkLst>
        </pc:spChg>
        <pc:spChg chg="add mod">
          <ac:chgData name="Dr Parag D. Pawar" userId="45f730c0-1703-4ce0-909b-efb17736071d" providerId="ADAL" clId="{CD4D9D87-25C2-47DB-AE56-A86177B2B98E}" dt="2026-01-04T10:39:12.935" v="630" actId="1035"/>
          <ac:spMkLst>
            <pc:docMk/>
            <pc:sldMk cId="3239103780" sldId="433"/>
            <ac:spMk id="14" creationId="{B0DF2F49-7698-D56B-9CA5-7D4F8CAE1B5A}"/>
          </ac:spMkLst>
        </pc:spChg>
        <pc:spChg chg="add mod">
          <ac:chgData name="Dr Parag D. Pawar" userId="45f730c0-1703-4ce0-909b-efb17736071d" providerId="ADAL" clId="{CD4D9D87-25C2-47DB-AE56-A86177B2B98E}" dt="2026-01-04T10:53:49.280" v="853" actId="1076"/>
          <ac:spMkLst>
            <pc:docMk/>
            <pc:sldMk cId="3239103780" sldId="433"/>
            <ac:spMk id="16" creationId="{7A66B37A-F320-5F52-D4F5-E1A208B20441}"/>
          </ac:spMkLst>
        </pc:spChg>
        <pc:spChg chg="add mod">
          <ac:chgData name="Dr Parag D. Pawar" userId="45f730c0-1703-4ce0-909b-efb17736071d" providerId="ADAL" clId="{CD4D9D87-25C2-47DB-AE56-A86177B2B98E}" dt="2026-01-04T10:39:04.438" v="603" actId="1036"/>
          <ac:spMkLst>
            <pc:docMk/>
            <pc:sldMk cId="3239103780" sldId="433"/>
            <ac:spMk id="17" creationId="{C29CA640-513C-707C-5CED-77CCE10098C9}"/>
          </ac:spMkLst>
        </pc:spChg>
        <pc:spChg chg="add mod">
          <ac:chgData name="Dr Parag D. Pawar" userId="45f730c0-1703-4ce0-909b-efb17736071d" providerId="ADAL" clId="{CD4D9D87-25C2-47DB-AE56-A86177B2B98E}" dt="2026-01-04T10:39:06.972" v="607" actId="1035"/>
          <ac:spMkLst>
            <pc:docMk/>
            <pc:sldMk cId="3239103780" sldId="433"/>
            <ac:spMk id="18" creationId="{37CFF7AD-8797-FB1D-C1A9-DCC9AC311B7B}"/>
          </ac:spMkLst>
        </pc:spChg>
        <pc:spChg chg="add mod">
          <ac:chgData name="Dr Parag D. Pawar" userId="45f730c0-1703-4ce0-909b-efb17736071d" providerId="ADAL" clId="{CD4D9D87-25C2-47DB-AE56-A86177B2B98E}" dt="2026-01-04T10:54:50.517" v="874" actId="20577"/>
          <ac:spMkLst>
            <pc:docMk/>
            <pc:sldMk cId="3239103780" sldId="433"/>
            <ac:spMk id="19" creationId="{9DE8D47C-FDC1-1AFD-C839-B99D5CBE0BE3}"/>
          </ac:spMkLst>
        </pc:spChg>
        <pc:spChg chg="add mod">
          <ac:chgData name="Dr Parag D. Pawar" userId="45f730c0-1703-4ce0-909b-efb17736071d" providerId="ADAL" clId="{CD4D9D87-25C2-47DB-AE56-A86177B2B98E}" dt="2026-01-04T11:02:14.876" v="922" actId="1076"/>
          <ac:spMkLst>
            <pc:docMk/>
            <pc:sldMk cId="3239103780" sldId="433"/>
            <ac:spMk id="20" creationId="{165E705B-9D32-85F3-74F0-6D41970EDF6B}"/>
          </ac:spMkLst>
        </pc:spChg>
        <pc:spChg chg="add mod">
          <ac:chgData name="Dr Parag D. Pawar" userId="45f730c0-1703-4ce0-909b-efb17736071d" providerId="ADAL" clId="{CD4D9D87-25C2-47DB-AE56-A86177B2B98E}" dt="2026-01-04T10:55:09.870" v="879" actId="20577"/>
          <ac:spMkLst>
            <pc:docMk/>
            <pc:sldMk cId="3239103780" sldId="433"/>
            <ac:spMk id="21" creationId="{23AC76F7-6672-7BBC-3B06-4F7B0A91CC95}"/>
          </ac:spMkLst>
        </pc:spChg>
        <pc:spChg chg="add mod">
          <ac:chgData name="Dr Parag D. Pawar" userId="45f730c0-1703-4ce0-909b-efb17736071d" providerId="ADAL" clId="{CD4D9D87-25C2-47DB-AE56-A86177B2B98E}" dt="2026-01-04T10:55:49.725" v="890" actId="692"/>
          <ac:spMkLst>
            <pc:docMk/>
            <pc:sldMk cId="3239103780" sldId="433"/>
            <ac:spMk id="24" creationId="{A22AD4F8-BF0A-8209-E91B-919F65427CDE}"/>
          </ac:spMkLst>
        </pc:spChg>
        <pc:spChg chg="add mod">
          <ac:chgData name="Dr Parag D. Pawar" userId="45f730c0-1703-4ce0-909b-efb17736071d" providerId="ADAL" clId="{CD4D9D87-25C2-47DB-AE56-A86177B2B98E}" dt="2026-01-04T10:55:49.725" v="890" actId="692"/>
          <ac:spMkLst>
            <pc:docMk/>
            <pc:sldMk cId="3239103780" sldId="433"/>
            <ac:spMk id="25" creationId="{145579A3-EB29-3C3F-4B28-3B3456F2EC95}"/>
          </ac:spMkLst>
        </pc:spChg>
        <pc:spChg chg="add mod">
          <ac:chgData name="Dr Parag D. Pawar" userId="45f730c0-1703-4ce0-909b-efb17736071d" providerId="ADAL" clId="{CD4D9D87-25C2-47DB-AE56-A86177B2B98E}" dt="2026-01-04T10:55:49.725" v="890" actId="692"/>
          <ac:spMkLst>
            <pc:docMk/>
            <pc:sldMk cId="3239103780" sldId="433"/>
            <ac:spMk id="26" creationId="{2B519C5C-6665-5CC8-B802-B1E537CF08A6}"/>
          </ac:spMkLst>
        </pc:spChg>
        <pc:spChg chg="add mod">
          <ac:chgData name="Dr Parag D. Pawar" userId="45f730c0-1703-4ce0-909b-efb17736071d" providerId="ADAL" clId="{CD4D9D87-25C2-47DB-AE56-A86177B2B98E}" dt="2026-01-04T10:55:49.725" v="890" actId="692"/>
          <ac:spMkLst>
            <pc:docMk/>
            <pc:sldMk cId="3239103780" sldId="433"/>
            <ac:spMk id="28" creationId="{DA34693D-BD7D-F185-224C-DB0FDA67B270}"/>
          </ac:spMkLst>
        </pc:spChg>
        <pc:spChg chg="mod topLvl">
          <ac:chgData name="Dr Parag D. Pawar" userId="45f730c0-1703-4ce0-909b-efb17736071d" providerId="ADAL" clId="{CD4D9D87-25C2-47DB-AE56-A86177B2B98E}" dt="2026-01-04T10:50:19.616" v="782" actId="165"/>
          <ac:spMkLst>
            <pc:docMk/>
            <pc:sldMk cId="3239103780" sldId="433"/>
            <ac:spMk id="39" creationId="{CF937DDE-69DA-6784-99FC-00542B15AAAC}"/>
          </ac:spMkLst>
        </pc:spChg>
        <pc:spChg chg="mod topLvl">
          <ac:chgData name="Dr Parag D. Pawar" userId="45f730c0-1703-4ce0-909b-efb17736071d" providerId="ADAL" clId="{CD4D9D87-25C2-47DB-AE56-A86177B2B98E}" dt="2026-01-04T10:55:49.725" v="890" actId="692"/>
          <ac:spMkLst>
            <pc:docMk/>
            <pc:sldMk cId="3239103780" sldId="433"/>
            <ac:spMk id="40" creationId="{DB300E25-904E-0D37-1611-FC28599EB0D6}"/>
          </ac:spMkLst>
        </pc:spChg>
        <pc:spChg chg="add mod">
          <ac:chgData name="Dr Parag D. Pawar" userId="45f730c0-1703-4ce0-909b-efb17736071d" providerId="ADAL" clId="{CD4D9D87-25C2-47DB-AE56-A86177B2B98E}" dt="2026-01-04T11:00:46.592" v="905" actId="14100"/>
          <ac:spMkLst>
            <pc:docMk/>
            <pc:sldMk cId="3239103780" sldId="433"/>
            <ac:spMk id="41" creationId="{1BDBD269-B4A8-0DC0-A920-2B979AEDED1B}"/>
          </ac:spMkLst>
        </pc:spChg>
        <pc:spChg chg="add mod">
          <ac:chgData name="Dr Parag D. Pawar" userId="45f730c0-1703-4ce0-909b-efb17736071d" providerId="ADAL" clId="{CD4D9D87-25C2-47DB-AE56-A86177B2B98E}" dt="2026-01-04T11:01:04.805" v="908" actId="1076"/>
          <ac:spMkLst>
            <pc:docMk/>
            <pc:sldMk cId="3239103780" sldId="433"/>
            <ac:spMk id="42" creationId="{4DA574B0-86EB-1343-47A4-2E89B93795EB}"/>
          </ac:spMkLst>
        </pc:spChg>
        <pc:spChg chg="add mod">
          <ac:chgData name="Dr Parag D. Pawar" userId="45f730c0-1703-4ce0-909b-efb17736071d" providerId="ADAL" clId="{CD4D9D87-25C2-47DB-AE56-A86177B2B98E}" dt="2026-01-04T11:02:14.876" v="922" actId="1076"/>
          <ac:spMkLst>
            <pc:docMk/>
            <pc:sldMk cId="3239103780" sldId="433"/>
            <ac:spMk id="43" creationId="{A2D517DA-EE87-DD83-C42B-36CB2AF89C30}"/>
          </ac:spMkLst>
        </pc:spChg>
        <pc:spChg chg="add mod">
          <ac:chgData name="Dr Parag D. Pawar" userId="45f730c0-1703-4ce0-909b-efb17736071d" providerId="ADAL" clId="{CD4D9D87-25C2-47DB-AE56-A86177B2B98E}" dt="2026-01-04T11:02:14.876" v="922" actId="1076"/>
          <ac:spMkLst>
            <pc:docMk/>
            <pc:sldMk cId="3239103780" sldId="433"/>
            <ac:spMk id="44" creationId="{8FEC7F70-09E2-0170-36D2-DD906EE16B31}"/>
          </ac:spMkLst>
        </pc:spChg>
        <pc:grpChg chg="add mod">
          <ac:chgData name="Dr Parag D. Pawar" userId="45f730c0-1703-4ce0-909b-efb17736071d" providerId="ADAL" clId="{CD4D9D87-25C2-47DB-AE56-A86177B2B98E}" dt="2026-01-05T11:47:27.839" v="1838" actId="1076"/>
          <ac:grpSpMkLst>
            <pc:docMk/>
            <pc:sldMk cId="3239103780" sldId="433"/>
            <ac:grpSpMk id="6" creationId="{96B163C4-C6F2-5DA6-20E3-DF957D9A1A5F}"/>
          </ac:grpSpMkLst>
        </pc:grpChg>
        <pc:picChg chg="add mod">
          <ac:chgData name="Dr Parag D. Pawar" userId="45f730c0-1703-4ce0-909b-efb17736071d" providerId="ADAL" clId="{CD4D9D87-25C2-47DB-AE56-A86177B2B98E}" dt="2026-01-05T11:47:27.839" v="1838" actId="1076"/>
          <ac:picMkLst>
            <pc:docMk/>
            <pc:sldMk cId="3239103780" sldId="433"/>
            <ac:picMk id="5" creationId="{203C388D-4309-4BF6-7377-ECE9177DC2D4}"/>
          </ac:picMkLst>
        </pc:picChg>
        <pc:picChg chg="mod">
          <ac:chgData name="Dr Parag D. Pawar" userId="45f730c0-1703-4ce0-909b-efb17736071d" providerId="ADAL" clId="{CD4D9D87-25C2-47DB-AE56-A86177B2B98E}" dt="2026-01-05T11:46:19.649" v="1817"/>
          <ac:picMkLst>
            <pc:docMk/>
            <pc:sldMk cId="3239103780" sldId="433"/>
            <ac:picMk id="12" creationId="{DA3BE47C-A1C3-3223-53EE-E0C066875F80}"/>
          </ac:picMkLst>
        </pc:picChg>
        <pc:picChg chg="add mod">
          <ac:chgData name="Dr Parag D. Pawar" userId="45f730c0-1703-4ce0-909b-efb17736071d" providerId="ADAL" clId="{CD4D9D87-25C2-47DB-AE56-A86177B2B98E}" dt="2026-01-05T11:47:27.839" v="1838" actId="1076"/>
          <ac:picMkLst>
            <pc:docMk/>
            <pc:sldMk cId="3239103780" sldId="433"/>
            <ac:picMk id="15" creationId="{7CCBE3AB-9C12-3836-7FFA-72D36460BFA4}"/>
          </ac:picMkLst>
        </pc:picChg>
      </pc:sldChg>
      <pc:sldChg chg="add">
        <pc:chgData name="Dr Parag D. Pawar" userId="45f730c0-1703-4ce0-909b-efb17736071d" providerId="ADAL" clId="{CD4D9D87-25C2-47DB-AE56-A86177B2B98E}" dt="2025-12-31T00:10:59.181" v="2"/>
        <pc:sldMkLst>
          <pc:docMk/>
          <pc:sldMk cId="1996385707" sldId="436"/>
        </pc:sldMkLst>
      </pc:sldChg>
      <pc:sldChg chg="delSp add mod delAnim">
        <pc:chgData name="Dr Parag D. Pawar" userId="45f730c0-1703-4ce0-909b-efb17736071d" providerId="ADAL" clId="{CD4D9D87-25C2-47DB-AE56-A86177B2B98E}" dt="2026-01-05T13:12:01.014" v="1871" actId="478"/>
        <pc:sldMkLst>
          <pc:docMk/>
          <pc:sldMk cId="2565302107" sldId="439"/>
        </pc:sldMkLst>
        <pc:spChg chg="del">
          <ac:chgData name="Dr Parag D. Pawar" userId="45f730c0-1703-4ce0-909b-efb17736071d" providerId="ADAL" clId="{CD4D9D87-25C2-47DB-AE56-A86177B2B98E}" dt="2026-01-05T13:12:01.014" v="1871" actId="478"/>
          <ac:spMkLst>
            <pc:docMk/>
            <pc:sldMk cId="2565302107" sldId="439"/>
            <ac:spMk id="32" creationId="{A33620E1-2E6E-CDBC-1392-155669558A6E}"/>
          </ac:spMkLst>
        </pc:spChg>
        <pc:grpChg chg="del">
          <ac:chgData name="Dr Parag D. Pawar" userId="45f730c0-1703-4ce0-909b-efb17736071d" providerId="ADAL" clId="{CD4D9D87-25C2-47DB-AE56-A86177B2B98E}" dt="2026-01-05T13:12:01.014" v="1871" actId="478"/>
          <ac:grpSpMkLst>
            <pc:docMk/>
            <pc:sldMk cId="2565302107" sldId="439"/>
            <ac:grpSpMk id="31" creationId="{A830F7BC-156C-BAE6-20D2-3E47A7B6BF3D}"/>
          </ac:grpSpMkLst>
        </pc:grpChg>
        <pc:graphicFrameChg chg="del">
          <ac:chgData name="Dr Parag D. Pawar" userId="45f730c0-1703-4ce0-909b-efb17736071d" providerId="ADAL" clId="{CD4D9D87-25C2-47DB-AE56-A86177B2B98E}" dt="2026-01-05T13:11:58.548" v="1870" actId="478"/>
          <ac:graphicFrameMkLst>
            <pc:docMk/>
            <pc:sldMk cId="2565302107" sldId="439"/>
            <ac:graphicFrameMk id="28" creationId="{F620C248-CCC3-49E1-3465-E1EBEF0CBEEB}"/>
          </ac:graphicFrameMkLst>
        </pc:graphicFrameChg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1089585304" sldId="453"/>
        </pc:sldMkLst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2487666784" sldId="454"/>
        </pc:sldMkLst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1178655211" sldId="455"/>
        </pc:sldMkLst>
      </pc:sldChg>
      <pc:sldChg chg="add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3631012446" sldId="456"/>
        </pc:sldMkLst>
      </pc:sldChg>
      <pc:sldChg chg="addSp delSp modSp add mod addAnim delAnim modAnim">
        <pc:chgData name="Dr Parag D. Pawar" userId="45f730c0-1703-4ce0-909b-efb17736071d" providerId="ADAL" clId="{CD4D9D87-25C2-47DB-AE56-A86177B2B98E}" dt="2026-01-04T00:10:05.086" v="128" actId="20577"/>
        <pc:sldMkLst>
          <pc:docMk/>
          <pc:sldMk cId="1717744748" sldId="457"/>
        </pc:sldMkLst>
        <pc:spChg chg="mod">
          <ac:chgData name="Dr Parag D. Pawar" userId="45f730c0-1703-4ce0-909b-efb17736071d" providerId="ADAL" clId="{CD4D9D87-25C2-47DB-AE56-A86177B2B98E}" dt="2026-01-04T00:04:53.860" v="125" actId="20577"/>
          <ac:spMkLst>
            <pc:docMk/>
            <pc:sldMk cId="1717744748" sldId="457"/>
            <ac:spMk id="2" creationId="{8606D51F-1B38-7AB9-C2B7-2C5B5684DFE1}"/>
          </ac:spMkLst>
        </pc:spChg>
        <pc:spChg chg="mod">
          <ac:chgData name="Dr Parag D. Pawar" userId="45f730c0-1703-4ce0-909b-efb17736071d" providerId="ADAL" clId="{CD4D9D87-25C2-47DB-AE56-A86177B2B98E}" dt="2026-01-03T23:59:22.430" v="65" actId="20577"/>
          <ac:spMkLst>
            <pc:docMk/>
            <pc:sldMk cId="1717744748" sldId="457"/>
            <ac:spMk id="13" creationId="{151A07BB-B8DF-9DD4-9286-A76A7F09834A}"/>
          </ac:spMkLst>
        </pc:spChg>
        <pc:spChg chg="mod">
          <ac:chgData name="Dr Parag D. Pawar" userId="45f730c0-1703-4ce0-909b-efb17736071d" providerId="ADAL" clId="{CD4D9D87-25C2-47DB-AE56-A86177B2B98E}" dt="2026-01-04T00:10:05.086" v="128" actId="20577"/>
          <ac:spMkLst>
            <pc:docMk/>
            <pc:sldMk cId="1717744748" sldId="457"/>
            <ac:spMk id="35" creationId="{0F7AA9AB-A913-33F6-2EC9-667CC68EA9B9}"/>
          </ac:spMkLst>
        </pc:spChg>
        <pc:picChg chg="add mod">
          <ac:chgData name="Dr Parag D. Pawar" userId="45f730c0-1703-4ce0-909b-efb17736071d" providerId="ADAL" clId="{CD4D9D87-25C2-47DB-AE56-A86177B2B98E}" dt="2026-01-04T00:01:30.960" v="81" actId="1076"/>
          <ac:picMkLst>
            <pc:docMk/>
            <pc:sldMk cId="1717744748" sldId="457"/>
            <ac:picMk id="4" creationId="{06E51D13-7A03-8997-5B10-BA44F90B8832}"/>
          </ac:picMkLst>
        </pc:picChg>
        <pc:picChg chg="mod">
          <ac:chgData name="Dr Parag D. Pawar" userId="45f730c0-1703-4ce0-909b-efb17736071d" providerId="ADAL" clId="{CD4D9D87-25C2-47DB-AE56-A86177B2B98E}" dt="2026-01-04T00:01:30.960" v="81" actId="1076"/>
          <ac:picMkLst>
            <pc:docMk/>
            <pc:sldMk cId="1717744748" sldId="457"/>
            <ac:picMk id="6" creationId="{5DA19397-4C02-5D18-E0AD-554C85936CCB}"/>
          </ac:picMkLst>
        </pc:picChg>
        <pc:picChg chg="mod">
          <ac:chgData name="Dr Parag D. Pawar" userId="45f730c0-1703-4ce0-909b-efb17736071d" providerId="ADAL" clId="{CD4D9D87-25C2-47DB-AE56-A86177B2B98E}" dt="2026-01-04T00:01:30.960" v="81" actId="1076"/>
          <ac:picMkLst>
            <pc:docMk/>
            <pc:sldMk cId="1717744748" sldId="457"/>
            <ac:picMk id="7" creationId="{961EB280-4AB4-D79E-6411-17473798CC52}"/>
          </ac:picMkLst>
        </pc:picChg>
        <pc:picChg chg="add mod">
          <ac:chgData name="Dr Parag D. Pawar" userId="45f730c0-1703-4ce0-909b-efb17736071d" providerId="ADAL" clId="{CD4D9D87-25C2-47DB-AE56-A86177B2B98E}" dt="2026-01-04T00:01:30.960" v="81" actId="1076"/>
          <ac:picMkLst>
            <pc:docMk/>
            <pc:sldMk cId="1717744748" sldId="457"/>
            <ac:picMk id="8" creationId="{DCE95436-599F-8737-226D-5FE3407F5E70}"/>
          </ac:picMkLst>
        </pc:picChg>
        <pc:picChg chg="mod">
          <ac:chgData name="Dr Parag D. Pawar" userId="45f730c0-1703-4ce0-909b-efb17736071d" providerId="ADAL" clId="{CD4D9D87-25C2-47DB-AE56-A86177B2B98E}" dt="2026-01-04T00:03:09.860" v="122" actId="1076"/>
          <ac:picMkLst>
            <pc:docMk/>
            <pc:sldMk cId="1717744748" sldId="457"/>
            <ac:picMk id="10" creationId="{5C9FF301-017E-22C8-0359-A34003EA2846}"/>
          </ac:picMkLst>
        </pc:picChg>
      </pc:sldChg>
      <pc:sldChg chg="new 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267062849" sldId="458"/>
        </pc:sldMkLst>
      </pc:sldChg>
      <pc:sldChg chg="del">
        <pc:chgData name="Dr Parag D. Pawar" userId="45f730c0-1703-4ce0-909b-efb17736071d" providerId="ADAL" clId="{CD4D9D87-25C2-47DB-AE56-A86177B2B98E}" dt="2026-01-06T13:16:22.409" v="1874" actId="47"/>
        <pc:sldMkLst>
          <pc:docMk/>
          <pc:sldMk cId="4117757447" sldId="459"/>
        </pc:sldMkLst>
      </pc:sldChg>
      <pc:sldMasterChg chg="del delSldLayout">
        <pc:chgData name="Dr Parag D. Pawar" userId="45f730c0-1703-4ce0-909b-efb17736071d" providerId="ADAL" clId="{CD4D9D87-25C2-47DB-AE56-A86177B2B98E}" dt="2026-01-06T13:16:22.409" v="1874" actId="47"/>
        <pc:sldMasterMkLst>
          <pc:docMk/>
          <pc:sldMasterMk cId="1361207377" sldId="2147483752"/>
        </pc:sldMasterMkLst>
        <pc:sldLayoutChg chg="del">
          <pc:chgData name="Dr Parag D. Pawar" userId="45f730c0-1703-4ce0-909b-efb17736071d" providerId="ADAL" clId="{CD4D9D87-25C2-47DB-AE56-A86177B2B98E}" dt="2026-01-06T13:16:22.409" v="1874" actId="47"/>
          <pc:sldLayoutMkLst>
            <pc:docMk/>
            <pc:sldMasterMk cId="1361207377" sldId="2147483752"/>
            <pc:sldLayoutMk cId="1527624599" sldId="2147483753"/>
          </pc:sldLayoutMkLst>
        </pc:sldLayoutChg>
        <pc:sldLayoutChg chg="del">
          <pc:chgData name="Dr Parag D. Pawar" userId="45f730c0-1703-4ce0-909b-efb17736071d" providerId="ADAL" clId="{CD4D9D87-25C2-47DB-AE56-A86177B2B98E}" dt="2026-01-06T13:16:22.409" v="1874" actId="47"/>
          <pc:sldLayoutMkLst>
            <pc:docMk/>
            <pc:sldMasterMk cId="1361207377" sldId="2147483752"/>
            <pc:sldLayoutMk cId="4179694547" sldId="2147483754"/>
          </pc:sldLayoutMkLst>
        </pc:sldLayoutChg>
        <pc:sldLayoutChg chg="del">
          <pc:chgData name="Dr Parag D. Pawar" userId="45f730c0-1703-4ce0-909b-efb17736071d" providerId="ADAL" clId="{CD4D9D87-25C2-47DB-AE56-A86177B2B98E}" dt="2026-01-06T13:16:22.409" v="1874" actId="47"/>
          <pc:sldLayoutMkLst>
            <pc:docMk/>
            <pc:sldMasterMk cId="1361207377" sldId="2147483752"/>
            <pc:sldLayoutMk cId="1866590531" sldId="2147483755"/>
          </pc:sldLayoutMkLst>
        </pc:sldLayoutChg>
        <pc:sldLayoutChg chg="del">
          <pc:chgData name="Dr Parag D. Pawar" userId="45f730c0-1703-4ce0-909b-efb17736071d" providerId="ADAL" clId="{CD4D9D87-25C2-47DB-AE56-A86177B2B98E}" dt="2026-01-06T13:16:22.409" v="1874" actId="47"/>
          <pc:sldLayoutMkLst>
            <pc:docMk/>
            <pc:sldMasterMk cId="1361207377" sldId="2147483752"/>
            <pc:sldLayoutMk cId="2110366277" sldId="2147483756"/>
          </pc:sldLayoutMkLst>
        </pc:sldLayoutChg>
        <pc:sldLayoutChg chg="del">
          <pc:chgData name="Dr Parag D. Pawar" userId="45f730c0-1703-4ce0-909b-efb17736071d" providerId="ADAL" clId="{CD4D9D87-25C2-47DB-AE56-A86177B2B98E}" dt="2026-01-06T13:16:22.409" v="1874" actId="47"/>
          <pc:sldLayoutMkLst>
            <pc:docMk/>
            <pc:sldMasterMk cId="1361207377" sldId="2147483752"/>
            <pc:sldLayoutMk cId="1449375517" sldId="2147483757"/>
          </pc:sldLayoutMkLst>
        </pc:sldLayoutChg>
        <pc:sldLayoutChg chg="del">
          <pc:chgData name="Dr Parag D. Pawar" userId="45f730c0-1703-4ce0-909b-efb17736071d" providerId="ADAL" clId="{CD4D9D87-25C2-47DB-AE56-A86177B2B98E}" dt="2026-01-06T13:16:22.409" v="1874" actId="47"/>
          <pc:sldLayoutMkLst>
            <pc:docMk/>
            <pc:sldMasterMk cId="1361207377" sldId="2147483752"/>
            <pc:sldLayoutMk cId="2146752382" sldId="2147483758"/>
          </pc:sldLayoutMkLst>
        </pc:sldLayoutChg>
        <pc:sldLayoutChg chg="del">
          <pc:chgData name="Dr Parag D. Pawar" userId="45f730c0-1703-4ce0-909b-efb17736071d" providerId="ADAL" clId="{CD4D9D87-25C2-47DB-AE56-A86177B2B98E}" dt="2026-01-06T13:16:22.409" v="1874" actId="47"/>
          <pc:sldLayoutMkLst>
            <pc:docMk/>
            <pc:sldMasterMk cId="1361207377" sldId="2147483752"/>
            <pc:sldLayoutMk cId="2289900864" sldId="2147483759"/>
          </pc:sldLayoutMkLst>
        </pc:sldLayoutChg>
        <pc:sldLayoutChg chg="del">
          <pc:chgData name="Dr Parag D. Pawar" userId="45f730c0-1703-4ce0-909b-efb17736071d" providerId="ADAL" clId="{CD4D9D87-25C2-47DB-AE56-A86177B2B98E}" dt="2026-01-06T13:16:22.409" v="1874" actId="47"/>
          <pc:sldLayoutMkLst>
            <pc:docMk/>
            <pc:sldMasterMk cId="1361207377" sldId="2147483752"/>
            <pc:sldLayoutMk cId="2399589102" sldId="2147483760"/>
          </pc:sldLayoutMkLst>
        </pc:sldLayoutChg>
        <pc:sldLayoutChg chg="del">
          <pc:chgData name="Dr Parag D. Pawar" userId="45f730c0-1703-4ce0-909b-efb17736071d" providerId="ADAL" clId="{CD4D9D87-25C2-47DB-AE56-A86177B2B98E}" dt="2026-01-06T13:16:22.409" v="1874" actId="47"/>
          <pc:sldLayoutMkLst>
            <pc:docMk/>
            <pc:sldMasterMk cId="1361207377" sldId="2147483752"/>
            <pc:sldLayoutMk cId="1710113191" sldId="2147483761"/>
          </pc:sldLayoutMkLst>
        </pc:sldLayoutChg>
        <pc:sldLayoutChg chg="del">
          <pc:chgData name="Dr Parag D. Pawar" userId="45f730c0-1703-4ce0-909b-efb17736071d" providerId="ADAL" clId="{CD4D9D87-25C2-47DB-AE56-A86177B2B98E}" dt="2026-01-06T13:16:22.409" v="1874" actId="47"/>
          <pc:sldLayoutMkLst>
            <pc:docMk/>
            <pc:sldMasterMk cId="1361207377" sldId="2147483752"/>
            <pc:sldLayoutMk cId="3713150493" sldId="2147483762"/>
          </pc:sldLayoutMkLst>
        </pc:sldLayoutChg>
        <pc:sldLayoutChg chg="del">
          <pc:chgData name="Dr Parag D. Pawar" userId="45f730c0-1703-4ce0-909b-efb17736071d" providerId="ADAL" clId="{CD4D9D87-25C2-47DB-AE56-A86177B2B98E}" dt="2026-01-06T13:16:22.409" v="1874" actId="47"/>
          <pc:sldLayoutMkLst>
            <pc:docMk/>
            <pc:sldMasterMk cId="1361207377" sldId="2147483752"/>
            <pc:sldLayoutMk cId="3591769424" sldId="2147483763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7FE250-54A1-4F70-A945-81DCA76CBD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F5E7B2-E27F-44DC-B6B6-A4BBB2AD9D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Logistics</a:t>
          </a:r>
        </a:p>
      </dgm:t>
    </dgm:pt>
    <dgm:pt modelId="{1993AC77-F680-4C7D-A563-892B5D4FDC5A}" type="parTrans" cxnId="{8816F4B1-8E30-4B16-A4CE-B91B3A0254DE}">
      <dgm:prSet/>
      <dgm:spPr/>
      <dgm:t>
        <a:bodyPr/>
        <a:lstStyle/>
        <a:p>
          <a:endParaRPr lang="en-US"/>
        </a:p>
      </dgm:t>
    </dgm:pt>
    <dgm:pt modelId="{58A37A25-92A1-433A-93C8-952AC00909B8}" type="sibTrans" cxnId="{8816F4B1-8E30-4B16-A4CE-B91B3A0254DE}">
      <dgm:prSet/>
      <dgm:spPr/>
      <dgm:t>
        <a:bodyPr/>
        <a:lstStyle/>
        <a:p>
          <a:endParaRPr lang="en-US"/>
        </a:p>
      </dgm:t>
    </dgm:pt>
    <dgm:pt modelId="{C39B1EE9-B849-4C82-B072-3671587FD8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Overview</a:t>
          </a:r>
        </a:p>
      </dgm:t>
    </dgm:pt>
    <dgm:pt modelId="{E6362DC6-410E-42A5-BF8F-4D9A8B71A5EF}" type="parTrans" cxnId="{2754FCB2-E4CD-4923-BFF1-4A90D9A8E6FB}">
      <dgm:prSet/>
      <dgm:spPr/>
      <dgm:t>
        <a:bodyPr/>
        <a:lstStyle/>
        <a:p>
          <a:endParaRPr lang="en-US"/>
        </a:p>
      </dgm:t>
    </dgm:pt>
    <dgm:pt modelId="{7DE92EA1-4C0B-4F3B-9457-0677D296EB3C}" type="sibTrans" cxnId="{2754FCB2-E4CD-4923-BFF1-4A90D9A8E6FB}">
      <dgm:prSet/>
      <dgm:spPr/>
      <dgm:t>
        <a:bodyPr/>
        <a:lstStyle/>
        <a:p>
          <a:endParaRPr lang="en-US"/>
        </a:p>
      </dgm:t>
    </dgm:pt>
    <dgm:pt modelId="{D28597BF-D513-48E9-850B-6C8D85976B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Structure</a:t>
          </a:r>
        </a:p>
      </dgm:t>
    </dgm:pt>
    <dgm:pt modelId="{7CC1DAFF-8A1E-42D7-9561-BBB97CBB5084}" type="parTrans" cxnId="{B28385B4-AC0F-4224-B8F7-87018006244C}">
      <dgm:prSet/>
      <dgm:spPr/>
      <dgm:t>
        <a:bodyPr/>
        <a:lstStyle/>
        <a:p>
          <a:endParaRPr lang="en-US"/>
        </a:p>
      </dgm:t>
    </dgm:pt>
    <dgm:pt modelId="{7B9E1DF3-2738-43BC-AD16-7959F8E3E78C}" type="sibTrans" cxnId="{B28385B4-AC0F-4224-B8F7-87018006244C}">
      <dgm:prSet/>
      <dgm:spPr/>
      <dgm:t>
        <a:bodyPr/>
        <a:lstStyle/>
        <a:p>
          <a:endParaRPr lang="en-US"/>
        </a:p>
      </dgm:t>
    </dgm:pt>
    <dgm:pt modelId="{D2D5AC8D-B70C-4A5A-9293-23C2649B81EE}" type="pres">
      <dgm:prSet presAssocID="{E57FE250-54A1-4F70-A945-81DCA76CBD69}" presName="root" presStyleCnt="0">
        <dgm:presLayoutVars>
          <dgm:dir/>
          <dgm:resizeHandles val="exact"/>
        </dgm:presLayoutVars>
      </dgm:prSet>
      <dgm:spPr/>
    </dgm:pt>
    <dgm:pt modelId="{315ADD4F-B5AF-4CCB-98C9-BB4042126520}" type="pres">
      <dgm:prSet presAssocID="{A0F5E7B2-E27F-44DC-B6B6-A4BBB2AD9DEC}" presName="compNode" presStyleCnt="0"/>
      <dgm:spPr/>
    </dgm:pt>
    <dgm:pt modelId="{2C98295A-A45D-4037-B6D8-CDEA94DCBC19}" type="pres">
      <dgm:prSet presAssocID="{A0F5E7B2-E27F-44DC-B6B6-A4BBB2AD9DEC}" presName="bgRect" presStyleLbl="bgShp" presStyleIdx="0" presStyleCnt="3"/>
      <dgm:spPr/>
    </dgm:pt>
    <dgm:pt modelId="{22F8026D-701A-459F-97F0-66FD4E2089F4}" type="pres">
      <dgm:prSet presAssocID="{A0F5E7B2-E27F-44DC-B6B6-A4BBB2AD9DE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A5D43DE6-9B9F-4F00-AA04-6C651BD145AA}" type="pres">
      <dgm:prSet presAssocID="{A0F5E7B2-E27F-44DC-B6B6-A4BBB2AD9DEC}" presName="spaceRect" presStyleCnt="0"/>
      <dgm:spPr/>
    </dgm:pt>
    <dgm:pt modelId="{13DAF8EB-F6B8-4B2A-93F0-E5651EEA0C8F}" type="pres">
      <dgm:prSet presAssocID="{A0F5E7B2-E27F-44DC-B6B6-A4BBB2AD9DEC}" presName="parTx" presStyleLbl="revTx" presStyleIdx="0" presStyleCnt="3">
        <dgm:presLayoutVars>
          <dgm:chMax val="0"/>
          <dgm:chPref val="0"/>
        </dgm:presLayoutVars>
      </dgm:prSet>
      <dgm:spPr/>
    </dgm:pt>
    <dgm:pt modelId="{4D80D8DD-F573-477B-AC48-64D3A55BFF65}" type="pres">
      <dgm:prSet presAssocID="{58A37A25-92A1-433A-93C8-952AC00909B8}" presName="sibTrans" presStyleCnt="0"/>
      <dgm:spPr/>
    </dgm:pt>
    <dgm:pt modelId="{B43A6C22-C4C6-48A8-A2F2-08DA563E8B6A}" type="pres">
      <dgm:prSet presAssocID="{C39B1EE9-B849-4C82-B072-3671587FD806}" presName="compNode" presStyleCnt="0"/>
      <dgm:spPr/>
    </dgm:pt>
    <dgm:pt modelId="{A7EDC870-C1F4-4F0D-BDFC-63D1887643B9}" type="pres">
      <dgm:prSet presAssocID="{C39B1EE9-B849-4C82-B072-3671587FD806}" presName="bgRect" presStyleLbl="bgShp" presStyleIdx="1" presStyleCnt="3"/>
      <dgm:spPr/>
    </dgm:pt>
    <dgm:pt modelId="{BA84FBAE-F760-4290-9882-0C61EF2C7FE2}" type="pres">
      <dgm:prSet presAssocID="{C39B1EE9-B849-4C82-B072-3671587FD80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413B6B2-1BF7-4D49-8EFD-83213582E55C}" type="pres">
      <dgm:prSet presAssocID="{C39B1EE9-B849-4C82-B072-3671587FD806}" presName="spaceRect" presStyleCnt="0"/>
      <dgm:spPr/>
    </dgm:pt>
    <dgm:pt modelId="{D853D36E-843C-45B9-B668-E613A810CFA6}" type="pres">
      <dgm:prSet presAssocID="{C39B1EE9-B849-4C82-B072-3671587FD806}" presName="parTx" presStyleLbl="revTx" presStyleIdx="1" presStyleCnt="3">
        <dgm:presLayoutVars>
          <dgm:chMax val="0"/>
          <dgm:chPref val="0"/>
        </dgm:presLayoutVars>
      </dgm:prSet>
      <dgm:spPr/>
    </dgm:pt>
    <dgm:pt modelId="{426CAF5E-032B-47DF-BF4A-F13A02498164}" type="pres">
      <dgm:prSet presAssocID="{7DE92EA1-4C0B-4F3B-9457-0677D296EB3C}" presName="sibTrans" presStyleCnt="0"/>
      <dgm:spPr/>
    </dgm:pt>
    <dgm:pt modelId="{DD194715-27C7-4788-8967-400FCD068496}" type="pres">
      <dgm:prSet presAssocID="{D28597BF-D513-48E9-850B-6C8D85976B53}" presName="compNode" presStyleCnt="0"/>
      <dgm:spPr/>
    </dgm:pt>
    <dgm:pt modelId="{1A1121A0-23C7-4B86-A4F3-676158DC7445}" type="pres">
      <dgm:prSet presAssocID="{D28597BF-D513-48E9-850B-6C8D85976B53}" presName="bgRect" presStyleLbl="bgShp" presStyleIdx="2" presStyleCnt="3"/>
      <dgm:spPr/>
    </dgm:pt>
    <dgm:pt modelId="{5760ABD4-0EE2-48A6-AF8E-9E015BFABB66}" type="pres">
      <dgm:prSet presAssocID="{D28597BF-D513-48E9-850B-6C8D85976B5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BD9484A0-8252-461B-B4E0-D4C1A50FB3C0}" type="pres">
      <dgm:prSet presAssocID="{D28597BF-D513-48E9-850B-6C8D85976B53}" presName="spaceRect" presStyleCnt="0"/>
      <dgm:spPr/>
    </dgm:pt>
    <dgm:pt modelId="{3EAEB24A-398F-4009-801C-52DAC3CB9EA3}" type="pres">
      <dgm:prSet presAssocID="{D28597BF-D513-48E9-850B-6C8D85976B5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F6D090D-2081-42B7-814F-5B431A2A3222}" type="presOf" srcId="{E57FE250-54A1-4F70-A945-81DCA76CBD69}" destId="{D2D5AC8D-B70C-4A5A-9293-23C2649B81EE}" srcOrd="0" destOrd="0" presId="urn:microsoft.com/office/officeart/2018/2/layout/IconVerticalSolidList"/>
    <dgm:cxn modelId="{ECFF3C2A-72C4-4EDD-960D-DA6E4FB221C5}" type="presOf" srcId="{C39B1EE9-B849-4C82-B072-3671587FD806}" destId="{D853D36E-843C-45B9-B668-E613A810CFA6}" srcOrd="0" destOrd="0" presId="urn:microsoft.com/office/officeart/2018/2/layout/IconVerticalSolidList"/>
    <dgm:cxn modelId="{A43CDB4F-95DD-443F-8C47-CE42FE59C046}" type="presOf" srcId="{D28597BF-D513-48E9-850B-6C8D85976B53}" destId="{3EAEB24A-398F-4009-801C-52DAC3CB9EA3}" srcOrd="0" destOrd="0" presId="urn:microsoft.com/office/officeart/2018/2/layout/IconVerticalSolidList"/>
    <dgm:cxn modelId="{8816F4B1-8E30-4B16-A4CE-B91B3A0254DE}" srcId="{E57FE250-54A1-4F70-A945-81DCA76CBD69}" destId="{A0F5E7B2-E27F-44DC-B6B6-A4BBB2AD9DEC}" srcOrd="0" destOrd="0" parTransId="{1993AC77-F680-4C7D-A563-892B5D4FDC5A}" sibTransId="{58A37A25-92A1-433A-93C8-952AC00909B8}"/>
    <dgm:cxn modelId="{2754FCB2-E4CD-4923-BFF1-4A90D9A8E6FB}" srcId="{E57FE250-54A1-4F70-A945-81DCA76CBD69}" destId="{C39B1EE9-B849-4C82-B072-3671587FD806}" srcOrd="1" destOrd="0" parTransId="{E6362DC6-410E-42A5-BF8F-4D9A8B71A5EF}" sibTransId="{7DE92EA1-4C0B-4F3B-9457-0677D296EB3C}"/>
    <dgm:cxn modelId="{B28385B4-AC0F-4224-B8F7-87018006244C}" srcId="{E57FE250-54A1-4F70-A945-81DCA76CBD69}" destId="{D28597BF-D513-48E9-850B-6C8D85976B53}" srcOrd="2" destOrd="0" parTransId="{7CC1DAFF-8A1E-42D7-9561-BBB97CBB5084}" sibTransId="{7B9E1DF3-2738-43BC-AD16-7959F8E3E78C}"/>
    <dgm:cxn modelId="{C9F116E4-B6EC-402F-A3E4-E06B91A549A1}" type="presOf" srcId="{A0F5E7B2-E27F-44DC-B6B6-A4BBB2AD9DEC}" destId="{13DAF8EB-F6B8-4B2A-93F0-E5651EEA0C8F}" srcOrd="0" destOrd="0" presId="urn:microsoft.com/office/officeart/2018/2/layout/IconVerticalSolidList"/>
    <dgm:cxn modelId="{3A456F44-0D70-469C-BDA1-141A1316F1BB}" type="presParOf" srcId="{D2D5AC8D-B70C-4A5A-9293-23C2649B81EE}" destId="{315ADD4F-B5AF-4CCB-98C9-BB4042126520}" srcOrd="0" destOrd="0" presId="urn:microsoft.com/office/officeart/2018/2/layout/IconVerticalSolidList"/>
    <dgm:cxn modelId="{6252D76B-4813-43C2-8851-E6C0827ED931}" type="presParOf" srcId="{315ADD4F-B5AF-4CCB-98C9-BB4042126520}" destId="{2C98295A-A45D-4037-B6D8-CDEA94DCBC19}" srcOrd="0" destOrd="0" presId="urn:microsoft.com/office/officeart/2018/2/layout/IconVerticalSolidList"/>
    <dgm:cxn modelId="{98E3798E-94DA-4E92-AE27-DE7BC92A2756}" type="presParOf" srcId="{315ADD4F-B5AF-4CCB-98C9-BB4042126520}" destId="{22F8026D-701A-459F-97F0-66FD4E2089F4}" srcOrd="1" destOrd="0" presId="urn:microsoft.com/office/officeart/2018/2/layout/IconVerticalSolidList"/>
    <dgm:cxn modelId="{6A191F72-889C-4534-8338-B5D1A5C1F5E1}" type="presParOf" srcId="{315ADD4F-B5AF-4CCB-98C9-BB4042126520}" destId="{A5D43DE6-9B9F-4F00-AA04-6C651BD145AA}" srcOrd="2" destOrd="0" presId="urn:microsoft.com/office/officeart/2018/2/layout/IconVerticalSolidList"/>
    <dgm:cxn modelId="{E5406639-ADD3-400E-8E9F-46132B323670}" type="presParOf" srcId="{315ADD4F-B5AF-4CCB-98C9-BB4042126520}" destId="{13DAF8EB-F6B8-4B2A-93F0-E5651EEA0C8F}" srcOrd="3" destOrd="0" presId="urn:microsoft.com/office/officeart/2018/2/layout/IconVerticalSolidList"/>
    <dgm:cxn modelId="{58B30CBF-8694-4C18-BAF2-2BBD2D4C460F}" type="presParOf" srcId="{D2D5AC8D-B70C-4A5A-9293-23C2649B81EE}" destId="{4D80D8DD-F573-477B-AC48-64D3A55BFF65}" srcOrd="1" destOrd="0" presId="urn:microsoft.com/office/officeart/2018/2/layout/IconVerticalSolidList"/>
    <dgm:cxn modelId="{F1A7D8DF-CB1A-47D1-8865-0EA701992A0C}" type="presParOf" srcId="{D2D5AC8D-B70C-4A5A-9293-23C2649B81EE}" destId="{B43A6C22-C4C6-48A8-A2F2-08DA563E8B6A}" srcOrd="2" destOrd="0" presId="urn:microsoft.com/office/officeart/2018/2/layout/IconVerticalSolidList"/>
    <dgm:cxn modelId="{C482F5C3-E06E-4ACF-BD8D-42E83E901861}" type="presParOf" srcId="{B43A6C22-C4C6-48A8-A2F2-08DA563E8B6A}" destId="{A7EDC870-C1F4-4F0D-BDFC-63D1887643B9}" srcOrd="0" destOrd="0" presId="urn:microsoft.com/office/officeart/2018/2/layout/IconVerticalSolidList"/>
    <dgm:cxn modelId="{A6439512-1F65-414F-A314-8DD9EDA81F95}" type="presParOf" srcId="{B43A6C22-C4C6-48A8-A2F2-08DA563E8B6A}" destId="{BA84FBAE-F760-4290-9882-0C61EF2C7FE2}" srcOrd="1" destOrd="0" presId="urn:microsoft.com/office/officeart/2018/2/layout/IconVerticalSolidList"/>
    <dgm:cxn modelId="{75DFAE42-7511-4663-9349-925D1FF9FB40}" type="presParOf" srcId="{B43A6C22-C4C6-48A8-A2F2-08DA563E8B6A}" destId="{6413B6B2-1BF7-4D49-8EFD-83213582E55C}" srcOrd="2" destOrd="0" presId="urn:microsoft.com/office/officeart/2018/2/layout/IconVerticalSolidList"/>
    <dgm:cxn modelId="{EF532614-8303-462D-BA3B-D86BABABA80B}" type="presParOf" srcId="{B43A6C22-C4C6-48A8-A2F2-08DA563E8B6A}" destId="{D853D36E-843C-45B9-B668-E613A810CFA6}" srcOrd="3" destOrd="0" presId="urn:microsoft.com/office/officeart/2018/2/layout/IconVerticalSolidList"/>
    <dgm:cxn modelId="{6EA578E2-AD19-44F5-B043-4AAF77877C71}" type="presParOf" srcId="{D2D5AC8D-B70C-4A5A-9293-23C2649B81EE}" destId="{426CAF5E-032B-47DF-BF4A-F13A02498164}" srcOrd="3" destOrd="0" presId="urn:microsoft.com/office/officeart/2018/2/layout/IconVerticalSolidList"/>
    <dgm:cxn modelId="{9FD30AA8-66C5-46FF-8237-6E68AF753187}" type="presParOf" srcId="{D2D5AC8D-B70C-4A5A-9293-23C2649B81EE}" destId="{DD194715-27C7-4788-8967-400FCD068496}" srcOrd="4" destOrd="0" presId="urn:microsoft.com/office/officeart/2018/2/layout/IconVerticalSolidList"/>
    <dgm:cxn modelId="{5287B3D7-CE4A-4AF0-90B5-5C1BB1EC9D9E}" type="presParOf" srcId="{DD194715-27C7-4788-8967-400FCD068496}" destId="{1A1121A0-23C7-4B86-A4F3-676158DC7445}" srcOrd="0" destOrd="0" presId="urn:microsoft.com/office/officeart/2018/2/layout/IconVerticalSolidList"/>
    <dgm:cxn modelId="{E2318F0F-D1FD-49BC-839C-EC12ED281892}" type="presParOf" srcId="{DD194715-27C7-4788-8967-400FCD068496}" destId="{5760ABD4-0EE2-48A6-AF8E-9E015BFABB66}" srcOrd="1" destOrd="0" presId="urn:microsoft.com/office/officeart/2018/2/layout/IconVerticalSolidList"/>
    <dgm:cxn modelId="{04405958-AC89-4409-B381-FDCC80030439}" type="presParOf" srcId="{DD194715-27C7-4788-8967-400FCD068496}" destId="{BD9484A0-8252-461B-B4E0-D4C1A50FB3C0}" srcOrd="2" destOrd="0" presId="urn:microsoft.com/office/officeart/2018/2/layout/IconVerticalSolidList"/>
    <dgm:cxn modelId="{F48FC1B3-6FD9-4F53-9CA9-E6A39D5A9D09}" type="presParOf" srcId="{DD194715-27C7-4788-8967-400FCD068496}" destId="{3EAEB24A-398F-4009-801C-52DAC3CB9E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8295A-A45D-4037-B6D8-CDEA94DCBC19}">
      <dsp:nvSpPr>
        <dsp:cNvPr id="0" name=""/>
        <dsp:cNvSpPr/>
      </dsp:nvSpPr>
      <dsp:spPr>
        <a:xfrm>
          <a:off x="0" y="576"/>
          <a:ext cx="5744684" cy="13500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F8026D-701A-459F-97F0-66FD4E2089F4}">
      <dsp:nvSpPr>
        <dsp:cNvPr id="0" name=""/>
        <dsp:cNvSpPr/>
      </dsp:nvSpPr>
      <dsp:spPr>
        <a:xfrm>
          <a:off x="408385" y="304334"/>
          <a:ext cx="742519" cy="7425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AF8EB-F6B8-4B2A-93F0-E5651EEA0C8F}">
      <dsp:nvSpPr>
        <dsp:cNvPr id="0" name=""/>
        <dsp:cNvSpPr/>
      </dsp:nvSpPr>
      <dsp:spPr>
        <a:xfrm>
          <a:off x="1559290" y="576"/>
          <a:ext cx="4185394" cy="135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879" tIns="142879" rIns="142879" bIns="1428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Logistics</a:t>
          </a:r>
        </a:p>
      </dsp:txBody>
      <dsp:txXfrm>
        <a:off x="1559290" y="576"/>
        <a:ext cx="4185394" cy="1350034"/>
      </dsp:txXfrm>
    </dsp:sp>
    <dsp:sp modelId="{A7EDC870-C1F4-4F0D-BDFC-63D1887643B9}">
      <dsp:nvSpPr>
        <dsp:cNvPr id="0" name=""/>
        <dsp:cNvSpPr/>
      </dsp:nvSpPr>
      <dsp:spPr>
        <a:xfrm>
          <a:off x="0" y="1688120"/>
          <a:ext cx="5744684" cy="13500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4FBAE-F760-4290-9882-0C61EF2C7FE2}">
      <dsp:nvSpPr>
        <dsp:cNvPr id="0" name=""/>
        <dsp:cNvSpPr/>
      </dsp:nvSpPr>
      <dsp:spPr>
        <a:xfrm>
          <a:off x="408385" y="1991878"/>
          <a:ext cx="742519" cy="7425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53D36E-843C-45B9-B668-E613A810CFA6}">
      <dsp:nvSpPr>
        <dsp:cNvPr id="0" name=""/>
        <dsp:cNvSpPr/>
      </dsp:nvSpPr>
      <dsp:spPr>
        <a:xfrm>
          <a:off x="1559290" y="1688120"/>
          <a:ext cx="4185394" cy="135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879" tIns="142879" rIns="142879" bIns="1428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Overview</a:t>
          </a:r>
        </a:p>
      </dsp:txBody>
      <dsp:txXfrm>
        <a:off x="1559290" y="1688120"/>
        <a:ext cx="4185394" cy="1350034"/>
      </dsp:txXfrm>
    </dsp:sp>
    <dsp:sp modelId="{1A1121A0-23C7-4B86-A4F3-676158DC7445}">
      <dsp:nvSpPr>
        <dsp:cNvPr id="0" name=""/>
        <dsp:cNvSpPr/>
      </dsp:nvSpPr>
      <dsp:spPr>
        <a:xfrm>
          <a:off x="0" y="3375664"/>
          <a:ext cx="5744684" cy="135003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0ABD4-0EE2-48A6-AF8E-9E015BFABB66}">
      <dsp:nvSpPr>
        <dsp:cNvPr id="0" name=""/>
        <dsp:cNvSpPr/>
      </dsp:nvSpPr>
      <dsp:spPr>
        <a:xfrm>
          <a:off x="408385" y="3679422"/>
          <a:ext cx="742519" cy="7425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EB24A-398F-4009-801C-52DAC3CB9EA3}">
      <dsp:nvSpPr>
        <dsp:cNvPr id="0" name=""/>
        <dsp:cNvSpPr/>
      </dsp:nvSpPr>
      <dsp:spPr>
        <a:xfrm>
          <a:off x="1559290" y="3375664"/>
          <a:ext cx="4185394" cy="1350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879" tIns="142879" rIns="142879" bIns="14287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Structure</a:t>
          </a:r>
        </a:p>
      </dsp:txBody>
      <dsp:txXfrm>
        <a:off x="1559290" y="3375664"/>
        <a:ext cx="4185394" cy="135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55203-70E9-4081-A83F-8C50F255BA2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E83F6-3A65-482C-B878-5103AB538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3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E83F6-3A65-482C-B878-5103AB5386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2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CE83F6-3A65-482C-B878-5103AB5386B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67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3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98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000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4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83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504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22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48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723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265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9EA7F-FCAF-412A-8BBC-893AA2B96CD8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046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9E6DE-93F1-4C7C-8DD5-CA430625CA3B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87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AAEC-8FA7-4019-840F-D999959FDA3D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51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3983E-D6B4-425B-AB76-683AB642AC33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44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AB77A-D05E-4D1E-AD93-E84ACCD681A1}" type="datetime1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68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8B9C7-A180-4425-AFCC-D38F3A6AA307}" type="datetime1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0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9D46F-B963-46EF-9146-5BF8C0FF40A5}" type="datetime1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672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67579-01B6-4B39-A858-86CAD06EA51B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410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C180-ECB7-4587-8ACC-2AB98C84E048}" type="datetime1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57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86E7B-7C2D-4614-BAE5-93A338E0EF40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144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3B34-A18F-4622-9F4E-53B125BAC6A8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15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F2900-C463-4543-8E73-C00602C8D17A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730D-6BFD-4EA0-A111-DCECED5BD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1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96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33500-A71A-434E-AEFF-ED4F19179B8D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501A4-4036-4678-A465-596B7E112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7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7D293-5947-4819-958E-68B6CB43DE38}" type="datetime1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8730D-6BFD-4EA0-A111-DCECED5BD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9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gif"/><Relationship Id="rId5" Type="http://schemas.openxmlformats.org/officeDocument/2006/relationships/image" Target="../media/image20.jpeg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0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image" Target="../media/image260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31.jpe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59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3.png"/><Relationship Id="rId11" Type="http://schemas.openxmlformats.org/officeDocument/2006/relationships/image" Target="../media/image590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3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62.sv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61.png"/><Relationship Id="rId2" Type="http://schemas.openxmlformats.org/officeDocument/2006/relationships/image" Target="NULL"/><Relationship Id="rId1" Type="http://schemas.openxmlformats.org/officeDocument/2006/relationships/slideLayout" Target="../slideLayouts/slideLayout23.xml"/><Relationship Id="rId6" Type="http://schemas.openxmlformats.org/officeDocument/2006/relationships/image" Target="NULL"/><Relationship Id="rId11" Type="http://schemas.openxmlformats.org/officeDocument/2006/relationships/image" Target="../media/image60.jpg"/><Relationship Id="rId5" Type="http://schemas.openxmlformats.org/officeDocument/2006/relationships/image" Target="NULL"/><Relationship Id="rId10" Type="http://schemas.openxmlformats.org/officeDocument/2006/relationships/image" Target="../media/image31.jpe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4452C-9D32-C798-82B0-D6A22C7CC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C H  5 4 3 0</a:t>
            </a:r>
            <a:br>
              <a:rPr lang="en-IN" sz="2000" dirty="0">
                <a:solidFill>
                  <a:srgbClr val="0070C0"/>
                </a:solidFill>
              </a:rPr>
            </a:br>
            <a:br>
              <a:rPr lang="en-US" sz="2000" dirty="0"/>
            </a:br>
            <a:r>
              <a:rPr lang="en-IN" dirty="0"/>
              <a:t>Principles of </a:t>
            </a:r>
            <a:r>
              <a:rPr lang="en-IN" dirty="0">
                <a:solidFill>
                  <a:srgbClr val="0070C0"/>
                </a:solidFill>
                <a:latin typeface="Segoe Script" panose="030B0504020000000003" pitchFamily="66" charset="0"/>
              </a:rPr>
              <a:t>Game</a:t>
            </a:r>
            <a:r>
              <a:rPr lang="en-IN" dirty="0"/>
              <a:t> Theory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D3C16-9008-FD38-F587-19AF1E3CF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 </a:t>
            </a:r>
            <a:r>
              <a:rPr lang="en-IN" b="1" dirty="0">
                <a:solidFill>
                  <a:srgbClr val="C00000"/>
                </a:solidFill>
              </a:rPr>
              <a:t>1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21" name="Picture 20" descr="Colorful boardgame">
            <a:extLst>
              <a:ext uri="{FF2B5EF4-FFF2-40B4-BE49-F238E27FC236}">
                <a16:creationId xmlns:a16="http://schemas.microsoft.com/office/drawing/2014/main" id="{72B6D17C-403C-2679-E5E5-1B6344B4C1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912" r="27141"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31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>
            <a:extLst>
              <a:ext uri="{FF2B5EF4-FFF2-40B4-BE49-F238E27FC236}">
                <a16:creationId xmlns:a16="http://schemas.microsoft.com/office/drawing/2014/main" id="{600C0237-73C7-47B7-A36A-E2A3D21C7D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9804" b="5927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5BA4E7-2736-4D1B-8FC5-C99464A7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The </a:t>
            </a:r>
            <a:r>
              <a:rPr lang="en-US" sz="3300" dirty="0">
                <a:solidFill>
                  <a:srgbClr val="00B0F0"/>
                </a:solidFill>
                <a:latin typeface="Segoe Script" panose="030B0504020000000003" pitchFamily="66" charset="0"/>
              </a:rPr>
              <a:t>Game</a:t>
            </a:r>
            <a:r>
              <a:rPr lang="en-US" sz="4000" dirty="0">
                <a:solidFill>
                  <a:srgbClr val="FFFFFF"/>
                </a:solidFill>
              </a:rPr>
              <a:t> Plan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DD6C33-A89B-4075-92F9-055B05EA81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192812"/>
              </p:ext>
            </p:extLst>
          </p:nvPr>
        </p:nvGraphicFramePr>
        <p:xfrm>
          <a:off x="5155379" y="1065862"/>
          <a:ext cx="5744685" cy="4726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05A0A-49D1-4FE3-9017-3B6E53E5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8501A4-4036-4678-A465-596B7E1122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AF60F-C11D-F033-BBC4-2686E2DEC01B}"/>
              </a:ext>
            </a:extLst>
          </p:cNvPr>
          <p:cNvSpPr txBox="1"/>
          <p:nvPr/>
        </p:nvSpPr>
        <p:spPr>
          <a:xfrm>
            <a:off x="8607552" y="1926335"/>
            <a:ext cx="211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…the admin stuff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04CBC8-CD7D-13DC-365F-7B65598A599C}"/>
              </a:ext>
            </a:extLst>
          </p:cNvPr>
          <p:cNvSpPr txBox="1"/>
          <p:nvPr/>
        </p:nvSpPr>
        <p:spPr>
          <a:xfrm>
            <a:off x="8607552" y="3674570"/>
            <a:ext cx="211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…‘what’ &amp; ‘why’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00FE2E-B845-7669-59CA-0E530FA2E248}"/>
              </a:ext>
            </a:extLst>
          </p:cNvPr>
          <p:cNvSpPr txBox="1"/>
          <p:nvPr/>
        </p:nvSpPr>
        <p:spPr>
          <a:xfrm>
            <a:off x="8607552" y="5306403"/>
            <a:ext cx="2112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Bradley Hand ITC" panose="03070402050302030203" pitchFamily="66" charset="0"/>
                <a:ea typeface="+mn-ea"/>
                <a:cs typeface="+mn-cs"/>
              </a:rPr>
              <a:t>…organization</a:t>
            </a:r>
          </a:p>
        </p:txBody>
      </p:sp>
    </p:spTree>
    <p:extLst>
      <p:ext uri="{BB962C8B-B14F-4D97-AF65-F5344CB8AC3E}">
        <p14:creationId xmlns:p14="http://schemas.microsoft.com/office/powerpoint/2010/main" val="3640261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75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Rectangle 77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Rectangle 7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EBBA551-12B6-8025-5160-2041DE92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Autofit/>
          </a:bodyPr>
          <a:lstStyle/>
          <a:p>
            <a:r>
              <a:rPr lang="en-US" b="1" dirty="0"/>
              <a:t>Logistics</a:t>
            </a:r>
            <a:br>
              <a:rPr lang="en-US" dirty="0"/>
            </a:br>
            <a:r>
              <a:rPr lang="en-US" sz="2400" dirty="0"/>
              <a:t>At a Glance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51A07BB-B8DF-9DD4-9286-A76A7F098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2843784" cy="18793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Credits: </a:t>
            </a:r>
            <a:r>
              <a:rPr lang="en-US" sz="2400" b="1" dirty="0">
                <a:solidFill>
                  <a:srgbClr val="C00000"/>
                </a:solidFill>
              </a:rPr>
              <a:t>3</a:t>
            </a:r>
          </a:p>
          <a:p>
            <a:pPr marL="0" indent="0">
              <a:buNone/>
            </a:pPr>
            <a:r>
              <a:rPr lang="en-US" sz="2400" b="1" dirty="0"/>
              <a:t>Jan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6</a:t>
            </a:r>
            <a:r>
              <a:rPr lang="en-US" sz="2400" dirty="0"/>
              <a:t> – </a:t>
            </a:r>
            <a:r>
              <a:rPr lang="en-US" sz="2400" b="1" dirty="0"/>
              <a:t>Apr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24</a:t>
            </a:r>
          </a:p>
          <a:p>
            <a:pPr marL="0" indent="0">
              <a:buNone/>
            </a:pPr>
            <a:r>
              <a:rPr lang="en-US" sz="2400" dirty="0"/>
              <a:t>Segments </a:t>
            </a:r>
            <a:r>
              <a:rPr lang="en-US" sz="2400" b="1" dirty="0">
                <a:solidFill>
                  <a:srgbClr val="C00000"/>
                </a:solidFill>
              </a:rPr>
              <a:t>1-6</a:t>
            </a:r>
          </a:p>
          <a:p>
            <a:pPr marL="0" indent="0">
              <a:buNone/>
            </a:pPr>
            <a:r>
              <a:rPr lang="en-US" sz="2400" dirty="0"/>
              <a:t>Exams: </a:t>
            </a:r>
            <a:r>
              <a:rPr lang="en-US" sz="2400" b="1" dirty="0">
                <a:solidFill>
                  <a:srgbClr val="C00000"/>
                </a:solidFill>
              </a:rPr>
              <a:t>2 + 2 =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9140C-5371-8CD7-238C-F2984541E544}"/>
              </a:ext>
            </a:extLst>
          </p:cNvPr>
          <p:cNvSpPr txBox="1">
            <a:spLocks/>
          </p:cNvSpPr>
          <p:nvPr/>
        </p:nvSpPr>
        <p:spPr>
          <a:xfrm>
            <a:off x="411479" y="4927850"/>
            <a:ext cx="2843785" cy="3657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@che.iith.ac.in</a:t>
            </a:r>
          </a:p>
        </p:txBody>
      </p:sp>
      <p:pic>
        <p:nvPicPr>
          <p:cNvPr id="10" name="Picture 9" descr="A cartoon of a child with a big mouth&#10;&#10;Description automatically generated">
            <a:extLst>
              <a:ext uri="{FF2B5EF4-FFF2-40B4-BE49-F238E27FC236}">
                <a16:creationId xmlns:a16="http://schemas.microsoft.com/office/drawing/2014/main" id="{5C9FF301-017E-22C8-0359-A34003EA28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29"/>
          <a:stretch/>
        </p:blipFill>
        <p:spPr>
          <a:xfrm rot="409496">
            <a:off x="3243449" y="3086891"/>
            <a:ext cx="1905000" cy="220519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0F7AA9AB-A913-33F6-2EC9-667CC68EA9B9}"/>
              </a:ext>
            </a:extLst>
          </p:cNvPr>
          <p:cNvSpPr/>
          <p:nvPr/>
        </p:nvSpPr>
        <p:spPr>
          <a:xfrm>
            <a:off x="8414865" y="991443"/>
            <a:ext cx="1618140" cy="91440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Slot S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 119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606D51F-1B38-7AB9-C2B7-2C5B5684DFE1}"/>
              </a:ext>
            </a:extLst>
          </p:cNvPr>
          <p:cNvSpPr txBox="1">
            <a:spLocks/>
          </p:cNvSpPr>
          <p:nvPr/>
        </p:nvSpPr>
        <p:spPr>
          <a:xfrm>
            <a:off x="411478" y="5397461"/>
            <a:ext cx="4443154" cy="13144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TA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s: </a:t>
            </a:r>
            <a:r>
              <a:rPr lang="en-US" sz="2200" dirty="0">
                <a:solidFill>
                  <a:prstClr val="black"/>
                </a:solidFill>
              </a:rPr>
              <a:t>Deepika, Sai Koushik,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Asmelash</a:t>
            </a:r>
          </a:p>
        </p:txBody>
      </p:sp>
      <p:pic>
        <p:nvPicPr>
          <p:cNvPr id="6" name="Picture 5" descr="A black and white clock&#10;&#10;Description automatically generated with medium confidence">
            <a:extLst>
              <a:ext uri="{FF2B5EF4-FFF2-40B4-BE49-F238E27FC236}">
                <a16:creationId xmlns:a16="http://schemas.microsoft.com/office/drawing/2014/main" id="{5DA19397-4C02-5D18-E0AD-554C85936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174" y="4040439"/>
            <a:ext cx="1783080" cy="1783080"/>
          </a:xfrm>
          <a:prstGeom prst="rect">
            <a:avLst/>
          </a:prstGeom>
        </p:spPr>
      </p:pic>
      <p:pic>
        <p:nvPicPr>
          <p:cNvPr id="7" name="Picture 6" descr="A black and white clock&#10;&#10;Description automatically generated with medium confidence">
            <a:extLst>
              <a:ext uri="{FF2B5EF4-FFF2-40B4-BE49-F238E27FC236}">
                <a16:creationId xmlns:a16="http://schemas.microsoft.com/office/drawing/2014/main" id="{961EB280-4AB4-D79E-6411-17473798C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124" y="4020703"/>
            <a:ext cx="1783080" cy="1783080"/>
          </a:xfrm>
          <a:prstGeom prst="rect">
            <a:avLst/>
          </a:prstGeom>
        </p:spPr>
      </p:pic>
      <p:pic>
        <p:nvPicPr>
          <p:cNvPr id="4" name="Picture 4" descr="Premium Photo | Week calendar, tuesday page">
            <a:extLst>
              <a:ext uri="{FF2B5EF4-FFF2-40B4-BE49-F238E27FC236}">
                <a16:creationId xmlns:a16="http://schemas.microsoft.com/office/drawing/2014/main" id="{06E51D13-7A03-8997-5B10-BA44F90B88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5" t="12596" r="7053" b="14691"/>
          <a:stretch>
            <a:fillRect/>
          </a:stretch>
        </p:blipFill>
        <p:spPr bwMode="auto">
          <a:xfrm>
            <a:off x="6919274" y="1905843"/>
            <a:ext cx="1897802" cy="199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Friday Calendar Stock Photos, Pictures &amp; Royalty-Free Images - iStock">
            <a:extLst>
              <a:ext uri="{FF2B5EF4-FFF2-40B4-BE49-F238E27FC236}">
                <a16:creationId xmlns:a16="http://schemas.microsoft.com/office/drawing/2014/main" id="{DCE95436-599F-8737-226D-5FE3407F5E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5" t="12596" r="13235" b="15559"/>
          <a:stretch>
            <a:fillRect/>
          </a:stretch>
        </p:blipFill>
        <p:spPr bwMode="auto">
          <a:xfrm>
            <a:off x="9619047" y="1905843"/>
            <a:ext cx="1783080" cy="197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74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5" grpId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B9D0E-74BD-9EC4-5665-405F93B4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6" name="Rectangle 14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9407C10-0AEC-BE86-4220-5533E834D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Logistics</a:t>
            </a:r>
            <a:b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Google Classroom</a:t>
            </a:r>
          </a:p>
        </p:txBody>
      </p:sp>
      <p:sp>
        <p:nvSpPr>
          <p:cNvPr id="14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C1F8E5-66F0-6EA4-8B28-30E4671AD0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8"/>
          <a:stretch>
            <a:fillRect/>
          </a:stretch>
        </p:blipFill>
        <p:spPr>
          <a:xfrm>
            <a:off x="2015870" y="1863803"/>
            <a:ext cx="8160260" cy="45766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17339D-B4B6-38E3-F790-109B9AB3F866}"/>
              </a:ext>
            </a:extLst>
          </p:cNvPr>
          <p:cNvSpPr txBox="1"/>
          <p:nvPr/>
        </p:nvSpPr>
        <p:spPr>
          <a:xfrm>
            <a:off x="225516" y="2253663"/>
            <a:ext cx="4299350" cy="2308324"/>
          </a:xfrm>
          <a:custGeom>
            <a:avLst/>
            <a:gdLst>
              <a:gd name="csX0" fmla="*/ 0 w 4299350"/>
              <a:gd name="csY0" fmla="*/ 0 h 2308324"/>
              <a:gd name="csX1" fmla="*/ 494425 w 4299350"/>
              <a:gd name="csY1" fmla="*/ 0 h 2308324"/>
              <a:gd name="csX2" fmla="*/ 1031844 w 4299350"/>
              <a:gd name="csY2" fmla="*/ 0 h 2308324"/>
              <a:gd name="csX3" fmla="*/ 1655250 w 4299350"/>
              <a:gd name="csY3" fmla="*/ 0 h 2308324"/>
              <a:gd name="csX4" fmla="*/ 2235662 w 4299350"/>
              <a:gd name="csY4" fmla="*/ 0 h 2308324"/>
              <a:gd name="csX5" fmla="*/ 2644100 w 4299350"/>
              <a:gd name="csY5" fmla="*/ 0 h 2308324"/>
              <a:gd name="csX6" fmla="*/ 3138526 w 4299350"/>
              <a:gd name="csY6" fmla="*/ 0 h 2308324"/>
              <a:gd name="csX7" fmla="*/ 3761931 w 4299350"/>
              <a:gd name="csY7" fmla="*/ 0 h 2308324"/>
              <a:gd name="csX8" fmla="*/ 4299350 w 4299350"/>
              <a:gd name="csY8" fmla="*/ 0 h 2308324"/>
              <a:gd name="csX9" fmla="*/ 4299350 w 4299350"/>
              <a:gd name="csY9" fmla="*/ 600164 h 2308324"/>
              <a:gd name="csX10" fmla="*/ 4299350 w 4299350"/>
              <a:gd name="csY10" fmla="*/ 1107996 h 2308324"/>
              <a:gd name="csX11" fmla="*/ 4299350 w 4299350"/>
              <a:gd name="csY11" fmla="*/ 1638910 h 2308324"/>
              <a:gd name="csX12" fmla="*/ 4299350 w 4299350"/>
              <a:gd name="csY12" fmla="*/ 2308324 h 2308324"/>
              <a:gd name="csX13" fmla="*/ 3847918 w 4299350"/>
              <a:gd name="csY13" fmla="*/ 2308324 h 2308324"/>
              <a:gd name="csX14" fmla="*/ 3439480 w 4299350"/>
              <a:gd name="csY14" fmla="*/ 2308324 h 2308324"/>
              <a:gd name="csX15" fmla="*/ 3031042 w 4299350"/>
              <a:gd name="csY15" fmla="*/ 2308324 h 2308324"/>
              <a:gd name="csX16" fmla="*/ 2450630 w 4299350"/>
              <a:gd name="csY16" fmla="*/ 2308324 h 2308324"/>
              <a:gd name="csX17" fmla="*/ 2042191 w 4299350"/>
              <a:gd name="csY17" fmla="*/ 2308324 h 2308324"/>
              <a:gd name="csX18" fmla="*/ 1504773 w 4299350"/>
              <a:gd name="csY18" fmla="*/ 2308324 h 2308324"/>
              <a:gd name="csX19" fmla="*/ 1053341 w 4299350"/>
              <a:gd name="csY19" fmla="*/ 2308324 h 2308324"/>
              <a:gd name="csX20" fmla="*/ 515922 w 4299350"/>
              <a:gd name="csY20" fmla="*/ 2308324 h 2308324"/>
              <a:gd name="csX21" fmla="*/ 0 w 4299350"/>
              <a:gd name="csY21" fmla="*/ 2308324 h 2308324"/>
              <a:gd name="csX22" fmla="*/ 0 w 4299350"/>
              <a:gd name="csY22" fmla="*/ 1731243 h 2308324"/>
              <a:gd name="csX23" fmla="*/ 0 w 4299350"/>
              <a:gd name="csY23" fmla="*/ 1177245 h 2308324"/>
              <a:gd name="csX24" fmla="*/ 0 w 4299350"/>
              <a:gd name="csY24" fmla="*/ 623247 h 2308324"/>
              <a:gd name="csX25" fmla="*/ 0 w 4299350"/>
              <a:gd name="csY25" fmla="*/ 0 h 2308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4299350" h="2308324" fill="none" extrusionOk="0">
                <a:moveTo>
                  <a:pt x="0" y="0"/>
                </a:moveTo>
                <a:cubicBezTo>
                  <a:pt x="236361" y="-38472"/>
                  <a:pt x="311943" y="23904"/>
                  <a:pt x="494425" y="0"/>
                </a:cubicBezTo>
                <a:cubicBezTo>
                  <a:pt x="676908" y="-23904"/>
                  <a:pt x="770445" y="20286"/>
                  <a:pt x="1031844" y="0"/>
                </a:cubicBezTo>
                <a:cubicBezTo>
                  <a:pt x="1293243" y="-20286"/>
                  <a:pt x="1412022" y="7445"/>
                  <a:pt x="1655250" y="0"/>
                </a:cubicBezTo>
                <a:cubicBezTo>
                  <a:pt x="1898478" y="-7445"/>
                  <a:pt x="1983477" y="33944"/>
                  <a:pt x="2235662" y="0"/>
                </a:cubicBezTo>
                <a:cubicBezTo>
                  <a:pt x="2487847" y="-33944"/>
                  <a:pt x="2480820" y="41445"/>
                  <a:pt x="2644100" y="0"/>
                </a:cubicBezTo>
                <a:cubicBezTo>
                  <a:pt x="2807380" y="-41445"/>
                  <a:pt x="2977412" y="31731"/>
                  <a:pt x="3138526" y="0"/>
                </a:cubicBezTo>
                <a:cubicBezTo>
                  <a:pt x="3299640" y="-31731"/>
                  <a:pt x="3618742" y="42866"/>
                  <a:pt x="3761931" y="0"/>
                </a:cubicBezTo>
                <a:cubicBezTo>
                  <a:pt x="3905120" y="-42866"/>
                  <a:pt x="4096166" y="56809"/>
                  <a:pt x="4299350" y="0"/>
                </a:cubicBezTo>
                <a:cubicBezTo>
                  <a:pt x="4363540" y="158249"/>
                  <a:pt x="4233348" y="426756"/>
                  <a:pt x="4299350" y="600164"/>
                </a:cubicBezTo>
                <a:cubicBezTo>
                  <a:pt x="4365352" y="773572"/>
                  <a:pt x="4247258" y="958890"/>
                  <a:pt x="4299350" y="1107996"/>
                </a:cubicBezTo>
                <a:cubicBezTo>
                  <a:pt x="4351442" y="1257102"/>
                  <a:pt x="4287395" y="1423172"/>
                  <a:pt x="4299350" y="1638910"/>
                </a:cubicBezTo>
                <a:cubicBezTo>
                  <a:pt x="4311305" y="1854648"/>
                  <a:pt x="4219085" y="2086144"/>
                  <a:pt x="4299350" y="2308324"/>
                </a:cubicBezTo>
                <a:cubicBezTo>
                  <a:pt x="4110775" y="2331485"/>
                  <a:pt x="4072877" y="2277149"/>
                  <a:pt x="3847918" y="2308324"/>
                </a:cubicBezTo>
                <a:cubicBezTo>
                  <a:pt x="3622959" y="2339499"/>
                  <a:pt x="3564579" y="2296283"/>
                  <a:pt x="3439480" y="2308324"/>
                </a:cubicBezTo>
                <a:cubicBezTo>
                  <a:pt x="3314381" y="2320365"/>
                  <a:pt x="3193299" y="2288031"/>
                  <a:pt x="3031042" y="2308324"/>
                </a:cubicBezTo>
                <a:cubicBezTo>
                  <a:pt x="2868785" y="2328617"/>
                  <a:pt x="2699630" y="2255506"/>
                  <a:pt x="2450630" y="2308324"/>
                </a:cubicBezTo>
                <a:cubicBezTo>
                  <a:pt x="2201630" y="2361142"/>
                  <a:pt x="2172398" y="2305985"/>
                  <a:pt x="2042191" y="2308324"/>
                </a:cubicBezTo>
                <a:cubicBezTo>
                  <a:pt x="1911984" y="2310663"/>
                  <a:pt x="1759466" y="2257866"/>
                  <a:pt x="1504773" y="2308324"/>
                </a:cubicBezTo>
                <a:cubicBezTo>
                  <a:pt x="1250080" y="2358782"/>
                  <a:pt x="1170563" y="2292812"/>
                  <a:pt x="1053341" y="2308324"/>
                </a:cubicBezTo>
                <a:cubicBezTo>
                  <a:pt x="936119" y="2323836"/>
                  <a:pt x="736385" y="2274437"/>
                  <a:pt x="515922" y="2308324"/>
                </a:cubicBezTo>
                <a:cubicBezTo>
                  <a:pt x="295459" y="2342211"/>
                  <a:pt x="208485" y="2282146"/>
                  <a:pt x="0" y="2308324"/>
                </a:cubicBezTo>
                <a:cubicBezTo>
                  <a:pt x="-53956" y="2189965"/>
                  <a:pt x="17050" y="1969899"/>
                  <a:pt x="0" y="1731243"/>
                </a:cubicBezTo>
                <a:cubicBezTo>
                  <a:pt x="-17050" y="1492587"/>
                  <a:pt x="39303" y="1372514"/>
                  <a:pt x="0" y="1177245"/>
                </a:cubicBezTo>
                <a:cubicBezTo>
                  <a:pt x="-39303" y="981976"/>
                  <a:pt x="65845" y="747638"/>
                  <a:pt x="0" y="623247"/>
                </a:cubicBezTo>
                <a:cubicBezTo>
                  <a:pt x="-65845" y="498856"/>
                  <a:pt x="53883" y="289149"/>
                  <a:pt x="0" y="0"/>
                </a:cubicBezTo>
                <a:close/>
              </a:path>
              <a:path w="4299350" h="2308324" stroke="0" extrusionOk="0">
                <a:moveTo>
                  <a:pt x="0" y="0"/>
                </a:moveTo>
                <a:cubicBezTo>
                  <a:pt x="108188" y="-15319"/>
                  <a:pt x="329290" y="4388"/>
                  <a:pt x="494425" y="0"/>
                </a:cubicBezTo>
                <a:cubicBezTo>
                  <a:pt x="659561" y="-4388"/>
                  <a:pt x="762998" y="5226"/>
                  <a:pt x="902864" y="0"/>
                </a:cubicBezTo>
                <a:cubicBezTo>
                  <a:pt x="1042730" y="-5226"/>
                  <a:pt x="1337827" y="71344"/>
                  <a:pt x="1526269" y="0"/>
                </a:cubicBezTo>
                <a:cubicBezTo>
                  <a:pt x="1714712" y="-71344"/>
                  <a:pt x="1782028" y="10211"/>
                  <a:pt x="2020695" y="0"/>
                </a:cubicBezTo>
                <a:cubicBezTo>
                  <a:pt x="2259362" y="-10211"/>
                  <a:pt x="2403705" y="19885"/>
                  <a:pt x="2515120" y="0"/>
                </a:cubicBezTo>
                <a:cubicBezTo>
                  <a:pt x="2626535" y="-19885"/>
                  <a:pt x="2989305" y="65551"/>
                  <a:pt x="3138526" y="0"/>
                </a:cubicBezTo>
                <a:cubicBezTo>
                  <a:pt x="3287747" y="-65551"/>
                  <a:pt x="3467462" y="20199"/>
                  <a:pt x="3589957" y="0"/>
                </a:cubicBezTo>
                <a:cubicBezTo>
                  <a:pt x="3712452" y="-20199"/>
                  <a:pt x="3998112" y="77662"/>
                  <a:pt x="4299350" y="0"/>
                </a:cubicBezTo>
                <a:cubicBezTo>
                  <a:pt x="4340284" y="300366"/>
                  <a:pt x="4280624" y="407459"/>
                  <a:pt x="4299350" y="623247"/>
                </a:cubicBezTo>
                <a:cubicBezTo>
                  <a:pt x="4318076" y="839035"/>
                  <a:pt x="4264714" y="1039505"/>
                  <a:pt x="4299350" y="1154162"/>
                </a:cubicBezTo>
                <a:cubicBezTo>
                  <a:pt x="4333986" y="1268819"/>
                  <a:pt x="4264306" y="1502913"/>
                  <a:pt x="4299350" y="1731243"/>
                </a:cubicBezTo>
                <a:cubicBezTo>
                  <a:pt x="4334394" y="1959573"/>
                  <a:pt x="4297778" y="2182865"/>
                  <a:pt x="4299350" y="2308324"/>
                </a:cubicBezTo>
                <a:cubicBezTo>
                  <a:pt x="4192271" y="2344421"/>
                  <a:pt x="3974439" y="2263789"/>
                  <a:pt x="3890912" y="2308324"/>
                </a:cubicBezTo>
                <a:cubicBezTo>
                  <a:pt x="3807385" y="2352859"/>
                  <a:pt x="3462699" y="2291783"/>
                  <a:pt x="3267506" y="2308324"/>
                </a:cubicBezTo>
                <a:cubicBezTo>
                  <a:pt x="3072313" y="2324865"/>
                  <a:pt x="2940456" y="2272932"/>
                  <a:pt x="2816074" y="2308324"/>
                </a:cubicBezTo>
                <a:cubicBezTo>
                  <a:pt x="2691692" y="2343716"/>
                  <a:pt x="2529877" y="2265715"/>
                  <a:pt x="2278656" y="2308324"/>
                </a:cubicBezTo>
                <a:cubicBezTo>
                  <a:pt x="2027435" y="2350933"/>
                  <a:pt x="1882545" y="2258178"/>
                  <a:pt x="1655250" y="2308324"/>
                </a:cubicBezTo>
                <a:cubicBezTo>
                  <a:pt x="1427955" y="2358470"/>
                  <a:pt x="1317866" y="2284214"/>
                  <a:pt x="1117831" y="2308324"/>
                </a:cubicBezTo>
                <a:cubicBezTo>
                  <a:pt x="917796" y="2332434"/>
                  <a:pt x="798651" y="2274963"/>
                  <a:pt x="709393" y="2308324"/>
                </a:cubicBezTo>
                <a:cubicBezTo>
                  <a:pt x="620135" y="2341685"/>
                  <a:pt x="265340" y="2299026"/>
                  <a:pt x="0" y="2308324"/>
                </a:cubicBezTo>
                <a:cubicBezTo>
                  <a:pt x="-17552" y="2178820"/>
                  <a:pt x="66296" y="1840819"/>
                  <a:pt x="0" y="1685077"/>
                </a:cubicBezTo>
                <a:cubicBezTo>
                  <a:pt x="-66296" y="1529335"/>
                  <a:pt x="4003" y="1285021"/>
                  <a:pt x="0" y="1061829"/>
                </a:cubicBezTo>
                <a:cubicBezTo>
                  <a:pt x="-4003" y="838637"/>
                  <a:pt x="66696" y="39149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Uploaded to Google Classroom…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Slides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Announcements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Solutions to exams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Polls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7EC98F-0E32-7362-5070-E534D6E5FA81}"/>
              </a:ext>
            </a:extLst>
          </p:cNvPr>
          <p:cNvSpPr/>
          <p:nvPr/>
        </p:nvSpPr>
        <p:spPr>
          <a:xfrm>
            <a:off x="2015870" y="5549964"/>
            <a:ext cx="1358578" cy="1002521"/>
          </a:xfrm>
          <a:custGeom>
            <a:avLst/>
            <a:gdLst>
              <a:gd name="csX0" fmla="*/ 0 w 1358578"/>
              <a:gd name="csY0" fmla="*/ 501261 h 1002521"/>
              <a:gd name="csX1" fmla="*/ 679289 w 1358578"/>
              <a:gd name="csY1" fmla="*/ 0 h 1002521"/>
              <a:gd name="csX2" fmla="*/ 1358578 w 1358578"/>
              <a:gd name="csY2" fmla="*/ 501261 h 1002521"/>
              <a:gd name="csX3" fmla="*/ 679289 w 1358578"/>
              <a:gd name="csY3" fmla="*/ 1002522 h 1002521"/>
              <a:gd name="csX4" fmla="*/ 0 w 1358578"/>
              <a:gd name="csY4" fmla="*/ 501261 h 1002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58578" h="1002521" extrusionOk="0">
                <a:moveTo>
                  <a:pt x="0" y="501261"/>
                </a:moveTo>
                <a:cubicBezTo>
                  <a:pt x="-84819" y="172104"/>
                  <a:pt x="222385" y="30680"/>
                  <a:pt x="679289" y="0"/>
                </a:cubicBezTo>
                <a:cubicBezTo>
                  <a:pt x="1101409" y="9886"/>
                  <a:pt x="1351080" y="224660"/>
                  <a:pt x="1358578" y="501261"/>
                </a:cubicBezTo>
                <a:cubicBezTo>
                  <a:pt x="1293194" y="841951"/>
                  <a:pt x="1041279" y="1075323"/>
                  <a:pt x="679289" y="1002522"/>
                </a:cubicBezTo>
                <a:cubicBezTo>
                  <a:pt x="262618" y="979811"/>
                  <a:pt x="68337" y="810752"/>
                  <a:pt x="0" y="501261"/>
                </a:cubicBezTo>
                <a:close/>
              </a:path>
            </a:pathLst>
          </a:custGeom>
          <a:noFill/>
          <a:ln w="19050"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4CEB94-E49D-9358-9B3D-1BCEE1480E91}"/>
              </a:ext>
            </a:extLst>
          </p:cNvPr>
          <p:cNvGrpSpPr/>
          <p:nvPr/>
        </p:nvGrpSpPr>
        <p:grpSpPr>
          <a:xfrm>
            <a:off x="8201320" y="3252024"/>
            <a:ext cx="3900884" cy="3051261"/>
            <a:chOff x="7868665" y="3791623"/>
            <a:chExt cx="3900884" cy="305126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4A4166-11E1-05DB-5646-2CF0C095FA6A}"/>
                </a:ext>
              </a:extLst>
            </p:cNvPr>
            <p:cNvGrpSpPr/>
            <p:nvPr/>
          </p:nvGrpSpPr>
          <p:grpSpPr>
            <a:xfrm>
              <a:off x="9139817" y="3791623"/>
              <a:ext cx="1358579" cy="2394608"/>
              <a:chOff x="8938692" y="3774911"/>
              <a:chExt cx="1358579" cy="2394608"/>
            </a:xfrm>
          </p:grpSpPr>
          <p:pic>
            <p:nvPicPr>
              <p:cNvPr id="10" name="Picture 2" descr="Lernprogramm - PowerPoint 365: Grundlagen - eLearning">
                <a:extLst>
                  <a:ext uri="{FF2B5EF4-FFF2-40B4-BE49-F238E27FC236}">
                    <a16:creationId xmlns:a16="http://schemas.microsoft.com/office/drawing/2014/main" id="{2446FB8C-3A08-2E16-CFCF-31BC22E6FE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399" r="16971"/>
              <a:stretch/>
            </p:blipFill>
            <p:spPr bwMode="auto">
              <a:xfrm>
                <a:off x="8938692" y="5026847"/>
                <a:ext cx="1358579" cy="11426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4" descr="22 Blue Arrow Png Download | All in one Photos">
                <a:extLst>
                  <a:ext uri="{FF2B5EF4-FFF2-40B4-BE49-F238E27FC236}">
                    <a16:creationId xmlns:a16="http://schemas.microsoft.com/office/drawing/2014/main" id="{A3C2FB83-81C8-2FCA-BECF-03FCA4C068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8970497" y="3970556"/>
                <a:ext cx="1142672" cy="751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84C242-5478-EC5F-2C63-7EFF5C666093}"/>
                </a:ext>
              </a:extLst>
            </p:cNvPr>
            <p:cNvSpPr txBox="1"/>
            <p:nvPr/>
          </p:nvSpPr>
          <p:spPr>
            <a:xfrm>
              <a:off x="7868665" y="6381219"/>
              <a:ext cx="3900884" cy="461665"/>
            </a:xfrm>
            <a:custGeom>
              <a:avLst/>
              <a:gdLst>
                <a:gd name="csX0" fmla="*/ 0 w 3900884"/>
                <a:gd name="csY0" fmla="*/ 0 h 461665"/>
                <a:gd name="csX1" fmla="*/ 518260 w 3900884"/>
                <a:gd name="csY1" fmla="*/ 0 h 461665"/>
                <a:gd name="csX2" fmla="*/ 958503 w 3900884"/>
                <a:gd name="csY2" fmla="*/ 0 h 461665"/>
                <a:gd name="csX3" fmla="*/ 1437754 w 3900884"/>
                <a:gd name="csY3" fmla="*/ 0 h 461665"/>
                <a:gd name="csX4" fmla="*/ 2034032 w 3900884"/>
                <a:gd name="csY4" fmla="*/ 0 h 461665"/>
                <a:gd name="csX5" fmla="*/ 2552293 w 3900884"/>
                <a:gd name="csY5" fmla="*/ 0 h 461665"/>
                <a:gd name="csX6" fmla="*/ 3031544 w 3900884"/>
                <a:gd name="csY6" fmla="*/ 0 h 461665"/>
                <a:gd name="csX7" fmla="*/ 3900884 w 3900884"/>
                <a:gd name="csY7" fmla="*/ 0 h 461665"/>
                <a:gd name="csX8" fmla="*/ 3900884 w 3900884"/>
                <a:gd name="csY8" fmla="*/ 461665 h 461665"/>
                <a:gd name="csX9" fmla="*/ 3343615 w 3900884"/>
                <a:gd name="csY9" fmla="*/ 461665 h 461665"/>
                <a:gd name="csX10" fmla="*/ 2864363 w 3900884"/>
                <a:gd name="csY10" fmla="*/ 461665 h 461665"/>
                <a:gd name="csX11" fmla="*/ 2229077 w 3900884"/>
                <a:gd name="csY11" fmla="*/ 461665 h 461665"/>
                <a:gd name="csX12" fmla="*/ 1710816 w 3900884"/>
                <a:gd name="csY12" fmla="*/ 461665 h 461665"/>
                <a:gd name="csX13" fmla="*/ 1270574 w 3900884"/>
                <a:gd name="csY13" fmla="*/ 461665 h 461665"/>
                <a:gd name="csX14" fmla="*/ 674296 w 3900884"/>
                <a:gd name="csY14" fmla="*/ 461665 h 461665"/>
                <a:gd name="csX15" fmla="*/ 0 w 3900884"/>
                <a:gd name="csY15" fmla="*/ 461665 h 461665"/>
                <a:gd name="csX16" fmla="*/ 0 w 3900884"/>
                <a:gd name="csY16" fmla="*/ 0 h 4616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900884" h="461665" fill="none" extrusionOk="0">
                  <a:moveTo>
                    <a:pt x="0" y="0"/>
                  </a:moveTo>
                  <a:cubicBezTo>
                    <a:pt x="249031" y="-37455"/>
                    <a:pt x="356641" y="11297"/>
                    <a:pt x="518260" y="0"/>
                  </a:cubicBezTo>
                  <a:cubicBezTo>
                    <a:pt x="679879" y="-11297"/>
                    <a:pt x="795832" y="38895"/>
                    <a:pt x="958503" y="0"/>
                  </a:cubicBezTo>
                  <a:cubicBezTo>
                    <a:pt x="1121174" y="-38895"/>
                    <a:pt x="1287737" y="42501"/>
                    <a:pt x="1437754" y="0"/>
                  </a:cubicBezTo>
                  <a:cubicBezTo>
                    <a:pt x="1587771" y="-42501"/>
                    <a:pt x="1744105" y="4522"/>
                    <a:pt x="2034032" y="0"/>
                  </a:cubicBezTo>
                  <a:cubicBezTo>
                    <a:pt x="2323959" y="-4522"/>
                    <a:pt x="2363616" y="8864"/>
                    <a:pt x="2552293" y="0"/>
                  </a:cubicBezTo>
                  <a:cubicBezTo>
                    <a:pt x="2740970" y="-8864"/>
                    <a:pt x="2879036" y="18027"/>
                    <a:pt x="3031544" y="0"/>
                  </a:cubicBezTo>
                  <a:cubicBezTo>
                    <a:pt x="3184052" y="-18027"/>
                    <a:pt x="3723867" y="63077"/>
                    <a:pt x="3900884" y="0"/>
                  </a:cubicBezTo>
                  <a:cubicBezTo>
                    <a:pt x="3943582" y="126456"/>
                    <a:pt x="3865664" y="349726"/>
                    <a:pt x="3900884" y="461665"/>
                  </a:cubicBezTo>
                  <a:cubicBezTo>
                    <a:pt x="3715802" y="483168"/>
                    <a:pt x="3609166" y="452053"/>
                    <a:pt x="3343615" y="461665"/>
                  </a:cubicBezTo>
                  <a:cubicBezTo>
                    <a:pt x="3078064" y="471277"/>
                    <a:pt x="3092650" y="426856"/>
                    <a:pt x="2864363" y="461665"/>
                  </a:cubicBezTo>
                  <a:cubicBezTo>
                    <a:pt x="2636076" y="496474"/>
                    <a:pt x="2533130" y="438779"/>
                    <a:pt x="2229077" y="461665"/>
                  </a:cubicBezTo>
                  <a:cubicBezTo>
                    <a:pt x="1925024" y="484551"/>
                    <a:pt x="1928988" y="433688"/>
                    <a:pt x="1710816" y="461665"/>
                  </a:cubicBezTo>
                  <a:cubicBezTo>
                    <a:pt x="1492644" y="489642"/>
                    <a:pt x="1358940" y="444185"/>
                    <a:pt x="1270574" y="461665"/>
                  </a:cubicBezTo>
                  <a:cubicBezTo>
                    <a:pt x="1182208" y="479145"/>
                    <a:pt x="902997" y="407961"/>
                    <a:pt x="674296" y="461665"/>
                  </a:cubicBezTo>
                  <a:cubicBezTo>
                    <a:pt x="445595" y="515369"/>
                    <a:pt x="178635" y="387574"/>
                    <a:pt x="0" y="461665"/>
                  </a:cubicBezTo>
                  <a:cubicBezTo>
                    <a:pt x="-49193" y="264821"/>
                    <a:pt x="41811" y="92515"/>
                    <a:pt x="0" y="0"/>
                  </a:cubicBezTo>
                  <a:close/>
                </a:path>
                <a:path w="3900884" h="461665" stroke="0" extrusionOk="0">
                  <a:moveTo>
                    <a:pt x="0" y="0"/>
                  </a:moveTo>
                  <a:cubicBezTo>
                    <a:pt x="133322" y="-37549"/>
                    <a:pt x="379710" y="52660"/>
                    <a:pt x="518260" y="0"/>
                  </a:cubicBezTo>
                  <a:cubicBezTo>
                    <a:pt x="656810" y="-52660"/>
                    <a:pt x="790958" y="38616"/>
                    <a:pt x="958503" y="0"/>
                  </a:cubicBezTo>
                  <a:cubicBezTo>
                    <a:pt x="1126048" y="-38616"/>
                    <a:pt x="1386546" y="12104"/>
                    <a:pt x="1593790" y="0"/>
                  </a:cubicBezTo>
                  <a:cubicBezTo>
                    <a:pt x="1801034" y="-12104"/>
                    <a:pt x="1998314" y="55118"/>
                    <a:pt x="2112050" y="0"/>
                  </a:cubicBezTo>
                  <a:cubicBezTo>
                    <a:pt x="2225786" y="-55118"/>
                    <a:pt x="2407149" y="1196"/>
                    <a:pt x="2630310" y="0"/>
                  </a:cubicBezTo>
                  <a:cubicBezTo>
                    <a:pt x="2853471" y="-1196"/>
                    <a:pt x="3099527" y="226"/>
                    <a:pt x="3265597" y="0"/>
                  </a:cubicBezTo>
                  <a:cubicBezTo>
                    <a:pt x="3431667" y="-226"/>
                    <a:pt x="3710362" y="36860"/>
                    <a:pt x="3900884" y="0"/>
                  </a:cubicBezTo>
                  <a:cubicBezTo>
                    <a:pt x="3906718" y="193670"/>
                    <a:pt x="3878990" y="331677"/>
                    <a:pt x="3900884" y="461665"/>
                  </a:cubicBezTo>
                  <a:cubicBezTo>
                    <a:pt x="3696595" y="486965"/>
                    <a:pt x="3556571" y="451217"/>
                    <a:pt x="3421633" y="461665"/>
                  </a:cubicBezTo>
                  <a:cubicBezTo>
                    <a:pt x="3286695" y="472113"/>
                    <a:pt x="3072439" y="447527"/>
                    <a:pt x="2864363" y="461665"/>
                  </a:cubicBezTo>
                  <a:cubicBezTo>
                    <a:pt x="2656287" y="475803"/>
                    <a:pt x="2474285" y="401867"/>
                    <a:pt x="2307094" y="461665"/>
                  </a:cubicBezTo>
                  <a:cubicBezTo>
                    <a:pt x="2139903" y="521463"/>
                    <a:pt x="1956323" y="441149"/>
                    <a:pt x="1788834" y="461665"/>
                  </a:cubicBezTo>
                  <a:cubicBezTo>
                    <a:pt x="1621345" y="482181"/>
                    <a:pt x="1412285" y="392721"/>
                    <a:pt x="1153547" y="461665"/>
                  </a:cubicBezTo>
                  <a:cubicBezTo>
                    <a:pt x="894809" y="530609"/>
                    <a:pt x="812977" y="440460"/>
                    <a:pt x="518260" y="461665"/>
                  </a:cubicBezTo>
                  <a:cubicBezTo>
                    <a:pt x="223543" y="482870"/>
                    <a:pt x="215513" y="403128"/>
                    <a:pt x="0" y="461665"/>
                  </a:cubicBezTo>
                  <a:cubicBezTo>
                    <a:pt x="-49735" y="257547"/>
                    <a:pt x="22632" y="219787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PowerPoint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for Microsoft 365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798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4" name="Rectangle 1053">
            <a:extLst>
              <a:ext uri="{FF2B5EF4-FFF2-40B4-BE49-F238E27FC236}">
                <a16:creationId xmlns:a16="http://schemas.microsoft.com/office/drawing/2014/main" id="{25549E48-55B4-43FA-96F3-A3F777E0F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/>
              <a:t>Logistics</a:t>
            </a:r>
            <a:br>
              <a:rPr lang="en-US" sz="3600" b="1" dirty="0"/>
            </a:br>
            <a:r>
              <a:rPr lang="en-US" sz="3600" b="1" dirty="0"/>
              <a:t>Book</a:t>
            </a:r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241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CDB094-9086-2BAA-A34D-FCCFB890666C}"/>
              </a:ext>
            </a:extLst>
          </p:cNvPr>
          <p:cNvGrpSpPr/>
          <p:nvPr/>
        </p:nvGrpSpPr>
        <p:grpSpPr>
          <a:xfrm>
            <a:off x="380079" y="2828799"/>
            <a:ext cx="3310561" cy="338554"/>
            <a:chOff x="8705211" y="565679"/>
            <a:chExt cx="3310561" cy="33855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C8187A8-CD9F-EC1C-6D5B-075C7D13F763}"/>
                </a:ext>
              </a:extLst>
            </p:cNvPr>
            <p:cNvSpPr txBox="1"/>
            <p:nvPr/>
          </p:nvSpPr>
          <p:spPr>
            <a:xfrm>
              <a:off x="8705211" y="565679"/>
              <a:ext cx="173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Academicians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4DCAB2-E623-0837-E9EA-4752A572348B}"/>
                </a:ext>
              </a:extLst>
            </p:cNvPr>
            <p:cNvSpPr txBox="1"/>
            <p:nvPr/>
          </p:nvSpPr>
          <p:spPr>
            <a:xfrm>
              <a:off x="10603604" y="565679"/>
              <a:ext cx="14121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Laypeople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1EFF158-F951-FF6C-0090-69C3E09D3D4C}"/>
              </a:ext>
            </a:extLst>
          </p:cNvPr>
          <p:cNvSpPr txBox="1"/>
          <p:nvPr/>
        </p:nvSpPr>
        <p:spPr>
          <a:xfrm>
            <a:off x="5086289" y="2515951"/>
            <a:ext cx="2027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Segoe Script" panose="030B0504020000000003" pitchFamily="66" charset="0"/>
              </a:rPr>
              <a:t>A 100-year-old toddler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3200BF-B9F5-1B95-01C5-4B9DB6813E64}"/>
              </a:ext>
            </a:extLst>
          </p:cNvPr>
          <p:cNvSpPr txBox="1"/>
          <p:nvPr/>
        </p:nvSpPr>
        <p:spPr>
          <a:xfrm>
            <a:off x="8058124" y="2639061"/>
            <a:ext cx="221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rgbClr val="7030A0"/>
                </a:solidFill>
                <a:latin typeface="Segoe Script" panose="030B0504020000000003" pitchFamily="66" charset="0"/>
              </a:rPr>
              <a:t>Not enough books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63B556-2CA2-3C03-571E-2C993E4523BB}"/>
              </a:ext>
            </a:extLst>
          </p:cNvPr>
          <p:cNvSpPr txBox="1"/>
          <p:nvPr/>
        </p:nvSpPr>
        <p:spPr>
          <a:xfrm>
            <a:off x="4777638" y="3463748"/>
            <a:ext cx="2631005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rgbClr val="0070C0"/>
                </a:solidFill>
                <a:latin typeface="Segoe Script" panose="030B0504020000000003" pitchFamily="66" charset="0"/>
              </a:rPr>
              <a:t>The problem of plenty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19EB74-C870-5DB2-535F-788218403236}"/>
              </a:ext>
            </a:extLst>
          </p:cNvPr>
          <p:cNvGrpSpPr/>
          <p:nvPr/>
        </p:nvGrpSpPr>
        <p:grpSpPr>
          <a:xfrm>
            <a:off x="380079" y="4152817"/>
            <a:ext cx="3760214" cy="338554"/>
            <a:chOff x="8705211" y="565679"/>
            <a:chExt cx="3760214" cy="33855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1386C7-1979-2A88-804A-C786347B1D60}"/>
                </a:ext>
              </a:extLst>
            </p:cNvPr>
            <p:cNvSpPr txBox="1"/>
            <p:nvPr/>
          </p:nvSpPr>
          <p:spPr>
            <a:xfrm>
              <a:off x="8705211" y="565679"/>
              <a:ext cx="173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Governments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C65E84-3265-076E-162C-446617D777A3}"/>
                </a:ext>
              </a:extLst>
            </p:cNvPr>
            <p:cNvSpPr txBox="1"/>
            <p:nvPr/>
          </p:nvSpPr>
          <p:spPr>
            <a:xfrm>
              <a:off x="10603604" y="565679"/>
              <a:ext cx="18618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Corporations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A78E8C-9164-CAA4-F524-5500B9CCA1F7}"/>
              </a:ext>
            </a:extLst>
          </p:cNvPr>
          <p:cNvGrpSpPr/>
          <p:nvPr/>
        </p:nvGrpSpPr>
        <p:grpSpPr>
          <a:xfrm>
            <a:off x="2360056" y="5629777"/>
            <a:ext cx="3748772" cy="338554"/>
            <a:chOff x="8705211" y="565679"/>
            <a:chExt cx="3748772" cy="33855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628110B-0948-5F87-D11A-7D8834FB0446}"/>
                </a:ext>
              </a:extLst>
            </p:cNvPr>
            <p:cNvSpPr txBox="1"/>
            <p:nvPr/>
          </p:nvSpPr>
          <p:spPr>
            <a:xfrm>
              <a:off x="8705211" y="565679"/>
              <a:ext cx="173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Sportsmen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5FF7C5-B3D4-6607-E570-6039D83C7953}"/>
                </a:ext>
              </a:extLst>
            </p:cNvPr>
            <p:cNvSpPr txBox="1"/>
            <p:nvPr/>
          </p:nvSpPr>
          <p:spPr>
            <a:xfrm>
              <a:off x="10103984" y="565679"/>
              <a:ext cx="2349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Military Strategists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294B9D-0254-6D24-B832-C20524A3FA8A}"/>
              </a:ext>
            </a:extLst>
          </p:cNvPr>
          <p:cNvGrpSpPr/>
          <p:nvPr/>
        </p:nvGrpSpPr>
        <p:grpSpPr>
          <a:xfrm>
            <a:off x="7779461" y="5460500"/>
            <a:ext cx="3748772" cy="338554"/>
            <a:chOff x="8705211" y="565679"/>
            <a:chExt cx="3748772" cy="33855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A5E8437-ACB9-ACAF-4F4F-E8A4E6739F7E}"/>
                </a:ext>
              </a:extLst>
            </p:cNvPr>
            <p:cNvSpPr txBox="1"/>
            <p:nvPr/>
          </p:nvSpPr>
          <p:spPr>
            <a:xfrm>
              <a:off x="8705211" y="565679"/>
              <a:ext cx="173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Economists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DFB5AA-58BD-7B51-E326-968FD1FC35C1}"/>
                </a:ext>
              </a:extLst>
            </p:cNvPr>
            <p:cNvSpPr txBox="1"/>
            <p:nvPr/>
          </p:nvSpPr>
          <p:spPr>
            <a:xfrm>
              <a:off x="10103984" y="565679"/>
              <a:ext cx="2349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Social Scientists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4572E1-BC46-2855-503E-F1CAC6EF1B73}"/>
              </a:ext>
            </a:extLst>
          </p:cNvPr>
          <p:cNvGrpSpPr/>
          <p:nvPr/>
        </p:nvGrpSpPr>
        <p:grpSpPr>
          <a:xfrm>
            <a:off x="6951375" y="4409371"/>
            <a:ext cx="4697527" cy="338554"/>
            <a:chOff x="8705211" y="565679"/>
            <a:chExt cx="4697527" cy="33855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E60A1B-5106-3ACC-7C93-381AC2172EE3}"/>
                </a:ext>
              </a:extLst>
            </p:cNvPr>
            <p:cNvSpPr txBox="1"/>
            <p:nvPr/>
          </p:nvSpPr>
          <p:spPr>
            <a:xfrm>
              <a:off x="8705211" y="565679"/>
              <a:ext cx="173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Policymakers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6360B0-5BED-018C-382B-B14A23C3E8FD}"/>
                </a:ext>
              </a:extLst>
            </p:cNvPr>
            <p:cNvSpPr txBox="1"/>
            <p:nvPr/>
          </p:nvSpPr>
          <p:spPr>
            <a:xfrm>
              <a:off x="10398382" y="565679"/>
              <a:ext cx="3004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Environmental planners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396A4C-F1B7-8B2E-603F-24A8565ACBCB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8058124" y="2808338"/>
            <a:ext cx="221026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A book cover with a colorful image&#10;&#10;Description automatically generated">
            <a:extLst>
              <a:ext uri="{FF2B5EF4-FFF2-40B4-BE49-F238E27FC236}">
                <a16:creationId xmlns:a16="http://schemas.microsoft.com/office/drawing/2014/main" id="{80F2CC9B-0EF3-2699-7E12-392215335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458" y="2445531"/>
            <a:ext cx="3151593" cy="4160520"/>
          </a:xfrm>
          <a:custGeom>
            <a:avLst/>
            <a:gdLst>
              <a:gd name="csX0" fmla="*/ 0 w 3151593"/>
              <a:gd name="csY0" fmla="*/ 0 h 4160520"/>
              <a:gd name="csX1" fmla="*/ 493750 w 3151593"/>
              <a:gd name="csY1" fmla="*/ 0 h 4160520"/>
              <a:gd name="csX2" fmla="*/ 955983 w 3151593"/>
              <a:gd name="csY2" fmla="*/ 0 h 4160520"/>
              <a:gd name="csX3" fmla="*/ 1449733 w 3151593"/>
              <a:gd name="csY3" fmla="*/ 0 h 4160520"/>
              <a:gd name="csX4" fmla="*/ 1974998 w 3151593"/>
              <a:gd name="csY4" fmla="*/ 0 h 4160520"/>
              <a:gd name="csX5" fmla="*/ 2500264 w 3151593"/>
              <a:gd name="csY5" fmla="*/ 0 h 4160520"/>
              <a:gd name="csX6" fmla="*/ 3151593 w 3151593"/>
              <a:gd name="csY6" fmla="*/ 0 h 4160520"/>
              <a:gd name="csX7" fmla="*/ 3151593 w 3151593"/>
              <a:gd name="csY7" fmla="*/ 635965 h 4160520"/>
              <a:gd name="csX8" fmla="*/ 3151593 w 3151593"/>
              <a:gd name="csY8" fmla="*/ 1188720 h 4160520"/>
              <a:gd name="csX9" fmla="*/ 3151593 w 3151593"/>
              <a:gd name="csY9" fmla="*/ 1824685 h 4160520"/>
              <a:gd name="csX10" fmla="*/ 3151593 w 3151593"/>
              <a:gd name="csY10" fmla="*/ 2502256 h 4160520"/>
              <a:gd name="csX11" fmla="*/ 3151593 w 3151593"/>
              <a:gd name="csY11" fmla="*/ 3138221 h 4160520"/>
              <a:gd name="csX12" fmla="*/ 3151593 w 3151593"/>
              <a:gd name="csY12" fmla="*/ 4160520 h 4160520"/>
              <a:gd name="csX13" fmla="*/ 2720875 w 3151593"/>
              <a:gd name="csY13" fmla="*/ 4160520 h 4160520"/>
              <a:gd name="csX14" fmla="*/ 2195610 w 3151593"/>
              <a:gd name="csY14" fmla="*/ 4160520 h 4160520"/>
              <a:gd name="csX15" fmla="*/ 1607312 w 3151593"/>
              <a:gd name="csY15" fmla="*/ 4160520 h 4160520"/>
              <a:gd name="csX16" fmla="*/ 1176595 w 3151593"/>
              <a:gd name="csY16" fmla="*/ 4160520 h 4160520"/>
              <a:gd name="csX17" fmla="*/ 619813 w 3151593"/>
              <a:gd name="csY17" fmla="*/ 4160520 h 4160520"/>
              <a:gd name="csX18" fmla="*/ 0 w 3151593"/>
              <a:gd name="csY18" fmla="*/ 4160520 h 4160520"/>
              <a:gd name="csX19" fmla="*/ 0 w 3151593"/>
              <a:gd name="csY19" fmla="*/ 3649370 h 4160520"/>
              <a:gd name="csX20" fmla="*/ 0 w 3151593"/>
              <a:gd name="csY20" fmla="*/ 3096616 h 4160520"/>
              <a:gd name="csX21" fmla="*/ 0 w 3151593"/>
              <a:gd name="csY21" fmla="*/ 2419045 h 4160520"/>
              <a:gd name="csX22" fmla="*/ 0 w 3151593"/>
              <a:gd name="csY22" fmla="*/ 1866290 h 4160520"/>
              <a:gd name="csX23" fmla="*/ 0 w 3151593"/>
              <a:gd name="csY23" fmla="*/ 1188720 h 4160520"/>
              <a:gd name="csX24" fmla="*/ 0 w 3151593"/>
              <a:gd name="csY24" fmla="*/ 594360 h 4160520"/>
              <a:gd name="csX25" fmla="*/ 0 w 3151593"/>
              <a:gd name="csY25" fmla="*/ 0 h 4160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3151593" h="4160520" fill="none" extrusionOk="0">
                <a:moveTo>
                  <a:pt x="0" y="0"/>
                </a:moveTo>
                <a:cubicBezTo>
                  <a:pt x="129058" y="-28843"/>
                  <a:pt x="279744" y="35540"/>
                  <a:pt x="493750" y="0"/>
                </a:cubicBezTo>
                <a:cubicBezTo>
                  <a:pt x="707756" y="-35540"/>
                  <a:pt x="751422" y="21878"/>
                  <a:pt x="955983" y="0"/>
                </a:cubicBezTo>
                <a:cubicBezTo>
                  <a:pt x="1160544" y="-21878"/>
                  <a:pt x="1224550" y="34221"/>
                  <a:pt x="1449733" y="0"/>
                </a:cubicBezTo>
                <a:cubicBezTo>
                  <a:pt x="1674916" y="-34221"/>
                  <a:pt x="1717631" y="13956"/>
                  <a:pt x="1974998" y="0"/>
                </a:cubicBezTo>
                <a:cubicBezTo>
                  <a:pt x="2232365" y="-13956"/>
                  <a:pt x="2361057" y="3876"/>
                  <a:pt x="2500264" y="0"/>
                </a:cubicBezTo>
                <a:cubicBezTo>
                  <a:pt x="2639471" y="-3876"/>
                  <a:pt x="2891794" y="31602"/>
                  <a:pt x="3151593" y="0"/>
                </a:cubicBezTo>
                <a:cubicBezTo>
                  <a:pt x="3208180" y="261550"/>
                  <a:pt x="3128715" y="365973"/>
                  <a:pt x="3151593" y="635965"/>
                </a:cubicBezTo>
                <a:cubicBezTo>
                  <a:pt x="3174471" y="905957"/>
                  <a:pt x="3089166" y="928078"/>
                  <a:pt x="3151593" y="1188720"/>
                </a:cubicBezTo>
                <a:cubicBezTo>
                  <a:pt x="3214020" y="1449363"/>
                  <a:pt x="3148268" y="1517465"/>
                  <a:pt x="3151593" y="1824685"/>
                </a:cubicBezTo>
                <a:cubicBezTo>
                  <a:pt x="3154918" y="2131906"/>
                  <a:pt x="3138050" y="2212777"/>
                  <a:pt x="3151593" y="2502256"/>
                </a:cubicBezTo>
                <a:cubicBezTo>
                  <a:pt x="3165136" y="2791735"/>
                  <a:pt x="3076100" y="2904883"/>
                  <a:pt x="3151593" y="3138221"/>
                </a:cubicBezTo>
                <a:cubicBezTo>
                  <a:pt x="3227086" y="3371560"/>
                  <a:pt x="3045625" y="3707703"/>
                  <a:pt x="3151593" y="4160520"/>
                </a:cubicBezTo>
                <a:cubicBezTo>
                  <a:pt x="3008422" y="4182115"/>
                  <a:pt x="2889577" y="4131153"/>
                  <a:pt x="2720875" y="4160520"/>
                </a:cubicBezTo>
                <a:cubicBezTo>
                  <a:pt x="2552173" y="4189887"/>
                  <a:pt x="2400685" y="4118446"/>
                  <a:pt x="2195610" y="4160520"/>
                </a:cubicBezTo>
                <a:cubicBezTo>
                  <a:pt x="1990535" y="4202594"/>
                  <a:pt x="1820193" y="4156229"/>
                  <a:pt x="1607312" y="4160520"/>
                </a:cubicBezTo>
                <a:cubicBezTo>
                  <a:pt x="1394431" y="4164811"/>
                  <a:pt x="1315985" y="4139500"/>
                  <a:pt x="1176595" y="4160520"/>
                </a:cubicBezTo>
                <a:cubicBezTo>
                  <a:pt x="1037205" y="4181540"/>
                  <a:pt x="817912" y="4096139"/>
                  <a:pt x="619813" y="4160520"/>
                </a:cubicBezTo>
                <a:cubicBezTo>
                  <a:pt x="421714" y="4224901"/>
                  <a:pt x="150157" y="4094064"/>
                  <a:pt x="0" y="4160520"/>
                </a:cubicBezTo>
                <a:cubicBezTo>
                  <a:pt x="-18787" y="3927668"/>
                  <a:pt x="47266" y="3881467"/>
                  <a:pt x="0" y="3649370"/>
                </a:cubicBezTo>
                <a:cubicBezTo>
                  <a:pt x="-47266" y="3417273"/>
                  <a:pt x="22069" y="3290747"/>
                  <a:pt x="0" y="3096616"/>
                </a:cubicBezTo>
                <a:cubicBezTo>
                  <a:pt x="-22069" y="2902485"/>
                  <a:pt x="54459" y="2676883"/>
                  <a:pt x="0" y="2419045"/>
                </a:cubicBezTo>
                <a:cubicBezTo>
                  <a:pt x="-54459" y="2161207"/>
                  <a:pt x="35223" y="2142255"/>
                  <a:pt x="0" y="1866290"/>
                </a:cubicBezTo>
                <a:cubicBezTo>
                  <a:pt x="-35223" y="1590325"/>
                  <a:pt x="23496" y="1459700"/>
                  <a:pt x="0" y="1188720"/>
                </a:cubicBezTo>
                <a:cubicBezTo>
                  <a:pt x="-23496" y="917740"/>
                  <a:pt x="37378" y="754425"/>
                  <a:pt x="0" y="594360"/>
                </a:cubicBezTo>
                <a:cubicBezTo>
                  <a:pt x="-37378" y="434295"/>
                  <a:pt x="22918" y="194861"/>
                  <a:pt x="0" y="0"/>
                </a:cubicBezTo>
                <a:close/>
              </a:path>
              <a:path w="3151593" h="4160520" stroke="0" extrusionOk="0">
                <a:moveTo>
                  <a:pt x="0" y="0"/>
                </a:moveTo>
                <a:cubicBezTo>
                  <a:pt x="148098" y="-11019"/>
                  <a:pt x="294702" y="36341"/>
                  <a:pt x="430718" y="0"/>
                </a:cubicBezTo>
                <a:cubicBezTo>
                  <a:pt x="566734" y="-36341"/>
                  <a:pt x="744668" y="60609"/>
                  <a:pt x="987499" y="0"/>
                </a:cubicBezTo>
                <a:cubicBezTo>
                  <a:pt x="1230330" y="-60609"/>
                  <a:pt x="1303348" y="63834"/>
                  <a:pt x="1575797" y="0"/>
                </a:cubicBezTo>
                <a:cubicBezTo>
                  <a:pt x="1848246" y="-63834"/>
                  <a:pt x="1816090" y="5037"/>
                  <a:pt x="2038030" y="0"/>
                </a:cubicBezTo>
                <a:cubicBezTo>
                  <a:pt x="2259970" y="-5037"/>
                  <a:pt x="2325978" y="57685"/>
                  <a:pt x="2563296" y="0"/>
                </a:cubicBezTo>
                <a:cubicBezTo>
                  <a:pt x="2800614" y="-57685"/>
                  <a:pt x="2934830" y="13709"/>
                  <a:pt x="3151593" y="0"/>
                </a:cubicBezTo>
                <a:cubicBezTo>
                  <a:pt x="3179881" y="200837"/>
                  <a:pt x="3135735" y="312747"/>
                  <a:pt x="3151593" y="469544"/>
                </a:cubicBezTo>
                <a:cubicBezTo>
                  <a:pt x="3167451" y="626341"/>
                  <a:pt x="3126588" y="857992"/>
                  <a:pt x="3151593" y="1147115"/>
                </a:cubicBezTo>
                <a:cubicBezTo>
                  <a:pt x="3176598" y="1436238"/>
                  <a:pt x="3105592" y="1405592"/>
                  <a:pt x="3151593" y="1616659"/>
                </a:cubicBezTo>
                <a:cubicBezTo>
                  <a:pt x="3197594" y="1827726"/>
                  <a:pt x="3089836" y="1969014"/>
                  <a:pt x="3151593" y="2252624"/>
                </a:cubicBezTo>
                <a:cubicBezTo>
                  <a:pt x="3213350" y="2536235"/>
                  <a:pt x="3123911" y="2518443"/>
                  <a:pt x="3151593" y="2763774"/>
                </a:cubicBezTo>
                <a:cubicBezTo>
                  <a:pt x="3179275" y="3009105"/>
                  <a:pt x="3105220" y="3161684"/>
                  <a:pt x="3151593" y="3358134"/>
                </a:cubicBezTo>
                <a:cubicBezTo>
                  <a:pt x="3197966" y="3554584"/>
                  <a:pt x="3112186" y="3824593"/>
                  <a:pt x="3151593" y="4160520"/>
                </a:cubicBezTo>
                <a:cubicBezTo>
                  <a:pt x="2984858" y="4189681"/>
                  <a:pt x="2789374" y="4145177"/>
                  <a:pt x="2689359" y="4160520"/>
                </a:cubicBezTo>
                <a:cubicBezTo>
                  <a:pt x="2589344" y="4175863"/>
                  <a:pt x="2357245" y="4110004"/>
                  <a:pt x="2101062" y="4160520"/>
                </a:cubicBezTo>
                <a:cubicBezTo>
                  <a:pt x="1844879" y="4211036"/>
                  <a:pt x="1772369" y="4131342"/>
                  <a:pt x="1670344" y="4160520"/>
                </a:cubicBezTo>
                <a:cubicBezTo>
                  <a:pt x="1568319" y="4189698"/>
                  <a:pt x="1392921" y="4148204"/>
                  <a:pt x="1176595" y="4160520"/>
                </a:cubicBezTo>
                <a:cubicBezTo>
                  <a:pt x="960269" y="4172836"/>
                  <a:pt x="864618" y="4122223"/>
                  <a:pt x="745877" y="4160520"/>
                </a:cubicBezTo>
                <a:cubicBezTo>
                  <a:pt x="627136" y="4198817"/>
                  <a:pt x="350772" y="4115699"/>
                  <a:pt x="0" y="4160520"/>
                </a:cubicBezTo>
                <a:cubicBezTo>
                  <a:pt x="-34709" y="3903944"/>
                  <a:pt x="65935" y="3763703"/>
                  <a:pt x="0" y="3607765"/>
                </a:cubicBezTo>
                <a:cubicBezTo>
                  <a:pt x="-65935" y="3451828"/>
                  <a:pt x="54856" y="3260304"/>
                  <a:pt x="0" y="3013405"/>
                </a:cubicBezTo>
                <a:cubicBezTo>
                  <a:pt x="-54856" y="2766506"/>
                  <a:pt x="8355" y="2609257"/>
                  <a:pt x="0" y="2419045"/>
                </a:cubicBezTo>
                <a:cubicBezTo>
                  <a:pt x="-8355" y="2228833"/>
                  <a:pt x="15485" y="2037879"/>
                  <a:pt x="0" y="1866290"/>
                </a:cubicBezTo>
                <a:cubicBezTo>
                  <a:pt x="-15485" y="1694702"/>
                  <a:pt x="21103" y="1475890"/>
                  <a:pt x="0" y="1313536"/>
                </a:cubicBezTo>
                <a:cubicBezTo>
                  <a:pt x="-21103" y="1151182"/>
                  <a:pt x="50533" y="959549"/>
                  <a:pt x="0" y="802386"/>
                </a:cubicBezTo>
                <a:cubicBezTo>
                  <a:pt x="-50533" y="645223"/>
                  <a:pt x="32718" y="189368"/>
                  <a:pt x="0" y="0"/>
                </a:cubicBezTo>
                <a:close/>
              </a:path>
            </a:pathLst>
          </a:custGeom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6360286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4A83FF64-7B19-8A7B-A35F-F39014E6DB2C}"/>
              </a:ext>
            </a:extLst>
          </p:cNvPr>
          <p:cNvGrpSpPr/>
          <p:nvPr/>
        </p:nvGrpSpPr>
        <p:grpSpPr>
          <a:xfrm>
            <a:off x="2113862" y="1293082"/>
            <a:ext cx="1864908" cy="369332"/>
            <a:chOff x="2113862" y="1293082"/>
            <a:chExt cx="1864908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BE7B4FB-8A83-F986-7E0C-FBAFC17E9E32}"/>
                </a:ext>
              </a:extLst>
            </p:cNvPr>
            <p:cNvSpPr txBox="1"/>
            <p:nvPr/>
          </p:nvSpPr>
          <p:spPr>
            <a:xfrm>
              <a:off x="2278472" y="1293082"/>
              <a:ext cx="17002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Fun but fluffy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5444F91-34E7-EA86-9E0B-B84F163F318B}"/>
                </a:ext>
              </a:extLst>
            </p:cNvPr>
            <p:cNvCxnSpPr/>
            <p:nvPr/>
          </p:nvCxnSpPr>
          <p:spPr>
            <a:xfrm flipH="1">
              <a:off x="2113862" y="1662414"/>
              <a:ext cx="1576778" cy="0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27738DE-F1A3-1D55-3CAA-6D60B5F73937}"/>
              </a:ext>
            </a:extLst>
          </p:cNvPr>
          <p:cNvGrpSpPr/>
          <p:nvPr/>
        </p:nvGrpSpPr>
        <p:grpSpPr>
          <a:xfrm>
            <a:off x="8806245" y="1293082"/>
            <a:ext cx="2288475" cy="395986"/>
            <a:chOff x="8806245" y="1293082"/>
            <a:chExt cx="2288475" cy="39598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0E90588-E93C-47B8-2054-6C956B155F40}"/>
                </a:ext>
              </a:extLst>
            </p:cNvPr>
            <p:cNvSpPr txBox="1"/>
            <p:nvPr/>
          </p:nvSpPr>
          <p:spPr>
            <a:xfrm>
              <a:off x="8806245" y="1293082"/>
              <a:ext cx="22102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Brain-meltingly dense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1F0C4A1-BA15-90AE-45C8-064664D471A0}"/>
                </a:ext>
              </a:extLst>
            </p:cNvPr>
            <p:cNvCxnSpPr>
              <a:cxnSpLocks/>
            </p:cNvCxnSpPr>
            <p:nvPr/>
          </p:nvCxnSpPr>
          <p:spPr>
            <a:xfrm>
              <a:off x="8909512" y="1689068"/>
              <a:ext cx="2185208" cy="0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Picture 39" descr="Cartoon a cartoon of a child reading a book&#10;&#10;Description automatically generated">
            <a:extLst>
              <a:ext uri="{FF2B5EF4-FFF2-40B4-BE49-F238E27FC236}">
                <a16:creationId xmlns:a16="http://schemas.microsoft.com/office/drawing/2014/main" id="{D1C0FE55-4CBB-307D-2EAD-40828B1B1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13"/>
          <a:stretch/>
        </p:blipFill>
        <p:spPr>
          <a:xfrm>
            <a:off x="504766" y="26049"/>
            <a:ext cx="2704917" cy="230200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80A989F7-3AA2-4AAC-D5AF-4018D6A4DB70}"/>
              </a:ext>
            </a:extLst>
          </p:cNvPr>
          <p:cNvGrpSpPr/>
          <p:nvPr/>
        </p:nvGrpSpPr>
        <p:grpSpPr>
          <a:xfrm>
            <a:off x="7647883" y="3785015"/>
            <a:ext cx="3748772" cy="338554"/>
            <a:chOff x="8705211" y="565679"/>
            <a:chExt cx="3748772" cy="33855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5E15549-7641-090D-4145-C42B63D803C0}"/>
                </a:ext>
              </a:extLst>
            </p:cNvPr>
            <p:cNvSpPr txBox="1"/>
            <p:nvPr/>
          </p:nvSpPr>
          <p:spPr>
            <a:xfrm>
              <a:off x="8705211" y="565679"/>
              <a:ext cx="17337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Lawyers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1DB2F75-2107-F338-53AB-031452EB3FBE}"/>
                </a:ext>
              </a:extLst>
            </p:cNvPr>
            <p:cNvSpPr txBox="1"/>
            <p:nvPr/>
          </p:nvSpPr>
          <p:spPr>
            <a:xfrm>
              <a:off x="10103984" y="565679"/>
              <a:ext cx="2349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7030A0"/>
                  </a:solidFill>
                  <a:latin typeface="Segoe Script" panose="030B0504020000000003" pitchFamily="66" charset="0"/>
                </a:rPr>
                <a:t>AI Researchers</a:t>
              </a:r>
            </a:p>
          </p:txBody>
        </p:sp>
      </p:grpSp>
      <p:pic>
        <p:nvPicPr>
          <p:cNvPr id="25" name="Picture 24" descr="A book cover with a rock and scissors&#10;&#10;Description automatically generated">
            <a:extLst>
              <a:ext uri="{FF2B5EF4-FFF2-40B4-BE49-F238E27FC236}">
                <a16:creationId xmlns:a16="http://schemas.microsoft.com/office/drawing/2014/main" id="{8090E210-F7A8-899A-461F-49F0E0F329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89" y="2392678"/>
            <a:ext cx="2735541" cy="4160520"/>
          </a:xfrm>
          <a:custGeom>
            <a:avLst/>
            <a:gdLst>
              <a:gd name="csX0" fmla="*/ 0 w 2735541"/>
              <a:gd name="csY0" fmla="*/ 0 h 4160520"/>
              <a:gd name="csX1" fmla="*/ 465042 w 2735541"/>
              <a:gd name="csY1" fmla="*/ 0 h 4160520"/>
              <a:gd name="csX2" fmla="*/ 1066861 w 2735541"/>
              <a:gd name="csY2" fmla="*/ 0 h 4160520"/>
              <a:gd name="csX3" fmla="*/ 1641325 w 2735541"/>
              <a:gd name="csY3" fmla="*/ 0 h 4160520"/>
              <a:gd name="csX4" fmla="*/ 2106367 w 2735541"/>
              <a:gd name="csY4" fmla="*/ 0 h 4160520"/>
              <a:gd name="csX5" fmla="*/ 2735541 w 2735541"/>
              <a:gd name="csY5" fmla="*/ 0 h 4160520"/>
              <a:gd name="csX6" fmla="*/ 2735541 w 2735541"/>
              <a:gd name="csY6" fmla="*/ 677570 h 4160520"/>
              <a:gd name="csX7" fmla="*/ 2735541 w 2735541"/>
              <a:gd name="csY7" fmla="*/ 1313536 h 4160520"/>
              <a:gd name="csX8" fmla="*/ 2735541 w 2735541"/>
              <a:gd name="csY8" fmla="*/ 1824685 h 4160520"/>
              <a:gd name="csX9" fmla="*/ 2735541 w 2735541"/>
              <a:gd name="csY9" fmla="*/ 2294230 h 4160520"/>
              <a:gd name="csX10" fmla="*/ 2735541 w 2735541"/>
              <a:gd name="csY10" fmla="*/ 2805379 h 4160520"/>
              <a:gd name="csX11" fmla="*/ 2735541 w 2735541"/>
              <a:gd name="csY11" fmla="*/ 3441344 h 4160520"/>
              <a:gd name="csX12" fmla="*/ 2735541 w 2735541"/>
              <a:gd name="csY12" fmla="*/ 4160520 h 4160520"/>
              <a:gd name="csX13" fmla="*/ 2270499 w 2735541"/>
              <a:gd name="csY13" fmla="*/ 4160520 h 4160520"/>
              <a:gd name="csX14" fmla="*/ 1805457 w 2735541"/>
              <a:gd name="csY14" fmla="*/ 4160520 h 4160520"/>
              <a:gd name="csX15" fmla="*/ 1230993 w 2735541"/>
              <a:gd name="csY15" fmla="*/ 4160520 h 4160520"/>
              <a:gd name="csX16" fmla="*/ 765951 w 2735541"/>
              <a:gd name="csY16" fmla="*/ 4160520 h 4160520"/>
              <a:gd name="csX17" fmla="*/ 0 w 2735541"/>
              <a:gd name="csY17" fmla="*/ 4160520 h 4160520"/>
              <a:gd name="csX18" fmla="*/ 0 w 2735541"/>
              <a:gd name="csY18" fmla="*/ 3649370 h 4160520"/>
              <a:gd name="csX19" fmla="*/ 0 w 2735541"/>
              <a:gd name="csY19" fmla="*/ 3179826 h 4160520"/>
              <a:gd name="csX20" fmla="*/ 0 w 2735541"/>
              <a:gd name="csY20" fmla="*/ 2585466 h 4160520"/>
              <a:gd name="csX21" fmla="*/ 0 w 2735541"/>
              <a:gd name="csY21" fmla="*/ 1907896 h 4160520"/>
              <a:gd name="csX22" fmla="*/ 0 w 2735541"/>
              <a:gd name="csY22" fmla="*/ 1355141 h 4160520"/>
              <a:gd name="csX23" fmla="*/ 0 w 2735541"/>
              <a:gd name="csY23" fmla="*/ 802386 h 4160520"/>
              <a:gd name="csX24" fmla="*/ 0 w 2735541"/>
              <a:gd name="csY24" fmla="*/ 0 h 4160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735541" h="4160520" fill="none" extrusionOk="0">
                <a:moveTo>
                  <a:pt x="0" y="0"/>
                </a:moveTo>
                <a:cubicBezTo>
                  <a:pt x="189436" y="-48536"/>
                  <a:pt x="306912" y="22926"/>
                  <a:pt x="465042" y="0"/>
                </a:cubicBezTo>
                <a:cubicBezTo>
                  <a:pt x="623172" y="-22926"/>
                  <a:pt x="902440" y="12538"/>
                  <a:pt x="1066861" y="0"/>
                </a:cubicBezTo>
                <a:cubicBezTo>
                  <a:pt x="1231282" y="-12538"/>
                  <a:pt x="1382976" y="15323"/>
                  <a:pt x="1641325" y="0"/>
                </a:cubicBezTo>
                <a:cubicBezTo>
                  <a:pt x="1899674" y="-15323"/>
                  <a:pt x="1968004" y="4544"/>
                  <a:pt x="2106367" y="0"/>
                </a:cubicBezTo>
                <a:cubicBezTo>
                  <a:pt x="2244730" y="-4544"/>
                  <a:pt x="2600582" y="49711"/>
                  <a:pt x="2735541" y="0"/>
                </a:cubicBezTo>
                <a:cubicBezTo>
                  <a:pt x="2749282" y="155280"/>
                  <a:pt x="2675913" y="367286"/>
                  <a:pt x="2735541" y="677570"/>
                </a:cubicBezTo>
                <a:cubicBezTo>
                  <a:pt x="2795169" y="987854"/>
                  <a:pt x="2666760" y="1118719"/>
                  <a:pt x="2735541" y="1313536"/>
                </a:cubicBezTo>
                <a:cubicBezTo>
                  <a:pt x="2804322" y="1508353"/>
                  <a:pt x="2696674" y="1615477"/>
                  <a:pt x="2735541" y="1824685"/>
                </a:cubicBezTo>
                <a:cubicBezTo>
                  <a:pt x="2774408" y="2033893"/>
                  <a:pt x="2726654" y="2136215"/>
                  <a:pt x="2735541" y="2294230"/>
                </a:cubicBezTo>
                <a:cubicBezTo>
                  <a:pt x="2744428" y="2452246"/>
                  <a:pt x="2709762" y="2683002"/>
                  <a:pt x="2735541" y="2805379"/>
                </a:cubicBezTo>
                <a:cubicBezTo>
                  <a:pt x="2761320" y="2927756"/>
                  <a:pt x="2688466" y="3156986"/>
                  <a:pt x="2735541" y="3441344"/>
                </a:cubicBezTo>
                <a:cubicBezTo>
                  <a:pt x="2782616" y="3725702"/>
                  <a:pt x="2672340" y="3928318"/>
                  <a:pt x="2735541" y="4160520"/>
                </a:cubicBezTo>
                <a:cubicBezTo>
                  <a:pt x="2535387" y="4188472"/>
                  <a:pt x="2500561" y="4145931"/>
                  <a:pt x="2270499" y="4160520"/>
                </a:cubicBezTo>
                <a:cubicBezTo>
                  <a:pt x="2040437" y="4175109"/>
                  <a:pt x="2026227" y="4134012"/>
                  <a:pt x="1805457" y="4160520"/>
                </a:cubicBezTo>
                <a:cubicBezTo>
                  <a:pt x="1584687" y="4187028"/>
                  <a:pt x="1380438" y="4159054"/>
                  <a:pt x="1230993" y="4160520"/>
                </a:cubicBezTo>
                <a:cubicBezTo>
                  <a:pt x="1081548" y="4161986"/>
                  <a:pt x="919793" y="4136808"/>
                  <a:pt x="765951" y="4160520"/>
                </a:cubicBezTo>
                <a:cubicBezTo>
                  <a:pt x="612109" y="4184232"/>
                  <a:pt x="286802" y="4138486"/>
                  <a:pt x="0" y="4160520"/>
                </a:cubicBezTo>
                <a:cubicBezTo>
                  <a:pt x="-57105" y="4033345"/>
                  <a:pt x="6137" y="3882740"/>
                  <a:pt x="0" y="3649370"/>
                </a:cubicBezTo>
                <a:cubicBezTo>
                  <a:pt x="-6137" y="3416000"/>
                  <a:pt x="3602" y="3374634"/>
                  <a:pt x="0" y="3179826"/>
                </a:cubicBezTo>
                <a:cubicBezTo>
                  <a:pt x="-3602" y="2985018"/>
                  <a:pt x="60026" y="2836981"/>
                  <a:pt x="0" y="2585466"/>
                </a:cubicBezTo>
                <a:cubicBezTo>
                  <a:pt x="-60026" y="2333951"/>
                  <a:pt x="51938" y="2234938"/>
                  <a:pt x="0" y="1907896"/>
                </a:cubicBezTo>
                <a:cubicBezTo>
                  <a:pt x="-51938" y="1580854"/>
                  <a:pt x="58568" y="1555066"/>
                  <a:pt x="0" y="1355141"/>
                </a:cubicBezTo>
                <a:cubicBezTo>
                  <a:pt x="-58568" y="1155216"/>
                  <a:pt x="413" y="1009347"/>
                  <a:pt x="0" y="802386"/>
                </a:cubicBezTo>
                <a:cubicBezTo>
                  <a:pt x="-413" y="595426"/>
                  <a:pt x="25970" y="233016"/>
                  <a:pt x="0" y="0"/>
                </a:cubicBezTo>
                <a:close/>
              </a:path>
              <a:path w="2735541" h="4160520" stroke="0" extrusionOk="0">
                <a:moveTo>
                  <a:pt x="0" y="0"/>
                </a:moveTo>
                <a:cubicBezTo>
                  <a:pt x="125542" y="-56789"/>
                  <a:pt x="396520" y="41654"/>
                  <a:pt x="519753" y="0"/>
                </a:cubicBezTo>
                <a:cubicBezTo>
                  <a:pt x="642986" y="-41654"/>
                  <a:pt x="755292" y="17591"/>
                  <a:pt x="984795" y="0"/>
                </a:cubicBezTo>
                <a:cubicBezTo>
                  <a:pt x="1214298" y="-17591"/>
                  <a:pt x="1326182" y="51296"/>
                  <a:pt x="1586614" y="0"/>
                </a:cubicBezTo>
                <a:cubicBezTo>
                  <a:pt x="1847046" y="-51296"/>
                  <a:pt x="1910523" y="24481"/>
                  <a:pt x="2106367" y="0"/>
                </a:cubicBezTo>
                <a:cubicBezTo>
                  <a:pt x="2302211" y="-24481"/>
                  <a:pt x="2454909" y="60604"/>
                  <a:pt x="2735541" y="0"/>
                </a:cubicBezTo>
                <a:cubicBezTo>
                  <a:pt x="2770600" y="284538"/>
                  <a:pt x="2665858" y="339224"/>
                  <a:pt x="2735541" y="677570"/>
                </a:cubicBezTo>
                <a:cubicBezTo>
                  <a:pt x="2805224" y="1015916"/>
                  <a:pt x="2672617" y="1108844"/>
                  <a:pt x="2735541" y="1271930"/>
                </a:cubicBezTo>
                <a:cubicBezTo>
                  <a:pt x="2798465" y="1435016"/>
                  <a:pt x="2675097" y="1631957"/>
                  <a:pt x="2735541" y="1866290"/>
                </a:cubicBezTo>
                <a:cubicBezTo>
                  <a:pt x="2795985" y="2100623"/>
                  <a:pt x="2705949" y="2152694"/>
                  <a:pt x="2735541" y="2377440"/>
                </a:cubicBezTo>
                <a:cubicBezTo>
                  <a:pt x="2765133" y="2602186"/>
                  <a:pt x="2712474" y="2677630"/>
                  <a:pt x="2735541" y="2888590"/>
                </a:cubicBezTo>
                <a:cubicBezTo>
                  <a:pt x="2758608" y="3099550"/>
                  <a:pt x="2729087" y="3265753"/>
                  <a:pt x="2735541" y="3482950"/>
                </a:cubicBezTo>
                <a:cubicBezTo>
                  <a:pt x="2741995" y="3700147"/>
                  <a:pt x="2689561" y="3886065"/>
                  <a:pt x="2735541" y="4160520"/>
                </a:cubicBezTo>
                <a:cubicBezTo>
                  <a:pt x="2625367" y="4181459"/>
                  <a:pt x="2486037" y="4159999"/>
                  <a:pt x="2270499" y="4160520"/>
                </a:cubicBezTo>
                <a:cubicBezTo>
                  <a:pt x="2054961" y="4161041"/>
                  <a:pt x="1932856" y="4144751"/>
                  <a:pt x="1668680" y="4160520"/>
                </a:cubicBezTo>
                <a:cubicBezTo>
                  <a:pt x="1404504" y="4176289"/>
                  <a:pt x="1287368" y="4123921"/>
                  <a:pt x="1176283" y="4160520"/>
                </a:cubicBezTo>
                <a:cubicBezTo>
                  <a:pt x="1065198" y="4197119"/>
                  <a:pt x="892579" y="4105994"/>
                  <a:pt x="629174" y="4160520"/>
                </a:cubicBezTo>
                <a:cubicBezTo>
                  <a:pt x="365769" y="4215046"/>
                  <a:pt x="178822" y="4120496"/>
                  <a:pt x="0" y="4160520"/>
                </a:cubicBezTo>
                <a:cubicBezTo>
                  <a:pt x="-28652" y="4017492"/>
                  <a:pt x="20376" y="3721435"/>
                  <a:pt x="0" y="3566160"/>
                </a:cubicBezTo>
                <a:cubicBezTo>
                  <a:pt x="-20376" y="3410885"/>
                  <a:pt x="11137" y="3172144"/>
                  <a:pt x="0" y="3055010"/>
                </a:cubicBezTo>
                <a:cubicBezTo>
                  <a:pt x="-11137" y="2937876"/>
                  <a:pt x="36581" y="2666442"/>
                  <a:pt x="0" y="2543861"/>
                </a:cubicBezTo>
                <a:cubicBezTo>
                  <a:pt x="-36581" y="2421280"/>
                  <a:pt x="38911" y="2198594"/>
                  <a:pt x="0" y="1991106"/>
                </a:cubicBezTo>
                <a:cubicBezTo>
                  <a:pt x="-38911" y="1783618"/>
                  <a:pt x="65891" y="1627220"/>
                  <a:pt x="0" y="1313536"/>
                </a:cubicBezTo>
                <a:cubicBezTo>
                  <a:pt x="-65891" y="999852"/>
                  <a:pt x="22026" y="956709"/>
                  <a:pt x="0" y="719176"/>
                </a:cubicBezTo>
                <a:cubicBezTo>
                  <a:pt x="-22026" y="481643"/>
                  <a:pt x="18877" y="263103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44" name="Picture 2" descr="A book cover of a game theory&#10;&#10;Description automatically generated">
            <a:extLst>
              <a:ext uri="{FF2B5EF4-FFF2-40B4-BE49-F238E27FC236}">
                <a16:creationId xmlns:a16="http://schemas.microsoft.com/office/drawing/2014/main" id="{E3857804-8B89-6828-01A5-E3F589E5E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49008" y="5697"/>
            <a:ext cx="4800600" cy="6858000"/>
          </a:xfrm>
          <a:custGeom>
            <a:avLst/>
            <a:gdLst>
              <a:gd name="csX0" fmla="*/ 0 w 4800600"/>
              <a:gd name="csY0" fmla="*/ 0 h 6858000"/>
              <a:gd name="csX1" fmla="*/ 485394 w 4800600"/>
              <a:gd name="csY1" fmla="*/ 0 h 6858000"/>
              <a:gd name="csX2" fmla="*/ 874776 w 4800600"/>
              <a:gd name="csY2" fmla="*/ 0 h 6858000"/>
              <a:gd name="csX3" fmla="*/ 1504188 w 4800600"/>
              <a:gd name="csY3" fmla="*/ 0 h 6858000"/>
              <a:gd name="csX4" fmla="*/ 1989582 w 4800600"/>
              <a:gd name="csY4" fmla="*/ 0 h 6858000"/>
              <a:gd name="csX5" fmla="*/ 2474976 w 4800600"/>
              <a:gd name="csY5" fmla="*/ 0 h 6858000"/>
              <a:gd name="csX6" fmla="*/ 3104388 w 4800600"/>
              <a:gd name="csY6" fmla="*/ 0 h 6858000"/>
              <a:gd name="csX7" fmla="*/ 3541776 w 4800600"/>
              <a:gd name="csY7" fmla="*/ 0 h 6858000"/>
              <a:gd name="csX8" fmla="*/ 4171188 w 4800600"/>
              <a:gd name="csY8" fmla="*/ 0 h 6858000"/>
              <a:gd name="csX9" fmla="*/ 4800600 w 4800600"/>
              <a:gd name="csY9" fmla="*/ 0 h 6858000"/>
              <a:gd name="csX10" fmla="*/ 4800600 w 4800600"/>
              <a:gd name="csY10" fmla="*/ 571500 h 6858000"/>
              <a:gd name="csX11" fmla="*/ 4800600 w 4800600"/>
              <a:gd name="csY11" fmla="*/ 1143000 h 6858000"/>
              <a:gd name="csX12" fmla="*/ 4800600 w 4800600"/>
              <a:gd name="csY12" fmla="*/ 1783080 h 6858000"/>
              <a:gd name="csX13" fmla="*/ 4800600 w 4800600"/>
              <a:gd name="csY13" fmla="*/ 2148840 h 6858000"/>
              <a:gd name="csX14" fmla="*/ 4800600 w 4800600"/>
              <a:gd name="csY14" fmla="*/ 2720340 h 6858000"/>
              <a:gd name="csX15" fmla="*/ 4800600 w 4800600"/>
              <a:gd name="csY15" fmla="*/ 3291840 h 6858000"/>
              <a:gd name="csX16" fmla="*/ 4800600 w 4800600"/>
              <a:gd name="csY16" fmla="*/ 3863340 h 6858000"/>
              <a:gd name="csX17" fmla="*/ 4800600 w 4800600"/>
              <a:gd name="csY17" fmla="*/ 4503420 h 6858000"/>
              <a:gd name="csX18" fmla="*/ 4800600 w 4800600"/>
              <a:gd name="csY18" fmla="*/ 5143500 h 6858000"/>
              <a:gd name="csX19" fmla="*/ 4800600 w 4800600"/>
              <a:gd name="csY19" fmla="*/ 5783580 h 6858000"/>
              <a:gd name="csX20" fmla="*/ 4800600 w 4800600"/>
              <a:gd name="csY20" fmla="*/ 6149340 h 6858000"/>
              <a:gd name="csX21" fmla="*/ 4800600 w 4800600"/>
              <a:gd name="csY21" fmla="*/ 6858000 h 6858000"/>
              <a:gd name="csX22" fmla="*/ 4219194 w 4800600"/>
              <a:gd name="csY22" fmla="*/ 6858000 h 6858000"/>
              <a:gd name="csX23" fmla="*/ 3781806 w 4800600"/>
              <a:gd name="csY23" fmla="*/ 6858000 h 6858000"/>
              <a:gd name="csX24" fmla="*/ 3248406 w 4800600"/>
              <a:gd name="csY24" fmla="*/ 6858000 h 6858000"/>
              <a:gd name="csX25" fmla="*/ 2859024 w 4800600"/>
              <a:gd name="csY25" fmla="*/ 6858000 h 6858000"/>
              <a:gd name="csX26" fmla="*/ 2469642 w 4800600"/>
              <a:gd name="csY26" fmla="*/ 6858000 h 6858000"/>
              <a:gd name="csX27" fmla="*/ 1936242 w 4800600"/>
              <a:gd name="csY27" fmla="*/ 6858000 h 6858000"/>
              <a:gd name="csX28" fmla="*/ 1498854 w 4800600"/>
              <a:gd name="csY28" fmla="*/ 6858000 h 6858000"/>
              <a:gd name="csX29" fmla="*/ 917448 w 4800600"/>
              <a:gd name="csY29" fmla="*/ 6858000 h 6858000"/>
              <a:gd name="csX30" fmla="*/ 480060 w 4800600"/>
              <a:gd name="csY30" fmla="*/ 6858000 h 6858000"/>
              <a:gd name="csX31" fmla="*/ 0 w 4800600"/>
              <a:gd name="csY31" fmla="*/ 6858000 h 6858000"/>
              <a:gd name="csX32" fmla="*/ 0 w 4800600"/>
              <a:gd name="csY32" fmla="*/ 6492240 h 6858000"/>
              <a:gd name="csX33" fmla="*/ 0 w 4800600"/>
              <a:gd name="csY33" fmla="*/ 6057900 h 6858000"/>
              <a:gd name="csX34" fmla="*/ 0 w 4800600"/>
              <a:gd name="csY34" fmla="*/ 5417820 h 6858000"/>
              <a:gd name="csX35" fmla="*/ 0 w 4800600"/>
              <a:gd name="csY35" fmla="*/ 4709160 h 6858000"/>
              <a:gd name="csX36" fmla="*/ 0 w 4800600"/>
              <a:gd name="csY36" fmla="*/ 4206240 h 6858000"/>
              <a:gd name="csX37" fmla="*/ 0 w 4800600"/>
              <a:gd name="csY37" fmla="*/ 3497580 h 6858000"/>
              <a:gd name="csX38" fmla="*/ 0 w 4800600"/>
              <a:gd name="csY38" fmla="*/ 3063240 h 6858000"/>
              <a:gd name="csX39" fmla="*/ 0 w 4800600"/>
              <a:gd name="csY39" fmla="*/ 2697480 h 6858000"/>
              <a:gd name="csX40" fmla="*/ 0 w 4800600"/>
              <a:gd name="csY40" fmla="*/ 2331720 h 6858000"/>
              <a:gd name="csX41" fmla="*/ 0 w 4800600"/>
              <a:gd name="csY41" fmla="*/ 1691640 h 6858000"/>
              <a:gd name="csX42" fmla="*/ 0 w 4800600"/>
              <a:gd name="csY42" fmla="*/ 1325880 h 6858000"/>
              <a:gd name="csX43" fmla="*/ 0 w 4800600"/>
              <a:gd name="csY43" fmla="*/ 754380 h 6858000"/>
              <a:gd name="csX44" fmla="*/ 0 w 4800600"/>
              <a:gd name="csY44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4800600" h="6858000" extrusionOk="0">
                <a:moveTo>
                  <a:pt x="0" y="0"/>
                </a:moveTo>
                <a:cubicBezTo>
                  <a:pt x="180418" y="-29252"/>
                  <a:pt x="322539" y="21792"/>
                  <a:pt x="485394" y="0"/>
                </a:cubicBezTo>
                <a:cubicBezTo>
                  <a:pt x="648249" y="-21792"/>
                  <a:pt x="796188" y="44882"/>
                  <a:pt x="874776" y="0"/>
                </a:cubicBezTo>
                <a:cubicBezTo>
                  <a:pt x="953364" y="-44882"/>
                  <a:pt x="1292674" y="63152"/>
                  <a:pt x="1504188" y="0"/>
                </a:cubicBezTo>
                <a:cubicBezTo>
                  <a:pt x="1715702" y="-63152"/>
                  <a:pt x="1770193" y="30561"/>
                  <a:pt x="1989582" y="0"/>
                </a:cubicBezTo>
                <a:cubicBezTo>
                  <a:pt x="2208971" y="-30561"/>
                  <a:pt x="2236730" y="24000"/>
                  <a:pt x="2474976" y="0"/>
                </a:cubicBezTo>
                <a:cubicBezTo>
                  <a:pt x="2713222" y="-24000"/>
                  <a:pt x="2968058" y="34097"/>
                  <a:pt x="3104388" y="0"/>
                </a:cubicBezTo>
                <a:cubicBezTo>
                  <a:pt x="3240718" y="-34097"/>
                  <a:pt x="3391512" y="19918"/>
                  <a:pt x="3541776" y="0"/>
                </a:cubicBezTo>
                <a:cubicBezTo>
                  <a:pt x="3692040" y="-19918"/>
                  <a:pt x="3974805" y="42217"/>
                  <a:pt x="4171188" y="0"/>
                </a:cubicBezTo>
                <a:cubicBezTo>
                  <a:pt x="4367571" y="-42217"/>
                  <a:pt x="4490451" y="47317"/>
                  <a:pt x="4800600" y="0"/>
                </a:cubicBezTo>
                <a:cubicBezTo>
                  <a:pt x="4863119" y="168980"/>
                  <a:pt x="4753797" y="323031"/>
                  <a:pt x="4800600" y="571500"/>
                </a:cubicBezTo>
                <a:cubicBezTo>
                  <a:pt x="4847403" y="819969"/>
                  <a:pt x="4796889" y="902279"/>
                  <a:pt x="4800600" y="1143000"/>
                </a:cubicBezTo>
                <a:cubicBezTo>
                  <a:pt x="4804311" y="1383721"/>
                  <a:pt x="4785596" y="1536099"/>
                  <a:pt x="4800600" y="1783080"/>
                </a:cubicBezTo>
                <a:cubicBezTo>
                  <a:pt x="4815604" y="2030061"/>
                  <a:pt x="4791804" y="1990412"/>
                  <a:pt x="4800600" y="2148840"/>
                </a:cubicBezTo>
                <a:cubicBezTo>
                  <a:pt x="4809396" y="2307268"/>
                  <a:pt x="4736161" y="2551548"/>
                  <a:pt x="4800600" y="2720340"/>
                </a:cubicBezTo>
                <a:cubicBezTo>
                  <a:pt x="4865039" y="2889132"/>
                  <a:pt x="4785893" y="3114380"/>
                  <a:pt x="4800600" y="3291840"/>
                </a:cubicBezTo>
                <a:cubicBezTo>
                  <a:pt x="4815307" y="3469300"/>
                  <a:pt x="4768521" y="3748880"/>
                  <a:pt x="4800600" y="3863340"/>
                </a:cubicBezTo>
                <a:cubicBezTo>
                  <a:pt x="4832679" y="3977800"/>
                  <a:pt x="4755641" y="4203083"/>
                  <a:pt x="4800600" y="4503420"/>
                </a:cubicBezTo>
                <a:cubicBezTo>
                  <a:pt x="4845559" y="4803757"/>
                  <a:pt x="4793129" y="4949830"/>
                  <a:pt x="4800600" y="5143500"/>
                </a:cubicBezTo>
                <a:cubicBezTo>
                  <a:pt x="4808071" y="5337170"/>
                  <a:pt x="4766268" y="5516985"/>
                  <a:pt x="4800600" y="5783580"/>
                </a:cubicBezTo>
                <a:cubicBezTo>
                  <a:pt x="4834932" y="6050175"/>
                  <a:pt x="4795319" y="6025344"/>
                  <a:pt x="4800600" y="6149340"/>
                </a:cubicBezTo>
                <a:cubicBezTo>
                  <a:pt x="4805881" y="6273336"/>
                  <a:pt x="4744212" y="6629234"/>
                  <a:pt x="4800600" y="6858000"/>
                </a:cubicBezTo>
                <a:cubicBezTo>
                  <a:pt x="4525837" y="6877601"/>
                  <a:pt x="4401805" y="6845467"/>
                  <a:pt x="4219194" y="6858000"/>
                </a:cubicBezTo>
                <a:cubicBezTo>
                  <a:pt x="4036583" y="6870533"/>
                  <a:pt x="3873945" y="6825190"/>
                  <a:pt x="3781806" y="6858000"/>
                </a:cubicBezTo>
                <a:cubicBezTo>
                  <a:pt x="3689667" y="6890810"/>
                  <a:pt x="3402870" y="6815734"/>
                  <a:pt x="3248406" y="6858000"/>
                </a:cubicBezTo>
                <a:cubicBezTo>
                  <a:pt x="3093942" y="6900266"/>
                  <a:pt x="2951747" y="6815589"/>
                  <a:pt x="2859024" y="6858000"/>
                </a:cubicBezTo>
                <a:cubicBezTo>
                  <a:pt x="2766301" y="6900411"/>
                  <a:pt x="2589249" y="6854505"/>
                  <a:pt x="2469642" y="6858000"/>
                </a:cubicBezTo>
                <a:cubicBezTo>
                  <a:pt x="2350035" y="6861495"/>
                  <a:pt x="2197626" y="6822632"/>
                  <a:pt x="1936242" y="6858000"/>
                </a:cubicBezTo>
                <a:cubicBezTo>
                  <a:pt x="1674858" y="6893368"/>
                  <a:pt x="1682111" y="6836991"/>
                  <a:pt x="1498854" y="6858000"/>
                </a:cubicBezTo>
                <a:cubicBezTo>
                  <a:pt x="1315597" y="6879009"/>
                  <a:pt x="1166231" y="6804876"/>
                  <a:pt x="917448" y="6858000"/>
                </a:cubicBezTo>
                <a:cubicBezTo>
                  <a:pt x="668665" y="6911124"/>
                  <a:pt x="695457" y="6826541"/>
                  <a:pt x="480060" y="6858000"/>
                </a:cubicBezTo>
                <a:cubicBezTo>
                  <a:pt x="264663" y="6889459"/>
                  <a:pt x="205089" y="6823537"/>
                  <a:pt x="0" y="6858000"/>
                </a:cubicBezTo>
                <a:cubicBezTo>
                  <a:pt x="-35217" y="6743200"/>
                  <a:pt x="31211" y="6663800"/>
                  <a:pt x="0" y="6492240"/>
                </a:cubicBezTo>
                <a:cubicBezTo>
                  <a:pt x="-31211" y="6320680"/>
                  <a:pt x="13136" y="6253956"/>
                  <a:pt x="0" y="6057900"/>
                </a:cubicBezTo>
                <a:cubicBezTo>
                  <a:pt x="-13136" y="5861844"/>
                  <a:pt x="22269" y="5571490"/>
                  <a:pt x="0" y="5417820"/>
                </a:cubicBezTo>
                <a:cubicBezTo>
                  <a:pt x="-22269" y="5264150"/>
                  <a:pt x="45900" y="5043137"/>
                  <a:pt x="0" y="4709160"/>
                </a:cubicBezTo>
                <a:cubicBezTo>
                  <a:pt x="-45900" y="4375183"/>
                  <a:pt x="27041" y="4419654"/>
                  <a:pt x="0" y="4206240"/>
                </a:cubicBezTo>
                <a:cubicBezTo>
                  <a:pt x="-27041" y="3992826"/>
                  <a:pt x="38670" y="3737669"/>
                  <a:pt x="0" y="3497580"/>
                </a:cubicBezTo>
                <a:cubicBezTo>
                  <a:pt x="-38670" y="3257491"/>
                  <a:pt x="36006" y="3161559"/>
                  <a:pt x="0" y="3063240"/>
                </a:cubicBezTo>
                <a:cubicBezTo>
                  <a:pt x="-36006" y="2964921"/>
                  <a:pt x="13651" y="2806017"/>
                  <a:pt x="0" y="2697480"/>
                </a:cubicBezTo>
                <a:cubicBezTo>
                  <a:pt x="-13651" y="2588943"/>
                  <a:pt x="5063" y="2433099"/>
                  <a:pt x="0" y="2331720"/>
                </a:cubicBezTo>
                <a:cubicBezTo>
                  <a:pt x="-5063" y="2230341"/>
                  <a:pt x="24305" y="1832127"/>
                  <a:pt x="0" y="1691640"/>
                </a:cubicBezTo>
                <a:cubicBezTo>
                  <a:pt x="-24305" y="1551153"/>
                  <a:pt x="33703" y="1412309"/>
                  <a:pt x="0" y="1325880"/>
                </a:cubicBezTo>
                <a:cubicBezTo>
                  <a:pt x="-33703" y="1239451"/>
                  <a:pt x="33479" y="885905"/>
                  <a:pt x="0" y="754380"/>
                </a:cubicBezTo>
                <a:cubicBezTo>
                  <a:pt x="-33479" y="622855"/>
                  <a:pt x="78964" y="313111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05B0EF1-00DE-9162-B81E-E1D0E7F726EF}"/>
              </a:ext>
            </a:extLst>
          </p:cNvPr>
          <p:cNvSpPr txBox="1"/>
          <p:nvPr/>
        </p:nvSpPr>
        <p:spPr>
          <a:xfrm>
            <a:off x="3926081" y="66459"/>
            <a:ext cx="3228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Formal but approachable</a:t>
            </a:r>
          </a:p>
          <a:p>
            <a:r>
              <a:rPr lang="en-US" dirty="0">
                <a:solidFill>
                  <a:srgbClr val="0070C0"/>
                </a:solidFill>
              </a:rPr>
              <a:t>Thorough but not overwhelming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7F1E3AB-846E-5791-F6C2-BE7C86ECB5BD}"/>
              </a:ext>
            </a:extLst>
          </p:cNvPr>
          <p:cNvGrpSpPr/>
          <p:nvPr/>
        </p:nvGrpSpPr>
        <p:grpSpPr>
          <a:xfrm>
            <a:off x="8799303" y="294625"/>
            <a:ext cx="2391298" cy="3127601"/>
            <a:chOff x="8821054" y="459602"/>
            <a:chExt cx="2391298" cy="312760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4023ADE-0590-378C-8B08-8264C0859818}"/>
                </a:ext>
              </a:extLst>
            </p:cNvPr>
            <p:cNvGrpSpPr/>
            <p:nvPr/>
          </p:nvGrpSpPr>
          <p:grpSpPr>
            <a:xfrm>
              <a:off x="8821054" y="459602"/>
              <a:ext cx="2391298" cy="3113825"/>
              <a:chOff x="8821054" y="459602"/>
              <a:chExt cx="2391298" cy="3113825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F5FF81C1-9267-4280-BD92-176BD7F76B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31102" y="468277"/>
                <a:ext cx="2381250" cy="31051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4004A4-596A-C01D-FF4D-5177CEA20D64}"/>
                  </a:ext>
                </a:extLst>
              </p:cNvPr>
              <p:cNvSpPr txBox="1"/>
              <p:nvPr/>
            </p:nvSpPr>
            <p:spPr>
              <a:xfrm>
                <a:off x="8821054" y="459602"/>
                <a:ext cx="729278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1928</a:t>
                </a:r>
                <a:endParaRPr lang="en-US" b="1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6C94D9-D391-8531-0C76-2DDBD0C87718}"/>
                </a:ext>
              </a:extLst>
            </p:cNvPr>
            <p:cNvSpPr txBox="1"/>
            <p:nvPr/>
          </p:nvSpPr>
          <p:spPr>
            <a:xfrm>
              <a:off x="8827996" y="3217871"/>
              <a:ext cx="2066021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John von Neumann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936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9" grpId="0"/>
      <p:bldP spid="9" grpId="1"/>
      <p:bldP spid="10" grpId="0" animBg="1"/>
      <p:bldP spid="10" grpId="1" animBg="1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 dirty="0"/>
              <a:t>Logistics</a:t>
            </a:r>
            <a:br>
              <a:rPr lang="en-US" sz="4600" dirty="0"/>
            </a:br>
            <a:r>
              <a:rPr lang="en-US" sz="2400" dirty="0"/>
              <a:t>Pre-requisites</a:t>
            </a:r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F3F27C-FC82-AD66-5386-6B8E992C6875}"/>
              </a:ext>
            </a:extLst>
          </p:cNvPr>
          <p:cNvSpPr txBox="1"/>
          <p:nvPr/>
        </p:nvSpPr>
        <p:spPr>
          <a:xfrm>
            <a:off x="572493" y="2318204"/>
            <a:ext cx="18288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Self-contained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22EAD-66A1-5D7A-4D5D-0D106C989B9D}"/>
              </a:ext>
            </a:extLst>
          </p:cNvPr>
          <p:cNvSpPr txBox="1"/>
          <p:nvPr/>
        </p:nvSpPr>
        <p:spPr>
          <a:xfrm>
            <a:off x="7335393" y="2318204"/>
            <a:ext cx="43632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Review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Sets &amp; Sequences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Calculus &amp; Optimization</a:t>
            </a:r>
            <a:endParaRPr kumimoji="0" lang="en-US" sz="2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Probability and random variables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A7387-767B-54E5-508D-B30AD46E102E}"/>
              </a:ext>
            </a:extLst>
          </p:cNvPr>
          <p:cNvSpPr txBox="1"/>
          <p:nvPr/>
        </p:nvSpPr>
        <p:spPr>
          <a:xfrm>
            <a:off x="572493" y="2819560"/>
            <a:ext cx="43632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prior game theory assumed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dirty="0">
                <a:latin typeface="Calibri" panose="020F0502020204030204"/>
              </a:rPr>
              <a:t>Active engagement expected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C658CC-6FD7-68AB-BFEA-89254B9A91E2}"/>
              </a:ext>
            </a:extLst>
          </p:cNvPr>
          <p:cNvSpPr/>
          <p:nvPr/>
        </p:nvSpPr>
        <p:spPr>
          <a:xfrm>
            <a:off x="4935765" y="5184742"/>
            <a:ext cx="1842107" cy="76944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8241B21-8B7E-A55C-90FB-C4E1F424B24B}"/>
              </a:ext>
            </a:extLst>
          </p:cNvPr>
          <p:cNvSpPr/>
          <p:nvPr/>
        </p:nvSpPr>
        <p:spPr>
          <a:xfrm>
            <a:off x="4935765" y="4388423"/>
            <a:ext cx="1842107" cy="7694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Chemical Engineering</a:t>
            </a:r>
          </a:p>
        </p:txBody>
      </p:sp>
      <p:pic>
        <p:nvPicPr>
          <p:cNvPr id="12" name="Graphic 11" descr="No sign outline">
            <a:extLst>
              <a:ext uri="{FF2B5EF4-FFF2-40B4-BE49-F238E27FC236}">
                <a16:creationId xmlns:a16="http://schemas.microsoft.com/office/drawing/2014/main" id="{5C191BF4-44EC-76C3-D437-FE9099B27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1310" y="47275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9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890AA-5F10-4479-AE11-D9BDDD71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 fontScale="90000"/>
          </a:bodyPr>
          <a:lstStyle/>
          <a:p>
            <a:r>
              <a:rPr lang="en-US" sz="4900" b="1" dirty="0"/>
              <a:t>Logistics</a:t>
            </a:r>
            <a:br>
              <a:rPr lang="en-US" sz="4000" dirty="0"/>
            </a:br>
            <a:r>
              <a:rPr lang="en-US" sz="2700" dirty="0"/>
              <a:t>Exams and Grading Scheme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268A6BC-3F33-4164-80CE-801839CBA3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418" y="471031"/>
            <a:ext cx="842106" cy="738738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6B72FFD-2D95-2AC2-319C-E1164A3A0790}"/>
              </a:ext>
            </a:extLst>
          </p:cNvPr>
          <p:cNvSpPr/>
          <p:nvPr/>
        </p:nvSpPr>
        <p:spPr>
          <a:xfrm>
            <a:off x="126892" y="3128405"/>
            <a:ext cx="11189617" cy="851821"/>
          </a:xfrm>
          <a:custGeom>
            <a:avLst/>
            <a:gdLst>
              <a:gd name="csX0" fmla="*/ 0 w 11189617"/>
              <a:gd name="csY0" fmla="*/ 851821 h 851821"/>
              <a:gd name="csX1" fmla="*/ 113122 w 11189617"/>
              <a:gd name="csY1" fmla="*/ 842395 h 851821"/>
              <a:gd name="csX2" fmla="*/ 329938 w 11189617"/>
              <a:gd name="csY2" fmla="*/ 832968 h 851821"/>
              <a:gd name="csX3" fmla="*/ 820132 w 11189617"/>
              <a:gd name="csY3" fmla="*/ 814114 h 851821"/>
              <a:gd name="csX4" fmla="*/ 1159497 w 11189617"/>
              <a:gd name="csY4" fmla="*/ 795261 h 851821"/>
              <a:gd name="csX5" fmla="*/ 2309567 w 11189617"/>
              <a:gd name="csY5" fmla="*/ 785834 h 851821"/>
              <a:gd name="csX6" fmla="*/ 2696066 w 11189617"/>
              <a:gd name="csY6" fmla="*/ 700992 h 851821"/>
              <a:gd name="csX7" fmla="*/ 2846895 w 11189617"/>
              <a:gd name="csY7" fmla="*/ 663285 h 851821"/>
              <a:gd name="csX8" fmla="*/ 3233394 w 11189617"/>
              <a:gd name="csY8" fmla="*/ 644432 h 851821"/>
              <a:gd name="csX9" fmla="*/ 3629320 w 11189617"/>
              <a:gd name="csY9" fmla="*/ 682139 h 851821"/>
              <a:gd name="csX10" fmla="*/ 3864990 w 11189617"/>
              <a:gd name="csY10" fmla="*/ 719846 h 851821"/>
              <a:gd name="csX11" fmla="*/ 4147794 w 11189617"/>
              <a:gd name="csY11" fmla="*/ 738700 h 851821"/>
              <a:gd name="csX12" fmla="*/ 4835951 w 11189617"/>
              <a:gd name="csY12" fmla="*/ 691566 h 851821"/>
              <a:gd name="csX13" fmla="*/ 5354425 w 11189617"/>
              <a:gd name="csY13" fmla="*/ 616151 h 851821"/>
              <a:gd name="csX14" fmla="*/ 5637229 w 11189617"/>
              <a:gd name="csY14" fmla="*/ 578444 h 851821"/>
              <a:gd name="csX15" fmla="*/ 6061435 w 11189617"/>
              <a:gd name="csY15" fmla="*/ 550164 h 851821"/>
              <a:gd name="csX16" fmla="*/ 6570483 w 11189617"/>
              <a:gd name="csY16" fmla="*/ 578444 h 851821"/>
              <a:gd name="csX17" fmla="*/ 7088957 w 11189617"/>
              <a:gd name="csY17" fmla="*/ 719846 h 851821"/>
              <a:gd name="csX18" fmla="*/ 7409468 w 11189617"/>
              <a:gd name="csY18" fmla="*/ 766980 h 851821"/>
              <a:gd name="csX19" fmla="*/ 8229600 w 11189617"/>
              <a:gd name="csY19" fmla="*/ 710419 h 851821"/>
              <a:gd name="csX20" fmla="*/ 8776355 w 11189617"/>
              <a:gd name="csY20" fmla="*/ 512456 h 851821"/>
              <a:gd name="csX21" fmla="*/ 9125147 w 11189617"/>
              <a:gd name="csY21" fmla="*/ 408762 h 851821"/>
              <a:gd name="csX22" fmla="*/ 9530499 w 11189617"/>
              <a:gd name="csY22" fmla="*/ 323920 h 851821"/>
              <a:gd name="csX23" fmla="*/ 9851011 w 11189617"/>
              <a:gd name="csY23" fmla="*/ 248506 h 851821"/>
              <a:gd name="csX24" fmla="*/ 10190375 w 11189617"/>
              <a:gd name="csY24" fmla="*/ 191945 h 851821"/>
              <a:gd name="csX25" fmla="*/ 10435472 w 11189617"/>
              <a:gd name="csY25" fmla="*/ 173091 h 851821"/>
              <a:gd name="csX26" fmla="*/ 10803118 w 11189617"/>
              <a:gd name="csY26" fmla="*/ 135384 h 851821"/>
              <a:gd name="csX27" fmla="*/ 10953947 w 11189617"/>
              <a:gd name="csY27" fmla="*/ 107104 h 851821"/>
              <a:gd name="csX28" fmla="*/ 11029361 w 11189617"/>
              <a:gd name="csY28" fmla="*/ 88250 h 851821"/>
              <a:gd name="csX29" fmla="*/ 11048215 w 11189617"/>
              <a:gd name="csY29" fmla="*/ 59970 h 851821"/>
              <a:gd name="csX30" fmla="*/ 11123629 w 11189617"/>
              <a:gd name="csY30" fmla="*/ 31689 h 851821"/>
              <a:gd name="csX31" fmla="*/ 11189617 w 11189617"/>
              <a:gd name="csY31" fmla="*/ 3409 h 851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1189617" h="851821">
                <a:moveTo>
                  <a:pt x="0" y="851821"/>
                </a:moveTo>
                <a:cubicBezTo>
                  <a:pt x="37707" y="848679"/>
                  <a:pt x="75346" y="844554"/>
                  <a:pt x="113122" y="842395"/>
                </a:cubicBezTo>
                <a:cubicBezTo>
                  <a:pt x="185344" y="838268"/>
                  <a:pt x="257656" y="835859"/>
                  <a:pt x="329938" y="832968"/>
                </a:cubicBezTo>
                <a:lnTo>
                  <a:pt x="820132" y="814114"/>
                </a:lnTo>
                <a:cubicBezTo>
                  <a:pt x="933311" y="808970"/>
                  <a:pt x="1159497" y="795261"/>
                  <a:pt x="1159497" y="795261"/>
                </a:cubicBezTo>
                <a:cubicBezTo>
                  <a:pt x="2027442" y="840349"/>
                  <a:pt x="1644562" y="859723"/>
                  <a:pt x="2309567" y="785834"/>
                </a:cubicBezTo>
                <a:cubicBezTo>
                  <a:pt x="2947799" y="633874"/>
                  <a:pt x="2083943" y="837020"/>
                  <a:pt x="2696066" y="700992"/>
                </a:cubicBezTo>
                <a:cubicBezTo>
                  <a:pt x="2746656" y="689750"/>
                  <a:pt x="2795356" y="668710"/>
                  <a:pt x="2846895" y="663285"/>
                </a:cubicBezTo>
                <a:cubicBezTo>
                  <a:pt x="2975172" y="649782"/>
                  <a:pt x="3233394" y="644432"/>
                  <a:pt x="3233394" y="644432"/>
                </a:cubicBezTo>
                <a:cubicBezTo>
                  <a:pt x="3365369" y="657001"/>
                  <a:pt x="3497683" y="666421"/>
                  <a:pt x="3629320" y="682139"/>
                </a:cubicBezTo>
                <a:cubicBezTo>
                  <a:pt x="3708315" y="691571"/>
                  <a:pt x="3785903" y="711218"/>
                  <a:pt x="3864990" y="719846"/>
                </a:cubicBezTo>
                <a:cubicBezTo>
                  <a:pt x="3958910" y="730092"/>
                  <a:pt x="4053526" y="732415"/>
                  <a:pt x="4147794" y="738700"/>
                </a:cubicBezTo>
                <a:lnTo>
                  <a:pt x="4835951" y="691566"/>
                </a:lnTo>
                <a:cubicBezTo>
                  <a:pt x="5010092" y="676350"/>
                  <a:pt x="5181714" y="641272"/>
                  <a:pt x="5354425" y="616151"/>
                </a:cubicBezTo>
                <a:cubicBezTo>
                  <a:pt x="5448537" y="602462"/>
                  <a:pt x="5542708" y="588946"/>
                  <a:pt x="5637229" y="578444"/>
                </a:cubicBezTo>
                <a:cubicBezTo>
                  <a:pt x="5801538" y="560187"/>
                  <a:pt x="5899419" y="557878"/>
                  <a:pt x="6061435" y="550164"/>
                </a:cubicBezTo>
                <a:cubicBezTo>
                  <a:pt x="6231118" y="559591"/>
                  <a:pt x="6401788" y="557872"/>
                  <a:pt x="6570483" y="578444"/>
                </a:cubicBezTo>
                <a:cubicBezTo>
                  <a:pt x="6748281" y="600127"/>
                  <a:pt x="6915295" y="682836"/>
                  <a:pt x="7088957" y="719846"/>
                </a:cubicBezTo>
                <a:cubicBezTo>
                  <a:pt x="7194571" y="742354"/>
                  <a:pt x="7302631" y="751269"/>
                  <a:pt x="7409468" y="766980"/>
                </a:cubicBezTo>
                <a:cubicBezTo>
                  <a:pt x="7833999" y="760133"/>
                  <a:pt x="7901559" y="794174"/>
                  <a:pt x="8229600" y="710419"/>
                </a:cubicBezTo>
                <a:cubicBezTo>
                  <a:pt x="8599662" y="615936"/>
                  <a:pt x="8290724" y="656831"/>
                  <a:pt x="8776355" y="512456"/>
                </a:cubicBezTo>
                <a:cubicBezTo>
                  <a:pt x="8892619" y="477891"/>
                  <a:pt x="9006426" y="433611"/>
                  <a:pt x="9125147" y="408762"/>
                </a:cubicBezTo>
                <a:cubicBezTo>
                  <a:pt x="9260264" y="380481"/>
                  <a:pt x="9396575" y="357401"/>
                  <a:pt x="9530499" y="323920"/>
                </a:cubicBezTo>
                <a:cubicBezTo>
                  <a:pt x="9624961" y="300305"/>
                  <a:pt x="9756605" y="265989"/>
                  <a:pt x="9851011" y="248506"/>
                </a:cubicBezTo>
                <a:cubicBezTo>
                  <a:pt x="9963775" y="227624"/>
                  <a:pt x="10075917" y="199099"/>
                  <a:pt x="10190375" y="191945"/>
                </a:cubicBezTo>
                <a:cubicBezTo>
                  <a:pt x="10289515" y="185749"/>
                  <a:pt x="10343242" y="184270"/>
                  <a:pt x="10435472" y="173091"/>
                </a:cubicBezTo>
                <a:cubicBezTo>
                  <a:pt x="10744141" y="135677"/>
                  <a:pt x="10550587" y="151168"/>
                  <a:pt x="10803118" y="135384"/>
                </a:cubicBezTo>
                <a:cubicBezTo>
                  <a:pt x="10853394" y="125957"/>
                  <a:pt x="10903870" y="117537"/>
                  <a:pt x="10953947" y="107104"/>
                </a:cubicBezTo>
                <a:cubicBezTo>
                  <a:pt x="10979314" y="101819"/>
                  <a:pt x="11006185" y="99838"/>
                  <a:pt x="11029361" y="88250"/>
                </a:cubicBezTo>
                <a:cubicBezTo>
                  <a:pt x="11039494" y="83183"/>
                  <a:pt x="11038996" y="66555"/>
                  <a:pt x="11048215" y="59970"/>
                </a:cubicBezTo>
                <a:cubicBezTo>
                  <a:pt x="11058078" y="52925"/>
                  <a:pt x="11106599" y="37366"/>
                  <a:pt x="11123629" y="31689"/>
                </a:cubicBezTo>
                <a:cubicBezTo>
                  <a:pt x="11139018" y="-14477"/>
                  <a:pt x="11123119" y="3409"/>
                  <a:pt x="11189617" y="3409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84AF7-A1B4-8600-D3AF-77F2D94C77BE}"/>
              </a:ext>
            </a:extLst>
          </p:cNvPr>
          <p:cNvSpPr txBox="1"/>
          <p:nvPr/>
        </p:nvSpPr>
        <p:spPr>
          <a:xfrm>
            <a:off x="3329860" y="1843697"/>
            <a:ext cx="2286000" cy="1692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Exam 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February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1031C1-085F-9863-B736-FE346A06AC82}"/>
              </a:ext>
            </a:extLst>
          </p:cNvPr>
          <p:cNvSpPr/>
          <p:nvPr/>
        </p:nvSpPr>
        <p:spPr>
          <a:xfrm>
            <a:off x="4405686" y="3684629"/>
            <a:ext cx="134349" cy="311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25E00-1998-19C5-F87C-D4357130C2F3}"/>
              </a:ext>
            </a:extLst>
          </p:cNvPr>
          <p:cNvSpPr txBox="1"/>
          <p:nvPr/>
        </p:nvSpPr>
        <p:spPr>
          <a:xfrm>
            <a:off x="8935790" y="1346156"/>
            <a:ext cx="2286000" cy="1692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Exam 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April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24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F2F49-7698-D56B-9CA5-7D4F8CAE1B5A}"/>
              </a:ext>
            </a:extLst>
          </p:cNvPr>
          <p:cNvSpPr/>
          <p:nvPr/>
        </p:nvSpPr>
        <p:spPr>
          <a:xfrm>
            <a:off x="10019581" y="3172578"/>
            <a:ext cx="134349" cy="311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66B37A-F320-5F52-D4F5-E1A208B20441}"/>
              </a:ext>
            </a:extLst>
          </p:cNvPr>
          <p:cNvSpPr txBox="1"/>
          <p:nvPr/>
        </p:nvSpPr>
        <p:spPr>
          <a:xfrm>
            <a:off x="6663424" y="1616295"/>
            <a:ext cx="1224802" cy="9848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Russo One" panose="02000503050000020004"/>
              </a:rPr>
              <a:t>Focus</a:t>
            </a:r>
          </a:p>
          <a:p>
            <a:pPr algn="ctr"/>
            <a:r>
              <a:rPr lang="en-US" dirty="0">
                <a:latin typeface="Russo One" panose="02000503050000020004"/>
              </a:rPr>
              <a:t>Problem-solving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9CA640-513C-707C-5CED-77CCE10098C9}"/>
              </a:ext>
            </a:extLst>
          </p:cNvPr>
          <p:cNvSpPr/>
          <p:nvPr/>
        </p:nvSpPr>
        <p:spPr>
          <a:xfrm>
            <a:off x="1581857" y="3776182"/>
            <a:ext cx="134349" cy="31142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CFF7AD-8797-FB1D-C1A9-DCC9AC311B7B}"/>
              </a:ext>
            </a:extLst>
          </p:cNvPr>
          <p:cNvSpPr/>
          <p:nvPr/>
        </p:nvSpPr>
        <p:spPr>
          <a:xfrm>
            <a:off x="7102087" y="3682075"/>
            <a:ext cx="134349" cy="31142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E8D47C-FDC1-1AFD-C839-B99D5CBE0BE3}"/>
              </a:ext>
            </a:extLst>
          </p:cNvPr>
          <p:cNvSpPr txBox="1"/>
          <p:nvPr/>
        </p:nvSpPr>
        <p:spPr>
          <a:xfrm>
            <a:off x="506031" y="4219214"/>
            <a:ext cx="2286000" cy="16927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Test 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February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3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Tuesday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4 – 5:30 PM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5E705B-9D32-85F3-74F0-6D41970EDF6B}"/>
              </a:ext>
            </a:extLst>
          </p:cNvPr>
          <p:cNvSpPr txBox="1"/>
          <p:nvPr/>
        </p:nvSpPr>
        <p:spPr>
          <a:xfrm>
            <a:off x="3666378" y="4712188"/>
            <a:ext cx="1575572" cy="9848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Russo One" panose="02000503050000020004"/>
              </a:rPr>
              <a:t>Focus</a:t>
            </a:r>
          </a:p>
          <a:p>
            <a:pPr algn="ctr"/>
            <a:r>
              <a:rPr lang="en-US" dirty="0">
                <a:latin typeface="Russo One" panose="02000503050000020004"/>
              </a:rPr>
              <a:t>Conceptual understanding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AC76F7-6672-7BBC-3B06-4F7B0A91CC95}"/>
              </a:ext>
            </a:extLst>
          </p:cNvPr>
          <p:cNvSpPr txBox="1"/>
          <p:nvPr/>
        </p:nvSpPr>
        <p:spPr>
          <a:xfrm>
            <a:off x="6093436" y="4104136"/>
            <a:ext cx="2286000" cy="16927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Test 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March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Friday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2:30 – 4 PM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2AD4F8-BF0A-8209-E91B-919F65427CDE}"/>
              </a:ext>
            </a:extLst>
          </p:cNvPr>
          <p:cNvSpPr/>
          <p:nvPr/>
        </p:nvSpPr>
        <p:spPr>
          <a:xfrm>
            <a:off x="5076364" y="2686193"/>
            <a:ext cx="539496" cy="85039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5579A3-EB29-3C3F-4B28-3B3456F2EC95}"/>
              </a:ext>
            </a:extLst>
          </p:cNvPr>
          <p:cNvSpPr/>
          <p:nvPr/>
        </p:nvSpPr>
        <p:spPr>
          <a:xfrm>
            <a:off x="10683476" y="1849559"/>
            <a:ext cx="539496" cy="11887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tx1"/>
                </a:solidFill>
                <a:latin typeface="Calibri" panose="020F0502020204030204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519C5C-6665-5CC8-B802-B1E537CF08A6}"/>
              </a:ext>
            </a:extLst>
          </p:cNvPr>
          <p:cNvSpPr/>
          <p:nvPr/>
        </p:nvSpPr>
        <p:spPr>
          <a:xfrm>
            <a:off x="7839940" y="5286632"/>
            <a:ext cx="539496" cy="5120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tx1"/>
                </a:solidFill>
                <a:latin typeface="Calibri" panose="020F0502020204030204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34693D-BD7D-F185-224C-DB0FDA67B270}"/>
              </a:ext>
            </a:extLst>
          </p:cNvPr>
          <p:cNvSpPr/>
          <p:nvPr/>
        </p:nvSpPr>
        <p:spPr>
          <a:xfrm>
            <a:off x="2259858" y="5404401"/>
            <a:ext cx="539496" cy="5120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tx1"/>
                </a:solidFill>
                <a:latin typeface="Calibri" panose="020F0502020204030204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937DDE-69DA-6784-99FC-00542B15AAAC}"/>
              </a:ext>
            </a:extLst>
          </p:cNvPr>
          <p:cNvSpPr txBox="1"/>
          <p:nvPr/>
        </p:nvSpPr>
        <p:spPr>
          <a:xfrm>
            <a:off x="9401865" y="4724975"/>
            <a:ext cx="2286000" cy="16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usso One" panose="02000503050000020004" pitchFamily="2" charset="0"/>
                <a:ea typeface="+mn-ea"/>
                <a:cs typeface="+mn-cs"/>
              </a:rPr>
              <a:t>Attendance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usso One" panose="02000503050000020004" pitchFamily="2" charset="0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300E25-904E-0D37-1611-FC28599EB0D6}"/>
              </a:ext>
            </a:extLst>
          </p:cNvPr>
          <p:cNvSpPr/>
          <p:nvPr/>
        </p:nvSpPr>
        <p:spPr>
          <a:xfrm>
            <a:off x="11154188" y="6078287"/>
            <a:ext cx="539496" cy="3383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BDBD269-B4A8-0DC0-A920-2B979AEDED1B}"/>
              </a:ext>
            </a:extLst>
          </p:cNvPr>
          <p:cNvSpPr/>
          <p:nvPr/>
        </p:nvSpPr>
        <p:spPr>
          <a:xfrm>
            <a:off x="8058150" y="2057400"/>
            <a:ext cx="457200" cy="1817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4DA574B0-86EB-1343-47A4-2E89B93795EB}"/>
              </a:ext>
            </a:extLst>
          </p:cNvPr>
          <p:cNvSpPr/>
          <p:nvPr/>
        </p:nvSpPr>
        <p:spPr>
          <a:xfrm rot="10800000">
            <a:off x="6036300" y="2052349"/>
            <a:ext cx="457200" cy="1817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2D517DA-EE87-DD83-C42B-36CB2AF89C30}"/>
              </a:ext>
            </a:extLst>
          </p:cNvPr>
          <p:cNvSpPr/>
          <p:nvPr/>
        </p:nvSpPr>
        <p:spPr>
          <a:xfrm>
            <a:off x="5372950" y="5121547"/>
            <a:ext cx="457200" cy="18173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8FEC7F70-09E2-0170-36D2-DD906EE16B31}"/>
              </a:ext>
            </a:extLst>
          </p:cNvPr>
          <p:cNvSpPr/>
          <p:nvPr/>
        </p:nvSpPr>
        <p:spPr>
          <a:xfrm rot="10800000">
            <a:off x="3047994" y="5122110"/>
            <a:ext cx="457200" cy="181737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, toy, doll&#10;&#10;Description automatically generated">
            <a:extLst>
              <a:ext uri="{FF2B5EF4-FFF2-40B4-BE49-F238E27FC236}">
                <a16:creationId xmlns:a16="http://schemas.microsoft.com/office/drawing/2014/main" id="{203C388D-4309-4BF6-7377-ECE9177DC2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76"/>
          <a:stretch/>
        </p:blipFill>
        <p:spPr>
          <a:xfrm>
            <a:off x="8949567" y="4183614"/>
            <a:ext cx="2350306" cy="229691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6B163C4-C6F2-5DA6-20E3-DF957D9A1A5F}"/>
              </a:ext>
            </a:extLst>
          </p:cNvPr>
          <p:cNvGrpSpPr/>
          <p:nvPr/>
        </p:nvGrpSpPr>
        <p:grpSpPr>
          <a:xfrm>
            <a:off x="5216631" y="4057596"/>
            <a:ext cx="3327024" cy="2342916"/>
            <a:chOff x="4071321" y="4149959"/>
            <a:chExt cx="3327024" cy="23429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474660-A064-127A-FF92-2FF862734A63}"/>
                </a:ext>
              </a:extLst>
            </p:cNvPr>
            <p:cNvSpPr txBox="1"/>
            <p:nvPr/>
          </p:nvSpPr>
          <p:spPr>
            <a:xfrm>
              <a:off x="4163704" y="4149959"/>
              <a:ext cx="3234641" cy="461665"/>
            </a:xfrm>
            <a:custGeom>
              <a:avLst/>
              <a:gdLst>
                <a:gd name="csX0" fmla="*/ 0 w 3234641"/>
                <a:gd name="csY0" fmla="*/ 0 h 461665"/>
                <a:gd name="csX1" fmla="*/ 603800 w 3234641"/>
                <a:gd name="csY1" fmla="*/ 0 h 461665"/>
                <a:gd name="csX2" fmla="*/ 1175253 w 3234641"/>
                <a:gd name="csY2" fmla="*/ 0 h 461665"/>
                <a:gd name="csX3" fmla="*/ 1746706 w 3234641"/>
                <a:gd name="csY3" fmla="*/ 0 h 461665"/>
                <a:gd name="csX4" fmla="*/ 2188774 w 3234641"/>
                <a:gd name="csY4" fmla="*/ 0 h 461665"/>
                <a:gd name="csX5" fmla="*/ 2663188 w 3234641"/>
                <a:gd name="csY5" fmla="*/ 0 h 461665"/>
                <a:gd name="csX6" fmla="*/ 3234641 w 3234641"/>
                <a:gd name="csY6" fmla="*/ 0 h 461665"/>
                <a:gd name="csX7" fmla="*/ 3234641 w 3234641"/>
                <a:gd name="csY7" fmla="*/ 461665 h 461665"/>
                <a:gd name="csX8" fmla="*/ 2695534 w 3234641"/>
                <a:gd name="csY8" fmla="*/ 461665 h 461665"/>
                <a:gd name="csX9" fmla="*/ 2253467 w 3234641"/>
                <a:gd name="csY9" fmla="*/ 461665 h 461665"/>
                <a:gd name="csX10" fmla="*/ 1811399 w 3234641"/>
                <a:gd name="csY10" fmla="*/ 461665 h 461665"/>
                <a:gd name="csX11" fmla="*/ 1239946 w 3234641"/>
                <a:gd name="csY11" fmla="*/ 461665 h 461665"/>
                <a:gd name="csX12" fmla="*/ 765532 w 3234641"/>
                <a:gd name="csY12" fmla="*/ 461665 h 461665"/>
                <a:gd name="csX13" fmla="*/ 0 w 3234641"/>
                <a:gd name="csY13" fmla="*/ 461665 h 461665"/>
                <a:gd name="csX14" fmla="*/ 0 w 3234641"/>
                <a:gd name="csY14" fmla="*/ 0 h 4616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234641" h="461665" fill="none" extrusionOk="0">
                  <a:moveTo>
                    <a:pt x="0" y="0"/>
                  </a:moveTo>
                  <a:cubicBezTo>
                    <a:pt x="295121" y="-37400"/>
                    <a:pt x="462921" y="29585"/>
                    <a:pt x="603800" y="0"/>
                  </a:cubicBezTo>
                  <a:cubicBezTo>
                    <a:pt x="744679" y="-29585"/>
                    <a:pt x="996907" y="31383"/>
                    <a:pt x="1175253" y="0"/>
                  </a:cubicBezTo>
                  <a:cubicBezTo>
                    <a:pt x="1353599" y="-31383"/>
                    <a:pt x="1466370" y="20207"/>
                    <a:pt x="1746706" y="0"/>
                  </a:cubicBezTo>
                  <a:cubicBezTo>
                    <a:pt x="2027042" y="-20207"/>
                    <a:pt x="1991755" y="21671"/>
                    <a:pt x="2188774" y="0"/>
                  </a:cubicBezTo>
                  <a:cubicBezTo>
                    <a:pt x="2385793" y="-21671"/>
                    <a:pt x="2547354" y="5368"/>
                    <a:pt x="2663188" y="0"/>
                  </a:cubicBezTo>
                  <a:cubicBezTo>
                    <a:pt x="2779022" y="-5368"/>
                    <a:pt x="2998201" y="52872"/>
                    <a:pt x="3234641" y="0"/>
                  </a:cubicBezTo>
                  <a:cubicBezTo>
                    <a:pt x="3276332" y="138604"/>
                    <a:pt x="3204503" y="291342"/>
                    <a:pt x="3234641" y="461665"/>
                  </a:cubicBezTo>
                  <a:cubicBezTo>
                    <a:pt x="2973207" y="504847"/>
                    <a:pt x="2889038" y="398165"/>
                    <a:pt x="2695534" y="461665"/>
                  </a:cubicBezTo>
                  <a:cubicBezTo>
                    <a:pt x="2502030" y="525165"/>
                    <a:pt x="2368953" y="448912"/>
                    <a:pt x="2253467" y="461665"/>
                  </a:cubicBezTo>
                  <a:cubicBezTo>
                    <a:pt x="2137981" y="474418"/>
                    <a:pt x="1976393" y="443468"/>
                    <a:pt x="1811399" y="461665"/>
                  </a:cubicBezTo>
                  <a:cubicBezTo>
                    <a:pt x="1646405" y="479862"/>
                    <a:pt x="1438533" y="442287"/>
                    <a:pt x="1239946" y="461665"/>
                  </a:cubicBezTo>
                  <a:cubicBezTo>
                    <a:pt x="1041359" y="481043"/>
                    <a:pt x="977064" y="408983"/>
                    <a:pt x="765532" y="461665"/>
                  </a:cubicBezTo>
                  <a:cubicBezTo>
                    <a:pt x="554000" y="514347"/>
                    <a:pt x="379680" y="432339"/>
                    <a:pt x="0" y="461665"/>
                  </a:cubicBezTo>
                  <a:cubicBezTo>
                    <a:pt x="-23612" y="333439"/>
                    <a:pt x="37761" y="122091"/>
                    <a:pt x="0" y="0"/>
                  </a:cubicBezTo>
                  <a:close/>
                </a:path>
                <a:path w="3234641" h="461665" stroke="0" extrusionOk="0">
                  <a:moveTo>
                    <a:pt x="0" y="0"/>
                  </a:moveTo>
                  <a:cubicBezTo>
                    <a:pt x="147994" y="-59197"/>
                    <a:pt x="402716" y="59142"/>
                    <a:pt x="506760" y="0"/>
                  </a:cubicBezTo>
                  <a:cubicBezTo>
                    <a:pt x="610804" y="-59142"/>
                    <a:pt x="773848" y="33796"/>
                    <a:pt x="948828" y="0"/>
                  </a:cubicBezTo>
                  <a:cubicBezTo>
                    <a:pt x="1123808" y="-33796"/>
                    <a:pt x="1324678" y="34541"/>
                    <a:pt x="1552628" y="0"/>
                  </a:cubicBezTo>
                  <a:cubicBezTo>
                    <a:pt x="1780578" y="-34541"/>
                    <a:pt x="1879162" y="47853"/>
                    <a:pt x="2059388" y="0"/>
                  </a:cubicBezTo>
                  <a:cubicBezTo>
                    <a:pt x="2239614" y="-47853"/>
                    <a:pt x="2357451" y="59667"/>
                    <a:pt x="2566149" y="0"/>
                  </a:cubicBezTo>
                  <a:cubicBezTo>
                    <a:pt x="2774847" y="-59667"/>
                    <a:pt x="3084194" y="41545"/>
                    <a:pt x="3234641" y="0"/>
                  </a:cubicBezTo>
                  <a:cubicBezTo>
                    <a:pt x="3256320" y="179957"/>
                    <a:pt x="3223640" y="253348"/>
                    <a:pt x="3234641" y="461665"/>
                  </a:cubicBezTo>
                  <a:cubicBezTo>
                    <a:pt x="3012399" y="509714"/>
                    <a:pt x="2868353" y="411602"/>
                    <a:pt x="2695534" y="461665"/>
                  </a:cubicBezTo>
                  <a:cubicBezTo>
                    <a:pt x="2522715" y="511728"/>
                    <a:pt x="2424425" y="456034"/>
                    <a:pt x="2253467" y="461665"/>
                  </a:cubicBezTo>
                  <a:cubicBezTo>
                    <a:pt x="2082509" y="467296"/>
                    <a:pt x="1960633" y="459021"/>
                    <a:pt x="1714360" y="461665"/>
                  </a:cubicBezTo>
                  <a:cubicBezTo>
                    <a:pt x="1468087" y="464309"/>
                    <a:pt x="1403706" y="412417"/>
                    <a:pt x="1175253" y="461665"/>
                  </a:cubicBezTo>
                  <a:cubicBezTo>
                    <a:pt x="946800" y="510913"/>
                    <a:pt x="865254" y="437915"/>
                    <a:pt x="668492" y="461665"/>
                  </a:cubicBezTo>
                  <a:cubicBezTo>
                    <a:pt x="471730" y="485415"/>
                    <a:pt x="291240" y="460900"/>
                    <a:pt x="0" y="461665"/>
                  </a:cubicBezTo>
                  <a:cubicBezTo>
                    <a:pt x="-30186" y="313245"/>
                    <a:pt x="31560" y="111239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Attendance Cheat Sheet</a:t>
              </a:r>
            </a:p>
          </p:txBody>
        </p:sp>
        <p:pic>
          <p:nvPicPr>
            <p:cNvPr id="12" name="Picture 11" descr="A picture containing text, first-aid kit&#10;&#10;Description automatically generated">
              <a:extLst>
                <a:ext uri="{FF2B5EF4-FFF2-40B4-BE49-F238E27FC236}">
                  <a16:creationId xmlns:a16="http://schemas.microsoft.com/office/drawing/2014/main" id="{DA3BE47C-A1C3-3223-53EE-E0C066875F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61" t="18230" r="24008" b="23728"/>
            <a:stretch/>
          </p:blipFill>
          <p:spPr>
            <a:xfrm>
              <a:off x="4071321" y="4902666"/>
              <a:ext cx="1617243" cy="1590209"/>
            </a:xfrm>
            <a:prstGeom prst="rect">
              <a:avLst/>
            </a:prstGeom>
          </p:spPr>
        </p:pic>
      </p:grpSp>
      <p:pic>
        <p:nvPicPr>
          <p:cNvPr id="15" name="Picture 14" descr="A logo of a book with a red circle and blue text&#10;&#10;Description automatically generated">
            <a:extLst>
              <a:ext uri="{FF2B5EF4-FFF2-40B4-BE49-F238E27FC236}">
                <a16:creationId xmlns:a16="http://schemas.microsoft.com/office/drawing/2014/main" id="{7CCBE3AB-9C12-3836-7FFA-72D36460BF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786" y="4611005"/>
            <a:ext cx="1650610" cy="180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0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  <p:bldP spid="10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95D3C-AE47-4932-C40B-0ADD3E2AF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Game Theory?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178B7-27BB-C708-E019-C66D7AD0E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E901B-6145-7E37-F21F-5D4EBAFA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28501A4-4036-4678-A465-596B7E1122B9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09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A177B-CD44-30E5-E5A3-45F82647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Jungle Treasure</a:t>
            </a:r>
          </a:p>
        </p:txBody>
      </p:sp>
      <p:pic>
        <p:nvPicPr>
          <p:cNvPr id="5" name="Picture 4" descr="Green, mossy forest with sunlight peeking in">
            <a:extLst>
              <a:ext uri="{FF2B5EF4-FFF2-40B4-BE49-F238E27FC236}">
                <a16:creationId xmlns:a16="http://schemas.microsoft.com/office/drawing/2014/main" id="{1BDCE66D-AB6C-CF22-56BD-9E6E17CD20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98" r="3234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26E07E-D356-1A21-54B3-A21B7C8468E5}"/>
              </a:ext>
            </a:extLst>
          </p:cNvPr>
          <p:cNvSpPr txBox="1"/>
          <p:nvPr/>
        </p:nvSpPr>
        <p:spPr>
          <a:xfrm>
            <a:off x="5297593" y="2506101"/>
            <a:ext cx="6251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</a:t>
            </a:r>
          </a:p>
          <a:p>
            <a:r>
              <a:rPr lang="en-US" dirty="0"/>
              <a:t>You and your friend stumble upon a treasure chest full of gold and diamonds in the jungle.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9C25E-7D83-B69E-26C8-F105E9064ADA}"/>
              </a:ext>
            </a:extLst>
          </p:cNvPr>
          <p:cNvSpPr txBox="1"/>
          <p:nvPr/>
        </p:nvSpPr>
        <p:spPr>
          <a:xfrm>
            <a:off x="5297593" y="3542297"/>
            <a:ext cx="6251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Problem</a:t>
            </a:r>
          </a:p>
          <a:p>
            <a:r>
              <a:rPr lang="en-US" dirty="0"/>
              <a:t>Both of you claim to have seen it first and feel entitled to the treasure.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2F3AD-4761-589F-B47F-863B2CCB5F72}"/>
              </a:ext>
            </a:extLst>
          </p:cNvPr>
          <p:cNvSpPr txBox="1"/>
          <p:nvPr/>
        </p:nvSpPr>
        <p:spPr>
          <a:xfrm>
            <a:off x="5297593" y="4601261"/>
            <a:ext cx="6251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excited and heated argument ensues with no resolution in sight.</a:t>
            </a:r>
          </a:p>
        </p:txBody>
      </p:sp>
      <p:pic>
        <p:nvPicPr>
          <p:cNvPr id="12" name="Picture 11" descr="Cartoon of boys in a forest with a treasure chest&#10;&#10;Description automatically generated">
            <a:extLst>
              <a:ext uri="{FF2B5EF4-FFF2-40B4-BE49-F238E27FC236}">
                <a16:creationId xmlns:a16="http://schemas.microsoft.com/office/drawing/2014/main" id="{4A0F02C2-A201-54C2-D312-DF77D3F44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91" y="3222826"/>
            <a:ext cx="3635164" cy="36351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 descr="A person with a white beard and colorful turban surrounded by birds&#10;&#10;Description automatically generated">
            <a:extLst>
              <a:ext uri="{FF2B5EF4-FFF2-40B4-BE49-F238E27FC236}">
                <a16:creationId xmlns:a16="http://schemas.microsoft.com/office/drawing/2014/main" id="{7D849962-F8DD-1210-4006-66992AD08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38" y="94044"/>
            <a:ext cx="3082298" cy="308229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C658977-733A-2599-968F-72041780CB01}"/>
              </a:ext>
            </a:extLst>
          </p:cNvPr>
          <p:cNvSpPr txBox="1"/>
          <p:nvPr/>
        </p:nvSpPr>
        <p:spPr>
          <a:xfrm>
            <a:off x="5297593" y="5363667"/>
            <a:ext cx="6251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the Wise Old Man</a:t>
            </a:r>
          </a:p>
          <a:p>
            <a:r>
              <a:rPr lang="en-US" dirty="0"/>
              <a:t>A neutral observer offers to help resolve the conflict.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4ACA4A-4AF9-DA7E-7A5A-46E0E34A6EE8}"/>
              </a:ext>
            </a:extLst>
          </p:cNvPr>
          <p:cNvSpPr txBox="1"/>
          <p:nvPr/>
        </p:nvSpPr>
        <p:spPr>
          <a:xfrm>
            <a:off x="5297593" y="6121836"/>
            <a:ext cx="625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and your friend both agree to follow the old man’s advice.</a:t>
            </a:r>
          </a:p>
        </p:txBody>
      </p:sp>
    </p:spTree>
    <p:extLst>
      <p:ext uri="{BB962C8B-B14F-4D97-AF65-F5344CB8AC3E}">
        <p14:creationId xmlns:p14="http://schemas.microsoft.com/office/powerpoint/2010/main" val="182156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27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370D9-37F4-4010-AA8B-FE702C8AB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594F803-9645-13CF-BC64-DE9619ED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82B30D-3A7C-C6CD-91AD-64F88CBEE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Jungle Treasure</a:t>
            </a:r>
          </a:p>
        </p:txBody>
      </p:sp>
      <p:pic>
        <p:nvPicPr>
          <p:cNvPr id="5" name="Picture 4" descr="Green, mossy forest with sunlight peeking in">
            <a:extLst>
              <a:ext uri="{FF2B5EF4-FFF2-40B4-BE49-F238E27FC236}">
                <a16:creationId xmlns:a16="http://schemas.microsoft.com/office/drawing/2014/main" id="{053647CF-7E41-64B7-7EF0-EC6EFF3859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98" r="3234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A9582E21-A9D6-F41C-6618-3025C94BA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BA19D-7E90-FA04-0535-BECE1F39A9F9}"/>
              </a:ext>
            </a:extLst>
          </p:cNvPr>
          <p:cNvSpPr txBox="1"/>
          <p:nvPr/>
        </p:nvSpPr>
        <p:spPr>
          <a:xfrm>
            <a:off x="5297593" y="2506101"/>
            <a:ext cx="6251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Old Man’s Proposal</a:t>
            </a:r>
          </a:p>
          <a:p>
            <a:r>
              <a:rPr lang="en-US" dirty="0"/>
              <a:t>The old man gives each of you a flashcard and asks you to </a:t>
            </a:r>
            <a:r>
              <a:rPr lang="en-US" i="1" u="sng" dirty="0"/>
              <a:t>secretly</a:t>
            </a:r>
            <a:r>
              <a:rPr lang="en-US" dirty="0"/>
              <a:t> write down your decision for the treasure on the card.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11F8B-3FA7-CE37-0733-480125F47894}"/>
              </a:ext>
            </a:extLst>
          </p:cNvPr>
          <p:cNvSpPr txBox="1"/>
          <p:nvPr/>
        </p:nvSpPr>
        <p:spPr>
          <a:xfrm>
            <a:off x="5297593" y="3447492"/>
            <a:ext cx="6251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choose to—</a:t>
            </a:r>
          </a:p>
          <a:p>
            <a:pPr marL="342900" indent="-342900">
              <a:buAutoNum type="arabicPeriod"/>
            </a:pPr>
            <a:r>
              <a:rPr lang="en-US" dirty="0"/>
              <a:t>Write </a:t>
            </a:r>
            <a:r>
              <a:rPr lang="en-US" b="1" dirty="0"/>
              <a:t>SHARE</a:t>
            </a:r>
            <a:r>
              <a:rPr lang="en-US" dirty="0"/>
              <a:t> if you propose to split the treasure equally.</a:t>
            </a:r>
          </a:p>
          <a:p>
            <a:pPr marL="342900" indent="-342900">
              <a:buAutoNum type="arabicPeriod"/>
            </a:pPr>
            <a:r>
              <a:rPr lang="en-US" dirty="0"/>
              <a:t>Write </a:t>
            </a:r>
            <a:r>
              <a:rPr lang="en-US" b="1" dirty="0"/>
              <a:t>TAKE</a:t>
            </a:r>
            <a:r>
              <a:rPr lang="en-US" dirty="0"/>
              <a:t> if you claim the entire treasure for yourself.</a:t>
            </a:r>
          </a:p>
        </p:txBody>
      </p:sp>
      <p:pic>
        <p:nvPicPr>
          <p:cNvPr id="12" name="Picture 11" descr="Cartoon of boys in a forest with a treasure chest&#10;&#10;Description automatically generated">
            <a:extLst>
              <a:ext uri="{FF2B5EF4-FFF2-40B4-BE49-F238E27FC236}">
                <a16:creationId xmlns:a16="http://schemas.microsoft.com/office/drawing/2014/main" id="{130E796B-F144-6C01-4BE8-3B7312FEA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91" y="3222826"/>
            <a:ext cx="3635164" cy="36351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F475104-7984-4C0D-561F-87DE3765B8EB}"/>
              </a:ext>
            </a:extLst>
          </p:cNvPr>
          <p:cNvSpPr txBox="1"/>
          <p:nvPr/>
        </p:nvSpPr>
        <p:spPr>
          <a:xfrm>
            <a:off x="5297593" y="4503593"/>
            <a:ext cx="6251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Outcomes</a:t>
            </a:r>
            <a:r>
              <a:rPr lang="en-US" dirty="0"/>
              <a:t> (…after collecting the two cards)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dirty="0"/>
              <a:t>If both of you write </a:t>
            </a:r>
            <a:r>
              <a:rPr lang="en-US" b="1" dirty="0"/>
              <a:t>SHARE</a:t>
            </a:r>
            <a:r>
              <a:rPr lang="en-US" dirty="0"/>
              <a:t>, then the treasure is </a:t>
            </a:r>
            <a:r>
              <a:rPr lang="en-US" dirty="0">
                <a:solidFill>
                  <a:srgbClr val="0070C0"/>
                </a:solidFill>
              </a:rPr>
              <a:t>split equally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604B1-CEF5-9DAB-8E4B-FE2FC0C4672D}"/>
              </a:ext>
            </a:extLst>
          </p:cNvPr>
          <p:cNvSpPr txBox="1"/>
          <p:nvPr/>
        </p:nvSpPr>
        <p:spPr>
          <a:xfrm>
            <a:off x="5297593" y="6081555"/>
            <a:ext cx="6251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dirty="0"/>
              <a:t>If both of you write </a:t>
            </a:r>
            <a:r>
              <a:rPr lang="en-US" b="1" dirty="0"/>
              <a:t>TAKE</a:t>
            </a:r>
            <a:r>
              <a:rPr lang="en-US" dirty="0"/>
              <a:t>, you’ll each get only a </a:t>
            </a:r>
            <a:r>
              <a:rPr lang="en-US" dirty="0">
                <a:solidFill>
                  <a:srgbClr val="0070C0"/>
                </a:solidFill>
              </a:rPr>
              <a:t>quarter</a:t>
            </a:r>
            <a:r>
              <a:rPr lang="en-US" dirty="0"/>
              <a:t> of the treasure, and the wise old man keeps the remaining half.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C9471-81C2-D263-B3E0-3471B40ED99B}"/>
              </a:ext>
            </a:extLst>
          </p:cNvPr>
          <p:cNvSpPr txBox="1"/>
          <p:nvPr/>
        </p:nvSpPr>
        <p:spPr>
          <a:xfrm>
            <a:off x="5297593" y="5158225"/>
            <a:ext cx="6251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dirty="0"/>
              <a:t>If one writes </a:t>
            </a:r>
            <a:r>
              <a:rPr lang="en-US" b="1" dirty="0"/>
              <a:t>SHARE</a:t>
            </a:r>
            <a:r>
              <a:rPr lang="en-US" dirty="0"/>
              <a:t> and the other writes </a:t>
            </a:r>
            <a:r>
              <a:rPr lang="en-US" b="1" dirty="0"/>
              <a:t>TAKE</a:t>
            </a:r>
            <a:r>
              <a:rPr lang="en-US" dirty="0"/>
              <a:t>, the person who wrote </a:t>
            </a:r>
            <a:r>
              <a:rPr lang="en-US" b="1" dirty="0"/>
              <a:t>TAKE</a:t>
            </a:r>
            <a:r>
              <a:rPr lang="en-US" dirty="0"/>
              <a:t> gets the </a:t>
            </a:r>
            <a:r>
              <a:rPr lang="en-US" dirty="0">
                <a:solidFill>
                  <a:srgbClr val="0070C0"/>
                </a:solidFill>
              </a:rPr>
              <a:t>whole</a:t>
            </a:r>
            <a:r>
              <a:rPr lang="en-US" dirty="0"/>
              <a:t> treasure, while the one who wrote </a:t>
            </a:r>
            <a:r>
              <a:rPr lang="en-US" b="1" dirty="0"/>
              <a:t>SHARE</a:t>
            </a:r>
            <a:r>
              <a:rPr lang="en-US" dirty="0"/>
              <a:t> gets </a:t>
            </a:r>
            <a:r>
              <a:rPr lang="en-US" dirty="0">
                <a:solidFill>
                  <a:srgbClr val="0070C0"/>
                </a:solidFill>
              </a:rPr>
              <a:t>nothing</a:t>
            </a:r>
            <a:r>
              <a:rPr lang="en-US" dirty="0"/>
              <a:t>.</a:t>
            </a:r>
          </a:p>
        </p:txBody>
      </p:sp>
      <p:pic>
        <p:nvPicPr>
          <p:cNvPr id="11" name="Picture 10" descr="A person with a white beard and colorful turban surrounded by birds&#10;&#10;Description automatically generated">
            <a:extLst>
              <a:ext uri="{FF2B5EF4-FFF2-40B4-BE49-F238E27FC236}">
                <a16:creationId xmlns:a16="http://schemas.microsoft.com/office/drawing/2014/main" id="{1F55F742-B9E3-1297-40E7-65B371D3B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38" y="94044"/>
            <a:ext cx="3082298" cy="30822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8D44EB-2FE6-0622-F168-63B904133C5F}"/>
              </a:ext>
            </a:extLst>
          </p:cNvPr>
          <p:cNvSpPr/>
          <p:nvPr/>
        </p:nvSpPr>
        <p:spPr>
          <a:xfrm>
            <a:off x="5059612" y="4503593"/>
            <a:ext cx="6489091" cy="2224293"/>
          </a:xfrm>
          <a:custGeom>
            <a:avLst/>
            <a:gdLst>
              <a:gd name="csX0" fmla="*/ 0 w 6489091"/>
              <a:gd name="csY0" fmla="*/ 0 h 2224293"/>
              <a:gd name="csX1" fmla="*/ 525026 w 6489091"/>
              <a:gd name="csY1" fmla="*/ 0 h 2224293"/>
              <a:gd name="csX2" fmla="*/ 920271 w 6489091"/>
              <a:gd name="csY2" fmla="*/ 0 h 2224293"/>
              <a:gd name="csX3" fmla="*/ 1639970 w 6489091"/>
              <a:gd name="csY3" fmla="*/ 0 h 2224293"/>
              <a:gd name="csX4" fmla="*/ 2164997 w 6489091"/>
              <a:gd name="csY4" fmla="*/ 0 h 2224293"/>
              <a:gd name="csX5" fmla="*/ 2690023 w 6489091"/>
              <a:gd name="csY5" fmla="*/ 0 h 2224293"/>
              <a:gd name="csX6" fmla="*/ 3409722 w 6489091"/>
              <a:gd name="csY6" fmla="*/ 0 h 2224293"/>
              <a:gd name="csX7" fmla="*/ 3869858 w 6489091"/>
              <a:gd name="csY7" fmla="*/ 0 h 2224293"/>
              <a:gd name="csX8" fmla="*/ 4589557 w 6489091"/>
              <a:gd name="csY8" fmla="*/ 0 h 2224293"/>
              <a:gd name="csX9" fmla="*/ 5309256 w 6489091"/>
              <a:gd name="csY9" fmla="*/ 0 h 2224293"/>
              <a:gd name="csX10" fmla="*/ 5899174 w 6489091"/>
              <a:gd name="csY10" fmla="*/ 0 h 2224293"/>
              <a:gd name="csX11" fmla="*/ 6489091 w 6489091"/>
              <a:gd name="csY11" fmla="*/ 0 h 2224293"/>
              <a:gd name="csX12" fmla="*/ 6489091 w 6489091"/>
              <a:gd name="csY12" fmla="*/ 533830 h 2224293"/>
              <a:gd name="csX13" fmla="*/ 6489091 w 6489091"/>
              <a:gd name="csY13" fmla="*/ 1023175 h 2224293"/>
              <a:gd name="csX14" fmla="*/ 6489091 w 6489091"/>
              <a:gd name="csY14" fmla="*/ 1579248 h 2224293"/>
              <a:gd name="csX15" fmla="*/ 6489091 w 6489091"/>
              <a:gd name="csY15" fmla="*/ 2224293 h 2224293"/>
              <a:gd name="csX16" fmla="*/ 5899174 w 6489091"/>
              <a:gd name="csY16" fmla="*/ 2224293 h 2224293"/>
              <a:gd name="csX17" fmla="*/ 5179474 w 6489091"/>
              <a:gd name="csY17" fmla="*/ 2224293 h 2224293"/>
              <a:gd name="csX18" fmla="*/ 4589557 w 6489091"/>
              <a:gd name="csY18" fmla="*/ 2224293 h 2224293"/>
              <a:gd name="csX19" fmla="*/ 4194312 w 6489091"/>
              <a:gd name="csY19" fmla="*/ 2224293 h 2224293"/>
              <a:gd name="csX20" fmla="*/ 3734177 w 6489091"/>
              <a:gd name="csY20" fmla="*/ 2224293 h 2224293"/>
              <a:gd name="csX21" fmla="*/ 3014478 w 6489091"/>
              <a:gd name="csY21" fmla="*/ 2224293 h 2224293"/>
              <a:gd name="csX22" fmla="*/ 2424560 w 6489091"/>
              <a:gd name="csY22" fmla="*/ 2224293 h 2224293"/>
              <a:gd name="csX23" fmla="*/ 1964425 w 6489091"/>
              <a:gd name="csY23" fmla="*/ 2224293 h 2224293"/>
              <a:gd name="csX24" fmla="*/ 1374507 w 6489091"/>
              <a:gd name="csY24" fmla="*/ 2224293 h 2224293"/>
              <a:gd name="csX25" fmla="*/ 979263 w 6489091"/>
              <a:gd name="csY25" fmla="*/ 2224293 h 2224293"/>
              <a:gd name="csX26" fmla="*/ 584018 w 6489091"/>
              <a:gd name="csY26" fmla="*/ 2224293 h 2224293"/>
              <a:gd name="csX27" fmla="*/ 0 w 6489091"/>
              <a:gd name="csY27" fmla="*/ 2224293 h 2224293"/>
              <a:gd name="csX28" fmla="*/ 0 w 6489091"/>
              <a:gd name="csY28" fmla="*/ 1712706 h 2224293"/>
              <a:gd name="csX29" fmla="*/ 0 w 6489091"/>
              <a:gd name="csY29" fmla="*/ 1112147 h 2224293"/>
              <a:gd name="csX30" fmla="*/ 0 w 6489091"/>
              <a:gd name="csY30" fmla="*/ 578316 h 2224293"/>
              <a:gd name="csX31" fmla="*/ 0 w 6489091"/>
              <a:gd name="csY31" fmla="*/ 0 h 22242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6489091" h="2224293" extrusionOk="0">
                <a:moveTo>
                  <a:pt x="0" y="0"/>
                </a:moveTo>
                <a:cubicBezTo>
                  <a:pt x="226445" y="-3049"/>
                  <a:pt x="363114" y="14441"/>
                  <a:pt x="525026" y="0"/>
                </a:cubicBezTo>
                <a:cubicBezTo>
                  <a:pt x="686938" y="-14441"/>
                  <a:pt x="786139" y="18282"/>
                  <a:pt x="920271" y="0"/>
                </a:cubicBezTo>
                <a:cubicBezTo>
                  <a:pt x="1054404" y="-18282"/>
                  <a:pt x="1404568" y="82662"/>
                  <a:pt x="1639970" y="0"/>
                </a:cubicBezTo>
                <a:cubicBezTo>
                  <a:pt x="1875372" y="-82662"/>
                  <a:pt x="2047547" y="42265"/>
                  <a:pt x="2164997" y="0"/>
                </a:cubicBezTo>
                <a:cubicBezTo>
                  <a:pt x="2282447" y="-42265"/>
                  <a:pt x="2517971" y="53753"/>
                  <a:pt x="2690023" y="0"/>
                </a:cubicBezTo>
                <a:cubicBezTo>
                  <a:pt x="2862075" y="-53753"/>
                  <a:pt x="3115287" y="78751"/>
                  <a:pt x="3409722" y="0"/>
                </a:cubicBezTo>
                <a:cubicBezTo>
                  <a:pt x="3704157" y="-78751"/>
                  <a:pt x="3744949" y="52862"/>
                  <a:pt x="3869858" y="0"/>
                </a:cubicBezTo>
                <a:cubicBezTo>
                  <a:pt x="3994767" y="-52862"/>
                  <a:pt x="4345518" y="55399"/>
                  <a:pt x="4589557" y="0"/>
                </a:cubicBezTo>
                <a:cubicBezTo>
                  <a:pt x="4833596" y="-55399"/>
                  <a:pt x="4951056" y="11345"/>
                  <a:pt x="5309256" y="0"/>
                </a:cubicBezTo>
                <a:cubicBezTo>
                  <a:pt x="5667456" y="-11345"/>
                  <a:pt x="5755762" y="9366"/>
                  <a:pt x="5899174" y="0"/>
                </a:cubicBezTo>
                <a:cubicBezTo>
                  <a:pt x="6042586" y="-9366"/>
                  <a:pt x="6284772" y="63924"/>
                  <a:pt x="6489091" y="0"/>
                </a:cubicBezTo>
                <a:cubicBezTo>
                  <a:pt x="6532617" y="151247"/>
                  <a:pt x="6426245" y="411699"/>
                  <a:pt x="6489091" y="533830"/>
                </a:cubicBezTo>
                <a:cubicBezTo>
                  <a:pt x="6551937" y="655961"/>
                  <a:pt x="6442810" y="820324"/>
                  <a:pt x="6489091" y="1023175"/>
                </a:cubicBezTo>
                <a:cubicBezTo>
                  <a:pt x="6535372" y="1226026"/>
                  <a:pt x="6472168" y="1441337"/>
                  <a:pt x="6489091" y="1579248"/>
                </a:cubicBezTo>
                <a:cubicBezTo>
                  <a:pt x="6506014" y="1717159"/>
                  <a:pt x="6481971" y="1916450"/>
                  <a:pt x="6489091" y="2224293"/>
                </a:cubicBezTo>
                <a:cubicBezTo>
                  <a:pt x="6336546" y="2255928"/>
                  <a:pt x="6188626" y="2179071"/>
                  <a:pt x="5899174" y="2224293"/>
                </a:cubicBezTo>
                <a:cubicBezTo>
                  <a:pt x="5609722" y="2269515"/>
                  <a:pt x="5350938" y="2196661"/>
                  <a:pt x="5179474" y="2224293"/>
                </a:cubicBezTo>
                <a:cubicBezTo>
                  <a:pt x="5008010" y="2251925"/>
                  <a:pt x="4825771" y="2161930"/>
                  <a:pt x="4589557" y="2224293"/>
                </a:cubicBezTo>
                <a:cubicBezTo>
                  <a:pt x="4353343" y="2286656"/>
                  <a:pt x="4356884" y="2196732"/>
                  <a:pt x="4194312" y="2224293"/>
                </a:cubicBezTo>
                <a:cubicBezTo>
                  <a:pt x="4031740" y="2251854"/>
                  <a:pt x="3929943" y="2219783"/>
                  <a:pt x="3734177" y="2224293"/>
                </a:cubicBezTo>
                <a:cubicBezTo>
                  <a:pt x="3538412" y="2228803"/>
                  <a:pt x="3226367" y="2179993"/>
                  <a:pt x="3014478" y="2224293"/>
                </a:cubicBezTo>
                <a:cubicBezTo>
                  <a:pt x="2802589" y="2268593"/>
                  <a:pt x="2696235" y="2193203"/>
                  <a:pt x="2424560" y="2224293"/>
                </a:cubicBezTo>
                <a:cubicBezTo>
                  <a:pt x="2152885" y="2255383"/>
                  <a:pt x="2082858" y="2202803"/>
                  <a:pt x="1964425" y="2224293"/>
                </a:cubicBezTo>
                <a:cubicBezTo>
                  <a:pt x="1845992" y="2245783"/>
                  <a:pt x="1610270" y="2164589"/>
                  <a:pt x="1374507" y="2224293"/>
                </a:cubicBezTo>
                <a:cubicBezTo>
                  <a:pt x="1138744" y="2283997"/>
                  <a:pt x="1110726" y="2191189"/>
                  <a:pt x="979263" y="2224293"/>
                </a:cubicBezTo>
                <a:cubicBezTo>
                  <a:pt x="847800" y="2257397"/>
                  <a:pt x="704531" y="2191154"/>
                  <a:pt x="584018" y="2224293"/>
                </a:cubicBezTo>
                <a:cubicBezTo>
                  <a:pt x="463506" y="2257432"/>
                  <a:pt x="249013" y="2177569"/>
                  <a:pt x="0" y="2224293"/>
                </a:cubicBezTo>
                <a:cubicBezTo>
                  <a:pt x="-30369" y="2034065"/>
                  <a:pt x="24765" y="1816286"/>
                  <a:pt x="0" y="1712706"/>
                </a:cubicBezTo>
                <a:cubicBezTo>
                  <a:pt x="-24765" y="1609126"/>
                  <a:pt x="22678" y="1328717"/>
                  <a:pt x="0" y="1112147"/>
                </a:cubicBezTo>
                <a:cubicBezTo>
                  <a:pt x="-22678" y="895577"/>
                  <a:pt x="55782" y="700918"/>
                  <a:pt x="0" y="578316"/>
                </a:cubicBezTo>
                <a:cubicBezTo>
                  <a:pt x="-55782" y="455714"/>
                  <a:pt x="40700" y="127614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4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7" grpId="0"/>
      <p:bldP spid="9" grpId="0"/>
      <p:bldP spid="10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FD50B-39FA-1F09-A2AD-66F3F982E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73B139-F924-3498-607B-B73FADA12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5390F-F088-D243-8525-D311F0002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Jungle Treasure</a:t>
            </a:r>
          </a:p>
        </p:txBody>
      </p:sp>
      <p:pic>
        <p:nvPicPr>
          <p:cNvPr id="5" name="Picture 4" descr="Green, mossy forest with sunlight peeking in">
            <a:extLst>
              <a:ext uri="{FF2B5EF4-FFF2-40B4-BE49-F238E27FC236}">
                <a16:creationId xmlns:a16="http://schemas.microsoft.com/office/drawing/2014/main" id="{58BB8377-442D-6F6F-83D5-D85049C1F6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98" r="3234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403BA765-FF6F-18A6-5FA2-BF2E7B8DB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5757F-051E-16E5-2ACA-937B8DF50272}"/>
              </a:ext>
            </a:extLst>
          </p:cNvPr>
          <p:cNvSpPr txBox="1"/>
          <p:nvPr/>
        </p:nvSpPr>
        <p:spPr>
          <a:xfrm>
            <a:off x="6066601" y="2534137"/>
            <a:ext cx="2592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YOUR TURN</a:t>
            </a:r>
            <a:endParaRPr lang="en-US" sz="3600" dirty="0"/>
          </a:p>
        </p:txBody>
      </p:sp>
      <p:pic>
        <p:nvPicPr>
          <p:cNvPr id="12" name="Picture 11" descr="Cartoon of boys in a forest with a treasure chest&#10;&#10;Description automatically generated">
            <a:extLst>
              <a:ext uri="{FF2B5EF4-FFF2-40B4-BE49-F238E27FC236}">
                <a16:creationId xmlns:a16="http://schemas.microsoft.com/office/drawing/2014/main" id="{BB332241-7B51-7AAB-179D-DB5EA04D6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91" y="3222826"/>
            <a:ext cx="3635164" cy="36351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A person with a white beard and colorful turban surrounded by birds&#10;&#10;Description automatically generated">
            <a:extLst>
              <a:ext uri="{FF2B5EF4-FFF2-40B4-BE49-F238E27FC236}">
                <a16:creationId xmlns:a16="http://schemas.microsoft.com/office/drawing/2014/main" id="{F034B4F1-9F82-380D-3A09-34E443A9C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38" y="94044"/>
            <a:ext cx="3082298" cy="308229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FFEA453-4CF8-41D7-D06D-F144E1C03009}"/>
              </a:ext>
            </a:extLst>
          </p:cNvPr>
          <p:cNvGrpSpPr/>
          <p:nvPr/>
        </p:nvGrpSpPr>
        <p:grpSpPr>
          <a:xfrm>
            <a:off x="5297593" y="4503593"/>
            <a:ext cx="6251110" cy="2224293"/>
            <a:chOff x="5297593" y="4503593"/>
            <a:chExt cx="6251110" cy="222429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3C24C85-8CF4-8737-1F44-1BBBE484C7EF}"/>
                </a:ext>
              </a:extLst>
            </p:cNvPr>
            <p:cNvSpPr txBox="1"/>
            <p:nvPr/>
          </p:nvSpPr>
          <p:spPr>
            <a:xfrm>
              <a:off x="5297593" y="4503593"/>
              <a:ext cx="6251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The Outcomes </a:t>
              </a:r>
              <a:r>
                <a:rPr lang="en-US" dirty="0"/>
                <a:t>(…after collecting the two cards)</a:t>
              </a:r>
              <a:endParaRPr lang="en-US" b="1" dirty="0"/>
            </a:p>
            <a:p>
              <a:pPr marL="342900" indent="-342900">
                <a:buAutoNum type="arabicPeriod"/>
              </a:pPr>
              <a:r>
                <a:rPr lang="en-US" dirty="0"/>
                <a:t>If both of you write </a:t>
              </a:r>
              <a:r>
                <a:rPr lang="en-US" b="1" dirty="0"/>
                <a:t>SHARE</a:t>
              </a:r>
              <a:r>
                <a:rPr lang="en-US" dirty="0"/>
                <a:t>, then the treasure is </a:t>
              </a:r>
              <a:r>
                <a:rPr lang="en-US" dirty="0">
                  <a:solidFill>
                    <a:srgbClr val="0070C0"/>
                  </a:solidFill>
                </a:rPr>
                <a:t>split equally</a:t>
              </a:r>
              <a:r>
                <a:rPr lang="en-US" dirty="0"/>
                <a:t>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F7905DA-524F-BE0D-4D7F-258C5FDA593E}"/>
                </a:ext>
              </a:extLst>
            </p:cNvPr>
            <p:cNvSpPr txBox="1"/>
            <p:nvPr/>
          </p:nvSpPr>
          <p:spPr>
            <a:xfrm>
              <a:off x="5297593" y="6081555"/>
              <a:ext cx="6251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3"/>
              </a:pPr>
              <a:r>
                <a:rPr lang="en-US" dirty="0"/>
                <a:t>If both of you write </a:t>
              </a:r>
              <a:r>
                <a:rPr lang="en-US" b="1" dirty="0"/>
                <a:t>TAKE</a:t>
              </a:r>
              <a:r>
                <a:rPr lang="en-US" dirty="0"/>
                <a:t>, you’ll each get only a </a:t>
              </a:r>
              <a:r>
                <a:rPr lang="en-US" dirty="0">
                  <a:solidFill>
                    <a:srgbClr val="0070C0"/>
                  </a:solidFill>
                </a:rPr>
                <a:t>quarter</a:t>
              </a:r>
              <a:r>
                <a:rPr lang="en-US" dirty="0"/>
                <a:t> of the treasure, and the wise old man keeps the remaining half.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96E582-F697-DDB1-B757-EDAA823B42E4}"/>
                </a:ext>
              </a:extLst>
            </p:cNvPr>
            <p:cNvSpPr txBox="1"/>
            <p:nvPr/>
          </p:nvSpPr>
          <p:spPr>
            <a:xfrm>
              <a:off x="5297593" y="5158225"/>
              <a:ext cx="62511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lang="en-US" dirty="0"/>
                <a:t>If one writes </a:t>
              </a:r>
              <a:r>
                <a:rPr lang="en-US" b="1" dirty="0"/>
                <a:t>SHARE</a:t>
              </a:r>
              <a:r>
                <a:rPr lang="en-US" dirty="0"/>
                <a:t> and the other writes </a:t>
              </a:r>
              <a:r>
                <a:rPr lang="en-US" b="1" dirty="0"/>
                <a:t>TAKE</a:t>
              </a:r>
              <a:r>
                <a:rPr lang="en-US" dirty="0"/>
                <a:t>, the person who wrote </a:t>
              </a:r>
              <a:r>
                <a:rPr lang="en-US" b="1" dirty="0"/>
                <a:t>TAKE</a:t>
              </a:r>
              <a:r>
                <a:rPr lang="en-US" dirty="0"/>
                <a:t> gets the </a:t>
              </a:r>
              <a:r>
                <a:rPr lang="en-US" dirty="0">
                  <a:solidFill>
                    <a:srgbClr val="0070C0"/>
                  </a:solidFill>
                </a:rPr>
                <a:t>whole</a:t>
              </a:r>
              <a:r>
                <a:rPr lang="en-US" dirty="0"/>
                <a:t> treasure, while the one who wrote </a:t>
              </a:r>
              <a:r>
                <a:rPr lang="en-US" b="1" dirty="0"/>
                <a:t>SHARE</a:t>
              </a:r>
              <a:r>
                <a:rPr lang="en-US" dirty="0"/>
                <a:t> gets </a:t>
              </a:r>
              <a:r>
                <a:rPr lang="en-US" dirty="0">
                  <a:solidFill>
                    <a:srgbClr val="0070C0"/>
                  </a:solidFill>
                </a:rPr>
                <a:t>nothing</a:t>
              </a:r>
              <a:r>
                <a:rPr lang="en-US" dirty="0"/>
                <a:t>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67B0860-8077-EFE7-F685-0B085D4495E7}"/>
              </a:ext>
            </a:extLst>
          </p:cNvPr>
          <p:cNvSpPr txBox="1">
            <a:spLocks noChangeAspect="1"/>
          </p:cNvSpPr>
          <p:nvPr/>
        </p:nvSpPr>
        <p:spPr>
          <a:xfrm>
            <a:off x="4619722" y="130114"/>
            <a:ext cx="2743200" cy="1200329"/>
          </a:xfrm>
          <a:custGeom>
            <a:avLst/>
            <a:gdLst>
              <a:gd name="csX0" fmla="*/ 0 w 2743200"/>
              <a:gd name="csY0" fmla="*/ 0 h 1200329"/>
              <a:gd name="csX1" fmla="*/ 521208 w 2743200"/>
              <a:gd name="csY1" fmla="*/ 0 h 1200329"/>
              <a:gd name="csX2" fmla="*/ 987552 w 2743200"/>
              <a:gd name="csY2" fmla="*/ 0 h 1200329"/>
              <a:gd name="csX3" fmla="*/ 1481328 w 2743200"/>
              <a:gd name="csY3" fmla="*/ 0 h 1200329"/>
              <a:gd name="csX4" fmla="*/ 2057400 w 2743200"/>
              <a:gd name="csY4" fmla="*/ 0 h 1200329"/>
              <a:gd name="csX5" fmla="*/ 2743200 w 2743200"/>
              <a:gd name="csY5" fmla="*/ 0 h 1200329"/>
              <a:gd name="csX6" fmla="*/ 2743200 w 2743200"/>
              <a:gd name="csY6" fmla="*/ 376103 h 1200329"/>
              <a:gd name="csX7" fmla="*/ 2743200 w 2743200"/>
              <a:gd name="csY7" fmla="*/ 740203 h 1200329"/>
              <a:gd name="csX8" fmla="*/ 2743200 w 2743200"/>
              <a:gd name="csY8" fmla="*/ 1200329 h 1200329"/>
              <a:gd name="csX9" fmla="*/ 2194560 w 2743200"/>
              <a:gd name="csY9" fmla="*/ 1200329 h 1200329"/>
              <a:gd name="csX10" fmla="*/ 1700784 w 2743200"/>
              <a:gd name="csY10" fmla="*/ 1200329 h 1200329"/>
              <a:gd name="csX11" fmla="*/ 1097280 w 2743200"/>
              <a:gd name="csY11" fmla="*/ 1200329 h 1200329"/>
              <a:gd name="csX12" fmla="*/ 576072 w 2743200"/>
              <a:gd name="csY12" fmla="*/ 1200329 h 1200329"/>
              <a:gd name="csX13" fmla="*/ 0 w 2743200"/>
              <a:gd name="csY13" fmla="*/ 1200329 h 1200329"/>
              <a:gd name="csX14" fmla="*/ 0 w 2743200"/>
              <a:gd name="csY14" fmla="*/ 788216 h 1200329"/>
              <a:gd name="csX15" fmla="*/ 0 w 2743200"/>
              <a:gd name="csY15" fmla="*/ 400110 h 1200329"/>
              <a:gd name="csX16" fmla="*/ 0 w 2743200"/>
              <a:gd name="csY16" fmla="*/ 0 h 120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743200" h="1200329" fill="none" extrusionOk="0">
                <a:moveTo>
                  <a:pt x="0" y="0"/>
                </a:moveTo>
                <a:cubicBezTo>
                  <a:pt x="143356" y="-1679"/>
                  <a:pt x="403279" y="49694"/>
                  <a:pt x="521208" y="0"/>
                </a:cubicBezTo>
                <a:cubicBezTo>
                  <a:pt x="639137" y="-49694"/>
                  <a:pt x="828592" y="39297"/>
                  <a:pt x="987552" y="0"/>
                </a:cubicBezTo>
                <a:cubicBezTo>
                  <a:pt x="1146512" y="-39297"/>
                  <a:pt x="1262241" y="42672"/>
                  <a:pt x="1481328" y="0"/>
                </a:cubicBezTo>
                <a:cubicBezTo>
                  <a:pt x="1700415" y="-42672"/>
                  <a:pt x="1843029" y="57849"/>
                  <a:pt x="2057400" y="0"/>
                </a:cubicBezTo>
                <a:cubicBezTo>
                  <a:pt x="2271771" y="-57849"/>
                  <a:pt x="2410452" y="43477"/>
                  <a:pt x="2743200" y="0"/>
                </a:cubicBezTo>
                <a:cubicBezTo>
                  <a:pt x="2757367" y="169149"/>
                  <a:pt x="2700294" y="219373"/>
                  <a:pt x="2743200" y="376103"/>
                </a:cubicBezTo>
                <a:cubicBezTo>
                  <a:pt x="2786106" y="532833"/>
                  <a:pt x="2712564" y="599246"/>
                  <a:pt x="2743200" y="740203"/>
                </a:cubicBezTo>
                <a:cubicBezTo>
                  <a:pt x="2773836" y="881160"/>
                  <a:pt x="2699270" y="1059557"/>
                  <a:pt x="2743200" y="1200329"/>
                </a:cubicBezTo>
                <a:cubicBezTo>
                  <a:pt x="2623402" y="1258230"/>
                  <a:pt x="2449129" y="1179354"/>
                  <a:pt x="2194560" y="1200329"/>
                </a:cubicBezTo>
                <a:cubicBezTo>
                  <a:pt x="1939991" y="1221304"/>
                  <a:pt x="1851356" y="1156272"/>
                  <a:pt x="1700784" y="1200329"/>
                </a:cubicBezTo>
                <a:cubicBezTo>
                  <a:pt x="1550212" y="1244386"/>
                  <a:pt x="1246655" y="1186143"/>
                  <a:pt x="1097280" y="1200329"/>
                </a:cubicBezTo>
                <a:cubicBezTo>
                  <a:pt x="947905" y="1214515"/>
                  <a:pt x="696935" y="1194342"/>
                  <a:pt x="576072" y="1200329"/>
                </a:cubicBezTo>
                <a:cubicBezTo>
                  <a:pt x="455209" y="1206316"/>
                  <a:pt x="189603" y="1174524"/>
                  <a:pt x="0" y="1200329"/>
                </a:cubicBezTo>
                <a:cubicBezTo>
                  <a:pt x="-36570" y="1073116"/>
                  <a:pt x="11" y="923213"/>
                  <a:pt x="0" y="788216"/>
                </a:cubicBezTo>
                <a:cubicBezTo>
                  <a:pt x="-11" y="653219"/>
                  <a:pt x="24973" y="546784"/>
                  <a:pt x="0" y="400110"/>
                </a:cubicBezTo>
                <a:cubicBezTo>
                  <a:pt x="-24973" y="253436"/>
                  <a:pt x="17867" y="124798"/>
                  <a:pt x="0" y="0"/>
                </a:cubicBezTo>
                <a:close/>
              </a:path>
              <a:path w="2743200" h="1200329" stroke="0" extrusionOk="0">
                <a:moveTo>
                  <a:pt x="0" y="0"/>
                </a:moveTo>
                <a:cubicBezTo>
                  <a:pt x="229318" y="-6392"/>
                  <a:pt x="401789" y="18958"/>
                  <a:pt x="521208" y="0"/>
                </a:cubicBezTo>
                <a:cubicBezTo>
                  <a:pt x="640627" y="-18958"/>
                  <a:pt x="889635" y="51740"/>
                  <a:pt x="987552" y="0"/>
                </a:cubicBezTo>
                <a:cubicBezTo>
                  <a:pt x="1085469" y="-51740"/>
                  <a:pt x="1389405" y="33160"/>
                  <a:pt x="1591056" y="0"/>
                </a:cubicBezTo>
                <a:cubicBezTo>
                  <a:pt x="1792707" y="-33160"/>
                  <a:pt x="1962286" y="57170"/>
                  <a:pt x="2112264" y="0"/>
                </a:cubicBezTo>
                <a:cubicBezTo>
                  <a:pt x="2262242" y="-57170"/>
                  <a:pt x="2440659" y="58656"/>
                  <a:pt x="2743200" y="0"/>
                </a:cubicBezTo>
                <a:cubicBezTo>
                  <a:pt x="2758969" y="122159"/>
                  <a:pt x="2714385" y="286271"/>
                  <a:pt x="2743200" y="424116"/>
                </a:cubicBezTo>
                <a:cubicBezTo>
                  <a:pt x="2772015" y="561961"/>
                  <a:pt x="2730867" y="650178"/>
                  <a:pt x="2743200" y="824226"/>
                </a:cubicBezTo>
                <a:cubicBezTo>
                  <a:pt x="2755533" y="998274"/>
                  <a:pt x="2715684" y="1018621"/>
                  <a:pt x="2743200" y="1200329"/>
                </a:cubicBezTo>
                <a:cubicBezTo>
                  <a:pt x="2628075" y="1235271"/>
                  <a:pt x="2354068" y="1199567"/>
                  <a:pt x="2249424" y="1200329"/>
                </a:cubicBezTo>
                <a:cubicBezTo>
                  <a:pt x="2144780" y="1201091"/>
                  <a:pt x="1821866" y="1183304"/>
                  <a:pt x="1700784" y="1200329"/>
                </a:cubicBezTo>
                <a:cubicBezTo>
                  <a:pt x="1579702" y="1217354"/>
                  <a:pt x="1311942" y="1179197"/>
                  <a:pt x="1152144" y="1200329"/>
                </a:cubicBezTo>
                <a:cubicBezTo>
                  <a:pt x="992346" y="1221461"/>
                  <a:pt x="762841" y="1181747"/>
                  <a:pt x="630936" y="1200329"/>
                </a:cubicBezTo>
                <a:cubicBezTo>
                  <a:pt x="499031" y="1218911"/>
                  <a:pt x="242962" y="1190931"/>
                  <a:pt x="0" y="1200329"/>
                </a:cubicBezTo>
                <a:cubicBezTo>
                  <a:pt x="-50310" y="1067409"/>
                  <a:pt x="23771" y="957076"/>
                  <a:pt x="0" y="776213"/>
                </a:cubicBezTo>
                <a:cubicBezTo>
                  <a:pt x="-23771" y="595350"/>
                  <a:pt x="24572" y="550718"/>
                  <a:pt x="0" y="352097"/>
                </a:cubicBezTo>
                <a:cubicBezTo>
                  <a:pt x="-24572" y="153476"/>
                  <a:pt x="2515" y="110124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SHARE</a:t>
            </a:r>
          </a:p>
          <a:p>
            <a:pPr algn="ctr"/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36A40-4664-765C-11A8-DA8891268764}"/>
              </a:ext>
            </a:extLst>
          </p:cNvPr>
          <p:cNvSpPr txBox="1">
            <a:spLocks noChangeAspect="1"/>
          </p:cNvSpPr>
          <p:nvPr/>
        </p:nvSpPr>
        <p:spPr>
          <a:xfrm>
            <a:off x="8394192" y="173929"/>
            <a:ext cx="2743200" cy="1200329"/>
          </a:xfrm>
          <a:custGeom>
            <a:avLst/>
            <a:gdLst>
              <a:gd name="csX0" fmla="*/ 0 w 2743200"/>
              <a:gd name="csY0" fmla="*/ 0 h 1200329"/>
              <a:gd name="csX1" fmla="*/ 521208 w 2743200"/>
              <a:gd name="csY1" fmla="*/ 0 h 1200329"/>
              <a:gd name="csX2" fmla="*/ 987552 w 2743200"/>
              <a:gd name="csY2" fmla="*/ 0 h 1200329"/>
              <a:gd name="csX3" fmla="*/ 1481328 w 2743200"/>
              <a:gd name="csY3" fmla="*/ 0 h 1200329"/>
              <a:gd name="csX4" fmla="*/ 2057400 w 2743200"/>
              <a:gd name="csY4" fmla="*/ 0 h 1200329"/>
              <a:gd name="csX5" fmla="*/ 2743200 w 2743200"/>
              <a:gd name="csY5" fmla="*/ 0 h 1200329"/>
              <a:gd name="csX6" fmla="*/ 2743200 w 2743200"/>
              <a:gd name="csY6" fmla="*/ 376103 h 1200329"/>
              <a:gd name="csX7" fmla="*/ 2743200 w 2743200"/>
              <a:gd name="csY7" fmla="*/ 740203 h 1200329"/>
              <a:gd name="csX8" fmla="*/ 2743200 w 2743200"/>
              <a:gd name="csY8" fmla="*/ 1200329 h 1200329"/>
              <a:gd name="csX9" fmla="*/ 2194560 w 2743200"/>
              <a:gd name="csY9" fmla="*/ 1200329 h 1200329"/>
              <a:gd name="csX10" fmla="*/ 1700784 w 2743200"/>
              <a:gd name="csY10" fmla="*/ 1200329 h 1200329"/>
              <a:gd name="csX11" fmla="*/ 1097280 w 2743200"/>
              <a:gd name="csY11" fmla="*/ 1200329 h 1200329"/>
              <a:gd name="csX12" fmla="*/ 576072 w 2743200"/>
              <a:gd name="csY12" fmla="*/ 1200329 h 1200329"/>
              <a:gd name="csX13" fmla="*/ 0 w 2743200"/>
              <a:gd name="csY13" fmla="*/ 1200329 h 1200329"/>
              <a:gd name="csX14" fmla="*/ 0 w 2743200"/>
              <a:gd name="csY14" fmla="*/ 788216 h 1200329"/>
              <a:gd name="csX15" fmla="*/ 0 w 2743200"/>
              <a:gd name="csY15" fmla="*/ 400110 h 1200329"/>
              <a:gd name="csX16" fmla="*/ 0 w 2743200"/>
              <a:gd name="csY16" fmla="*/ 0 h 120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743200" h="1200329" fill="none" extrusionOk="0">
                <a:moveTo>
                  <a:pt x="0" y="0"/>
                </a:moveTo>
                <a:cubicBezTo>
                  <a:pt x="143356" y="-1679"/>
                  <a:pt x="403279" y="49694"/>
                  <a:pt x="521208" y="0"/>
                </a:cubicBezTo>
                <a:cubicBezTo>
                  <a:pt x="639137" y="-49694"/>
                  <a:pt x="828592" y="39297"/>
                  <a:pt x="987552" y="0"/>
                </a:cubicBezTo>
                <a:cubicBezTo>
                  <a:pt x="1146512" y="-39297"/>
                  <a:pt x="1262241" y="42672"/>
                  <a:pt x="1481328" y="0"/>
                </a:cubicBezTo>
                <a:cubicBezTo>
                  <a:pt x="1700415" y="-42672"/>
                  <a:pt x="1843029" y="57849"/>
                  <a:pt x="2057400" y="0"/>
                </a:cubicBezTo>
                <a:cubicBezTo>
                  <a:pt x="2271771" y="-57849"/>
                  <a:pt x="2410452" y="43477"/>
                  <a:pt x="2743200" y="0"/>
                </a:cubicBezTo>
                <a:cubicBezTo>
                  <a:pt x="2757367" y="169149"/>
                  <a:pt x="2700294" y="219373"/>
                  <a:pt x="2743200" y="376103"/>
                </a:cubicBezTo>
                <a:cubicBezTo>
                  <a:pt x="2786106" y="532833"/>
                  <a:pt x="2712564" y="599246"/>
                  <a:pt x="2743200" y="740203"/>
                </a:cubicBezTo>
                <a:cubicBezTo>
                  <a:pt x="2773836" y="881160"/>
                  <a:pt x="2699270" y="1059557"/>
                  <a:pt x="2743200" y="1200329"/>
                </a:cubicBezTo>
                <a:cubicBezTo>
                  <a:pt x="2623402" y="1258230"/>
                  <a:pt x="2449129" y="1179354"/>
                  <a:pt x="2194560" y="1200329"/>
                </a:cubicBezTo>
                <a:cubicBezTo>
                  <a:pt x="1939991" y="1221304"/>
                  <a:pt x="1851356" y="1156272"/>
                  <a:pt x="1700784" y="1200329"/>
                </a:cubicBezTo>
                <a:cubicBezTo>
                  <a:pt x="1550212" y="1244386"/>
                  <a:pt x="1246655" y="1186143"/>
                  <a:pt x="1097280" y="1200329"/>
                </a:cubicBezTo>
                <a:cubicBezTo>
                  <a:pt x="947905" y="1214515"/>
                  <a:pt x="696935" y="1194342"/>
                  <a:pt x="576072" y="1200329"/>
                </a:cubicBezTo>
                <a:cubicBezTo>
                  <a:pt x="455209" y="1206316"/>
                  <a:pt x="189603" y="1174524"/>
                  <a:pt x="0" y="1200329"/>
                </a:cubicBezTo>
                <a:cubicBezTo>
                  <a:pt x="-36570" y="1073116"/>
                  <a:pt x="11" y="923213"/>
                  <a:pt x="0" y="788216"/>
                </a:cubicBezTo>
                <a:cubicBezTo>
                  <a:pt x="-11" y="653219"/>
                  <a:pt x="24973" y="546784"/>
                  <a:pt x="0" y="400110"/>
                </a:cubicBezTo>
                <a:cubicBezTo>
                  <a:pt x="-24973" y="253436"/>
                  <a:pt x="17867" y="124798"/>
                  <a:pt x="0" y="0"/>
                </a:cubicBezTo>
                <a:close/>
              </a:path>
              <a:path w="2743200" h="1200329" stroke="0" extrusionOk="0">
                <a:moveTo>
                  <a:pt x="0" y="0"/>
                </a:moveTo>
                <a:cubicBezTo>
                  <a:pt x="229318" y="-6392"/>
                  <a:pt x="401789" y="18958"/>
                  <a:pt x="521208" y="0"/>
                </a:cubicBezTo>
                <a:cubicBezTo>
                  <a:pt x="640627" y="-18958"/>
                  <a:pt x="889635" y="51740"/>
                  <a:pt x="987552" y="0"/>
                </a:cubicBezTo>
                <a:cubicBezTo>
                  <a:pt x="1085469" y="-51740"/>
                  <a:pt x="1389405" y="33160"/>
                  <a:pt x="1591056" y="0"/>
                </a:cubicBezTo>
                <a:cubicBezTo>
                  <a:pt x="1792707" y="-33160"/>
                  <a:pt x="1962286" y="57170"/>
                  <a:pt x="2112264" y="0"/>
                </a:cubicBezTo>
                <a:cubicBezTo>
                  <a:pt x="2262242" y="-57170"/>
                  <a:pt x="2440659" y="58656"/>
                  <a:pt x="2743200" y="0"/>
                </a:cubicBezTo>
                <a:cubicBezTo>
                  <a:pt x="2758969" y="122159"/>
                  <a:pt x="2714385" y="286271"/>
                  <a:pt x="2743200" y="424116"/>
                </a:cubicBezTo>
                <a:cubicBezTo>
                  <a:pt x="2772015" y="561961"/>
                  <a:pt x="2730867" y="650178"/>
                  <a:pt x="2743200" y="824226"/>
                </a:cubicBezTo>
                <a:cubicBezTo>
                  <a:pt x="2755533" y="998274"/>
                  <a:pt x="2715684" y="1018621"/>
                  <a:pt x="2743200" y="1200329"/>
                </a:cubicBezTo>
                <a:cubicBezTo>
                  <a:pt x="2628075" y="1235271"/>
                  <a:pt x="2354068" y="1199567"/>
                  <a:pt x="2249424" y="1200329"/>
                </a:cubicBezTo>
                <a:cubicBezTo>
                  <a:pt x="2144780" y="1201091"/>
                  <a:pt x="1821866" y="1183304"/>
                  <a:pt x="1700784" y="1200329"/>
                </a:cubicBezTo>
                <a:cubicBezTo>
                  <a:pt x="1579702" y="1217354"/>
                  <a:pt x="1311942" y="1179197"/>
                  <a:pt x="1152144" y="1200329"/>
                </a:cubicBezTo>
                <a:cubicBezTo>
                  <a:pt x="992346" y="1221461"/>
                  <a:pt x="762841" y="1181747"/>
                  <a:pt x="630936" y="1200329"/>
                </a:cubicBezTo>
                <a:cubicBezTo>
                  <a:pt x="499031" y="1218911"/>
                  <a:pt x="242962" y="1190931"/>
                  <a:pt x="0" y="1200329"/>
                </a:cubicBezTo>
                <a:cubicBezTo>
                  <a:pt x="-50310" y="1067409"/>
                  <a:pt x="23771" y="957076"/>
                  <a:pt x="0" y="776213"/>
                </a:cubicBezTo>
                <a:cubicBezTo>
                  <a:pt x="-23771" y="595350"/>
                  <a:pt x="24572" y="550718"/>
                  <a:pt x="0" y="352097"/>
                </a:cubicBezTo>
                <a:cubicBezTo>
                  <a:pt x="-24572" y="153476"/>
                  <a:pt x="2515" y="110124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TAKE</a:t>
            </a:r>
          </a:p>
          <a:p>
            <a:pPr algn="ctr"/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BB19D7-5083-C357-E41E-E89483037734}"/>
              </a:ext>
            </a:extLst>
          </p:cNvPr>
          <p:cNvSpPr txBox="1"/>
          <p:nvPr/>
        </p:nvSpPr>
        <p:spPr>
          <a:xfrm>
            <a:off x="5059612" y="3165422"/>
            <a:ext cx="6489091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 the </a:t>
            </a:r>
            <a:r>
              <a:rPr lang="en-US" b="1" dirty="0"/>
              <a:t>Google Form</a:t>
            </a:r>
            <a:r>
              <a:rPr lang="en-US" dirty="0"/>
              <a:t>—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Question 1: Secretly choose </a:t>
            </a:r>
            <a:r>
              <a:rPr lang="en-US" b="1" dirty="0"/>
              <a:t>SHARE</a:t>
            </a:r>
            <a:r>
              <a:rPr lang="en-US" dirty="0"/>
              <a:t> or </a:t>
            </a:r>
            <a:r>
              <a:rPr lang="en-US" b="1" dirty="0"/>
              <a:t>TAKE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Question 2: Briefly explain why your choice is the better 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Your choice will be randomly paired with a classmate’s response.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D63B8-AFAF-1ADC-2243-4B8D3ACE7217}"/>
              </a:ext>
            </a:extLst>
          </p:cNvPr>
          <p:cNvSpPr/>
          <p:nvPr/>
        </p:nvSpPr>
        <p:spPr>
          <a:xfrm>
            <a:off x="5059612" y="4503593"/>
            <a:ext cx="6489091" cy="2224293"/>
          </a:xfrm>
          <a:custGeom>
            <a:avLst/>
            <a:gdLst>
              <a:gd name="csX0" fmla="*/ 0 w 6489091"/>
              <a:gd name="csY0" fmla="*/ 0 h 2224293"/>
              <a:gd name="csX1" fmla="*/ 525026 w 6489091"/>
              <a:gd name="csY1" fmla="*/ 0 h 2224293"/>
              <a:gd name="csX2" fmla="*/ 920271 w 6489091"/>
              <a:gd name="csY2" fmla="*/ 0 h 2224293"/>
              <a:gd name="csX3" fmla="*/ 1639970 w 6489091"/>
              <a:gd name="csY3" fmla="*/ 0 h 2224293"/>
              <a:gd name="csX4" fmla="*/ 2164997 w 6489091"/>
              <a:gd name="csY4" fmla="*/ 0 h 2224293"/>
              <a:gd name="csX5" fmla="*/ 2690023 w 6489091"/>
              <a:gd name="csY5" fmla="*/ 0 h 2224293"/>
              <a:gd name="csX6" fmla="*/ 3409722 w 6489091"/>
              <a:gd name="csY6" fmla="*/ 0 h 2224293"/>
              <a:gd name="csX7" fmla="*/ 3869858 w 6489091"/>
              <a:gd name="csY7" fmla="*/ 0 h 2224293"/>
              <a:gd name="csX8" fmla="*/ 4589557 w 6489091"/>
              <a:gd name="csY8" fmla="*/ 0 h 2224293"/>
              <a:gd name="csX9" fmla="*/ 5309256 w 6489091"/>
              <a:gd name="csY9" fmla="*/ 0 h 2224293"/>
              <a:gd name="csX10" fmla="*/ 5899174 w 6489091"/>
              <a:gd name="csY10" fmla="*/ 0 h 2224293"/>
              <a:gd name="csX11" fmla="*/ 6489091 w 6489091"/>
              <a:gd name="csY11" fmla="*/ 0 h 2224293"/>
              <a:gd name="csX12" fmla="*/ 6489091 w 6489091"/>
              <a:gd name="csY12" fmla="*/ 533830 h 2224293"/>
              <a:gd name="csX13" fmla="*/ 6489091 w 6489091"/>
              <a:gd name="csY13" fmla="*/ 1023175 h 2224293"/>
              <a:gd name="csX14" fmla="*/ 6489091 w 6489091"/>
              <a:gd name="csY14" fmla="*/ 1579248 h 2224293"/>
              <a:gd name="csX15" fmla="*/ 6489091 w 6489091"/>
              <a:gd name="csY15" fmla="*/ 2224293 h 2224293"/>
              <a:gd name="csX16" fmla="*/ 5899174 w 6489091"/>
              <a:gd name="csY16" fmla="*/ 2224293 h 2224293"/>
              <a:gd name="csX17" fmla="*/ 5179474 w 6489091"/>
              <a:gd name="csY17" fmla="*/ 2224293 h 2224293"/>
              <a:gd name="csX18" fmla="*/ 4589557 w 6489091"/>
              <a:gd name="csY18" fmla="*/ 2224293 h 2224293"/>
              <a:gd name="csX19" fmla="*/ 4194312 w 6489091"/>
              <a:gd name="csY19" fmla="*/ 2224293 h 2224293"/>
              <a:gd name="csX20" fmla="*/ 3734177 w 6489091"/>
              <a:gd name="csY20" fmla="*/ 2224293 h 2224293"/>
              <a:gd name="csX21" fmla="*/ 3014478 w 6489091"/>
              <a:gd name="csY21" fmla="*/ 2224293 h 2224293"/>
              <a:gd name="csX22" fmla="*/ 2424560 w 6489091"/>
              <a:gd name="csY22" fmla="*/ 2224293 h 2224293"/>
              <a:gd name="csX23" fmla="*/ 1964425 w 6489091"/>
              <a:gd name="csY23" fmla="*/ 2224293 h 2224293"/>
              <a:gd name="csX24" fmla="*/ 1374507 w 6489091"/>
              <a:gd name="csY24" fmla="*/ 2224293 h 2224293"/>
              <a:gd name="csX25" fmla="*/ 979263 w 6489091"/>
              <a:gd name="csY25" fmla="*/ 2224293 h 2224293"/>
              <a:gd name="csX26" fmla="*/ 584018 w 6489091"/>
              <a:gd name="csY26" fmla="*/ 2224293 h 2224293"/>
              <a:gd name="csX27" fmla="*/ 0 w 6489091"/>
              <a:gd name="csY27" fmla="*/ 2224293 h 2224293"/>
              <a:gd name="csX28" fmla="*/ 0 w 6489091"/>
              <a:gd name="csY28" fmla="*/ 1712706 h 2224293"/>
              <a:gd name="csX29" fmla="*/ 0 w 6489091"/>
              <a:gd name="csY29" fmla="*/ 1112147 h 2224293"/>
              <a:gd name="csX30" fmla="*/ 0 w 6489091"/>
              <a:gd name="csY30" fmla="*/ 578316 h 2224293"/>
              <a:gd name="csX31" fmla="*/ 0 w 6489091"/>
              <a:gd name="csY31" fmla="*/ 0 h 22242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6489091" h="2224293" extrusionOk="0">
                <a:moveTo>
                  <a:pt x="0" y="0"/>
                </a:moveTo>
                <a:cubicBezTo>
                  <a:pt x="226445" y="-3049"/>
                  <a:pt x="363114" y="14441"/>
                  <a:pt x="525026" y="0"/>
                </a:cubicBezTo>
                <a:cubicBezTo>
                  <a:pt x="686938" y="-14441"/>
                  <a:pt x="786139" y="18282"/>
                  <a:pt x="920271" y="0"/>
                </a:cubicBezTo>
                <a:cubicBezTo>
                  <a:pt x="1054404" y="-18282"/>
                  <a:pt x="1404568" y="82662"/>
                  <a:pt x="1639970" y="0"/>
                </a:cubicBezTo>
                <a:cubicBezTo>
                  <a:pt x="1875372" y="-82662"/>
                  <a:pt x="2047547" y="42265"/>
                  <a:pt x="2164997" y="0"/>
                </a:cubicBezTo>
                <a:cubicBezTo>
                  <a:pt x="2282447" y="-42265"/>
                  <a:pt x="2517971" y="53753"/>
                  <a:pt x="2690023" y="0"/>
                </a:cubicBezTo>
                <a:cubicBezTo>
                  <a:pt x="2862075" y="-53753"/>
                  <a:pt x="3115287" y="78751"/>
                  <a:pt x="3409722" y="0"/>
                </a:cubicBezTo>
                <a:cubicBezTo>
                  <a:pt x="3704157" y="-78751"/>
                  <a:pt x="3744949" y="52862"/>
                  <a:pt x="3869858" y="0"/>
                </a:cubicBezTo>
                <a:cubicBezTo>
                  <a:pt x="3994767" y="-52862"/>
                  <a:pt x="4345518" y="55399"/>
                  <a:pt x="4589557" y="0"/>
                </a:cubicBezTo>
                <a:cubicBezTo>
                  <a:pt x="4833596" y="-55399"/>
                  <a:pt x="4951056" y="11345"/>
                  <a:pt x="5309256" y="0"/>
                </a:cubicBezTo>
                <a:cubicBezTo>
                  <a:pt x="5667456" y="-11345"/>
                  <a:pt x="5755762" y="9366"/>
                  <a:pt x="5899174" y="0"/>
                </a:cubicBezTo>
                <a:cubicBezTo>
                  <a:pt x="6042586" y="-9366"/>
                  <a:pt x="6284772" y="63924"/>
                  <a:pt x="6489091" y="0"/>
                </a:cubicBezTo>
                <a:cubicBezTo>
                  <a:pt x="6532617" y="151247"/>
                  <a:pt x="6426245" y="411699"/>
                  <a:pt x="6489091" y="533830"/>
                </a:cubicBezTo>
                <a:cubicBezTo>
                  <a:pt x="6551937" y="655961"/>
                  <a:pt x="6442810" y="820324"/>
                  <a:pt x="6489091" y="1023175"/>
                </a:cubicBezTo>
                <a:cubicBezTo>
                  <a:pt x="6535372" y="1226026"/>
                  <a:pt x="6472168" y="1441337"/>
                  <a:pt x="6489091" y="1579248"/>
                </a:cubicBezTo>
                <a:cubicBezTo>
                  <a:pt x="6506014" y="1717159"/>
                  <a:pt x="6481971" y="1916450"/>
                  <a:pt x="6489091" y="2224293"/>
                </a:cubicBezTo>
                <a:cubicBezTo>
                  <a:pt x="6336546" y="2255928"/>
                  <a:pt x="6188626" y="2179071"/>
                  <a:pt x="5899174" y="2224293"/>
                </a:cubicBezTo>
                <a:cubicBezTo>
                  <a:pt x="5609722" y="2269515"/>
                  <a:pt x="5350938" y="2196661"/>
                  <a:pt x="5179474" y="2224293"/>
                </a:cubicBezTo>
                <a:cubicBezTo>
                  <a:pt x="5008010" y="2251925"/>
                  <a:pt x="4825771" y="2161930"/>
                  <a:pt x="4589557" y="2224293"/>
                </a:cubicBezTo>
                <a:cubicBezTo>
                  <a:pt x="4353343" y="2286656"/>
                  <a:pt x="4356884" y="2196732"/>
                  <a:pt x="4194312" y="2224293"/>
                </a:cubicBezTo>
                <a:cubicBezTo>
                  <a:pt x="4031740" y="2251854"/>
                  <a:pt x="3929943" y="2219783"/>
                  <a:pt x="3734177" y="2224293"/>
                </a:cubicBezTo>
                <a:cubicBezTo>
                  <a:pt x="3538412" y="2228803"/>
                  <a:pt x="3226367" y="2179993"/>
                  <a:pt x="3014478" y="2224293"/>
                </a:cubicBezTo>
                <a:cubicBezTo>
                  <a:pt x="2802589" y="2268593"/>
                  <a:pt x="2696235" y="2193203"/>
                  <a:pt x="2424560" y="2224293"/>
                </a:cubicBezTo>
                <a:cubicBezTo>
                  <a:pt x="2152885" y="2255383"/>
                  <a:pt x="2082858" y="2202803"/>
                  <a:pt x="1964425" y="2224293"/>
                </a:cubicBezTo>
                <a:cubicBezTo>
                  <a:pt x="1845992" y="2245783"/>
                  <a:pt x="1610270" y="2164589"/>
                  <a:pt x="1374507" y="2224293"/>
                </a:cubicBezTo>
                <a:cubicBezTo>
                  <a:pt x="1138744" y="2283997"/>
                  <a:pt x="1110726" y="2191189"/>
                  <a:pt x="979263" y="2224293"/>
                </a:cubicBezTo>
                <a:cubicBezTo>
                  <a:pt x="847800" y="2257397"/>
                  <a:pt x="704531" y="2191154"/>
                  <a:pt x="584018" y="2224293"/>
                </a:cubicBezTo>
                <a:cubicBezTo>
                  <a:pt x="463506" y="2257432"/>
                  <a:pt x="249013" y="2177569"/>
                  <a:pt x="0" y="2224293"/>
                </a:cubicBezTo>
                <a:cubicBezTo>
                  <a:pt x="-30369" y="2034065"/>
                  <a:pt x="24765" y="1816286"/>
                  <a:pt x="0" y="1712706"/>
                </a:cubicBezTo>
                <a:cubicBezTo>
                  <a:pt x="-24765" y="1609126"/>
                  <a:pt x="22678" y="1328717"/>
                  <a:pt x="0" y="1112147"/>
                </a:cubicBezTo>
                <a:cubicBezTo>
                  <a:pt x="-22678" y="895577"/>
                  <a:pt x="55782" y="700918"/>
                  <a:pt x="0" y="578316"/>
                </a:cubicBezTo>
                <a:cubicBezTo>
                  <a:pt x="-55782" y="455714"/>
                  <a:pt x="40700" y="127614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6EFC81-B5B6-53E7-BF19-282E519D2874}"/>
              </a:ext>
            </a:extLst>
          </p:cNvPr>
          <p:cNvSpPr txBox="1"/>
          <p:nvPr/>
        </p:nvSpPr>
        <p:spPr>
          <a:xfrm>
            <a:off x="10068499" y="2051781"/>
            <a:ext cx="1903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Google Classroom</a:t>
            </a:r>
          </a:p>
          <a:p>
            <a:r>
              <a:rPr lang="en-US" dirty="0"/>
              <a:t>Code: </a:t>
            </a:r>
            <a:r>
              <a:rPr lang="en-US" b="1" dirty="0"/>
              <a:t>45g3mt55</a:t>
            </a:r>
          </a:p>
        </p:txBody>
      </p:sp>
    </p:spTree>
    <p:extLst>
      <p:ext uri="{BB962C8B-B14F-4D97-AF65-F5344CB8AC3E}">
        <p14:creationId xmlns:p14="http://schemas.microsoft.com/office/powerpoint/2010/main" val="17093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7DCDB-35B2-488E-8174-59973CB72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5083D64D-65EF-5D49-3A1E-A855290B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28C59-9261-FF70-A95D-D818B7B6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 dirty="0"/>
              <a:t>Jungle Treasure: The Outcome Matrix</a:t>
            </a:r>
            <a:endParaRPr lang="en-US" sz="2400" dirty="0"/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75FF8E5A-6121-3C57-9A19-928457CCD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C5AD5BD-1A45-3F59-2C12-61F6EEEC80E9}"/>
              </a:ext>
            </a:extLst>
          </p:cNvPr>
          <p:cNvGrpSpPr/>
          <p:nvPr/>
        </p:nvGrpSpPr>
        <p:grpSpPr>
          <a:xfrm>
            <a:off x="2533042" y="2652588"/>
            <a:ext cx="1828800" cy="914400"/>
            <a:chOff x="3443910" y="2526652"/>
            <a:chExt cx="1828800" cy="914400"/>
          </a:xfrm>
          <a:solidFill>
            <a:schemeClr val="accent6">
              <a:lumMod val="20000"/>
              <a:lumOff val="8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83FB7E9B-A1AC-B7C4-E46B-D9AF1492E62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43910" y="2526652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𝑆h𝑎𝑟𝑒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83FB7E9B-A1AC-B7C4-E46B-D9AF1492E6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3910" y="2526652"/>
                  <a:ext cx="914400" cy="9144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623EAA3-66D2-0AC0-2DCC-8F547BE6AC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58310" y="2526652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𝑇𝑎𝑘𝑒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623EAA3-66D2-0AC0-2DCC-8F547BE6AC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8310" y="2526652"/>
                  <a:ext cx="914400" cy="9144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5413C01-5587-A09F-9E39-97EAF59DD0E6}"/>
              </a:ext>
            </a:extLst>
          </p:cNvPr>
          <p:cNvGrpSpPr/>
          <p:nvPr/>
        </p:nvGrpSpPr>
        <p:grpSpPr>
          <a:xfrm>
            <a:off x="1624085" y="3559699"/>
            <a:ext cx="914400" cy="1828800"/>
            <a:chOff x="2751667" y="2929467"/>
            <a:chExt cx="914400" cy="1828800"/>
          </a:xfrm>
          <a:solidFill>
            <a:schemeClr val="tx2">
              <a:lumMod val="10000"/>
              <a:lumOff val="9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9EF1E8C-9298-68C7-6E14-7129153D622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51667" y="2929467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𝑆h𝑎𝑟𝑒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9EF1E8C-9298-68C7-6E14-7129153D62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1667" y="2929467"/>
                  <a:ext cx="914400" cy="9144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952C68F-AA14-3914-9028-184DA6AF685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51667" y="3843867"/>
                  <a:ext cx="914400" cy="91440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𝑇𝑎𝑘𝑒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952C68F-AA14-3914-9028-184DA6AF68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1667" y="3843867"/>
                  <a:ext cx="914400" cy="9144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E77EE5A-DCFE-A379-2131-C87D60C1D3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33042" y="3559699"/>
                <a:ext cx="914400" cy="9345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𝐻𝑎𝑙𝑓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E77EE5A-DCFE-A379-2131-C87D60C1D3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042" y="3559699"/>
                <a:ext cx="914400" cy="9345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2B46B44-AD1F-98F8-24A1-FCEBD1299641}"/>
                  </a:ext>
                </a:extLst>
              </p:cNvPr>
              <p:cNvSpPr/>
              <p:nvPr/>
            </p:nvSpPr>
            <p:spPr>
              <a:xfrm>
                <a:off x="3447442" y="4494271"/>
                <a:ext cx="914400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𝑄𝑢𝑎𝑟𝑡𝑒𝑟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2B46B44-AD1F-98F8-24A1-FCEBD12996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442" y="4494271"/>
                <a:ext cx="914400" cy="914400"/>
              </a:xfrm>
              <a:prstGeom prst="rect">
                <a:avLst/>
              </a:prstGeom>
              <a:blipFill>
                <a:blip r:embed="rId7"/>
                <a:stretch>
                  <a:fillRect l="-9211" r="-3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2D6FEAE-70F9-C2B4-414D-E9D670DB47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47442" y="3572582"/>
                <a:ext cx="914400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𝑁𝑜𝑡h𝑖𝑛𝑔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2D6FEAE-70F9-C2B4-414D-E9D670DB47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442" y="3572582"/>
                <a:ext cx="914400" cy="914400"/>
              </a:xfrm>
              <a:prstGeom prst="rect">
                <a:avLst/>
              </a:prstGeom>
              <a:blipFill>
                <a:blip r:embed="rId8"/>
                <a:stretch>
                  <a:fillRect l="-10526" r="-5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C06FFC7-BB22-4133-930B-FF169DE35D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33042" y="4486982"/>
                <a:ext cx="914400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𝑊h𝑜𝑙𝑒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C06FFC7-BB22-4133-930B-FF169DE35D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042" y="4486982"/>
                <a:ext cx="914400" cy="914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4360D41-16FA-363E-5E7D-C1F389536E7A}"/>
              </a:ext>
            </a:extLst>
          </p:cNvPr>
          <p:cNvGrpSpPr/>
          <p:nvPr/>
        </p:nvGrpSpPr>
        <p:grpSpPr>
          <a:xfrm>
            <a:off x="572493" y="2139232"/>
            <a:ext cx="3546357" cy="2446009"/>
            <a:chOff x="1476918" y="2017573"/>
            <a:chExt cx="3546357" cy="244600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1EF6F7-64EB-BA28-D0B7-50397CCC8E90}"/>
                </a:ext>
              </a:extLst>
            </p:cNvPr>
            <p:cNvSpPr txBox="1"/>
            <p:nvPr/>
          </p:nvSpPr>
          <p:spPr>
            <a:xfrm>
              <a:off x="1476918" y="4094250"/>
              <a:ext cx="1004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03ED42-0553-926E-6366-EFC567EBF58A}"/>
                </a:ext>
              </a:extLst>
            </p:cNvPr>
            <p:cNvSpPr txBox="1"/>
            <p:nvPr/>
          </p:nvSpPr>
          <p:spPr>
            <a:xfrm>
              <a:off x="3680458" y="2017573"/>
              <a:ext cx="13428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My Friend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FFB6FC3-4832-3718-344E-78FDCF1DD1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41271" y="3549613"/>
                <a:ext cx="914400" cy="9345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𝐻𝑎𝑙𝑓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FFB6FC3-4832-3718-344E-78FDCF1DD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271" y="3549613"/>
                <a:ext cx="914400" cy="9345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6AB43A9-7531-751C-96D2-70374A9A6FDC}"/>
                  </a:ext>
                </a:extLst>
              </p:cNvPr>
              <p:cNvSpPr/>
              <p:nvPr/>
            </p:nvSpPr>
            <p:spPr>
              <a:xfrm>
                <a:off x="9255671" y="4484185"/>
                <a:ext cx="914400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𝑄𝑢𝑎𝑟𝑡𝑒𝑟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6AB43A9-7531-751C-96D2-70374A9A6F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671" y="4484185"/>
                <a:ext cx="914400" cy="914400"/>
              </a:xfrm>
              <a:prstGeom prst="rect">
                <a:avLst/>
              </a:prstGeom>
              <a:blipFill>
                <a:blip r:embed="rId11"/>
                <a:stretch>
                  <a:fillRect l="-9211" r="-3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28FB13-1E88-469A-8F08-82E938B964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55671" y="3562496"/>
                <a:ext cx="914400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𝑊h𝑜𝑙𝑒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28FB13-1E88-469A-8F08-82E938B964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671" y="3562496"/>
                <a:ext cx="914400" cy="914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A9860C5-3345-CD7F-427A-36379E0A72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41271" y="4476896"/>
                <a:ext cx="914400" cy="9144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𝑁𝑜𝑡h𝑖𝑛𝑔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A9860C5-3345-CD7F-427A-36379E0A72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271" y="4476896"/>
                <a:ext cx="914400" cy="914400"/>
              </a:xfrm>
              <a:prstGeom prst="rect">
                <a:avLst/>
              </a:prstGeom>
              <a:blipFill>
                <a:blip r:embed="rId13"/>
                <a:stretch>
                  <a:fillRect l="-10526" r="-5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DF070FCD-2BBB-5AE4-2C5B-A6E7B7ACCA8B}"/>
              </a:ext>
            </a:extLst>
          </p:cNvPr>
          <p:cNvGrpSpPr/>
          <p:nvPr/>
        </p:nvGrpSpPr>
        <p:grpSpPr>
          <a:xfrm>
            <a:off x="6380722" y="2129146"/>
            <a:ext cx="3789349" cy="3249267"/>
            <a:chOff x="6380722" y="2129146"/>
            <a:chExt cx="3789349" cy="324926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02EB539-018E-0EF2-8E51-EA2F48ABD0D3}"/>
                </a:ext>
              </a:extLst>
            </p:cNvPr>
            <p:cNvGrpSpPr/>
            <p:nvPr/>
          </p:nvGrpSpPr>
          <p:grpSpPr>
            <a:xfrm>
              <a:off x="8341271" y="2642502"/>
              <a:ext cx="1828800" cy="914400"/>
              <a:chOff x="3443910" y="2526652"/>
              <a:chExt cx="1828800" cy="914400"/>
            </a:xfrm>
            <a:solidFill>
              <a:schemeClr val="accent6">
                <a:lumMod val="20000"/>
                <a:lumOff val="8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FDE313EA-5D8A-FAD4-33F4-210791AAEB2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𝑆h𝑎𝑟𝑒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FDE313EA-5D8A-FAD4-33F4-210791AAEB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DC67B0A5-2985-3F44-3AA7-FBE1FA1780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oMath>
                    </a14:m>
                    <a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ake</a:t>
                    </a: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DC67B0A5-2985-3F44-3AA7-FBE1FA17809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AD4A5E1-D126-66D2-888A-BEB01BD8266A}"/>
                </a:ext>
              </a:extLst>
            </p:cNvPr>
            <p:cNvGrpSpPr/>
            <p:nvPr/>
          </p:nvGrpSpPr>
          <p:grpSpPr>
            <a:xfrm>
              <a:off x="7432314" y="3549613"/>
              <a:ext cx="914400" cy="1828800"/>
              <a:chOff x="2751667" y="2929467"/>
              <a:chExt cx="914400" cy="1828800"/>
            </a:xfrm>
            <a:solidFill>
              <a:schemeClr val="tx2">
                <a:lumMod val="10000"/>
                <a:lumOff val="9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516BFE19-D8C6-ED3C-4F83-48F5D107F49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𝑆h𝑎𝑟𝑒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516BFE19-D8C6-ED3C-4F83-48F5D107F4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211E1F40-3CE0-326E-FA64-28A69753CC5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𝑇𝑎𝑘𝑒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211E1F40-3CE0-326E-FA64-28A69753CC5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B18CEE5-1E2D-FCF2-F230-113550ACCD89}"/>
                </a:ext>
              </a:extLst>
            </p:cNvPr>
            <p:cNvGrpSpPr/>
            <p:nvPr/>
          </p:nvGrpSpPr>
          <p:grpSpPr>
            <a:xfrm>
              <a:off x="6380722" y="2129146"/>
              <a:ext cx="3546357" cy="2446009"/>
              <a:chOff x="1476918" y="2017573"/>
              <a:chExt cx="3546357" cy="2446009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3F4BE0F-22BA-EFD5-9146-B776C52409DF}"/>
                  </a:ext>
                </a:extLst>
              </p:cNvPr>
              <p:cNvSpPr txBox="1"/>
              <p:nvPr/>
            </p:nvSpPr>
            <p:spPr>
              <a:xfrm>
                <a:off x="1476918" y="4094250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Me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C7BEDED-EF90-E5C3-8273-AAD5C0643808}"/>
                  </a:ext>
                </a:extLst>
              </p:cNvPr>
              <p:cNvSpPr txBox="1"/>
              <p:nvPr/>
            </p:nvSpPr>
            <p:spPr>
              <a:xfrm>
                <a:off x="3680458" y="2017573"/>
                <a:ext cx="1342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My Friend</a:t>
                </a:r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B7359FE-56E2-F8EE-5BE8-2915BA7DCA47}"/>
              </a:ext>
            </a:extLst>
          </p:cNvPr>
          <p:cNvGrpSpPr/>
          <p:nvPr/>
        </p:nvGrpSpPr>
        <p:grpSpPr>
          <a:xfrm>
            <a:off x="3399973" y="2168499"/>
            <a:ext cx="3789349" cy="3269439"/>
            <a:chOff x="5230718" y="2343983"/>
            <a:chExt cx="3789349" cy="326943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67974D8-E4D7-8460-A9F0-AAFB436D1658}"/>
                </a:ext>
              </a:extLst>
            </p:cNvPr>
            <p:cNvGrpSpPr/>
            <p:nvPr/>
          </p:nvGrpSpPr>
          <p:grpSpPr>
            <a:xfrm>
              <a:off x="7191267" y="2857339"/>
              <a:ext cx="1828800" cy="914400"/>
              <a:chOff x="3443910" y="2526652"/>
              <a:chExt cx="1828800" cy="914400"/>
            </a:xfrm>
            <a:solidFill>
              <a:schemeClr val="accent6">
                <a:lumMod val="20000"/>
                <a:lumOff val="8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28BC9F6E-7D4B-3208-9362-23CA8D73A28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28BC9F6E-7D4B-3208-9362-23CA8D73A28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3910" y="2526652"/>
                    <a:ext cx="914400" cy="91440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4F99CA17-4C1D-320C-6880-EE8BF1B520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4F99CA17-4C1D-320C-6880-EE8BF1B520E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8310" y="2526652"/>
                    <a:ext cx="914400" cy="91440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99B88D-BE7E-331E-912D-250F4CC0D903}"/>
                </a:ext>
              </a:extLst>
            </p:cNvPr>
            <p:cNvGrpSpPr/>
            <p:nvPr/>
          </p:nvGrpSpPr>
          <p:grpSpPr>
            <a:xfrm>
              <a:off x="6282310" y="3764450"/>
              <a:ext cx="914400" cy="1828800"/>
              <a:chOff x="2751667" y="2929467"/>
              <a:chExt cx="914400" cy="1828800"/>
            </a:xfrm>
            <a:solidFill>
              <a:schemeClr val="tx2">
                <a:lumMod val="10000"/>
                <a:lumOff val="90000"/>
              </a:schemeClr>
            </a:solidFill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1AE3163D-C543-CD80-FB26-996BE38986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1AE3163D-C543-CD80-FB26-996BE389866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2929467"/>
                    <a:ext cx="914400" cy="91440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283D738F-2DC1-A1A6-A4B5-A7E98FF3310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283D738F-2DC1-A1A6-A4B5-A7E98FF331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67" y="3843867"/>
                    <a:ext cx="914400" cy="914400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493F23D-D7C5-53BF-BC59-603DDB2C18B4}"/>
                </a:ext>
              </a:extLst>
            </p:cNvPr>
            <p:cNvGrpSpPr/>
            <p:nvPr/>
          </p:nvGrpSpPr>
          <p:grpSpPr>
            <a:xfrm>
              <a:off x="7191267" y="3764450"/>
              <a:ext cx="1828800" cy="1848972"/>
              <a:chOff x="3437467" y="3417868"/>
              <a:chExt cx="1828800" cy="184897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0EDD2EFC-5AF0-6057-55FB-435B889B432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0EDD2EFC-5AF0-6057-55FB-435B889B43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3417868"/>
                    <a:ext cx="914400" cy="93457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79FFD8BD-B2EE-C6E3-B011-3838F0CEEEBD}"/>
                      </a:ext>
                    </a:extLst>
                  </p:cNvPr>
                  <p:cNvSpPr/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en-US" dirty="0">
                      <a:solidFill>
                        <a:prstClr val="black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79FFD8BD-B2EE-C6E3-B011-3838F0CEEEB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4352440"/>
                    <a:ext cx="914400" cy="91440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A69BD8B9-26E9-99CB-4B8F-50CF13D2512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A69BD8B9-26E9-99CB-4B8F-50CF13D251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1867" y="3430751"/>
                    <a:ext cx="914400" cy="914400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FE88E96E-41CC-4789-F9D1-25E2AA91B6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FE88E96E-41CC-4789-F9D1-25E2AA91B64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37467" y="4345151"/>
                    <a:ext cx="914400" cy="91440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3327FA8-FC51-7518-B8CB-8D8EB531D48D}"/>
                </a:ext>
              </a:extLst>
            </p:cNvPr>
            <p:cNvGrpSpPr/>
            <p:nvPr/>
          </p:nvGrpSpPr>
          <p:grpSpPr>
            <a:xfrm>
              <a:off x="5230718" y="2343983"/>
              <a:ext cx="3546357" cy="2446009"/>
              <a:chOff x="1476918" y="2017573"/>
              <a:chExt cx="3546357" cy="2446009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E65D3E5-628F-3604-6E9C-E2907E7BDF1F}"/>
                  </a:ext>
                </a:extLst>
              </p:cNvPr>
              <p:cNvSpPr txBox="1"/>
              <p:nvPr/>
            </p:nvSpPr>
            <p:spPr>
              <a:xfrm>
                <a:off x="1476918" y="4094250"/>
                <a:ext cx="1004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Me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C05E8CA-87C3-B26B-84D1-30E8B2729BEC}"/>
                  </a:ext>
                </a:extLst>
              </p:cNvPr>
              <p:cNvSpPr txBox="1"/>
              <p:nvPr/>
            </p:nvSpPr>
            <p:spPr>
              <a:xfrm>
                <a:off x="3680458" y="2017573"/>
                <a:ext cx="1342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My Friend</a:t>
                </a:r>
              </a:p>
            </p:txBody>
          </p:sp>
        </p:grp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99F43AF5-CC07-E99E-7844-2B5216219D39}"/>
              </a:ext>
            </a:extLst>
          </p:cNvPr>
          <p:cNvSpPr/>
          <p:nvPr/>
        </p:nvSpPr>
        <p:spPr>
          <a:xfrm>
            <a:off x="4118850" y="970961"/>
            <a:ext cx="4874321" cy="566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E0BC2C-9FEC-C071-14C6-114696064B0C}"/>
              </a:ext>
            </a:extLst>
          </p:cNvPr>
          <p:cNvSpPr txBox="1"/>
          <p:nvPr/>
        </p:nvSpPr>
        <p:spPr>
          <a:xfrm>
            <a:off x="1763342" y="5701111"/>
            <a:ext cx="245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Segoe Script" panose="030B0504020000000003" pitchFamily="66" charset="0"/>
              </a:rPr>
              <a:t>My Outcomes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617E4D-91DD-62C2-3600-DE643B120F1F}"/>
              </a:ext>
            </a:extLst>
          </p:cNvPr>
          <p:cNvSpPr txBox="1"/>
          <p:nvPr/>
        </p:nvSpPr>
        <p:spPr>
          <a:xfrm>
            <a:off x="7766271" y="5701111"/>
            <a:ext cx="245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Segoe Script" panose="030B0504020000000003" pitchFamily="66" charset="0"/>
              </a:rPr>
              <a:t>My Friend’s Outcomes</a:t>
            </a:r>
          </a:p>
        </p:txBody>
      </p:sp>
    </p:spTree>
    <p:extLst>
      <p:ext uri="{BB962C8B-B14F-4D97-AF65-F5344CB8AC3E}">
        <p14:creationId xmlns:p14="http://schemas.microsoft.com/office/powerpoint/2010/main" val="369460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50" grpId="0" animBg="1"/>
      <p:bldP spid="53" grpId="0"/>
      <p:bldP spid="53" grpId="1"/>
      <p:bldP spid="54" grpId="0"/>
      <p:bldP spid="54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E5D12-9F97-D3E8-11A1-02A7D6E8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91F2EABB-9132-59B7-C3BC-BD3A2ABFF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C4E30-E7D9-209A-0D22-C924AD88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 dirty="0"/>
              <a:t>Reflections: Why Select </a:t>
            </a:r>
            <a:r>
              <a:rPr lang="en-US" b="1" dirty="0">
                <a:solidFill>
                  <a:srgbClr val="00B050"/>
                </a:solidFill>
              </a:rPr>
              <a:t>TAKE</a:t>
            </a:r>
            <a:r>
              <a:rPr lang="en-US" b="1" dirty="0"/>
              <a:t>?</a:t>
            </a:r>
            <a:endParaRPr lang="en-US" sz="2400" dirty="0"/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CE720A28-8586-ED0D-7CCF-10B7A2874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E04736-93E1-13EE-E01D-9A7ACA99A500}"/>
              </a:ext>
            </a:extLst>
          </p:cNvPr>
          <p:cNvSpPr txBox="1"/>
          <p:nvPr/>
        </p:nvSpPr>
        <p:spPr>
          <a:xfrm>
            <a:off x="4392762" y="3004288"/>
            <a:ext cx="4280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Hoping for the best outcome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TAKE gives me a chance to get the whole treasure.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4307B-CE73-7D4F-52D1-BEC23969D561}"/>
              </a:ext>
            </a:extLst>
          </p:cNvPr>
          <p:cNvSpPr txBox="1"/>
          <p:nvPr/>
        </p:nvSpPr>
        <p:spPr>
          <a:xfrm>
            <a:off x="4395361" y="3743662"/>
            <a:ext cx="4211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Distrust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 expect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my friend to choose TAKE, so choosing SHARE will leave me vulnerable.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FF425-5A5D-E04B-BAC0-C424565C51B7}"/>
              </a:ext>
            </a:extLst>
          </p:cNvPr>
          <p:cNvSpPr txBox="1"/>
          <p:nvPr/>
        </p:nvSpPr>
        <p:spPr>
          <a:xfrm>
            <a:off x="4386132" y="5983488"/>
            <a:ext cx="4698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Short-Term Gain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lang="en-US" dirty="0">
                <a:latin typeface="Calibri" panose="020F0502020204030204"/>
              </a:rPr>
              <a:t>Valuing immediate rewards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over future 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friendship, or moral considerations.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82D428-2684-3DFB-B239-154654F19D2E}"/>
              </a:ext>
            </a:extLst>
          </p:cNvPr>
          <p:cNvSpPr txBox="1"/>
          <p:nvPr/>
        </p:nvSpPr>
        <p:spPr>
          <a:xfrm>
            <a:off x="4386132" y="4714791"/>
            <a:ext cx="4432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Lack of credibility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lang="en-US" dirty="0">
                <a:latin typeface="Calibri" panose="020F0502020204030204"/>
              </a:rPr>
              <a:t>Even if I plan to SHARE, I don’t believe my friend trusts me to do that and will therefore choose TAKE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86975D-0D8D-4952-35D5-359BCAD8A038}"/>
              </a:ext>
            </a:extLst>
          </p:cNvPr>
          <p:cNvSpPr txBox="1"/>
          <p:nvPr/>
        </p:nvSpPr>
        <p:spPr>
          <a:xfrm>
            <a:off x="4392761" y="1752271"/>
            <a:ext cx="4280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Fear</a:t>
            </a:r>
            <a:r>
              <a:rPr kumimoji="0" lang="en-US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the worst outcome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Picking SHARE may lead to me getting nothing.</a:t>
            </a:r>
            <a:r>
              <a:rPr lang="en-US" dirty="0">
                <a:latin typeface="Calibri" panose="020F0502020204030204"/>
              </a:rPr>
              <a:t> 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TAKE </a:t>
            </a:r>
            <a:r>
              <a:rPr kumimoji="0" lang="en-US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guarantees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that I’ll get at least a quarter of the treasure.  TAKE is the </a:t>
            </a:r>
            <a:r>
              <a:rPr kumimoji="0" lang="en-US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safer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option.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6B3C8-4746-90A0-6067-EE1642591EC4}"/>
              </a:ext>
            </a:extLst>
          </p:cNvPr>
          <p:cNvGrpSpPr/>
          <p:nvPr/>
        </p:nvGrpSpPr>
        <p:grpSpPr>
          <a:xfrm>
            <a:off x="262431" y="2240166"/>
            <a:ext cx="3789349" cy="4077500"/>
            <a:chOff x="262431" y="2240166"/>
            <a:chExt cx="3789349" cy="40775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446F083-5836-3CAF-7387-473C13DB98BF}"/>
                </a:ext>
              </a:extLst>
            </p:cNvPr>
            <p:cNvGrpSpPr/>
            <p:nvPr/>
          </p:nvGrpSpPr>
          <p:grpSpPr>
            <a:xfrm>
              <a:off x="262431" y="2240166"/>
              <a:ext cx="3789349" cy="3269439"/>
              <a:chOff x="5230718" y="2343983"/>
              <a:chExt cx="3789349" cy="326943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4C03B3-DDC5-EED8-36AF-8CB31AAF7BB3}"/>
                  </a:ext>
                </a:extLst>
              </p:cNvPr>
              <p:cNvGrpSpPr/>
              <p:nvPr/>
            </p:nvGrpSpPr>
            <p:grpSpPr>
              <a:xfrm>
                <a:off x="7191267" y="285733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4FBFDFF6-917D-C62F-69C1-5514B89185E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3964141D-1313-921D-7B7C-DFCB9370F36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836F7E96-6C0A-7F08-3FC6-36B9C7D9D4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1EEABDFB-4551-E839-2AAA-19ED5C3720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1F34BA7-3E85-949D-60A4-A68614179A01}"/>
                  </a:ext>
                </a:extLst>
              </p:cNvPr>
              <p:cNvGrpSpPr/>
              <p:nvPr/>
            </p:nvGrpSpPr>
            <p:grpSpPr>
              <a:xfrm>
                <a:off x="6282310" y="376445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64C897D0-2AC9-D7CF-0839-41CE67CA2E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2E46D452-C012-E2A0-AF24-AD74DB65FFE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A4750509-4597-D02C-38FA-28D05FC0D2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8DB651CA-F9A7-597C-8685-7C2481F901E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E52FA824-8F65-8E26-DA86-5C7D67729CF0}"/>
                  </a:ext>
                </a:extLst>
              </p:cNvPr>
              <p:cNvGrpSpPr/>
              <p:nvPr/>
            </p:nvGrpSpPr>
            <p:grpSpPr>
              <a:xfrm>
                <a:off x="7191267" y="376445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B9244E52-70DC-9AF2-D1E3-F48B2B3CDA7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3AFB7B74-BB08-3429-2DE3-7709C4064E3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E18A99A2-0760-64C8-B727-67AA9F4CC0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lvl="0" algn="ctr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31F6CFEA-C821-653B-B947-4DDF3F1A5DD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7633FE90-72C0-CF94-895F-BC37B34C53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2BE05DD5-FB5E-371C-01C8-56E2D0D8214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D0458FDC-F39E-0AB1-E7F7-9DC14B20ED5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439E533A-26AD-1421-C6CF-D10A71FC3D6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B99DE29-EA73-1EA9-5B17-7D3E9AF4A3EF}"/>
                  </a:ext>
                </a:extLst>
              </p:cNvPr>
              <p:cNvGrpSpPr/>
              <p:nvPr/>
            </p:nvGrpSpPr>
            <p:grpSpPr>
              <a:xfrm>
                <a:off x="5230718" y="2343983"/>
                <a:ext cx="3546357" cy="2446009"/>
                <a:chOff x="1476918" y="2017573"/>
                <a:chExt cx="3546357" cy="2446009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C795CA1-FF30-601F-1361-B542A4167F8B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Me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4832FE0-5FB5-1D66-8E51-32ADA6C2C5D4}"/>
                    </a:ext>
                  </a:extLst>
                </p:cNvPr>
                <p:cNvSpPr txBox="1"/>
                <p:nvPr/>
              </p:nvSpPr>
              <p:spPr>
                <a:xfrm>
                  <a:off x="3680458" y="2017573"/>
                  <a:ext cx="13428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My Friend</a:t>
                  </a: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486BFE-C766-1B7E-E623-BE2BB70A97F6}"/>
                </a:ext>
              </a:extLst>
            </p:cNvPr>
            <p:cNvSpPr txBox="1"/>
            <p:nvPr/>
          </p:nvSpPr>
          <p:spPr>
            <a:xfrm>
              <a:off x="1453280" y="5671335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Segoe Script" panose="030B0504020000000003" pitchFamily="66" charset="0"/>
                </a:rPr>
                <a:t>The Outcome Matrix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CF91323-2BAE-B29E-4710-B13BDB9423BA}"/>
              </a:ext>
            </a:extLst>
          </p:cNvPr>
          <p:cNvSpPr txBox="1"/>
          <p:nvPr/>
        </p:nvSpPr>
        <p:spPr>
          <a:xfrm>
            <a:off x="9297927" y="2246555"/>
            <a:ext cx="24173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7030A0"/>
                </a:solidFill>
                <a:latin typeface="Segoe Script" panose="030B0504020000000003" pitchFamily="66" charset="0"/>
              </a:rPr>
              <a:t>…but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</a:rPr>
              <a:t>my outcome depends on not only my own action but also that</a:t>
            </a:r>
            <a: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Script" panose="030B0504020000000003" pitchFamily="66" charset="0"/>
              </a:rPr>
              <a:t> of my friend.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cript" panose="030B0504020000000003" pitchFamily="66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D334AF-8E4B-8F4E-C252-249F6E11089E}"/>
              </a:ext>
            </a:extLst>
          </p:cNvPr>
          <p:cNvSpPr/>
          <p:nvPr/>
        </p:nvSpPr>
        <p:spPr>
          <a:xfrm>
            <a:off x="2347274" y="4873658"/>
            <a:ext cx="368754" cy="365760"/>
          </a:xfrm>
          <a:custGeom>
            <a:avLst/>
            <a:gdLst>
              <a:gd name="csX0" fmla="*/ 0 w 368754"/>
              <a:gd name="csY0" fmla="*/ 182880 h 365760"/>
              <a:gd name="csX1" fmla="*/ 184377 w 368754"/>
              <a:gd name="csY1" fmla="*/ 0 h 365760"/>
              <a:gd name="csX2" fmla="*/ 368754 w 368754"/>
              <a:gd name="csY2" fmla="*/ 182880 h 365760"/>
              <a:gd name="csX3" fmla="*/ 184377 w 368754"/>
              <a:gd name="csY3" fmla="*/ 365760 h 365760"/>
              <a:gd name="csX4" fmla="*/ 0 w 368754"/>
              <a:gd name="csY4" fmla="*/ 18288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8754" h="365760" extrusionOk="0">
                <a:moveTo>
                  <a:pt x="0" y="182880"/>
                </a:moveTo>
                <a:cubicBezTo>
                  <a:pt x="-13296" y="73677"/>
                  <a:pt x="72764" y="3672"/>
                  <a:pt x="184377" y="0"/>
                </a:cubicBezTo>
                <a:cubicBezTo>
                  <a:pt x="301027" y="3120"/>
                  <a:pt x="355646" y="82295"/>
                  <a:pt x="368754" y="182880"/>
                </a:cubicBezTo>
                <a:cubicBezTo>
                  <a:pt x="349198" y="302980"/>
                  <a:pt x="282551" y="385961"/>
                  <a:pt x="184377" y="365760"/>
                </a:cubicBezTo>
                <a:cubicBezTo>
                  <a:pt x="56088" y="351283"/>
                  <a:pt x="21968" y="294378"/>
                  <a:pt x="0" y="182880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8FCF8A-BA04-867F-B051-2BA3E90A6326}"/>
              </a:ext>
            </a:extLst>
          </p:cNvPr>
          <p:cNvSpPr/>
          <p:nvPr/>
        </p:nvSpPr>
        <p:spPr>
          <a:xfrm>
            <a:off x="3235951" y="3951083"/>
            <a:ext cx="368754" cy="365760"/>
          </a:xfrm>
          <a:custGeom>
            <a:avLst/>
            <a:gdLst>
              <a:gd name="csX0" fmla="*/ 0 w 368754"/>
              <a:gd name="csY0" fmla="*/ 182880 h 365760"/>
              <a:gd name="csX1" fmla="*/ 184377 w 368754"/>
              <a:gd name="csY1" fmla="*/ 0 h 365760"/>
              <a:gd name="csX2" fmla="*/ 368754 w 368754"/>
              <a:gd name="csY2" fmla="*/ 182880 h 365760"/>
              <a:gd name="csX3" fmla="*/ 184377 w 368754"/>
              <a:gd name="csY3" fmla="*/ 365760 h 365760"/>
              <a:gd name="csX4" fmla="*/ 0 w 368754"/>
              <a:gd name="csY4" fmla="*/ 18288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8754" h="365760" extrusionOk="0">
                <a:moveTo>
                  <a:pt x="0" y="182880"/>
                </a:moveTo>
                <a:cubicBezTo>
                  <a:pt x="-13296" y="73677"/>
                  <a:pt x="72764" y="3672"/>
                  <a:pt x="184377" y="0"/>
                </a:cubicBezTo>
                <a:cubicBezTo>
                  <a:pt x="301027" y="3120"/>
                  <a:pt x="355646" y="82295"/>
                  <a:pt x="368754" y="182880"/>
                </a:cubicBezTo>
                <a:cubicBezTo>
                  <a:pt x="349198" y="302980"/>
                  <a:pt x="282551" y="385961"/>
                  <a:pt x="184377" y="365760"/>
                </a:cubicBezTo>
                <a:cubicBezTo>
                  <a:pt x="56088" y="351283"/>
                  <a:pt x="21968" y="294378"/>
                  <a:pt x="0" y="182880"/>
                </a:cubicBezTo>
                <a:close/>
              </a:path>
            </a:pathLst>
          </a:custGeom>
          <a:noFill/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FFCC382-A609-8E55-1BA3-E5E6AAD5F9E0}"/>
              </a:ext>
            </a:extLst>
          </p:cNvPr>
          <p:cNvSpPr/>
          <p:nvPr/>
        </p:nvSpPr>
        <p:spPr>
          <a:xfrm>
            <a:off x="6044344" y="3722340"/>
            <a:ext cx="1034313" cy="418434"/>
          </a:xfrm>
          <a:custGeom>
            <a:avLst/>
            <a:gdLst>
              <a:gd name="csX0" fmla="*/ 0 w 1034313"/>
              <a:gd name="csY0" fmla="*/ 209217 h 418434"/>
              <a:gd name="csX1" fmla="*/ 517157 w 1034313"/>
              <a:gd name="csY1" fmla="*/ 0 h 418434"/>
              <a:gd name="csX2" fmla="*/ 1034314 w 1034313"/>
              <a:gd name="csY2" fmla="*/ 209217 h 418434"/>
              <a:gd name="csX3" fmla="*/ 517157 w 1034313"/>
              <a:gd name="csY3" fmla="*/ 418434 h 418434"/>
              <a:gd name="csX4" fmla="*/ 0 w 1034313"/>
              <a:gd name="csY4" fmla="*/ 209217 h 4184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34313" h="418434" extrusionOk="0">
                <a:moveTo>
                  <a:pt x="0" y="209217"/>
                </a:moveTo>
                <a:cubicBezTo>
                  <a:pt x="-12079" y="86219"/>
                  <a:pt x="175642" y="20979"/>
                  <a:pt x="517157" y="0"/>
                </a:cubicBezTo>
                <a:cubicBezTo>
                  <a:pt x="809567" y="1430"/>
                  <a:pt x="1004340" y="94623"/>
                  <a:pt x="1034314" y="209217"/>
                </a:cubicBezTo>
                <a:cubicBezTo>
                  <a:pt x="996044" y="362137"/>
                  <a:pt x="793133" y="471727"/>
                  <a:pt x="517157" y="418434"/>
                </a:cubicBezTo>
                <a:cubicBezTo>
                  <a:pt x="225931" y="415366"/>
                  <a:pt x="18010" y="333369"/>
                  <a:pt x="0" y="209217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2B328578-C6ED-EF9F-11EA-3C43344FF802}"/>
              </a:ext>
            </a:extLst>
          </p:cNvPr>
          <p:cNvSpPr/>
          <p:nvPr/>
        </p:nvSpPr>
        <p:spPr>
          <a:xfrm>
            <a:off x="8825504" y="1815234"/>
            <a:ext cx="272358" cy="1741634"/>
          </a:xfrm>
          <a:custGeom>
            <a:avLst/>
            <a:gdLst>
              <a:gd name="csX0" fmla="*/ 0 w 272358"/>
              <a:gd name="csY0" fmla="*/ 0 h 1741634"/>
              <a:gd name="csX1" fmla="*/ 136179 w 272358"/>
              <a:gd name="csY1" fmla="*/ 22696 h 1741634"/>
              <a:gd name="csX2" fmla="*/ 136179 w 272358"/>
              <a:gd name="csY2" fmla="*/ 451917 h 1741634"/>
              <a:gd name="csX3" fmla="*/ 136179 w 272358"/>
              <a:gd name="csY3" fmla="*/ 848121 h 1741634"/>
              <a:gd name="csX4" fmla="*/ 272358 w 272358"/>
              <a:gd name="csY4" fmla="*/ 870817 h 1741634"/>
              <a:gd name="csX5" fmla="*/ 136179 w 272358"/>
              <a:gd name="csY5" fmla="*/ 893513 h 1741634"/>
              <a:gd name="csX6" fmla="*/ 136179 w 272358"/>
              <a:gd name="csY6" fmla="*/ 1289717 h 1741634"/>
              <a:gd name="csX7" fmla="*/ 136179 w 272358"/>
              <a:gd name="csY7" fmla="*/ 1718938 h 1741634"/>
              <a:gd name="csX8" fmla="*/ 0 w 272358"/>
              <a:gd name="csY8" fmla="*/ 1741634 h 1741634"/>
              <a:gd name="csX9" fmla="*/ 0 w 272358"/>
              <a:gd name="csY9" fmla="*/ 1126257 h 1741634"/>
              <a:gd name="csX10" fmla="*/ 0 w 272358"/>
              <a:gd name="csY10" fmla="*/ 528296 h 1741634"/>
              <a:gd name="csX11" fmla="*/ 0 w 272358"/>
              <a:gd name="csY11" fmla="*/ 0 h 1741634"/>
              <a:gd name="csX0" fmla="*/ 0 w 272358"/>
              <a:gd name="csY0" fmla="*/ 0 h 1741634"/>
              <a:gd name="csX1" fmla="*/ 136179 w 272358"/>
              <a:gd name="csY1" fmla="*/ 22696 h 1741634"/>
              <a:gd name="csX2" fmla="*/ 136179 w 272358"/>
              <a:gd name="csY2" fmla="*/ 435409 h 1741634"/>
              <a:gd name="csX3" fmla="*/ 136179 w 272358"/>
              <a:gd name="csY3" fmla="*/ 848121 h 1741634"/>
              <a:gd name="csX4" fmla="*/ 272358 w 272358"/>
              <a:gd name="csY4" fmla="*/ 870817 h 1741634"/>
              <a:gd name="csX5" fmla="*/ 136179 w 272358"/>
              <a:gd name="csY5" fmla="*/ 893513 h 1741634"/>
              <a:gd name="csX6" fmla="*/ 136179 w 272358"/>
              <a:gd name="csY6" fmla="*/ 1297971 h 1741634"/>
              <a:gd name="csX7" fmla="*/ 136179 w 272358"/>
              <a:gd name="csY7" fmla="*/ 1718938 h 1741634"/>
              <a:gd name="csX8" fmla="*/ 0 w 272358"/>
              <a:gd name="csY8" fmla="*/ 1741634 h 17416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72358" h="1741634" stroke="0" extrusionOk="0">
                <a:moveTo>
                  <a:pt x="0" y="0"/>
                </a:moveTo>
                <a:cubicBezTo>
                  <a:pt x="74480" y="-450"/>
                  <a:pt x="135694" y="10343"/>
                  <a:pt x="136179" y="22696"/>
                </a:cubicBezTo>
                <a:cubicBezTo>
                  <a:pt x="145321" y="200755"/>
                  <a:pt x="112363" y="281929"/>
                  <a:pt x="136179" y="451917"/>
                </a:cubicBezTo>
                <a:cubicBezTo>
                  <a:pt x="159995" y="621905"/>
                  <a:pt x="113669" y="668284"/>
                  <a:pt x="136179" y="848121"/>
                </a:cubicBezTo>
                <a:cubicBezTo>
                  <a:pt x="122753" y="853310"/>
                  <a:pt x="203701" y="873948"/>
                  <a:pt x="272358" y="870817"/>
                </a:cubicBezTo>
                <a:cubicBezTo>
                  <a:pt x="199348" y="871078"/>
                  <a:pt x="136913" y="879468"/>
                  <a:pt x="136179" y="893513"/>
                </a:cubicBezTo>
                <a:cubicBezTo>
                  <a:pt x="176242" y="1027501"/>
                  <a:pt x="124785" y="1188624"/>
                  <a:pt x="136179" y="1289717"/>
                </a:cubicBezTo>
                <a:cubicBezTo>
                  <a:pt x="147573" y="1390810"/>
                  <a:pt x="118661" y="1597448"/>
                  <a:pt x="136179" y="1718938"/>
                </a:cubicBezTo>
                <a:cubicBezTo>
                  <a:pt x="151663" y="1740141"/>
                  <a:pt x="88139" y="1744743"/>
                  <a:pt x="0" y="1741634"/>
                </a:cubicBezTo>
                <a:cubicBezTo>
                  <a:pt x="-45921" y="1602115"/>
                  <a:pt x="61176" y="1310902"/>
                  <a:pt x="0" y="1126257"/>
                </a:cubicBezTo>
                <a:cubicBezTo>
                  <a:pt x="-61176" y="941612"/>
                  <a:pt x="6993" y="701571"/>
                  <a:pt x="0" y="528296"/>
                </a:cubicBezTo>
                <a:cubicBezTo>
                  <a:pt x="-6993" y="355021"/>
                  <a:pt x="25762" y="169119"/>
                  <a:pt x="0" y="0"/>
                </a:cubicBezTo>
                <a:close/>
              </a:path>
              <a:path w="272358" h="1741634" fill="none" extrusionOk="0">
                <a:moveTo>
                  <a:pt x="0" y="0"/>
                </a:moveTo>
                <a:cubicBezTo>
                  <a:pt x="75096" y="-3077"/>
                  <a:pt x="137055" y="10344"/>
                  <a:pt x="136179" y="22696"/>
                </a:cubicBezTo>
                <a:cubicBezTo>
                  <a:pt x="141228" y="191980"/>
                  <a:pt x="127596" y="255123"/>
                  <a:pt x="136179" y="435409"/>
                </a:cubicBezTo>
                <a:cubicBezTo>
                  <a:pt x="144762" y="615695"/>
                  <a:pt x="96554" y="730248"/>
                  <a:pt x="136179" y="848121"/>
                </a:cubicBezTo>
                <a:cubicBezTo>
                  <a:pt x="148333" y="864910"/>
                  <a:pt x="198699" y="876040"/>
                  <a:pt x="272358" y="870817"/>
                </a:cubicBezTo>
                <a:cubicBezTo>
                  <a:pt x="197470" y="870722"/>
                  <a:pt x="136967" y="880805"/>
                  <a:pt x="136179" y="893513"/>
                </a:cubicBezTo>
                <a:cubicBezTo>
                  <a:pt x="137186" y="980512"/>
                  <a:pt x="130670" y="1099240"/>
                  <a:pt x="136179" y="1297971"/>
                </a:cubicBezTo>
                <a:cubicBezTo>
                  <a:pt x="141688" y="1496702"/>
                  <a:pt x="119768" y="1626853"/>
                  <a:pt x="136179" y="1718938"/>
                </a:cubicBezTo>
                <a:cubicBezTo>
                  <a:pt x="148068" y="1717274"/>
                  <a:pt x="85497" y="1751173"/>
                  <a:pt x="0" y="1741634"/>
                </a:cubicBezTo>
              </a:path>
              <a:path w="272358" h="1741634" fill="none" stroke="0" extrusionOk="0">
                <a:moveTo>
                  <a:pt x="0" y="0"/>
                </a:moveTo>
                <a:cubicBezTo>
                  <a:pt x="74344" y="-222"/>
                  <a:pt x="137562" y="8444"/>
                  <a:pt x="136179" y="22696"/>
                </a:cubicBezTo>
                <a:cubicBezTo>
                  <a:pt x="168855" y="143404"/>
                  <a:pt x="89459" y="238411"/>
                  <a:pt x="136179" y="451917"/>
                </a:cubicBezTo>
                <a:cubicBezTo>
                  <a:pt x="182899" y="665423"/>
                  <a:pt x="98075" y="709390"/>
                  <a:pt x="136179" y="848121"/>
                </a:cubicBezTo>
                <a:cubicBezTo>
                  <a:pt x="133191" y="871904"/>
                  <a:pt x="196355" y="868432"/>
                  <a:pt x="272358" y="870817"/>
                </a:cubicBezTo>
                <a:cubicBezTo>
                  <a:pt x="199731" y="870292"/>
                  <a:pt x="138815" y="881406"/>
                  <a:pt x="136179" y="893513"/>
                </a:cubicBezTo>
                <a:cubicBezTo>
                  <a:pt x="136774" y="991158"/>
                  <a:pt x="98304" y="1164644"/>
                  <a:pt x="136179" y="1289717"/>
                </a:cubicBezTo>
                <a:cubicBezTo>
                  <a:pt x="174054" y="1414790"/>
                  <a:pt x="96623" y="1529358"/>
                  <a:pt x="136179" y="1718938"/>
                </a:cubicBezTo>
                <a:cubicBezTo>
                  <a:pt x="136755" y="1736946"/>
                  <a:pt x="79719" y="1740117"/>
                  <a:pt x="0" y="1741634"/>
                </a:cubicBezTo>
              </a:path>
            </a:pathLst>
          </a:custGeom>
          <a:ln w="127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Brac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16F4309-997B-A9B6-C3B0-206CFC9E8710}"/>
              </a:ext>
            </a:extLst>
          </p:cNvPr>
          <p:cNvSpPr/>
          <p:nvPr/>
        </p:nvSpPr>
        <p:spPr>
          <a:xfrm>
            <a:off x="5659614" y="4974621"/>
            <a:ext cx="1034313" cy="381581"/>
          </a:xfrm>
          <a:custGeom>
            <a:avLst/>
            <a:gdLst>
              <a:gd name="csX0" fmla="*/ 0 w 1034313"/>
              <a:gd name="csY0" fmla="*/ 190791 h 381581"/>
              <a:gd name="csX1" fmla="*/ 517157 w 1034313"/>
              <a:gd name="csY1" fmla="*/ 0 h 381581"/>
              <a:gd name="csX2" fmla="*/ 1034314 w 1034313"/>
              <a:gd name="csY2" fmla="*/ 190791 h 381581"/>
              <a:gd name="csX3" fmla="*/ 517157 w 1034313"/>
              <a:gd name="csY3" fmla="*/ 381582 h 381581"/>
              <a:gd name="csX4" fmla="*/ 0 w 1034313"/>
              <a:gd name="csY4" fmla="*/ 190791 h 381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34313" h="381581" extrusionOk="0">
                <a:moveTo>
                  <a:pt x="0" y="190791"/>
                </a:moveTo>
                <a:cubicBezTo>
                  <a:pt x="-23058" y="71197"/>
                  <a:pt x="185625" y="17232"/>
                  <a:pt x="517157" y="0"/>
                </a:cubicBezTo>
                <a:cubicBezTo>
                  <a:pt x="825486" y="4781"/>
                  <a:pt x="1003096" y="86413"/>
                  <a:pt x="1034314" y="190791"/>
                </a:cubicBezTo>
                <a:cubicBezTo>
                  <a:pt x="986974" y="342392"/>
                  <a:pt x="801171" y="390446"/>
                  <a:pt x="517157" y="381582"/>
                </a:cubicBezTo>
                <a:cubicBezTo>
                  <a:pt x="211880" y="370826"/>
                  <a:pt x="9524" y="300713"/>
                  <a:pt x="0" y="190791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514073-80F2-B24C-F1BE-3DF6FD5FD57F}"/>
              </a:ext>
            </a:extLst>
          </p:cNvPr>
          <p:cNvSpPr txBox="1"/>
          <p:nvPr/>
        </p:nvSpPr>
        <p:spPr>
          <a:xfrm>
            <a:off x="9377712" y="1870834"/>
            <a:ext cx="203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Russo One"/>
              </a:rPr>
              <a:t>Unilateral thinking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usso One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394AF3-3E4C-5DAB-C821-2647F51A71E2}"/>
              </a:ext>
            </a:extLst>
          </p:cNvPr>
          <p:cNvSpPr txBox="1"/>
          <p:nvPr/>
        </p:nvSpPr>
        <p:spPr>
          <a:xfrm>
            <a:off x="9215083" y="4628101"/>
            <a:ext cx="26060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7030A0"/>
                </a:solidFill>
                <a:latin typeface="Segoe Script" panose="030B0504020000000003" pitchFamily="66" charset="0"/>
              </a:rPr>
              <a:t>…based on expectations: what I believe my friend will do.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cript" panose="030B0504020000000003" pitchFamily="66" charset="0"/>
            </a:endParaRP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C9F312F1-1451-504C-A56D-9A1C2C01913E}"/>
              </a:ext>
            </a:extLst>
          </p:cNvPr>
          <p:cNvSpPr/>
          <p:nvPr/>
        </p:nvSpPr>
        <p:spPr>
          <a:xfrm>
            <a:off x="8863008" y="3918740"/>
            <a:ext cx="234854" cy="1660978"/>
          </a:xfrm>
          <a:custGeom>
            <a:avLst/>
            <a:gdLst>
              <a:gd name="csX0" fmla="*/ 0 w 234854"/>
              <a:gd name="csY0" fmla="*/ 0 h 1660978"/>
              <a:gd name="csX1" fmla="*/ 117427 w 234854"/>
              <a:gd name="csY1" fmla="*/ 19570 h 1660978"/>
              <a:gd name="csX2" fmla="*/ 117427 w 234854"/>
              <a:gd name="csY2" fmla="*/ 431071 h 1660978"/>
              <a:gd name="csX3" fmla="*/ 117427 w 234854"/>
              <a:gd name="csY3" fmla="*/ 810919 h 1660978"/>
              <a:gd name="csX4" fmla="*/ 234854 w 234854"/>
              <a:gd name="csY4" fmla="*/ 830489 h 1660978"/>
              <a:gd name="csX5" fmla="*/ 117427 w 234854"/>
              <a:gd name="csY5" fmla="*/ 850059 h 1660978"/>
              <a:gd name="csX6" fmla="*/ 117427 w 234854"/>
              <a:gd name="csY6" fmla="*/ 1229907 h 1660978"/>
              <a:gd name="csX7" fmla="*/ 117427 w 234854"/>
              <a:gd name="csY7" fmla="*/ 1641408 h 1660978"/>
              <a:gd name="csX8" fmla="*/ 0 w 234854"/>
              <a:gd name="csY8" fmla="*/ 1660978 h 1660978"/>
              <a:gd name="csX9" fmla="*/ 0 w 234854"/>
              <a:gd name="csY9" fmla="*/ 1074099 h 1660978"/>
              <a:gd name="csX10" fmla="*/ 0 w 234854"/>
              <a:gd name="csY10" fmla="*/ 503830 h 1660978"/>
              <a:gd name="csX11" fmla="*/ 0 w 234854"/>
              <a:gd name="csY11" fmla="*/ 0 h 1660978"/>
              <a:gd name="csX0" fmla="*/ 0 w 234854"/>
              <a:gd name="csY0" fmla="*/ 0 h 1660978"/>
              <a:gd name="csX1" fmla="*/ 117427 w 234854"/>
              <a:gd name="csY1" fmla="*/ 19570 h 1660978"/>
              <a:gd name="csX2" fmla="*/ 117427 w 234854"/>
              <a:gd name="csY2" fmla="*/ 415245 h 1660978"/>
              <a:gd name="csX3" fmla="*/ 117427 w 234854"/>
              <a:gd name="csY3" fmla="*/ 810919 h 1660978"/>
              <a:gd name="csX4" fmla="*/ 234854 w 234854"/>
              <a:gd name="csY4" fmla="*/ 830489 h 1660978"/>
              <a:gd name="csX5" fmla="*/ 117427 w 234854"/>
              <a:gd name="csY5" fmla="*/ 850059 h 1660978"/>
              <a:gd name="csX6" fmla="*/ 117427 w 234854"/>
              <a:gd name="csY6" fmla="*/ 1237820 h 1660978"/>
              <a:gd name="csX7" fmla="*/ 117427 w 234854"/>
              <a:gd name="csY7" fmla="*/ 1641408 h 1660978"/>
              <a:gd name="csX8" fmla="*/ 0 w 234854"/>
              <a:gd name="csY8" fmla="*/ 1660978 h 1660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34854" h="1660978" stroke="0" extrusionOk="0">
                <a:moveTo>
                  <a:pt x="0" y="0"/>
                </a:moveTo>
                <a:cubicBezTo>
                  <a:pt x="64073" y="-481"/>
                  <a:pt x="116098" y="9261"/>
                  <a:pt x="117427" y="19570"/>
                </a:cubicBezTo>
                <a:cubicBezTo>
                  <a:pt x="122643" y="133910"/>
                  <a:pt x="114142" y="246768"/>
                  <a:pt x="117427" y="431071"/>
                </a:cubicBezTo>
                <a:cubicBezTo>
                  <a:pt x="120712" y="615374"/>
                  <a:pt x="114439" y="622139"/>
                  <a:pt x="117427" y="810919"/>
                </a:cubicBezTo>
                <a:cubicBezTo>
                  <a:pt x="104227" y="814505"/>
                  <a:pt x="183720" y="837044"/>
                  <a:pt x="234854" y="830489"/>
                </a:cubicBezTo>
                <a:cubicBezTo>
                  <a:pt x="172339" y="830766"/>
                  <a:pt x="118720" y="836590"/>
                  <a:pt x="117427" y="850059"/>
                </a:cubicBezTo>
                <a:cubicBezTo>
                  <a:pt x="141791" y="946381"/>
                  <a:pt x="106858" y="1138694"/>
                  <a:pt x="117427" y="1229907"/>
                </a:cubicBezTo>
                <a:cubicBezTo>
                  <a:pt x="127996" y="1321120"/>
                  <a:pt x="107659" y="1554103"/>
                  <a:pt x="117427" y="1641408"/>
                </a:cubicBezTo>
                <a:cubicBezTo>
                  <a:pt x="125686" y="1656840"/>
                  <a:pt x="72132" y="1662728"/>
                  <a:pt x="0" y="1660978"/>
                </a:cubicBezTo>
                <a:cubicBezTo>
                  <a:pt x="-68353" y="1431578"/>
                  <a:pt x="50235" y="1193049"/>
                  <a:pt x="0" y="1074099"/>
                </a:cubicBezTo>
                <a:cubicBezTo>
                  <a:pt x="-50235" y="955149"/>
                  <a:pt x="35653" y="695722"/>
                  <a:pt x="0" y="503830"/>
                </a:cubicBezTo>
                <a:cubicBezTo>
                  <a:pt x="-35653" y="311938"/>
                  <a:pt x="14091" y="222347"/>
                  <a:pt x="0" y="0"/>
                </a:cubicBezTo>
                <a:close/>
              </a:path>
              <a:path w="234854" h="1660978" fill="none" extrusionOk="0">
                <a:moveTo>
                  <a:pt x="0" y="0"/>
                </a:moveTo>
                <a:cubicBezTo>
                  <a:pt x="64826" y="-717"/>
                  <a:pt x="119836" y="9264"/>
                  <a:pt x="117427" y="19570"/>
                </a:cubicBezTo>
                <a:cubicBezTo>
                  <a:pt x="131773" y="147582"/>
                  <a:pt x="89692" y="266256"/>
                  <a:pt x="117427" y="415245"/>
                </a:cubicBezTo>
                <a:cubicBezTo>
                  <a:pt x="145162" y="564235"/>
                  <a:pt x="108586" y="648010"/>
                  <a:pt x="117427" y="810919"/>
                </a:cubicBezTo>
                <a:cubicBezTo>
                  <a:pt x="130232" y="826209"/>
                  <a:pt x="172658" y="839437"/>
                  <a:pt x="234854" y="830489"/>
                </a:cubicBezTo>
                <a:cubicBezTo>
                  <a:pt x="171471" y="830057"/>
                  <a:pt x="118742" y="838962"/>
                  <a:pt x="117427" y="850059"/>
                </a:cubicBezTo>
                <a:cubicBezTo>
                  <a:pt x="155196" y="1010535"/>
                  <a:pt x="115352" y="1098254"/>
                  <a:pt x="117427" y="1237820"/>
                </a:cubicBezTo>
                <a:cubicBezTo>
                  <a:pt x="119502" y="1377386"/>
                  <a:pt x="85756" y="1460435"/>
                  <a:pt x="117427" y="1641408"/>
                </a:cubicBezTo>
                <a:cubicBezTo>
                  <a:pt x="124680" y="1643554"/>
                  <a:pt x="75337" y="1670699"/>
                  <a:pt x="0" y="1660978"/>
                </a:cubicBezTo>
              </a:path>
              <a:path w="234854" h="1660978" fill="none" stroke="0" extrusionOk="0">
                <a:moveTo>
                  <a:pt x="0" y="0"/>
                </a:moveTo>
                <a:cubicBezTo>
                  <a:pt x="62196" y="-680"/>
                  <a:pt x="118489" y="7444"/>
                  <a:pt x="117427" y="19570"/>
                </a:cubicBezTo>
                <a:cubicBezTo>
                  <a:pt x="156135" y="191392"/>
                  <a:pt x="78454" y="313582"/>
                  <a:pt x="117427" y="431071"/>
                </a:cubicBezTo>
                <a:cubicBezTo>
                  <a:pt x="156400" y="548560"/>
                  <a:pt x="84382" y="680226"/>
                  <a:pt x="117427" y="810919"/>
                </a:cubicBezTo>
                <a:cubicBezTo>
                  <a:pt x="113952" y="834808"/>
                  <a:pt x="167737" y="823679"/>
                  <a:pt x="234854" y="830489"/>
                </a:cubicBezTo>
                <a:cubicBezTo>
                  <a:pt x="170865" y="830313"/>
                  <a:pt x="120318" y="839721"/>
                  <a:pt x="117427" y="850059"/>
                </a:cubicBezTo>
                <a:cubicBezTo>
                  <a:pt x="126549" y="938504"/>
                  <a:pt x="85949" y="1152282"/>
                  <a:pt x="117427" y="1229907"/>
                </a:cubicBezTo>
                <a:cubicBezTo>
                  <a:pt x="148905" y="1307532"/>
                  <a:pt x="81727" y="1498812"/>
                  <a:pt x="117427" y="1641408"/>
                </a:cubicBezTo>
                <a:cubicBezTo>
                  <a:pt x="118439" y="1661823"/>
                  <a:pt x="75298" y="1657465"/>
                  <a:pt x="0" y="1660978"/>
                </a:cubicBezTo>
              </a:path>
            </a:pathLst>
          </a:custGeom>
          <a:ln w="127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ightBrac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4618DD-7B4D-7FDE-BAE7-4A3F6335832E}"/>
              </a:ext>
            </a:extLst>
          </p:cNvPr>
          <p:cNvSpPr txBox="1"/>
          <p:nvPr/>
        </p:nvSpPr>
        <p:spPr>
          <a:xfrm>
            <a:off x="9259215" y="4258549"/>
            <a:ext cx="203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Russo One"/>
              </a:rPr>
              <a:t>Strategic thinking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usso One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11963A-4789-D9FD-484A-370A218E662A}"/>
              </a:ext>
            </a:extLst>
          </p:cNvPr>
          <p:cNvSpPr txBox="1"/>
          <p:nvPr/>
        </p:nvSpPr>
        <p:spPr>
          <a:xfrm>
            <a:off x="9291301" y="5905211"/>
            <a:ext cx="2175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Russo One"/>
              </a:rPr>
              <a:t>Time-based thinking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usso One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9B63F4-B8C2-85F9-BBCC-05F11B5C8D31}"/>
              </a:ext>
            </a:extLst>
          </p:cNvPr>
          <p:cNvSpPr txBox="1"/>
          <p:nvPr/>
        </p:nvSpPr>
        <p:spPr>
          <a:xfrm>
            <a:off x="9291300" y="6202805"/>
            <a:ext cx="2711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7030A0"/>
                </a:solidFill>
                <a:latin typeface="Segoe Script" panose="030B0504020000000003" pitchFamily="66" charset="0"/>
              </a:rPr>
              <a:t>What if the same scenario repeats in the future?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cript" panose="030B0504020000000003" pitchFamily="66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56629D-734A-6AA0-7CB4-7F4DEC0C786B}"/>
              </a:ext>
            </a:extLst>
          </p:cNvPr>
          <p:cNvCxnSpPr/>
          <p:nvPr/>
        </p:nvCxnSpPr>
        <p:spPr>
          <a:xfrm flipV="1">
            <a:off x="4472030" y="3650491"/>
            <a:ext cx="6942432" cy="6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9C0FF7-3F37-44C6-4F41-C639B71F7DC9}"/>
              </a:ext>
            </a:extLst>
          </p:cNvPr>
          <p:cNvCxnSpPr/>
          <p:nvPr/>
        </p:nvCxnSpPr>
        <p:spPr>
          <a:xfrm flipV="1">
            <a:off x="4392761" y="5810649"/>
            <a:ext cx="6942432" cy="6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A cartoon of a person standing on a shoe&#10;&#10;Description automatically generated">
            <a:extLst>
              <a:ext uri="{FF2B5EF4-FFF2-40B4-BE49-F238E27FC236}">
                <a16:creationId xmlns:a16="http://schemas.microsoft.com/office/drawing/2014/main" id="{B157C05F-0364-A44B-E459-201BAA8007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9913">
            <a:off x="9636150" y="292206"/>
            <a:ext cx="1767982" cy="1015395"/>
          </a:xfrm>
          <a:prstGeom prst="rect">
            <a:avLst/>
          </a:prstGeom>
        </p:spPr>
      </p:pic>
      <p:sp>
        <p:nvSpPr>
          <p:cNvPr id="41" name="Oval 40">
            <a:extLst>
              <a:ext uri="{FF2B5EF4-FFF2-40B4-BE49-F238E27FC236}">
                <a16:creationId xmlns:a16="http://schemas.microsoft.com/office/drawing/2014/main" id="{4DE43940-DC5C-7FF9-EEDC-FB93E4EE9918}"/>
              </a:ext>
            </a:extLst>
          </p:cNvPr>
          <p:cNvSpPr/>
          <p:nvPr/>
        </p:nvSpPr>
        <p:spPr>
          <a:xfrm>
            <a:off x="5419189" y="3743534"/>
            <a:ext cx="676811" cy="381580"/>
          </a:xfrm>
          <a:custGeom>
            <a:avLst/>
            <a:gdLst>
              <a:gd name="csX0" fmla="*/ 0 w 676811"/>
              <a:gd name="csY0" fmla="*/ 190790 h 381580"/>
              <a:gd name="csX1" fmla="*/ 338406 w 676811"/>
              <a:gd name="csY1" fmla="*/ 0 h 381580"/>
              <a:gd name="csX2" fmla="*/ 676812 w 676811"/>
              <a:gd name="csY2" fmla="*/ 190790 h 381580"/>
              <a:gd name="csX3" fmla="*/ 338406 w 676811"/>
              <a:gd name="csY3" fmla="*/ 381580 h 381580"/>
              <a:gd name="csX4" fmla="*/ 0 w 676811"/>
              <a:gd name="csY4" fmla="*/ 190790 h 381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811" h="381580" extrusionOk="0">
                <a:moveTo>
                  <a:pt x="0" y="190790"/>
                </a:moveTo>
                <a:cubicBezTo>
                  <a:pt x="-31900" y="65744"/>
                  <a:pt x="110615" y="15348"/>
                  <a:pt x="338406" y="0"/>
                </a:cubicBezTo>
                <a:cubicBezTo>
                  <a:pt x="544010" y="3938"/>
                  <a:pt x="674002" y="85509"/>
                  <a:pt x="676812" y="190790"/>
                </a:cubicBezTo>
                <a:cubicBezTo>
                  <a:pt x="670092" y="302723"/>
                  <a:pt x="521061" y="405023"/>
                  <a:pt x="338406" y="381580"/>
                </a:cubicBezTo>
                <a:cubicBezTo>
                  <a:pt x="145690" y="378396"/>
                  <a:pt x="27610" y="309352"/>
                  <a:pt x="0" y="190790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332B4C-781D-6534-14DE-478693B1A997}"/>
              </a:ext>
            </a:extLst>
          </p:cNvPr>
          <p:cNvSpPr/>
          <p:nvPr/>
        </p:nvSpPr>
        <p:spPr>
          <a:xfrm>
            <a:off x="5007872" y="4976396"/>
            <a:ext cx="676811" cy="381580"/>
          </a:xfrm>
          <a:custGeom>
            <a:avLst/>
            <a:gdLst>
              <a:gd name="csX0" fmla="*/ 0 w 676811"/>
              <a:gd name="csY0" fmla="*/ 190790 h 381580"/>
              <a:gd name="csX1" fmla="*/ 338406 w 676811"/>
              <a:gd name="csY1" fmla="*/ 0 h 381580"/>
              <a:gd name="csX2" fmla="*/ 676812 w 676811"/>
              <a:gd name="csY2" fmla="*/ 190790 h 381580"/>
              <a:gd name="csX3" fmla="*/ 338406 w 676811"/>
              <a:gd name="csY3" fmla="*/ 381580 h 381580"/>
              <a:gd name="csX4" fmla="*/ 0 w 676811"/>
              <a:gd name="csY4" fmla="*/ 190790 h 381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6811" h="381580" extrusionOk="0">
                <a:moveTo>
                  <a:pt x="0" y="190790"/>
                </a:moveTo>
                <a:cubicBezTo>
                  <a:pt x="-31900" y="65744"/>
                  <a:pt x="110615" y="15348"/>
                  <a:pt x="338406" y="0"/>
                </a:cubicBezTo>
                <a:cubicBezTo>
                  <a:pt x="544010" y="3938"/>
                  <a:pt x="674002" y="85509"/>
                  <a:pt x="676812" y="190790"/>
                </a:cubicBezTo>
                <a:cubicBezTo>
                  <a:pt x="670092" y="302723"/>
                  <a:pt x="521061" y="405023"/>
                  <a:pt x="338406" y="381580"/>
                </a:cubicBezTo>
                <a:cubicBezTo>
                  <a:pt x="145690" y="378396"/>
                  <a:pt x="27610" y="309352"/>
                  <a:pt x="0" y="190790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0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0" grpId="0"/>
      <p:bldP spid="26" grpId="0"/>
      <p:bldP spid="7" grpId="0" animBg="1"/>
      <p:bldP spid="8" grpId="0" animBg="1"/>
      <p:bldP spid="31" grpId="0" animBg="1"/>
      <p:bldP spid="32" grpId="0" animBg="1"/>
      <p:bldP spid="33" grpId="0" animBg="1"/>
      <p:bldP spid="34" grpId="0"/>
      <p:bldP spid="35" grpId="0"/>
      <p:bldP spid="36" grpId="0" animBg="1"/>
      <p:bldP spid="39" grpId="0"/>
      <p:bldP spid="40" grpId="0"/>
      <p:bldP spid="42" grpId="0"/>
      <p:bldP spid="41" grpId="0" animBg="1"/>
      <p:bldP spid="4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9373C-BAB3-17A0-F308-33F8AFD6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30AB3FC3-9DEF-C721-6EC0-0E0FB5E19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A97B0-BA92-0998-0AF5-77BCDE299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 dirty="0"/>
              <a:t>Reflections: Why Select </a:t>
            </a:r>
            <a:r>
              <a:rPr lang="en-US" b="1" dirty="0">
                <a:solidFill>
                  <a:srgbClr val="00B050"/>
                </a:solidFill>
              </a:rPr>
              <a:t>TAKE</a:t>
            </a:r>
            <a:r>
              <a:rPr lang="en-US" b="1" dirty="0"/>
              <a:t>?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149AEB1E-63FE-107A-A972-C3A6EC32E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74630-F53B-4329-8871-96BBDE744ED8}"/>
              </a:ext>
            </a:extLst>
          </p:cNvPr>
          <p:cNvSpPr txBox="1"/>
          <p:nvPr/>
        </p:nvSpPr>
        <p:spPr>
          <a:xfrm>
            <a:off x="4717915" y="2096562"/>
            <a:ext cx="6873098" cy="646331"/>
          </a:xfrm>
          <a:custGeom>
            <a:avLst/>
            <a:gdLst>
              <a:gd name="csX0" fmla="*/ 0 w 6873098"/>
              <a:gd name="csY0" fmla="*/ 0 h 646331"/>
              <a:gd name="csX1" fmla="*/ 641489 w 6873098"/>
              <a:gd name="csY1" fmla="*/ 0 h 646331"/>
              <a:gd name="csX2" fmla="*/ 1214247 w 6873098"/>
              <a:gd name="csY2" fmla="*/ 0 h 646331"/>
              <a:gd name="csX3" fmla="*/ 1787005 w 6873098"/>
              <a:gd name="csY3" fmla="*/ 0 h 646331"/>
              <a:gd name="csX4" fmla="*/ 2428495 w 6873098"/>
              <a:gd name="csY4" fmla="*/ 0 h 646331"/>
              <a:gd name="csX5" fmla="*/ 2795060 w 6873098"/>
              <a:gd name="csY5" fmla="*/ 0 h 646331"/>
              <a:gd name="csX6" fmla="*/ 3161625 w 6873098"/>
              <a:gd name="csY6" fmla="*/ 0 h 646331"/>
              <a:gd name="csX7" fmla="*/ 3528190 w 6873098"/>
              <a:gd name="csY7" fmla="*/ 0 h 646331"/>
              <a:gd name="csX8" fmla="*/ 4238410 w 6873098"/>
              <a:gd name="csY8" fmla="*/ 0 h 646331"/>
              <a:gd name="csX9" fmla="*/ 4742438 w 6873098"/>
              <a:gd name="csY9" fmla="*/ 0 h 646331"/>
              <a:gd name="csX10" fmla="*/ 5109003 w 6873098"/>
              <a:gd name="csY10" fmla="*/ 0 h 646331"/>
              <a:gd name="csX11" fmla="*/ 5750492 w 6873098"/>
              <a:gd name="csY11" fmla="*/ 0 h 646331"/>
              <a:gd name="csX12" fmla="*/ 6117057 w 6873098"/>
              <a:gd name="csY12" fmla="*/ 0 h 646331"/>
              <a:gd name="csX13" fmla="*/ 6873098 w 6873098"/>
              <a:gd name="csY13" fmla="*/ 0 h 646331"/>
              <a:gd name="csX14" fmla="*/ 6873098 w 6873098"/>
              <a:gd name="csY14" fmla="*/ 316702 h 646331"/>
              <a:gd name="csX15" fmla="*/ 6873098 w 6873098"/>
              <a:gd name="csY15" fmla="*/ 646331 h 646331"/>
              <a:gd name="csX16" fmla="*/ 6437802 w 6873098"/>
              <a:gd name="csY16" fmla="*/ 646331 h 646331"/>
              <a:gd name="csX17" fmla="*/ 5796313 w 6873098"/>
              <a:gd name="csY17" fmla="*/ 646331 h 646331"/>
              <a:gd name="csX18" fmla="*/ 5292285 w 6873098"/>
              <a:gd name="csY18" fmla="*/ 646331 h 646331"/>
              <a:gd name="csX19" fmla="*/ 4925720 w 6873098"/>
              <a:gd name="csY19" fmla="*/ 646331 h 646331"/>
              <a:gd name="csX20" fmla="*/ 4490424 w 6873098"/>
              <a:gd name="csY20" fmla="*/ 646331 h 646331"/>
              <a:gd name="csX21" fmla="*/ 3848935 w 6873098"/>
              <a:gd name="csY21" fmla="*/ 646331 h 646331"/>
              <a:gd name="csX22" fmla="*/ 3344908 w 6873098"/>
              <a:gd name="csY22" fmla="*/ 646331 h 646331"/>
              <a:gd name="csX23" fmla="*/ 2772150 w 6873098"/>
              <a:gd name="csY23" fmla="*/ 646331 h 646331"/>
              <a:gd name="csX24" fmla="*/ 2130660 w 6873098"/>
              <a:gd name="csY24" fmla="*/ 646331 h 646331"/>
              <a:gd name="csX25" fmla="*/ 1695364 w 6873098"/>
              <a:gd name="csY25" fmla="*/ 646331 h 646331"/>
              <a:gd name="csX26" fmla="*/ 1122606 w 6873098"/>
              <a:gd name="csY26" fmla="*/ 646331 h 646331"/>
              <a:gd name="csX27" fmla="*/ 0 w 6873098"/>
              <a:gd name="csY27" fmla="*/ 646331 h 646331"/>
              <a:gd name="csX28" fmla="*/ 0 w 6873098"/>
              <a:gd name="csY28" fmla="*/ 316702 h 646331"/>
              <a:gd name="csX29" fmla="*/ 0 w 6873098"/>
              <a:gd name="csY29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873098" h="646331" fill="none" extrusionOk="0">
                <a:moveTo>
                  <a:pt x="0" y="0"/>
                </a:moveTo>
                <a:cubicBezTo>
                  <a:pt x="244174" y="-60542"/>
                  <a:pt x="400811" y="63104"/>
                  <a:pt x="641489" y="0"/>
                </a:cubicBezTo>
                <a:cubicBezTo>
                  <a:pt x="882167" y="-63104"/>
                  <a:pt x="966050" y="38313"/>
                  <a:pt x="1214247" y="0"/>
                </a:cubicBezTo>
                <a:cubicBezTo>
                  <a:pt x="1462444" y="-38313"/>
                  <a:pt x="1580001" y="9785"/>
                  <a:pt x="1787005" y="0"/>
                </a:cubicBezTo>
                <a:cubicBezTo>
                  <a:pt x="1994009" y="-9785"/>
                  <a:pt x="2258694" y="40743"/>
                  <a:pt x="2428495" y="0"/>
                </a:cubicBezTo>
                <a:cubicBezTo>
                  <a:pt x="2598296" y="-40743"/>
                  <a:pt x="2638868" y="15113"/>
                  <a:pt x="2795060" y="0"/>
                </a:cubicBezTo>
                <a:cubicBezTo>
                  <a:pt x="2951252" y="-15113"/>
                  <a:pt x="3060951" y="4023"/>
                  <a:pt x="3161625" y="0"/>
                </a:cubicBezTo>
                <a:cubicBezTo>
                  <a:pt x="3262299" y="-4023"/>
                  <a:pt x="3417280" y="4930"/>
                  <a:pt x="3528190" y="0"/>
                </a:cubicBezTo>
                <a:cubicBezTo>
                  <a:pt x="3639101" y="-4930"/>
                  <a:pt x="4078189" y="48495"/>
                  <a:pt x="4238410" y="0"/>
                </a:cubicBezTo>
                <a:cubicBezTo>
                  <a:pt x="4398631" y="-48495"/>
                  <a:pt x="4561936" y="54094"/>
                  <a:pt x="4742438" y="0"/>
                </a:cubicBezTo>
                <a:cubicBezTo>
                  <a:pt x="4922940" y="-54094"/>
                  <a:pt x="4952973" y="13495"/>
                  <a:pt x="5109003" y="0"/>
                </a:cubicBezTo>
                <a:cubicBezTo>
                  <a:pt x="5265033" y="-13495"/>
                  <a:pt x="5598238" y="26289"/>
                  <a:pt x="5750492" y="0"/>
                </a:cubicBezTo>
                <a:cubicBezTo>
                  <a:pt x="5902746" y="-26289"/>
                  <a:pt x="5956846" y="14619"/>
                  <a:pt x="6117057" y="0"/>
                </a:cubicBezTo>
                <a:cubicBezTo>
                  <a:pt x="6277268" y="-14619"/>
                  <a:pt x="6567082" y="649"/>
                  <a:pt x="6873098" y="0"/>
                </a:cubicBezTo>
                <a:cubicBezTo>
                  <a:pt x="6874555" y="79006"/>
                  <a:pt x="6863745" y="248800"/>
                  <a:pt x="6873098" y="316702"/>
                </a:cubicBezTo>
                <a:cubicBezTo>
                  <a:pt x="6882451" y="384604"/>
                  <a:pt x="6869744" y="527006"/>
                  <a:pt x="6873098" y="646331"/>
                </a:cubicBezTo>
                <a:cubicBezTo>
                  <a:pt x="6660380" y="669654"/>
                  <a:pt x="6563194" y="637223"/>
                  <a:pt x="6437802" y="646331"/>
                </a:cubicBezTo>
                <a:cubicBezTo>
                  <a:pt x="6312410" y="655439"/>
                  <a:pt x="5948780" y="577776"/>
                  <a:pt x="5796313" y="646331"/>
                </a:cubicBezTo>
                <a:cubicBezTo>
                  <a:pt x="5643846" y="714886"/>
                  <a:pt x="5492529" y="588274"/>
                  <a:pt x="5292285" y="646331"/>
                </a:cubicBezTo>
                <a:cubicBezTo>
                  <a:pt x="5092041" y="704388"/>
                  <a:pt x="5003638" y="645225"/>
                  <a:pt x="4925720" y="646331"/>
                </a:cubicBezTo>
                <a:cubicBezTo>
                  <a:pt x="4847803" y="647437"/>
                  <a:pt x="4663193" y="603564"/>
                  <a:pt x="4490424" y="646331"/>
                </a:cubicBezTo>
                <a:cubicBezTo>
                  <a:pt x="4317655" y="689098"/>
                  <a:pt x="4136958" y="590561"/>
                  <a:pt x="3848935" y="646331"/>
                </a:cubicBezTo>
                <a:cubicBezTo>
                  <a:pt x="3560912" y="702101"/>
                  <a:pt x="3595426" y="619737"/>
                  <a:pt x="3344908" y="646331"/>
                </a:cubicBezTo>
                <a:cubicBezTo>
                  <a:pt x="3094390" y="672925"/>
                  <a:pt x="2978085" y="640945"/>
                  <a:pt x="2772150" y="646331"/>
                </a:cubicBezTo>
                <a:cubicBezTo>
                  <a:pt x="2566215" y="651717"/>
                  <a:pt x="2393125" y="593038"/>
                  <a:pt x="2130660" y="646331"/>
                </a:cubicBezTo>
                <a:cubicBezTo>
                  <a:pt x="1868195" y="699624"/>
                  <a:pt x="1875965" y="622169"/>
                  <a:pt x="1695364" y="646331"/>
                </a:cubicBezTo>
                <a:cubicBezTo>
                  <a:pt x="1514763" y="670493"/>
                  <a:pt x="1369855" y="608987"/>
                  <a:pt x="1122606" y="646331"/>
                </a:cubicBezTo>
                <a:cubicBezTo>
                  <a:pt x="875357" y="683675"/>
                  <a:pt x="359043" y="578818"/>
                  <a:pt x="0" y="646331"/>
                </a:cubicBezTo>
                <a:cubicBezTo>
                  <a:pt x="-2430" y="491165"/>
                  <a:pt x="2571" y="437511"/>
                  <a:pt x="0" y="316702"/>
                </a:cubicBezTo>
                <a:cubicBezTo>
                  <a:pt x="-2571" y="195893"/>
                  <a:pt x="23090" y="94747"/>
                  <a:pt x="0" y="0"/>
                </a:cubicBezTo>
                <a:close/>
              </a:path>
              <a:path w="6873098" h="646331" stroke="0" extrusionOk="0">
                <a:moveTo>
                  <a:pt x="0" y="0"/>
                </a:moveTo>
                <a:cubicBezTo>
                  <a:pt x="129340" y="-60197"/>
                  <a:pt x="479117" y="58485"/>
                  <a:pt x="641489" y="0"/>
                </a:cubicBezTo>
                <a:cubicBezTo>
                  <a:pt x="803861" y="-58485"/>
                  <a:pt x="958115" y="50111"/>
                  <a:pt x="1145516" y="0"/>
                </a:cubicBezTo>
                <a:cubicBezTo>
                  <a:pt x="1332917" y="-50111"/>
                  <a:pt x="1531997" y="29215"/>
                  <a:pt x="1718275" y="0"/>
                </a:cubicBezTo>
                <a:cubicBezTo>
                  <a:pt x="1904553" y="-29215"/>
                  <a:pt x="2003181" y="1400"/>
                  <a:pt x="2153571" y="0"/>
                </a:cubicBezTo>
                <a:cubicBezTo>
                  <a:pt x="2303961" y="-1400"/>
                  <a:pt x="2459876" y="11234"/>
                  <a:pt x="2726329" y="0"/>
                </a:cubicBezTo>
                <a:cubicBezTo>
                  <a:pt x="2992782" y="-11234"/>
                  <a:pt x="3037336" y="10850"/>
                  <a:pt x="3161625" y="0"/>
                </a:cubicBezTo>
                <a:cubicBezTo>
                  <a:pt x="3285914" y="-10850"/>
                  <a:pt x="3518093" y="66623"/>
                  <a:pt x="3734383" y="0"/>
                </a:cubicBezTo>
                <a:cubicBezTo>
                  <a:pt x="3950673" y="-66623"/>
                  <a:pt x="4061064" y="29225"/>
                  <a:pt x="4238410" y="0"/>
                </a:cubicBezTo>
                <a:cubicBezTo>
                  <a:pt x="4415756" y="-29225"/>
                  <a:pt x="4568850" y="33066"/>
                  <a:pt x="4673707" y="0"/>
                </a:cubicBezTo>
                <a:cubicBezTo>
                  <a:pt x="4778564" y="-33066"/>
                  <a:pt x="5035555" y="27077"/>
                  <a:pt x="5315196" y="0"/>
                </a:cubicBezTo>
                <a:cubicBezTo>
                  <a:pt x="5594837" y="-27077"/>
                  <a:pt x="5829365" y="12299"/>
                  <a:pt x="6025416" y="0"/>
                </a:cubicBezTo>
                <a:cubicBezTo>
                  <a:pt x="6221467" y="-12299"/>
                  <a:pt x="6570199" y="40878"/>
                  <a:pt x="6873098" y="0"/>
                </a:cubicBezTo>
                <a:cubicBezTo>
                  <a:pt x="6902448" y="79782"/>
                  <a:pt x="6872917" y="193786"/>
                  <a:pt x="6873098" y="316702"/>
                </a:cubicBezTo>
                <a:cubicBezTo>
                  <a:pt x="6873279" y="439618"/>
                  <a:pt x="6872780" y="498744"/>
                  <a:pt x="6873098" y="646331"/>
                </a:cubicBezTo>
                <a:cubicBezTo>
                  <a:pt x="6690559" y="671433"/>
                  <a:pt x="6532239" y="594033"/>
                  <a:pt x="6231609" y="646331"/>
                </a:cubicBezTo>
                <a:cubicBezTo>
                  <a:pt x="5930979" y="698629"/>
                  <a:pt x="5743322" y="574701"/>
                  <a:pt x="5590120" y="646331"/>
                </a:cubicBezTo>
                <a:cubicBezTo>
                  <a:pt x="5436918" y="717961"/>
                  <a:pt x="5041573" y="590475"/>
                  <a:pt x="4879900" y="646331"/>
                </a:cubicBezTo>
                <a:cubicBezTo>
                  <a:pt x="4718227" y="702187"/>
                  <a:pt x="4658816" y="618309"/>
                  <a:pt x="4513334" y="646331"/>
                </a:cubicBezTo>
                <a:cubicBezTo>
                  <a:pt x="4367852" y="674353"/>
                  <a:pt x="4323330" y="626696"/>
                  <a:pt x="4146769" y="646331"/>
                </a:cubicBezTo>
                <a:cubicBezTo>
                  <a:pt x="3970208" y="665966"/>
                  <a:pt x="3865603" y="610315"/>
                  <a:pt x="3642742" y="646331"/>
                </a:cubicBezTo>
                <a:cubicBezTo>
                  <a:pt x="3419881" y="682347"/>
                  <a:pt x="3148790" y="610892"/>
                  <a:pt x="2932522" y="646331"/>
                </a:cubicBezTo>
                <a:cubicBezTo>
                  <a:pt x="2716254" y="681770"/>
                  <a:pt x="2646696" y="637606"/>
                  <a:pt x="2497226" y="646331"/>
                </a:cubicBezTo>
                <a:cubicBezTo>
                  <a:pt x="2347756" y="655056"/>
                  <a:pt x="2183948" y="625720"/>
                  <a:pt x="2061929" y="646331"/>
                </a:cubicBezTo>
                <a:cubicBezTo>
                  <a:pt x="1939910" y="666942"/>
                  <a:pt x="1679095" y="605484"/>
                  <a:pt x="1489171" y="646331"/>
                </a:cubicBezTo>
                <a:cubicBezTo>
                  <a:pt x="1299247" y="687178"/>
                  <a:pt x="1129902" y="611699"/>
                  <a:pt x="985144" y="646331"/>
                </a:cubicBezTo>
                <a:cubicBezTo>
                  <a:pt x="840386" y="680963"/>
                  <a:pt x="244343" y="547002"/>
                  <a:pt x="0" y="646331"/>
                </a:cubicBezTo>
                <a:cubicBezTo>
                  <a:pt x="-1980" y="564286"/>
                  <a:pt x="35960" y="460370"/>
                  <a:pt x="0" y="316702"/>
                </a:cubicBezTo>
                <a:cubicBezTo>
                  <a:pt x="-35960" y="173034"/>
                  <a:pt x="18219" y="84423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Strategic Thinking</a:t>
            </a:r>
            <a:r>
              <a:rPr lang="en-US" dirty="0">
                <a:solidFill>
                  <a:srgbClr val="0070C0"/>
                </a:solidFill>
              </a:rPr>
              <a:t>: No matter what my friend selects, I get a better outcome for selecting TAKE.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CD9BED2-0E6F-E70A-29FF-36F78F5236A7}"/>
              </a:ext>
            </a:extLst>
          </p:cNvPr>
          <p:cNvGrpSpPr/>
          <p:nvPr/>
        </p:nvGrpSpPr>
        <p:grpSpPr>
          <a:xfrm>
            <a:off x="262431" y="2240166"/>
            <a:ext cx="3789349" cy="4077500"/>
            <a:chOff x="262431" y="2240166"/>
            <a:chExt cx="3789349" cy="40775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B03E987-EDE9-7126-FCD8-B40397006B0F}"/>
                </a:ext>
              </a:extLst>
            </p:cNvPr>
            <p:cNvGrpSpPr/>
            <p:nvPr/>
          </p:nvGrpSpPr>
          <p:grpSpPr>
            <a:xfrm>
              <a:off x="262431" y="2240166"/>
              <a:ext cx="3789349" cy="3269439"/>
              <a:chOff x="5230718" y="2343983"/>
              <a:chExt cx="3789349" cy="326943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C8AFB39-1B3C-120C-B3AE-FC9BE3BDC8A2}"/>
                  </a:ext>
                </a:extLst>
              </p:cNvPr>
              <p:cNvGrpSpPr/>
              <p:nvPr/>
            </p:nvGrpSpPr>
            <p:grpSpPr>
              <a:xfrm>
                <a:off x="7191267" y="285733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55A9D276-05A8-9BCD-1FDE-F349CF3A6D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55A9D276-05A8-9BCD-1FDE-F349CF3A6D8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1141D967-1BC6-DA74-0DAE-3CB94E61353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1141D967-1BC6-DA74-0DAE-3CB94E6135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9BD532E-E3E7-479D-BA2F-882319B120EC}"/>
                  </a:ext>
                </a:extLst>
              </p:cNvPr>
              <p:cNvGrpSpPr/>
              <p:nvPr/>
            </p:nvGrpSpPr>
            <p:grpSpPr>
              <a:xfrm>
                <a:off x="6282310" y="376445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237708CF-A66F-4D48-A281-CC71F199C9F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237708CF-A66F-4D48-A281-CC71F199C9F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582FD8E8-3C1B-62FF-5BAD-9A8E94D352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582FD8E8-3C1B-62FF-5BAD-9A8E94D352A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08722D5-8996-EF6D-FEB4-55E29FB7FF8D}"/>
                  </a:ext>
                </a:extLst>
              </p:cNvPr>
              <p:cNvGrpSpPr/>
              <p:nvPr/>
            </p:nvGrpSpPr>
            <p:grpSpPr>
              <a:xfrm>
                <a:off x="7191267" y="376445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0A557338-F729-C1E4-4B6B-E233BC7723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0A557338-F729-C1E4-4B6B-E233BC7723B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618266A2-C16B-7A40-AC0E-D676F4BDBB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lvl="0" algn="ctr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618266A2-C16B-7A40-AC0E-D676F4BDBB5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3B7EAF33-768F-6439-11B3-1EAC8FCB33A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3B7EAF33-768F-6439-11B3-1EAC8FCB33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2DD456A0-4A37-4714-0CCA-3C1A3D51350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2DD456A0-4A37-4714-0CCA-3C1A3D51350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9EA4F65-0F00-A1B7-17ED-2AA375CCF11B}"/>
                  </a:ext>
                </a:extLst>
              </p:cNvPr>
              <p:cNvGrpSpPr/>
              <p:nvPr/>
            </p:nvGrpSpPr>
            <p:grpSpPr>
              <a:xfrm>
                <a:off x="5230718" y="2343983"/>
                <a:ext cx="3546357" cy="2446009"/>
                <a:chOff x="1476918" y="2017573"/>
                <a:chExt cx="3546357" cy="2446009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9462764-9AF2-CF64-6EED-2E23A2F412CD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Me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9457877-97BF-0094-C31E-5A086B3D8D04}"/>
                    </a:ext>
                  </a:extLst>
                </p:cNvPr>
                <p:cNvSpPr txBox="1"/>
                <p:nvPr/>
              </p:nvSpPr>
              <p:spPr>
                <a:xfrm>
                  <a:off x="3680458" y="2017573"/>
                  <a:ext cx="13428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My Friend</a:t>
                  </a:r>
                </a:p>
              </p:txBody>
            </p:sp>
          </p:grp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68B1A5-9361-402E-6616-FC94DE4ADF30}"/>
                </a:ext>
              </a:extLst>
            </p:cNvPr>
            <p:cNvSpPr txBox="1"/>
            <p:nvPr/>
          </p:nvSpPr>
          <p:spPr>
            <a:xfrm>
              <a:off x="1453280" y="5671335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Segoe Script" panose="030B0504020000000003" pitchFamily="66" charset="0"/>
                </a:rPr>
                <a:t>The Outcome Matrix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35FE1A-10BA-978B-0E7E-CBE2D46F8C4E}"/>
                  </a:ext>
                </a:extLst>
              </p:cNvPr>
              <p:cNvSpPr txBox="1"/>
              <p:nvPr/>
            </p:nvSpPr>
            <p:spPr>
              <a:xfrm>
                <a:off x="4712947" y="4339960"/>
                <a:ext cx="4341675" cy="923330"/>
              </a:xfrm>
              <a:custGeom>
                <a:avLst/>
                <a:gdLst>
                  <a:gd name="csX0" fmla="*/ 0 w 4341675"/>
                  <a:gd name="csY0" fmla="*/ 0 h 923330"/>
                  <a:gd name="csX1" fmla="*/ 455876 w 4341675"/>
                  <a:gd name="csY1" fmla="*/ 0 h 923330"/>
                  <a:gd name="csX2" fmla="*/ 955169 w 4341675"/>
                  <a:gd name="csY2" fmla="*/ 0 h 923330"/>
                  <a:gd name="csX3" fmla="*/ 1411044 w 4341675"/>
                  <a:gd name="csY3" fmla="*/ 0 h 923330"/>
                  <a:gd name="csX4" fmla="*/ 1997171 w 4341675"/>
                  <a:gd name="csY4" fmla="*/ 0 h 923330"/>
                  <a:gd name="csX5" fmla="*/ 2539880 w 4341675"/>
                  <a:gd name="csY5" fmla="*/ 0 h 923330"/>
                  <a:gd name="csX6" fmla="*/ 3082589 w 4341675"/>
                  <a:gd name="csY6" fmla="*/ 0 h 923330"/>
                  <a:gd name="csX7" fmla="*/ 3712132 w 4341675"/>
                  <a:gd name="csY7" fmla="*/ 0 h 923330"/>
                  <a:gd name="csX8" fmla="*/ 4341675 w 4341675"/>
                  <a:gd name="csY8" fmla="*/ 0 h 923330"/>
                  <a:gd name="csX9" fmla="*/ 4341675 w 4341675"/>
                  <a:gd name="csY9" fmla="*/ 433965 h 923330"/>
                  <a:gd name="csX10" fmla="*/ 4341675 w 4341675"/>
                  <a:gd name="csY10" fmla="*/ 923330 h 923330"/>
                  <a:gd name="csX11" fmla="*/ 3929216 w 4341675"/>
                  <a:gd name="csY11" fmla="*/ 923330 h 923330"/>
                  <a:gd name="csX12" fmla="*/ 3473340 w 4341675"/>
                  <a:gd name="csY12" fmla="*/ 923330 h 923330"/>
                  <a:gd name="csX13" fmla="*/ 2887214 w 4341675"/>
                  <a:gd name="csY13" fmla="*/ 923330 h 923330"/>
                  <a:gd name="csX14" fmla="*/ 2257671 w 4341675"/>
                  <a:gd name="csY14" fmla="*/ 923330 h 923330"/>
                  <a:gd name="csX15" fmla="*/ 1758378 w 4341675"/>
                  <a:gd name="csY15" fmla="*/ 923330 h 923330"/>
                  <a:gd name="csX16" fmla="*/ 1128836 w 4341675"/>
                  <a:gd name="csY16" fmla="*/ 923330 h 923330"/>
                  <a:gd name="csX17" fmla="*/ 672960 w 4341675"/>
                  <a:gd name="csY17" fmla="*/ 923330 h 923330"/>
                  <a:gd name="csX18" fmla="*/ 0 w 4341675"/>
                  <a:gd name="csY18" fmla="*/ 923330 h 923330"/>
                  <a:gd name="csX19" fmla="*/ 0 w 4341675"/>
                  <a:gd name="csY19" fmla="*/ 489365 h 923330"/>
                  <a:gd name="csX20" fmla="*/ 0 w 4341675"/>
                  <a:gd name="csY20" fmla="*/ 0 h 9233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4341675" h="923330" fill="none" extrusionOk="0">
                    <a:moveTo>
                      <a:pt x="0" y="0"/>
                    </a:moveTo>
                    <a:cubicBezTo>
                      <a:pt x="159654" y="-37355"/>
                      <a:pt x="364262" y="30893"/>
                      <a:pt x="455876" y="0"/>
                    </a:cubicBezTo>
                    <a:cubicBezTo>
                      <a:pt x="547490" y="-30893"/>
                      <a:pt x="817903" y="29967"/>
                      <a:pt x="955169" y="0"/>
                    </a:cubicBezTo>
                    <a:cubicBezTo>
                      <a:pt x="1092435" y="-29967"/>
                      <a:pt x="1216006" y="27105"/>
                      <a:pt x="1411044" y="0"/>
                    </a:cubicBezTo>
                    <a:cubicBezTo>
                      <a:pt x="1606083" y="-27105"/>
                      <a:pt x="1751158" y="43263"/>
                      <a:pt x="1997171" y="0"/>
                    </a:cubicBezTo>
                    <a:cubicBezTo>
                      <a:pt x="2243184" y="-43263"/>
                      <a:pt x="2405211" y="12688"/>
                      <a:pt x="2539880" y="0"/>
                    </a:cubicBezTo>
                    <a:cubicBezTo>
                      <a:pt x="2674549" y="-12688"/>
                      <a:pt x="2934148" y="17540"/>
                      <a:pt x="3082589" y="0"/>
                    </a:cubicBezTo>
                    <a:cubicBezTo>
                      <a:pt x="3231030" y="-17540"/>
                      <a:pt x="3555391" y="8947"/>
                      <a:pt x="3712132" y="0"/>
                    </a:cubicBezTo>
                    <a:cubicBezTo>
                      <a:pt x="3868873" y="-8947"/>
                      <a:pt x="4145564" y="48036"/>
                      <a:pt x="4341675" y="0"/>
                    </a:cubicBezTo>
                    <a:cubicBezTo>
                      <a:pt x="4357934" y="216138"/>
                      <a:pt x="4316546" y="298925"/>
                      <a:pt x="4341675" y="433965"/>
                    </a:cubicBezTo>
                    <a:cubicBezTo>
                      <a:pt x="4366804" y="569006"/>
                      <a:pt x="4295560" y="702554"/>
                      <a:pt x="4341675" y="923330"/>
                    </a:cubicBezTo>
                    <a:cubicBezTo>
                      <a:pt x="4157929" y="965331"/>
                      <a:pt x="4050033" y="879804"/>
                      <a:pt x="3929216" y="923330"/>
                    </a:cubicBezTo>
                    <a:cubicBezTo>
                      <a:pt x="3808399" y="966856"/>
                      <a:pt x="3565411" y="906075"/>
                      <a:pt x="3473340" y="923330"/>
                    </a:cubicBezTo>
                    <a:cubicBezTo>
                      <a:pt x="3381269" y="940585"/>
                      <a:pt x="3023307" y="870768"/>
                      <a:pt x="2887214" y="923330"/>
                    </a:cubicBezTo>
                    <a:cubicBezTo>
                      <a:pt x="2751121" y="975892"/>
                      <a:pt x="2546389" y="888301"/>
                      <a:pt x="2257671" y="923330"/>
                    </a:cubicBezTo>
                    <a:cubicBezTo>
                      <a:pt x="1968953" y="958359"/>
                      <a:pt x="2007113" y="887063"/>
                      <a:pt x="1758378" y="923330"/>
                    </a:cubicBezTo>
                    <a:cubicBezTo>
                      <a:pt x="1509643" y="959597"/>
                      <a:pt x="1286330" y="916246"/>
                      <a:pt x="1128836" y="923330"/>
                    </a:cubicBezTo>
                    <a:cubicBezTo>
                      <a:pt x="971342" y="930414"/>
                      <a:pt x="844763" y="900719"/>
                      <a:pt x="672960" y="923330"/>
                    </a:cubicBezTo>
                    <a:cubicBezTo>
                      <a:pt x="501157" y="945941"/>
                      <a:pt x="206936" y="881686"/>
                      <a:pt x="0" y="923330"/>
                    </a:cubicBezTo>
                    <a:cubicBezTo>
                      <a:pt x="-26732" y="783585"/>
                      <a:pt x="14182" y="673278"/>
                      <a:pt x="0" y="489365"/>
                    </a:cubicBezTo>
                    <a:cubicBezTo>
                      <a:pt x="-14182" y="305453"/>
                      <a:pt x="19532" y="205530"/>
                      <a:pt x="0" y="0"/>
                    </a:cubicBezTo>
                    <a:close/>
                  </a:path>
                  <a:path w="4341675" h="923330" stroke="0" extrusionOk="0">
                    <a:moveTo>
                      <a:pt x="0" y="0"/>
                    </a:moveTo>
                    <a:cubicBezTo>
                      <a:pt x="106967" y="-16707"/>
                      <a:pt x="276383" y="49735"/>
                      <a:pt x="499293" y="0"/>
                    </a:cubicBezTo>
                    <a:cubicBezTo>
                      <a:pt x="722203" y="-49735"/>
                      <a:pt x="820113" y="10922"/>
                      <a:pt x="911752" y="0"/>
                    </a:cubicBezTo>
                    <a:cubicBezTo>
                      <a:pt x="1003391" y="-10922"/>
                      <a:pt x="1388878" y="36476"/>
                      <a:pt x="1541295" y="0"/>
                    </a:cubicBezTo>
                    <a:cubicBezTo>
                      <a:pt x="1693712" y="-36476"/>
                      <a:pt x="1900000" y="24936"/>
                      <a:pt x="2040587" y="0"/>
                    </a:cubicBezTo>
                    <a:cubicBezTo>
                      <a:pt x="2181174" y="-24936"/>
                      <a:pt x="2407033" y="49636"/>
                      <a:pt x="2539880" y="0"/>
                    </a:cubicBezTo>
                    <a:cubicBezTo>
                      <a:pt x="2672727" y="-49636"/>
                      <a:pt x="2910573" y="29151"/>
                      <a:pt x="3169423" y="0"/>
                    </a:cubicBezTo>
                    <a:cubicBezTo>
                      <a:pt x="3428273" y="-29151"/>
                      <a:pt x="3444366" y="14698"/>
                      <a:pt x="3625299" y="0"/>
                    </a:cubicBezTo>
                    <a:cubicBezTo>
                      <a:pt x="3806232" y="-14698"/>
                      <a:pt x="4075862" y="55334"/>
                      <a:pt x="4341675" y="0"/>
                    </a:cubicBezTo>
                    <a:cubicBezTo>
                      <a:pt x="4353816" y="118772"/>
                      <a:pt x="4308110" y="274989"/>
                      <a:pt x="4341675" y="480132"/>
                    </a:cubicBezTo>
                    <a:cubicBezTo>
                      <a:pt x="4375240" y="685275"/>
                      <a:pt x="4324010" y="820805"/>
                      <a:pt x="4341675" y="923330"/>
                    </a:cubicBezTo>
                    <a:cubicBezTo>
                      <a:pt x="4091479" y="929648"/>
                      <a:pt x="4050396" y="870183"/>
                      <a:pt x="3798966" y="923330"/>
                    </a:cubicBezTo>
                    <a:cubicBezTo>
                      <a:pt x="3547536" y="976477"/>
                      <a:pt x="3442805" y="912565"/>
                      <a:pt x="3299673" y="923330"/>
                    </a:cubicBezTo>
                    <a:cubicBezTo>
                      <a:pt x="3156541" y="934095"/>
                      <a:pt x="2829585" y="867906"/>
                      <a:pt x="2670130" y="923330"/>
                    </a:cubicBezTo>
                    <a:cubicBezTo>
                      <a:pt x="2510675" y="978754"/>
                      <a:pt x="2315430" y="872767"/>
                      <a:pt x="2040587" y="923330"/>
                    </a:cubicBezTo>
                    <a:cubicBezTo>
                      <a:pt x="1765744" y="973893"/>
                      <a:pt x="1722576" y="884776"/>
                      <a:pt x="1584711" y="923330"/>
                    </a:cubicBezTo>
                    <a:cubicBezTo>
                      <a:pt x="1446846" y="961884"/>
                      <a:pt x="1301754" y="869312"/>
                      <a:pt x="1042002" y="923330"/>
                    </a:cubicBezTo>
                    <a:cubicBezTo>
                      <a:pt x="782250" y="977348"/>
                      <a:pt x="324248" y="849308"/>
                      <a:pt x="0" y="923330"/>
                    </a:cubicBezTo>
                    <a:cubicBezTo>
                      <a:pt x="-48289" y="731769"/>
                      <a:pt x="21382" y="589170"/>
                      <a:pt x="0" y="461665"/>
                    </a:cubicBezTo>
                    <a:cubicBezTo>
                      <a:pt x="-21382" y="334160"/>
                      <a:pt x="30168" y="12203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The ‘sum’ of outcomes for </a:t>
                </a:r>
                <a:r>
                  <a:rPr lang="en-US" b="1" dirty="0">
                    <a:solidFill>
                      <a:srgbClr val="7030A0"/>
                    </a:solidFill>
                  </a:rPr>
                  <a:t>SHARE</a:t>
                </a:r>
                <a:r>
                  <a:rPr lang="en-US" dirty="0">
                    <a:solidFill>
                      <a:srgbClr val="0070C0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The ‘sum’ of outcomes for </a:t>
                </a:r>
                <a:r>
                  <a:rPr lang="en-US" b="1" dirty="0">
                    <a:solidFill>
                      <a:srgbClr val="00B050"/>
                    </a:solidFill>
                  </a:rPr>
                  <a:t>TAKE</a:t>
                </a:r>
                <a:r>
                  <a:rPr lang="en-US" dirty="0">
                    <a:solidFill>
                      <a:srgbClr val="0070C0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Hence </a:t>
                </a:r>
                <a:r>
                  <a:rPr lang="en-US" dirty="0">
                    <a:solidFill>
                      <a:srgbClr val="00B050"/>
                    </a:solidFill>
                  </a:rPr>
                  <a:t>TAKE</a:t>
                </a:r>
                <a:r>
                  <a:rPr lang="en-US" dirty="0">
                    <a:solidFill>
                      <a:srgbClr val="0070C0"/>
                    </a:solidFill>
                  </a:rPr>
                  <a:t> is a better choice than </a:t>
                </a:r>
                <a:r>
                  <a:rPr lang="en-US" dirty="0">
                    <a:solidFill>
                      <a:srgbClr val="7030A0"/>
                    </a:solidFill>
                  </a:rPr>
                  <a:t>SHARE</a:t>
                </a:r>
                <a:r>
                  <a:rPr lang="en-US" dirty="0">
                    <a:solidFill>
                      <a:srgbClr val="0070C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35FE1A-10BA-978B-0E7E-CBE2D46F8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947" y="4339960"/>
                <a:ext cx="4341675" cy="923330"/>
              </a:xfrm>
              <a:prstGeom prst="rect">
                <a:avLst/>
              </a:prstGeom>
              <a:blipFill>
                <a:blip r:embed="rId11"/>
                <a:stretch>
                  <a:fillRect l="-697" t="-1258" b="-6918"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4341675"/>
                          <a:gd name="connsiteY0" fmla="*/ 0 h 923330"/>
                          <a:gd name="connsiteX1" fmla="*/ 455876 w 4341675"/>
                          <a:gd name="connsiteY1" fmla="*/ 0 h 923330"/>
                          <a:gd name="connsiteX2" fmla="*/ 955169 w 4341675"/>
                          <a:gd name="connsiteY2" fmla="*/ 0 h 923330"/>
                          <a:gd name="connsiteX3" fmla="*/ 1411044 w 4341675"/>
                          <a:gd name="connsiteY3" fmla="*/ 0 h 923330"/>
                          <a:gd name="connsiteX4" fmla="*/ 1997171 w 4341675"/>
                          <a:gd name="connsiteY4" fmla="*/ 0 h 923330"/>
                          <a:gd name="connsiteX5" fmla="*/ 2539880 w 4341675"/>
                          <a:gd name="connsiteY5" fmla="*/ 0 h 923330"/>
                          <a:gd name="connsiteX6" fmla="*/ 3082589 w 4341675"/>
                          <a:gd name="connsiteY6" fmla="*/ 0 h 923330"/>
                          <a:gd name="connsiteX7" fmla="*/ 3712132 w 4341675"/>
                          <a:gd name="connsiteY7" fmla="*/ 0 h 923330"/>
                          <a:gd name="connsiteX8" fmla="*/ 4341675 w 4341675"/>
                          <a:gd name="connsiteY8" fmla="*/ 0 h 923330"/>
                          <a:gd name="connsiteX9" fmla="*/ 4341675 w 4341675"/>
                          <a:gd name="connsiteY9" fmla="*/ 433965 h 923330"/>
                          <a:gd name="connsiteX10" fmla="*/ 4341675 w 4341675"/>
                          <a:gd name="connsiteY10" fmla="*/ 923330 h 923330"/>
                          <a:gd name="connsiteX11" fmla="*/ 3929216 w 4341675"/>
                          <a:gd name="connsiteY11" fmla="*/ 923330 h 923330"/>
                          <a:gd name="connsiteX12" fmla="*/ 3473340 w 4341675"/>
                          <a:gd name="connsiteY12" fmla="*/ 923330 h 923330"/>
                          <a:gd name="connsiteX13" fmla="*/ 2887214 w 4341675"/>
                          <a:gd name="connsiteY13" fmla="*/ 923330 h 923330"/>
                          <a:gd name="connsiteX14" fmla="*/ 2257671 w 4341675"/>
                          <a:gd name="connsiteY14" fmla="*/ 923330 h 923330"/>
                          <a:gd name="connsiteX15" fmla="*/ 1758378 w 4341675"/>
                          <a:gd name="connsiteY15" fmla="*/ 923330 h 923330"/>
                          <a:gd name="connsiteX16" fmla="*/ 1128836 w 4341675"/>
                          <a:gd name="connsiteY16" fmla="*/ 923330 h 923330"/>
                          <a:gd name="connsiteX17" fmla="*/ 672960 w 4341675"/>
                          <a:gd name="connsiteY17" fmla="*/ 923330 h 923330"/>
                          <a:gd name="connsiteX18" fmla="*/ 0 w 4341675"/>
                          <a:gd name="connsiteY18" fmla="*/ 923330 h 923330"/>
                          <a:gd name="connsiteX19" fmla="*/ 0 w 4341675"/>
                          <a:gd name="connsiteY19" fmla="*/ 489365 h 923330"/>
                          <a:gd name="connsiteX20" fmla="*/ 0 w 4341675"/>
                          <a:gd name="connsiteY20" fmla="*/ 0 h 92333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</a:cxnLst>
                        <a:rect l="l" t="t" r="r" b="b"/>
                        <a:pathLst>
                          <a:path w="4341675" h="923330" fill="none" extrusionOk="0">
                            <a:moveTo>
                              <a:pt x="0" y="0"/>
                            </a:moveTo>
                            <a:cubicBezTo>
                              <a:pt x="159654" y="-37355"/>
                              <a:pt x="364262" y="30893"/>
                              <a:pt x="455876" y="0"/>
                            </a:cubicBezTo>
                            <a:cubicBezTo>
                              <a:pt x="547490" y="-30893"/>
                              <a:pt x="817903" y="29967"/>
                              <a:pt x="955169" y="0"/>
                            </a:cubicBezTo>
                            <a:cubicBezTo>
                              <a:pt x="1092435" y="-29967"/>
                              <a:pt x="1216006" y="27105"/>
                              <a:pt x="1411044" y="0"/>
                            </a:cubicBezTo>
                            <a:cubicBezTo>
                              <a:pt x="1606083" y="-27105"/>
                              <a:pt x="1751158" y="43263"/>
                              <a:pt x="1997171" y="0"/>
                            </a:cubicBezTo>
                            <a:cubicBezTo>
                              <a:pt x="2243184" y="-43263"/>
                              <a:pt x="2405211" y="12688"/>
                              <a:pt x="2539880" y="0"/>
                            </a:cubicBezTo>
                            <a:cubicBezTo>
                              <a:pt x="2674549" y="-12688"/>
                              <a:pt x="2934148" y="17540"/>
                              <a:pt x="3082589" y="0"/>
                            </a:cubicBezTo>
                            <a:cubicBezTo>
                              <a:pt x="3231030" y="-17540"/>
                              <a:pt x="3555391" y="8947"/>
                              <a:pt x="3712132" y="0"/>
                            </a:cubicBezTo>
                            <a:cubicBezTo>
                              <a:pt x="3868873" y="-8947"/>
                              <a:pt x="4145564" y="48036"/>
                              <a:pt x="4341675" y="0"/>
                            </a:cubicBezTo>
                            <a:cubicBezTo>
                              <a:pt x="4357934" y="216138"/>
                              <a:pt x="4316546" y="298925"/>
                              <a:pt x="4341675" y="433965"/>
                            </a:cubicBezTo>
                            <a:cubicBezTo>
                              <a:pt x="4366804" y="569006"/>
                              <a:pt x="4295560" y="702554"/>
                              <a:pt x="4341675" y="923330"/>
                            </a:cubicBezTo>
                            <a:cubicBezTo>
                              <a:pt x="4157929" y="965331"/>
                              <a:pt x="4050033" y="879804"/>
                              <a:pt x="3929216" y="923330"/>
                            </a:cubicBezTo>
                            <a:cubicBezTo>
                              <a:pt x="3808399" y="966856"/>
                              <a:pt x="3565411" y="906075"/>
                              <a:pt x="3473340" y="923330"/>
                            </a:cubicBezTo>
                            <a:cubicBezTo>
                              <a:pt x="3381269" y="940585"/>
                              <a:pt x="3023307" y="870768"/>
                              <a:pt x="2887214" y="923330"/>
                            </a:cubicBezTo>
                            <a:cubicBezTo>
                              <a:pt x="2751121" y="975892"/>
                              <a:pt x="2546389" y="888301"/>
                              <a:pt x="2257671" y="923330"/>
                            </a:cubicBezTo>
                            <a:cubicBezTo>
                              <a:pt x="1968953" y="958359"/>
                              <a:pt x="2007113" y="887063"/>
                              <a:pt x="1758378" y="923330"/>
                            </a:cubicBezTo>
                            <a:cubicBezTo>
                              <a:pt x="1509643" y="959597"/>
                              <a:pt x="1286330" y="916246"/>
                              <a:pt x="1128836" y="923330"/>
                            </a:cubicBezTo>
                            <a:cubicBezTo>
                              <a:pt x="971342" y="930414"/>
                              <a:pt x="844763" y="900719"/>
                              <a:pt x="672960" y="923330"/>
                            </a:cubicBezTo>
                            <a:cubicBezTo>
                              <a:pt x="501157" y="945941"/>
                              <a:pt x="206936" y="881686"/>
                              <a:pt x="0" y="923330"/>
                            </a:cubicBezTo>
                            <a:cubicBezTo>
                              <a:pt x="-26732" y="783585"/>
                              <a:pt x="14182" y="673278"/>
                              <a:pt x="0" y="489365"/>
                            </a:cubicBezTo>
                            <a:cubicBezTo>
                              <a:pt x="-14182" y="305453"/>
                              <a:pt x="19532" y="205530"/>
                              <a:pt x="0" y="0"/>
                            </a:cubicBezTo>
                            <a:close/>
                          </a:path>
                          <a:path w="4341675" h="923330" stroke="0" extrusionOk="0">
                            <a:moveTo>
                              <a:pt x="0" y="0"/>
                            </a:moveTo>
                            <a:cubicBezTo>
                              <a:pt x="106967" y="-16707"/>
                              <a:pt x="276383" y="49735"/>
                              <a:pt x="499293" y="0"/>
                            </a:cubicBezTo>
                            <a:cubicBezTo>
                              <a:pt x="722203" y="-49735"/>
                              <a:pt x="820113" y="10922"/>
                              <a:pt x="911752" y="0"/>
                            </a:cubicBezTo>
                            <a:cubicBezTo>
                              <a:pt x="1003391" y="-10922"/>
                              <a:pt x="1388878" y="36476"/>
                              <a:pt x="1541295" y="0"/>
                            </a:cubicBezTo>
                            <a:cubicBezTo>
                              <a:pt x="1693712" y="-36476"/>
                              <a:pt x="1900000" y="24936"/>
                              <a:pt x="2040587" y="0"/>
                            </a:cubicBezTo>
                            <a:cubicBezTo>
                              <a:pt x="2181174" y="-24936"/>
                              <a:pt x="2407033" y="49636"/>
                              <a:pt x="2539880" y="0"/>
                            </a:cubicBezTo>
                            <a:cubicBezTo>
                              <a:pt x="2672727" y="-49636"/>
                              <a:pt x="2910573" y="29151"/>
                              <a:pt x="3169423" y="0"/>
                            </a:cubicBezTo>
                            <a:cubicBezTo>
                              <a:pt x="3428273" y="-29151"/>
                              <a:pt x="3444366" y="14698"/>
                              <a:pt x="3625299" y="0"/>
                            </a:cubicBezTo>
                            <a:cubicBezTo>
                              <a:pt x="3806232" y="-14698"/>
                              <a:pt x="4075862" y="55334"/>
                              <a:pt x="4341675" y="0"/>
                            </a:cubicBezTo>
                            <a:cubicBezTo>
                              <a:pt x="4353816" y="118772"/>
                              <a:pt x="4308110" y="274989"/>
                              <a:pt x="4341675" y="480132"/>
                            </a:cubicBezTo>
                            <a:cubicBezTo>
                              <a:pt x="4375240" y="685275"/>
                              <a:pt x="4324010" y="820805"/>
                              <a:pt x="4341675" y="923330"/>
                            </a:cubicBezTo>
                            <a:cubicBezTo>
                              <a:pt x="4091479" y="929648"/>
                              <a:pt x="4050396" y="870183"/>
                              <a:pt x="3798966" y="923330"/>
                            </a:cubicBezTo>
                            <a:cubicBezTo>
                              <a:pt x="3547536" y="976477"/>
                              <a:pt x="3442805" y="912565"/>
                              <a:pt x="3299673" y="923330"/>
                            </a:cubicBezTo>
                            <a:cubicBezTo>
                              <a:pt x="3156541" y="934095"/>
                              <a:pt x="2829585" y="867906"/>
                              <a:pt x="2670130" y="923330"/>
                            </a:cubicBezTo>
                            <a:cubicBezTo>
                              <a:pt x="2510675" y="978754"/>
                              <a:pt x="2315430" y="872767"/>
                              <a:pt x="2040587" y="923330"/>
                            </a:cubicBezTo>
                            <a:cubicBezTo>
                              <a:pt x="1765744" y="973893"/>
                              <a:pt x="1722576" y="884776"/>
                              <a:pt x="1584711" y="923330"/>
                            </a:cubicBezTo>
                            <a:cubicBezTo>
                              <a:pt x="1446846" y="961884"/>
                              <a:pt x="1301754" y="869312"/>
                              <a:pt x="1042002" y="923330"/>
                            </a:cubicBezTo>
                            <a:cubicBezTo>
                              <a:pt x="782250" y="977348"/>
                              <a:pt x="324248" y="849308"/>
                              <a:pt x="0" y="923330"/>
                            </a:cubicBezTo>
                            <a:cubicBezTo>
                              <a:pt x="-48289" y="731769"/>
                              <a:pt x="21382" y="589170"/>
                              <a:pt x="0" y="461665"/>
                            </a:cubicBezTo>
                            <a:cubicBezTo>
                              <a:pt x="-21382" y="334160"/>
                              <a:pt x="30168" y="122032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AD1975A7-3692-E37F-BC24-C1D839978105}"/>
              </a:ext>
            </a:extLst>
          </p:cNvPr>
          <p:cNvSpPr txBox="1"/>
          <p:nvPr/>
        </p:nvSpPr>
        <p:spPr>
          <a:xfrm>
            <a:off x="9129470" y="4650513"/>
            <a:ext cx="2548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Segoe Script" panose="030B0504020000000003" pitchFamily="66" charset="0"/>
              </a:rPr>
              <a:t>What’s wrong with this argument?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228597-BF58-DD04-EB6F-1FE39E051AD8}"/>
              </a:ext>
            </a:extLst>
          </p:cNvPr>
          <p:cNvSpPr txBox="1"/>
          <p:nvPr/>
        </p:nvSpPr>
        <p:spPr>
          <a:xfrm>
            <a:off x="4712947" y="5499093"/>
            <a:ext cx="6873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Segoe Script" panose="030B0504020000000003" pitchFamily="66" charset="0"/>
              </a:rPr>
              <a:t>…Assumption that the opponent is equally likely to select TAKE and SHARE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D498A9-39AA-EE88-83FF-36046644EAB1}"/>
              </a:ext>
            </a:extLst>
          </p:cNvPr>
          <p:cNvSpPr txBox="1"/>
          <p:nvPr/>
        </p:nvSpPr>
        <p:spPr>
          <a:xfrm>
            <a:off x="4712947" y="3147207"/>
            <a:ext cx="2548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Outcome ‘levels’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Whole treasure: </a:t>
            </a:r>
            <a:r>
              <a:rPr lang="en-US" dirty="0">
                <a:solidFill>
                  <a:srgbClr val="00B050"/>
                </a:solidFill>
              </a:rPr>
              <a:t>TAKE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86FC3A-4C3C-413B-8A70-24589EB91C7A}"/>
              </a:ext>
            </a:extLst>
          </p:cNvPr>
          <p:cNvSpPr txBox="1"/>
          <p:nvPr/>
        </p:nvSpPr>
        <p:spPr>
          <a:xfrm>
            <a:off x="7569269" y="3820936"/>
            <a:ext cx="1958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Nothing: </a:t>
            </a:r>
            <a:r>
              <a:rPr lang="en-US" dirty="0">
                <a:solidFill>
                  <a:srgbClr val="7030A0"/>
                </a:solidFill>
              </a:rPr>
              <a:t>SHARE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F07408-5B29-BB17-6897-143A67F57DDC}"/>
              </a:ext>
            </a:extLst>
          </p:cNvPr>
          <p:cNvSpPr txBox="1"/>
          <p:nvPr/>
        </p:nvSpPr>
        <p:spPr>
          <a:xfrm>
            <a:off x="7569269" y="3376782"/>
            <a:ext cx="160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Half: </a:t>
            </a:r>
            <a:r>
              <a:rPr lang="en-US" dirty="0">
                <a:solidFill>
                  <a:srgbClr val="7030A0"/>
                </a:solidFill>
              </a:rPr>
              <a:t>SHARE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6B188C-EEB5-1D1C-4D8C-C7CC84AA8908}"/>
              </a:ext>
            </a:extLst>
          </p:cNvPr>
          <p:cNvSpPr txBox="1"/>
          <p:nvPr/>
        </p:nvSpPr>
        <p:spPr>
          <a:xfrm>
            <a:off x="4712947" y="3820936"/>
            <a:ext cx="1771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Quarter: </a:t>
            </a:r>
            <a:r>
              <a:rPr lang="en-US" dirty="0">
                <a:solidFill>
                  <a:srgbClr val="00B050"/>
                </a:solidFill>
              </a:rPr>
              <a:t>TAKE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A7CCC70-9C50-0192-0FF1-CDD55F744D77}"/>
              </a:ext>
            </a:extLst>
          </p:cNvPr>
          <p:cNvSpPr/>
          <p:nvPr/>
        </p:nvSpPr>
        <p:spPr>
          <a:xfrm>
            <a:off x="3256348" y="4875466"/>
            <a:ext cx="365760" cy="365760"/>
          </a:xfrm>
          <a:custGeom>
            <a:avLst/>
            <a:gdLst>
              <a:gd name="csX0" fmla="*/ 0 w 365760"/>
              <a:gd name="csY0" fmla="*/ 182880 h 365760"/>
              <a:gd name="csX1" fmla="*/ 182880 w 365760"/>
              <a:gd name="csY1" fmla="*/ 0 h 365760"/>
              <a:gd name="csX2" fmla="*/ 365760 w 365760"/>
              <a:gd name="csY2" fmla="*/ 182880 h 365760"/>
              <a:gd name="csX3" fmla="*/ 182880 w 365760"/>
              <a:gd name="csY3" fmla="*/ 365760 h 365760"/>
              <a:gd name="csX4" fmla="*/ 0 w 365760"/>
              <a:gd name="csY4" fmla="*/ 18288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5760" h="365760" extrusionOk="0">
                <a:moveTo>
                  <a:pt x="0" y="182880"/>
                </a:moveTo>
                <a:cubicBezTo>
                  <a:pt x="-2930" y="80071"/>
                  <a:pt x="67218" y="5502"/>
                  <a:pt x="182880" y="0"/>
                </a:cubicBezTo>
                <a:cubicBezTo>
                  <a:pt x="298703" y="3120"/>
                  <a:pt x="352652" y="82295"/>
                  <a:pt x="365760" y="182880"/>
                </a:cubicBezTo>
                <a:cubicBezTo>
                  <a:pt x="346731" y="302464"/>
                  <a:pt x="283385" y="368507"/>
                  <a:pt x="182880" y="365760"/>
                </a:cubicBezTo>
                <a:cubicBezTo>
                  <a:pt x="55418" y="351283"/>
                  <a:pt x="21968" y="294378"/>
                  <a:pt x="0" y="182880"/>
                </a:cubicBezTo>
                <a:close/>
              </a:path>
            </a:pathLst>
          </a:custGeom>
          <a:noFill/>
          <a:ln w="190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946CC13-CA4C-C9A7-1356-7259016DBD49}"/>
              </a:ext>
            </a:extLst>
          </p:cNvPr>
          <p:cNvSpPr/>
          <p:nvPr/>
        </p:nvSpPr>
        <p:spPr>
          <a:xfrm>
            <a:off x="2330165" y="4849353"/>
            <a:ext cx="365760" cy="365760"/>
          </a:xfrm>
          <a:custGeom>
            <a:avLst/>
            <a:gdLst>
              <a:gd name="csX0" fmla="*/ 0 w 365760"/>
              <a:gd name="csY0" fmla="*/ 182880 h 365760"/>
              <a:gd name="csX1" fmla="*/ 182880 w 365760"/>
              <a:gd name="csY1" fmla="*/ 0 h 365760"/>
              <a:gd name="csX2" fmla="*/ 365760 w 365760"/>
              <a:gd name="csY2" fmla="*/ 182880 h 365760"/>
              <a:gd name="csX3" fmla="*/ 182880 w 365760"/>
              <a:gd name="csY3" fmla="*/ 365760 h 365760"/>
              <a:gd name="csX4" fmla="*/ 0 w 365760"/>
              <a:gd name="csY4" fmla="*/ 18288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5760" h="365760" extrusionOk="0">
                <a:moveTo>
                  <a:pt x="0" y="182880"/>
                </a:moveTo>
                <a:cubicBezTo>
                  <a:pt x="-2930" y="80071"/>
                  <a:pt x="67218" y="5502"/>
                  <a:pt x="182880" y="0"/>
                </a:cubicBezTo>
                <a:cubicBezTo>
                  <a:pt x="298703" y="3120"/>
                  <a:pt x="352652" y="82295"/>
                  <a:pt x="365760" y="182880"/>
                </a:cubicBezTo>
                <a:cubicBezTo>
                  <a:pt x="346731" y="302464"/>
                  <a:pt x="283385" y="368507"/>
                  <a:pt x="182880" y="365760"/>
                </a:cubicBezTo>
                <a:cubicBezTo>
                  <a:pt x="55418" y="351283"/>
                  <a:pt x="21968" y="294378"/>
                  <a:pt x="0" y="182880"/>
                </a:cubicBezTo>
                <a:close/>
              </a:path>
            </a:pathLst>
          </a:custGeom>
          <a:noFill/>
          <a:ln w="190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B393529-9D37-64DE-34A6-D5CAF6C32978}"/>
              </a:ext>
            </a:extLst>
          </p:cNvPr>
          <p:cNvSpPr/>
          <p:nvPr/>
        </p:nvSpPr>
        <p:spPr>
          <a:xfrm>
            <a:off x="3256348" y="3961066"/>
            <a:ext cx="365760" cy="365760"/>
          </a:xfrm>
          <a:custGeom>
            <a:avLst/>
            <a:gdLst>
              <a:gd name="csX0" fmla="*/ 0 w 365760"/>
              <a:gd name="csY0" fmla="*/ 182880 h 365760"/>
              <a:gd name="csX1" fmla="*/ 182880 w 365760"/>
              <a:gd name="csY1" fmla="*/ 0 h 365760"/>
              <a:gd name="csX2" fmla="*/ 365760 w 365760"/>
              <a:gd name="csY2" fmla="*/ 182880 h 365760"/>
              <a:gd name="csX3" fmla="*/ 182880 w 365760"/>
              <a:gd name="csY3" fmla="*/ 365760 h 365760"/>
              <a:gd name="csX4" fmla="*/ 0 w 365760"/>
              <a:gd name="csY4" fmla="*/ 18288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5760" h="365760" extrusionOk="0">
                <a:moveTo>
                  <a:pt x="0" y="182880"/>
                </a:moveTo>
                <a:cubicBezTo>
                  <a:pt x="-2930" y="80071"/>
                  <a:pt x="67218" y="5502"/>
                  <a:pt x="182880" y="0"/>
                </a:cubicBezTo>
                <a:cubicBezTo>
                  <a:pt x="298703" y="3120"/>
                  <a:pt x="352652" y="82295"/>
                  <a:pt x="365760" y="182880"/>
                </a:cubicBezTo>
                <a:cubicBezTo>
                  <a:pt x="346731" y="302464"/>
                  <a:pt x="283385" y="368507"/>
                  <a:pt x="182880" y="365760"/>
                </a:cubicBezTo>
                <a:cubicBezTo>
                  <a:pt x="55418" y="351283"/>
                  <a:pt x="21968" y="294378"/>
                  <a:pt x="0" y="182880"/>
                </a:cubicBezTo>
                <a:close/>
              </a:path>
            </a:pathLst>
          </a:custGeom>
          <a:noFill/>
          <a:ln w="19050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F709C57-0E17-041E-02E7-041C09E2A963}"/>
              </a:ext>
            </a:extLst>
          </p:cNvPr>
          <p:cNvSpPr/>
          <p:nvPr/>
        </p:nvSpPr>
        <p:spPr>
          <a:xfrm>
            <a:off x="2341948" y="3934953"/>
            <a:ext cx="365760" cy="365760"/>
          </a:xfrm>
          <a:custGeom>
            <a:avLst/>
            <a:gdLst>
              <a:gd name="csX0" fmla="*/ 0 w 365760"/>
              <a:gd name="csY0" fmla="*/ 182880 h 365760"/>
              <a:gd name="csX1" fmla="*/ 182880 w 365760"/>
              <a:gd name="csY1" fmla="*/ 0 h 365760"/>
              <a:gd name="csX2" fmla="*/ 365760 w 365760"/>
              <a:gd name="csY2" fmla="*/ 182880 h 365760"/>
              <a:gd name="csX3" fmla="*/ 182880 w 365760"/>
              <a:gd name="csY3" fmla="*/ 365760 h 365760"/>
              <a:gd name="csX4" fmla="*/ 0 w 365760"/>
              <a:gd name="csY4" fmla="*/ 18288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5760" h="365760" extrusionOk="0">
                <a:moveTo>
                  <a:pt x="0" y="182880"/>
                </a:moveTo>
                <a:cubicBezTo>
                  <a:pt x="-2930" y="80071"/>
                  <a:pt x="67218" y="5502"/>
                  <a:pt x="182880" y="0"/>
                </a:cubicBezTo>
                <a:cubicBezTo>
                  <a:pt x="298703" y="3120"/>
                  <a:pt x="352652" y="82295"/>
                  <a:pt x="365760" y="182880"/>
                </a:cubicBezTo>
                <a:cubicBezTo>
                  <a:pt x="346731" y="302464"/>
                  <a:pt x="283385" y="368507"/>
                  <a:pt x="182880" y="365760"/>
                </a:cubicBezTo>
                <a:cubicBezTo>
                  <a:pt x="55418" y="351283"/>
                  <a:pt x="21968" y="294378"/>
                  <a:pt x="0" y="182880"/>
                </a:cubicBezTo>
                <a:close/>
              </a:path>
            </a:pathLst>
          </a:custGeom>
          <a:noFill/>
          <a:ln w="19050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07B713C-EEF2-53BF-675D-A382C29E5ED9}"/>
              </a:ext>
            </a:extLst>
          </p:cNvPr>
          <p:cNvSpPr/>
          <p:nvPr/>
        </p:nvSpPr>
        <p:spPr>
          <a:xfrm>
            <a:off x="3374928" y="3006667"/>
            <a:ext cx="365760" cy="365760"/>
          </a:xfrm>
          <a:custGeom>
            <a:avLst/>
            <a:gdLst>
              <a:gd name="csX0" fmla="*/ 0 w 365760"/>
              <a:gd name="csY0" fmla="*/ 182880 h 365760"/>
              <a:gd name="csX1" fmla="*/ 182880 w 365760"/>
              <a:gd name="csY1" fmla="*/ 0 h 365760"/>
              <a:gd name="csX2" fmla="*/ 365760 w 365760"/>
              <a:gd name="csY2" fmla="*/ 182880 h 365760"/>
              <a:gd name="csX3" fmla="*/ 182880 w 365760"/>
              <a:gd name="csY3" fmla="*/ 365760 h 365760"/>
              <a:gd name="csX4" fmla="*/ 0 w 365760"/>
              <a:gd name="csY4" fmla="*/ 18288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5760" h="365760" extrusionOk="0">
                <a:moveTo>
                  <a:pt x="0" y="182880"/>
                </a:moveTo>
                <a:cubicBezTo>
                  <a:pt x="-2930" y="80071"/>
                  <a:pt x="67218" y="5502"/>
                  <a:pt x="182880" y="0"/>
                </a:cubicBezTo>
                <a:cubicBezTo>
                  <a:pt x="298703" y="3120"/>
                  <a:pt x="352652" y="82295"/>
                  <a:pt x="365760" y="182880"/>
                </a:cubicBezTo>
                <a:cubicBezTo>
                  <a:pt x="346731" y="302464"/>
                  <a:pt x="283385" y="368507"/>
                  <a:pt x="182880" y="365760"/>
                </a:cubicBezTo>
                <a:cubicBezTo>
                  <a:pt x="55418" y="351283"/>
                  <a:pt x="21968" y="294378"/>
                  <a:pt x="0" y="182880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838EA6F-0F27-B7D4-08FB-89A09F99E55A}"/>
              </a:ext>
            </a:extLst>
          </p:cNvPr>
          <p:cNvSpPr/>
          <p:nvPr/>
        </p:nvSpPr>
        <p:spPr>
          <a:xfrm>
            <a:off x="2465971" y="3011141"/>
            <a:ext cx="365760" cy="365760"/>
          </a:xfrm>
          <a:custGeom>
            <a:avLst/>
            <a:gdLst>
              <a:gd name="csX0" fmla="*/ 0 w 365760"/>
              <a:gd name="csY0" fmla="*/ 182880 h 365760"/>
              <a:gd name="csX1" fmla="*/ 182880 w 365760"/>
              <a:gd name="csY1" fmla="*/ 0 h 365760"/>
              <a:gd name="csX2" fmla="*/ 365760 w 365760"/>
              <a:gd name="csY2" fmla="*/ 182880 h 365760"/>
              <a:gd name="csX3" fmla="*/ 182880 w 365760"/>
              <a:gd name="csY3" fmla="*/ 365760 h 365760"/>
              <a:gd name="csX4" fmla="*/ 0 w 365760"/>
              <a:gd name="csY4" fmla="*/ 18288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5760" h="365760" extrusionOk="0">
                <a:moveTo>
                  <a:pt x="0" y="182880"/>
                </a:moveTo>
                <a:cubicBezTo>
                  <a:pt x="-2930" y="80071"/>
                  <a:pt x="67218" y="5502"/>
                  <a:pt x="182880" y="0"/>
                </a:cubicBezTo>
                <a:cubicBezTo>
                  <a:pt x="298703" y="3120"/>
                  <a:pt x="352652" y="82295"/>
                  <a:pt x="365760" y="182880"/>
                </a:cubicBezTo>
                <a:cubicBezTo>
                  <a:pt x="346731" y="302464"/>
                  <a:pt x="283385" y="368507"/>
                  <a:pt x="182880" y="365760"/>
                </a:cubicBezTo>
                <a:cubicBezTo>
                  <a:pt x="55418" y="351283"/>
                  <a:pt x="21968" y="294378"/>
                  <a:pt x="0" y="182880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B0939-06DF-1895-8BD7-DB1F641D4AEE}"/>
              </a:ext>
            </a:extLst>
          </p:cNvPr>
          <p:cNvSpPr txBox="1"/>
          <p:nvPr/>
        </p:nvSpPr>
        <p:spPr>
          <a:xfrm>
            <a:off x="4712947" y="6217961"/>
            <a:ext cx="395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Segoe Script" panose="030B0504020000000003" pitchFamily="66" charset="0"/>
              </a:rPr>
              <a:t>…Mixed versus Pure strategies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1EC8EA-DF45-3887-8836-F81F5E8D5544}"/>
              </a:ext>
            </a:extLst>
          </p:cNvPr>
          <p:cNvCxnSpPr/>
          <p:nvPr/>
        </p:nvCxnSpPr>
        <p:spPr>
          <a:xfrm>
            <a:off x="4359908" y="3006667"/>
            <a:ext cx="753201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Badge Tick1 outline">
            <a:extLst>
              <a:ext uri="{FF2B5EF4-FFF2-40B4-BE49-F238E27FC236}">
                <a16:creationId xmlns:a16="http://schemas.microsoft.com/office/drawing/2014/main" id="{3DBD1E3A-044F-4F0E-4D95-4F7D3567F2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8094" y="4733078"/>
            <a:ext cx="576073" cy="5760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23095A-4BFA-7351-D29E-CC1A89AC6DC1}"/>
              </a:ext>
            </a:extLst>
          </p:cNvPr>
          <p:cNvSpPr txBox="1"/>
          <p:nvPr/>
        </p:nvSpPr>
        <p:spPr>
          <a:xfrm>
            <a:off x="7371761" y="1451815"/>
            <a:ext cx="4306356" cy="430887"/>
          </a:xfrm>
          <a:custGeom>
            <a:avLst/>
            <a:gdLst>
              <a:gd name="csX0" fmla="*/ 0 w 4306356"/>
              <a:gd name="csY0" fmla="*/ 0 h 430887"/>
              <a:gd name="csX1" fmla="*/ 452167 w 4306356"/>
              <a:gd name="csY1" fmla="*/ 0 h 430887"/>
              <a:gd name="csX2" fmla="*/ 1033525 w 4306356"/>
              <a:gd name="csY2" fmla="*/ 0 h 430887"/>
              <a:gd name="csX3" fmla="*/ 1528756 w 4306356"/>
              <a:gd name="csY3" fmla="*/ 0 h 430887"/>
              <a:gd name="csX4" fmla="*/ 1980924 w 4306356"/>
              <a:gd name="csY4" fmla="*/ 0 h 430887"/>
              <a:gd name="csX5" fmla="*/ 2562282 w 4306356"/>
              <a:gd name="csY5" fmla="*/ 0 h 430887"/>
              <a:gd name="csX6" fmla="*/ 3100576 w 4306356"/>
              <a:gd name="csY6" fmla="*/ 0 h 430887"/>
              <a:gd name="csX7" fmla="*/ 3638871 w 4306356"/>
              <a:gd name="csY7" fmla="*/ 0 h 430887"/>
              <a:gd name="csX8" fmla="*/ 4306356 w 4306356"/>
              <a:gd name="csY8" fmla="*/ 0 h 430887"/>
              <a:gd name="csX9" fmla="*/ 4306356 w 4306356"/>
              <a:gd name="csY9" fmla="*/ 430887 h 430887"/>
              <a:gd name="csX10" fmla="*/ 3854189 w 4306356"/>
              <a:gd name="csY10" fmla="*/ 430887 h 430887"/>
              <a:gd name="csX11" fmla="*/ 3445085 w 4306356"/>
              <a:gd name="csY11" fmla="*/ 430887 h 430887"/>
              <a:gd name="csX12" fmla="*/ 2863727 w 4306356"/>
              <a:gd name="csY12" fmla="*/ 430887 h 430887"/>
              <a:gd name="csX13" fmla="*/ 2411559 w 4306356"/>
              <a:gd name="csY13" fmla="*/ 430887 h 430887"/>
              <a:gd name="csX14" fmla="*/ 1830201 w 4306356"/>
              <a:gd name="csY14" fmla="*/ 430887 h 430887"/>
              <a:gd name="csX15" fmla="*/ 1205780 w 4306356"/>
              <a:gd name="csY15" fmla="*/ 430887 h 430887"/>
              <a:gd name="csX16" fmla="*/ 710549 w 4306356"/>
              <a:gd name="csY16" fmla="*/ 430887 h 430887"/>
              <a:gd name="csX17" fmla="*/ 0 w 4306356"/>
              <a:gd name="csY17" fmla="*/ 430887 h 430887"/>
              <a:gd name="csX18" fmla="*/ 0 w 4306356"/>
              <a:gd name="csY18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306356" h="430887" fill="none" extrusionOk="0">
                <a:moveTo>
                  <a:pt x="0" y="0"/>
                </a:moveTo>
                <a:cubicBezTo>
                  <a:pt x="130671" y="-4620"/>
                  <a:pt x="317064" y="10358"/>
                  <a:pt x="452167" y="0"/>
                </a:cubicBezTo>
                <a:cubicBezTo>
                  <a:pt x="587270" y="-10358"/>
                  <a:pt x="909896" y="31747"/>
                  <a:pt x="1033525" y="0"/>
                </a:cubicBezTo>
                <a:cubicBezTo>
                  <a:pt x="1157154" y="-31747"/>
                  <a:pt x="1348271" y="5532"/>
                  <a:pt x="1528756" y="0"/>
                </a:cubicBezTo>
                <a:cubicBezTo>
                  <a:pt x="1709241" y="-5532"/>
                  <a:pt x="1862418" y="54093"/>
                  <a:pt x="1980924" y="0"/>
                </a:cubicBezTo>
                <a:cubicBezTo>
                  <a:pt x="2099430" y="-54093"/>
                  <a:pt x="2272568" y="39015"/>
                  <a:pt x="2562282" y="0"/>
                </a:cubicBezTo>
                <a:cubicBezTo>
                  <a:pt x="2851996" y="-39015"/>
                  <a:pt x="2914257" y="7433"/>
                  <a:pt x="3100576" y="0"/>
                </a:cubicBezTo>
                <a:cubicBezTo>
                  <a:pt x="3286895" y="-7433"/>
                  <a:pt x="3391734" y="31511"/>
                  <a:pt x="3638871" y="0"/>
                </a:cubicBezTo>
                <a:cubicBezTo>
                  <a:pt x="3886009" y="-31511"/>
                  <a:pt x="4011977" y="25042"/>
                  <a:pt x="4306356" y="0"/>
                </a:cubicBezTo>
                <a:cubicBezTo>
                  <a:pt x="4343473" y="203984"/>
                  <a:pt x="4283568" y="274544"/>
                  <a:pt x="4306356" y="430887"/>
                </a:cubicBezTo>
                <a:cubicBezTo>
                  <a:pt x="4102934" y="483757"/>
                  <a:pt x="4073190" y="421930"/>
                  <a:pt x="3854189" y="430887"/>
                </a:cubicBezTo>
                <a:cubicBezTo>
                  <a:pt x="3635188" y="439844"/>
                  <a:pt x="3638860" y="412651"/>
                  <a:pt x="3445085" y="430887"/>
                </a:cubicBezTo>
                <a:cubicBezTo>
                  <a:pt x="3251310" y="449123"/>
                  <a:pt x="3148923" y="392999"/>
                  <a:pt x="2863727" y="430887"/>
                </a:cubicBezTo>
                <a:cubicBezTo>
                  <a:pt x="2578531" y="468775"/>
                  <a:pt x="2607370" y="403917"/>
                  <a:pt x="2411559" y="430887"/>
                </a:cubicBezTo>
                <a:cubicBezTo>
                  <a:pt x="2215748" y="457857"/>
                  <a:pt x="2023984" y="422628"/>
                  <a:pt x="1830201" y="430887"/>
                </a:cubicBezTo>
                <a:cubicBezTo>
                  <a:pt x="1636418" y="439146"/>
                  <a:pt x="1488332" y="381634"/>
                  <a:pt x="1205780" y="430887"/>
                </a:cubicBezTo>
                <a:cubicBezTo>
                  <a:pt x="923228" y="480140"/>
                  <a:pt x="848749" y="377176"/>
                  <a:pt x="710549" y="430887"/>
                </a:cubicBezTo>
                <a:cubicBezTo>
                  <a:pt x="572349" y="484598"/>
                  <a:pt x="203112" y="413081"/>
                  <a:pt x="0" y="430887"/>
                </a:cubicBezTo>
                <a:cubicBezTo>
                  <a:pt x="-33889" y="251514"/>
                  <a:pt x="7456" y="146506"/>
                  <a:pt x="0" y="0"/>
                </a:cubicBezTo>
                <a:close/>
              </a:path>
              <a:path w="4306356" h="430887" stroke="0" extrusionOk="0">
                <a:moveTo>
                  <a:pt x="0" y="0"/>
                </a:moveTo>
                <a:cubicBezTo>
                  <a:pt x="154312" y="-49053"/>
                  <a:pt x="365920" y="54572"/>
                  <a:pt x="495231" y="0"/>
                </a:cubicBezTo>
                <a:cubicBezTo>
                  <a:pt x="624542" y="-54572"/>
                  <a:pt x="707550" y="35695"/>
                  <a:pt x="904335" y="0"/>
                </a:cubicBezTo>
                <a:cubicBezTo>
                  <a:pt x="1101120" y="-35695"/>
                  <a:pt x="1280577" y="8421"/>
                  <a:pt x="1528756" y="0"/>
                </a:cubicBezTo>
                <a:cubicBezTo>
                  <a:pt x="1776935" y="-8421"/>
                  <a:pt x="1824564" y="52251"/>
                  <a:pt x="2023987" y="0"/>
                </a:cubicBezTo>
                <a:cubicBezTo>
                  <a:pt x="2223410" y="-52251"/>
                  <a:pt x="2376880" y="37820"/>
                  <a:pt x="2519218" y="0"/>
                </a:cubicBezTo>
                <a:cubicBezTo>
                  <a:pt x="2661556" y="-37820"/>
                  <a:pt x="2843515" y="15086"/>
                  <a:pt x="3143640" y="0"/>
                </a:cubicBezTo>
                <a:cubicBezTo>
                  <a:pt x="3443765" y="-15086"/>
                  <a:pt x="3459448" y="34230"/>
                  <a:pt x="3595807" y="0"/>
                </a:cubicBezTo>
                <a:cubicBezTo>
                  <a:pt x="3732166" y="-34230"/>
                  <a:pt x="4075503" y="17041"/>
                  <a:pt x="4306356" y="0"/>
                </a:cubicBezTo>
                <a:cubicBezTo>
                  <a:pt x="4309787" y="209713"/>
                  <a:pt x="4262854" y="273451"/>
                  <a:pt x="4306356" y="430887"/>
                </a:cubicBezTo>
                <a:cubicBezTo>
                  <a:pt x="4157226" y="462077"/>
                  <a:pt x="3988834" y="384330"/>
                  <a:pt x="3854189" y="430887"/>
                </a:cubicBezTo>
                <a:cubicBezTo>
                  <a:pt x="3719544" y="477444"/>
                  <a:pt x="3502443" y="400069"/>
                  <a:pt x="3315894" y="430887"/>
                </a:cubicBezTo>
                <a:cubicBezTo>
                  <a:pt x="3129346" y="461705"/>
                  <a:pt x="3041623" y="399368"/>
                  <a:pt x="2820663" y="430887"/>
                </a:cubicBezTo>
                <a:cubicBezTo>
                  <a:pt x="2599703" y="462406"/>
                  <a:pt x="2446573" y="428309"/>
                  <a:pt x="2196242" y="430887"/>
                </a:cubicBezTo>
                <a:cubicBezTo>
                  <a:pt x="1945911" y="433465"/>
                  <a:pt x="1852342" y="385128"/>
                  <a:pt x="1571820" y="430887"/>
                </a:cubicBezTo>
                <a:cubicBezTo>
                  <a:pt x="1291298" y="476646"/>
                  <a:pt x="1270344" y="395291"/>
                  <a:pt x="1119653" y="430887"/>
                </a:cubicBezTo>
                <a:cubicBezTo>
                  <a:pt x="968962" y="466483"/>
                  <a:pt x="742455" y="414109"/>
                  <a:pt x="581358" y="430887"/>
                </a:cubicBezTo>
                <a:cubicBezTo>
                  <a:pt x="420262" y="447665"/>
                  <a:pt x="129216" y="408835"/>
                  <a:pt x="0" y="430887"/>
                </a:cubicBezTo>
                <a:cubicBezTo>
                  <a:pt x="-14204" y="290969"/>
                  <a:pt x="3800" y="176020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IN" sz="2200" dirty="0"/>
              <a:t>The game theoretic perspective…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9636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5" grpId="0" animBg="1"/>
      <p:bldP spid="27" grpId="0"/>
      <p:bldP spid="30" grpId="0"/>
      <p:bldP spid="31" grpId="0"/>
      <p:bldP spid="37" grpId="0"/>
      <p:bldP spid="38" grpId="0"/>
      <p:bldP spid="39" grpId="0"/>
      <p:bldP spid="42" grpId="0" animBg="1"/>
      <p:bldP spid="42" grpId="1" animBg="1"/>
      <p:bldP spid="42" grpId="2" animBg="1"/>
      <p:bldP spid="42" grpId="3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D7DBB-DED6-12B3-36C7-6319EFB7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3F04732B-64E1-74BF-1172-6D3AFA5CA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7DD92-A6E5-21EB-F4DE-480A9C592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 dirty="0"/>
              <a:t>Reflections: Why Select </a:t>
            </a:r>
            <a:r>
              <a:rPr lang="en-US" b="1" dirty="0">
                <a:solidFill>
                  <a:srgbClr val="7030A0"/>
                </a:solidFill>
              </a:rPr>
              <a:t>SHARE</a:t>
            </a:r>
            <a:r>
              <a:rPr lang="en-US" b="1" dirty="0"/>
              <a:t>?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EC1D4AC4-8D9E-CBF5-FE50-D4BE5FC10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34440-E95E-7CF8-8E6B-B4ED7302251F}"/>
              </a:ext>
            </a:extLst>
          </p:cNvPr>
          <p:cNvSpPr txBox="1"/>
          <p:nvPr/>
        </p:nvSpPr>
        <p:spPr>
          <a:xfrm>
            <a:off x="4438482" y="1910791"/>
            <a:ext cx="7152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My friend and I found the treasure together.  It’s only fair that we distribute it evenly between us.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0CF33-EBB8-4FCA-5B84-C886D0D9C67C}"/>
              </a:ext>
            </a:extLst>
          </p:cNvPr>
          <p:cNvSpPr txBox="1"/>
          <p:nvPr/>
        </p:nvSpPr>
        <p:spPr>
          <a:xfrm>
            <a:off x="4434787" y="3804753"/>
            <a:ext cx="7152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Valuing Friendship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 prioritize friendship and our long-term relationship over immediate personal gain.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72ABA-757B-56D9-39B1-832CFFD25503}"/>
              </a:ext>
            </a:extLst>
          </p:cNvPr>
          <p:cNvSpPr txBox="1"/>
          <p:nvPr/>
        </p:nvSpPr>
        <p:spPr>
          <a:xfrm>
            <a:off x="4451403" y="5809834"/>
            <a:ext cx="7258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Guilt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I’ll feel guilty for being selfish if I select TAKE.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7C241-AAED-FF92-D538-8E55972FE877}"/>
              </a:ext>
            </a:extLst>
          </p:cNvPr>
          <p:cNvSpPr txBox="1"/>
          <p:nvPr/>
        </p:nvSpPr>
        <p:spPr>
          <a:xfrm>
            <a:off x="4446687" y="4729239"/>
            <a:ext cx="7157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Reputation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If I don’t select SHARE, my friend think the worse of me, and my reputation will suffer.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DDBF98-A283-A43A-3B01-3F69ECE8B6CE}"/>
              </a:ext>
            </a:extLst>
          </p:cNvPr>
          <p:cNvSpPr txBox="1"/>
          <p:nvPr/>
        </p:nvSpPr>
        <p:spPr>
          <a:xfrm>
            <a:off x="4434787" y="2991386"/>
            <a:ext cx="715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I’ve known my friend for many years.  I trust him to select SHARE.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995F718-2CAF-E520-D821-70D79D5C07F8}"/>
              </a:ext>
            </a:extLst>
          </p:cNvPr>
          <p:cNvGrpSpPr/>
          <p:nvPr/>
        </p:nvGrpSpPr>
        <p:grpSpPr>
          <a:xfrm>
            <a:off x="262431" y="2240166"/>
            <a:ext cx="3789349" cy="4077500"/>
            <a:chOff x="262431" y="2240166"/>
            <a:chExt cx="3789349" cy="40775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73E1B9D-ED2F-7114-958C-DFFE052B2E62}"/>
                </a:ext>
              </a:extLst>
            </p:cNvPr>
            <p:cNvGrpSpPr/>
            <p:nvPr/>
          </p:nvGrpSpPr>
          <p:grpSpPr>
            <a:xfrm>
              <a:off x="262431" y="2240166"/>
              <a:ext cx="3789349" cy="3269439"/>
              <a:chOff x="5230718" y="2343983"/>
              <a:chExt cx="3789349" cy="326943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F14248-5651-5B9F-B771-0591BD31DB31}"/>
                  </a:ext>
                </a:extLst>
              </p:cNvPr>
              <p:cNvGrpSpPr/>
              <p:nvPr/>
            </p:nvGrpSpPr>
            <p:grpSpPr>
              <a:xfrm>
                <a:off x="7191267" y="285733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16A748D5-FED3-7FC0-6BD7-D489FACE7F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16A748D5-FED3-7FC0-6BD7-D489FACE7F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9653CC8B-4088-3738-474B-43D2C2BF48F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9653CC8B-4088-3738-474B-43D2C2BF48F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B2BD38A-6247-57F8-F5C4-B5610309911E}"/>
                  </a:ext>
                </a:extLst>
              </p:cNvPr>
              <p:cNvGrpSpPr/>
              <p:nvPr/>
            </p:nvGrpSpPr>
            <p:grpSpPr>
              <a:xfrm>
                <a:off x="6282310" y="376445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2ACFC8A8-DD87-39B7-7321-CCE74E5FE7A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2ACFC8A8-DD87-39B7-7321-CCE74E5FE7A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AF95238B-C96E-5273-3536-70A50F112D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AF95238B-C96E-5273-3536-70A50F112D7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926C8CA9-C4BA-A65B-1E13-DD4E729964B0}"/>
                  </a:ext>
                </a:extLst>
              </p:cNvPr>
              <p:cNvGrpSpPr/>
              <p:nvPr/>
            </p:nvGrpSpPr>
            <p:grpSpPr>
              <a:xfrm>
                <a:off x="7191267" y="376445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774C6EAA-8143-E614-DB09-6518E5D916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774C6EAA-8143-E614-DB09-6518E5D9165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F47F6925-D5AD-9AD5-E139-D615EBD8A5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F47F6925-D5AD-9AD5-E139-D615EBD8A5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3A947AEB-CF48-2E4B-C423-089EA1B2DE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3A947AEB-CF48-2E4B-C423-089EA1B2DE5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932644A0-3872-98C9-69ED-75807AA3A4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932644A0-3872-98C9-69ED-75807AA3A44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EF44977-9CFD-3CD0-8527-32F5CF397CBC}"/>
                  </a:ext>
                </a:extLst>
              </p:cNvPr>
              <p:cNvGrpSpPr/>
              <p:nvPr/>
            </p:nvGrpSpPr>
            <p:grpSpPr>
              <a:xfrm>
                <a:off x="5230718" y="2343983"/>
                <a:ext cx="3546357" cy="2446009"/>
                <a:chOff x="1476918" y="2017573"/>
                <a:chExt cx="3546357" cy="2446009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670F30D-3908-FC75-E95F-4FE06E88AFD4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Me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6F99525-D1FB-EAE5-62BA-1EC0B407FCD2}"/>
                    </a:ext>
                  </a:extLst>
                </p:cNvPr>
                <p:cNvSpPr txBox="1"/>
                <p:nvPr/>
              </p:nvSpPr>
              <p:spPr>
                <a:xfrm>
                  <a:off x="3680458" y="2017573"/>
                  <a:ext cx="13428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My Friend</a:t>
                  </a:r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EFD2A9-7598-24FC-45B6-BBCBBA9F5BB5}"/>
                </a:ext>
              </a:extLst>
            </p:cNvPr>
            <p:cNvSpPr txBox="1"/>
            <p:nvPr/>
          </p:nvSpPr>
          <p:spPr>
            <a:xfrm>
              <a:off x="1453280" y="5671335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The Outcome Matrix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ECCB51A-85A7-E439-7E06-0CB4C2A48AAB}"/>
              </a:ext>
            </a:extLst>
          </p:cNvPr>
          <p:cNvSpPr txBox="1"/>
          <p:nvPr/>
        </p:nvSpPr>
        <p:spPr>
          <a:xfrm>
            <a:off x="7041823" y="6333917"/>
            <a:ext cx="171410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Flawed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293906-FB25-6E9D-9E15-A421D214C104}"/>
              </a:ext>
            </a:extLst>
          </p:cNvPr>
          <p:cNvSpPr txBox="1"/>
          <p:nvPr/>
        </p:nvSpPr>
        <p:spPr>
          <a:xfrm>
            <a:off x="4537815" y="6333917"/>
            <a:ext cx="242761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Unclear about the rules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DD7253-7CA0-BAD3-B901-F4005602EEB0}"/>
              </a:ext>
            </a:extLst>
          </p:cNvPr>
          <p:cNvSpPr txBox="1"/>
          <p:nvPr/>
        </p:nvSpPr>
        <p:spPr>
          <a:xfrm>
            <a:off x="8832326" y="6333917"/>
            <a:ext cx="11129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Irrational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50D35A-26C6-F6F2-C85F-72FC1DC6F43D}"/>
              </a:ext>
            </a:extLst>
          </p:cNvPr>
          <p:cNvSpPr txBox="1"/>
          <p:nvPr/>
        </p:nvSpPr>
        <p:spPr>
          <a:xfrm>
            <a:off x="10501460" y="6333917"/>
            <a:ext cx="145075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…what else?</a:t>
            </a:r>
          </a:p>
        </p:txBody>
      </p:sp>
    </p:spTree>
    <p:extLst>
      <p:ext uri="{BB962C8B-B14F-4D97-AF65-F5344CB8AC3E}">
        <p14:creationId xmlns:p14="http://schemas.microsoft.com/office/powerpoint/2010/main" val="256530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25" grpId="0"/>
      <p:bldP spid="26" grpId="0"/>
      <p:bldP spid="8" grpId="0" animBg="1"/>
      <p:bldP spid="10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BFF8B-6090-0FF6-513F-1243F63E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68077316-E78D-1C0C-F084-BB6F3D89A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5B6C7-4843-5590-7159-639618DFD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b="1" dirty="0"/>
              <a:t>Reflections: Why Select </a:t>
            </a:r>
            <a:r>
              <a:rPr lang="en-US" b="1" dirty="0">
                <a:solidFill>
                  <a:srgbClr val="7030A0"/>
                </a:solidFill>
              </a:rPr>
              <a:t>SHARE</a:t>
            </a:r>
            <a:r>
              <a:rPr lang="en-US" b="1" dirty="0"/>
              <a:t>?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5876ABFE-E7F8-5CF7-F36A-F8C8FACE6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6B5822-BB81-5621-AA16-D4D3458E4F82}"/>
              </a:ext>
            </a:extLst>
          </p:cNvPr>
          <p:cNvGrpSpPr/>
          <p:nvPr/>
        </p:nvGrpSpPr>
        <p:grpSpPr>
          <a:xfrm>
            <a:off x="262431" y="2240166"/>
            <a:ext cx="3789349" cy="4077500"/>
            <a:chOff x="262431" y="2240166"/>
            <a:chExt cx="3789349" cy="40775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BF91B2D-3C0E-079A-8C3A-75100170A7C8}"/>
                </a:ext>
              </a:extLst>
            </p:cNvPr>
            <p:cNvGrpSpPr/>
            <p:nvPr/>
          </p:nvGrpSpPr>
          <p:grpSpPr>
            <a:xfrm>
              <a:off x="262431" y="2240166"/>
              <a:ext cx="3789349" cy="3269439"/>
              <a:chOff x="5230718" y="2343983"/>
              <a:chExt cx="3789349" cy="326943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517DAF8-747D-6374-DBC9-CA1151500B4D}"/>
                  </a:ext>
                </a:extLst>
              </p:cNvPr>
              <p:cNvGrpSpPr/>
              <p:nvPr/>
            </p:nvGrpSpPr>
            <p:grpSpPr>
              <a:xfrm>
                <a:off x="7191267" y="2857339"/>
                <a:ext cx="1828800" cy="914400"/>
                <a:chOff x="3443910" y="2526652"/>
                <a:chExt cx="1828800" cy="914400"/>
              </a:xfrm>
              <a:solidFill>
                <a:schemeClr val="accent6">
                  <a:lumMod val="20000"/>
                  <a:lumOff val="8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DBD85B9F-0999-39B4-AA18-90D6A7333A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DBD85B9F-0999-39B4-AA18-90D6A7333A5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439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77E067E7-8115-9930-31CC-22BB66343E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77E067E7-8115-9930-31CC-22BB66343E1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8310" y="2526652"/>
                      <a:ext cx="914400" cy="91440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8B8B7F7-72F4-A2A8-0C26-7A11F3428AE9}"/>
                  </a:ext>
                </a:extLst>
              </p:cNvPr>
              <p:cNvGrpSpPr/>
              <p:nvPr/>
            </p:nvGrpSpPr>
            <p:grpSpPr>
              <a:xfrm>
                <a:off x="6282310" y="3764450"/>
                <a:ext cx="914400" cy="1828800"/>
                <a:chOff x="2751667" y="2929467"/>
                <a:chExt cx="914400" cy="1828800"/>
              </a:xfrm>
              <a:solidFill>
                <a:schemeClr val="tx2">
                  <a:lumMod val="10000"/>
                  <a:lumOff val="90000"/>
                </a:schemeClr>
              </a:solidFill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0A62CC6B-242C-C72C-BC30-4CD3497B0F2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𝑆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0A62CC6B-242C-C72C-BC30-4CD3497B0F2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2929467"/>
                      <a:ext cx="914400" cy="91440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36A033FC-9B8D-145D-9D89-3206331CB9C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36A033FC-9B8D-145D-9D89-3206331CB9C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51667" y="3843867"/>
                      <a:ext cx="914400" cy="9144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C858B78-261E-B40C-DA47-53F4CB5F75C0}"/>
                  </a:ext>
                </a:extLst>
              </p:cNvPr>
              <p:cNvGrpSpPr/>
              <p:nvPr/>
            </p:nvGrpSpPr>
            <p:grpSpPr>
              <a:xfrm>
                <a:off x="7191267" y="3764450"/>
                <a:ext cx="1828800" cy="1848972"/>
                <a:chOff x="3437467" y="3417868"/>
                <a:chExt cx="1828800" cy="184897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A8372C91-378F-EC53-2A17-9B1A907153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𝐻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A8372C91-378F-EC53-2A17-9B1A907153D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3417868"/>
                      <a:ext cx="914400" cy="93457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FAEC2F3A-2753-E02A-6CCE-5B3B994297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𝑄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FAEC2F3A-2753-E02A-6CCE-5B3B9942978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4352440"/>
                      <a:ext cx="914400" cy="9144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B28B8B0B-0A88-ABD3-A4AA-712CADF3C1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B28B8B0B-0A88-ABD3-A4AA-712CADF3C1C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51867" y="3430751"/>
                      <a:ext cx="914400" cy="9144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00D21115-4F5D-317F-4DA4-7B5741FBB1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oMath>
                        </m:oMathPara>
                      </a14:m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00D21115-4F5D-317F-4DA4-7B5741FBB1E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37467" y="4345151"/>
                      <a:ext cx="914400" cy="91440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5DFE2D0-44AC-AB75-BC39-D5D448C0844E}"/>
                  </a:ext>
                </a:extLst>
              </p:cNvPr>
              <p:cNvGrpSpPr/>
              <p:nvPr/>
            </p:nvGrpSpPr>
            <p:grpSpPr>
              <a:xfrm>
                <a:off x="5230718" y="2343983"/>
                <a:ext cx="3546357" cy="2446009"/>
                <a:chOff x="1476918" y="2017573"/>
                <a:chExt cx="3546357" cy="2446009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FDFDDB5-9D83-5F3E-92AC-3A86C190B924}"/>
                    </a:ext>
                  </a:extLst>
                </p:cNvPr>
                <p:cNvSpPr txBox="1"/>
                <p:nvPr/>
              </p:nvSpPr>
              <p:spPr>
                <a:xfrm>
                  <a:off x="1476918" y="4094250"/>
                  <a:ext cx="1004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Me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83C902B-EF2B-DA60-6F51-4822F70D84EE}"/>
                    </a:ext>
                  </a:extLst>
                </p:cNvPr>
                <p:cNvSpPr txBox="1"/>
                <p:nvPr/>
              </p:nvSpPr>
              <p:spPr>
                <a:xfrm>
                  <a:off x="3680458" y="2017573"/>
                  <a:ext cx="13428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My Friend</a:t>
                  </a:r>
                </a:p>
              </p:txBody>
            </p:sp>
          </p:grp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DEA5DC-BF28-8697-D732-7B134959F77C}"/>
                </a:ext>
              </a:extLst>
            </p:cNvPr>
            <p:cNvSpPr txBox="1"/>
            <p:nvPr/>
          </p:nvSpPr>
          <p:spPr>
            <a:xfrm>
              <a:off x="1453280" y="5671335"/>
              <a:ext cx="2453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The Outcome Matrix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F6198B7-729D-46CB-15BC-BFC437C0B4C5}"/>
              </a:ext>
            </a:extLst>
          </p:cNvPr>
          <p:cNvGrpSpPr/>
          <p:nvPr/>
        </p:nvGrpSpPr>
        <p:grpSpPr>
          <a:xfrm>
            <a:off x="9381577" y="124228"/>
            <a:ext cx="2328421" cy="1437635"/>
            <a:chOff x="6978369" y="59705"/>
            <a:chExt cx="2328421" cy="143763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A0344C8-19A9-5663-ED3E-95B434203CC0}"/>
                </a:ext>
              </a:extLst>
            </p:cNvPr>
            <p:cNvGrpSpPr/>
            <p:nvPr/>
          </p:nvGrpSpPr>
          <p:grpSpPr>
            <a:xfrm>
              <a:off x="7258589" y="59705"/>
              <a:ext cx="1767982" cy="1015395"/>
              <a:chOff x="9546633" y="332851"/>
              <a:chExt cx="1767982" cy="1015395"/>
            </a:xfrm>
          </p:grpSpPr>
          <p:pic>
            <p:nvPicPr>
              <p:cNvPr id="12" name="Picture 11" descr="A cartoon of a person standing on a shoe&#10;&#10;Description automatically generated">
                <a:extLst>
                  <a:ext uri="{FF2B5EF4-FFF2-40B4-BE49-F238E27FC236}">
                    <a16:creationId xmlns:a16="http://schemas.microsoft.com/office/drawing/2014/main" id="{8BEAA4BF-2B9D-C245-6D40-9096A0AEDE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109913">
                <a:off x="9546633" y="332851"/>
                <a:ext cx="1767982" cy="1015395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4745E7-DEDD-030A-B80F-84BA7947C71A}"/>
                  </a:ext>
                </a:extLst>
              </p:cNvPr>
              <p:cNvSpPr txBox="1"/>
              <p:nvPr/>
            </p:nvSpPr>
            <p:spPr>
              <a:xfrm>
                <a:off x="10360059" y="840548"/>
                <a:ext cx="8310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Friend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98371A-9AA7-571B-2AC7-D89CCAD6C731}"/>
                </a:ext>
              </a:extLst>
            </p:cNvPr>
            <p:cNvSpPr txBox="1"/>
            <p:nvPr/>
          </p:nvSpPr>
          <p:spPr>
            <a:xfrm>
              <a:off x="6978369" y="1158786"/>
              <a:ext cx="23284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Strategic empathy…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A095C6B-90B9-6C37-C4BB-055D3477E121}"/>
              </a:ext>
            </a:extLst>
          </p:cNvPr>
          <p:cNvSpPr txBox="1"/>
          <p:nvPr/>
        </p:nvSpPr>
        <p:spPr>
          <a:xfrm>
            <a:off x="5936675" y="2852639"/>
            <a:ext cx="3923993" cy="369332"/>
          </a:xfrm>
          <a:custGeom>
            <a:avLst/>
            <a:gdLst>
              <a:gd name="csX0" fmla="*/ 0 w 3923993"/>
              <a:gd name="csY0" fmla="*/ 0 h 369332"/>
              <a:gd name="csX1" fmla="*/ 442851 w 3923993"/>
              <a:gd name="csY1" fmla="*/ 0 h 369332"/>
              <a:gd name="csX2" fmla="*/ 885701 w 3923993"/>
              <a:gd name="csY2" fmla="*/ 0 h 369332"/>
              <a:gd name="csX3" fmla="*/ 1524752 w 3923993"/>
              <a:gd name="csY3" fmla="*/ 0 h 369332"/>
              <a:gd name="csX4" fmla="*/ 2046082 w 3923993"/>
              <a:gd name="csY4" fmla="*/ 0 h 369332"/>
              <a:gd name="csX5" fmla="*/ 2606652 w 3923993"/>
              <a:gd name="csY5" fmla="*/ 0 h 369332"/>
              <a:gd name="csX6" fmla="*/ 3206463 w 3923993"/>
              <a:gd name="csY6" fmla="*/ 0 h 369332"/>
              <a:gd name="csX7" fmla="*/ 3923993 w 3923993"/>
              <a:gd name="csY7" fmla="*/ 0 h 369332"/>
              <a:gd name="csX8" fmla="*/ 3923993 w 3923993"/>
              <a:gd name="csY8" fmla="*/ 369332 h 369332"/>
              <a:gd name="csX9" fmla="*/ 3324183 w 3923993"/>
              <a:gd name="csY9" fmla="*/ 369332 h 369332"/>
              <a:gd name="csX10" fmla="*/ 2685132 w 3923993"/>
              <a:gd name="csY10" fmla="*/ 369332 h 369332"/>
              <a:gd name="csX11" fmla="*/ 2085322 w 3923993"/>
              <a:gd name="csY11" fmla="*/ 369332 h 369332"/>
              <a:gd name="csX12" fmla="*/ 1485512 w 3923993"/>
              <a:gd name="csY12" fmla="*/ 369332 h 369332"/>
              <a:gd name="csX13" fmla="*/ 1042661 w 3923993"/>
              <a:gd name="csY13" fmla="*/ 369332 h 369332"/>
              <a:gd name="csX14" fmla="*/ 599810 w 3923993"/>
              <a:gd name="csY14" fmla="*/ 369332 h 369332"/>
              <a:gd name="csX15" fmla="*/ 0 w 3923993"/>
              <a:gd name="csY15" fmla="*/ 369332 h 369332"/>
              <a:gd name="csX16" fmla="*/ 0 w 3923993"/>
              <a:gd name="csY1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923993" h="369332" fill="none" extrusionOk="0">
                <a:moveTo>
                  <a:pt x="0" y="0"/>
                </a:moveTo>
                <a:cubicBezTo>
                  <a:pt x="201669" y="-17499"/>
                  <a:pt x="243271" y="11821"/>
                  <a:pt x="442851" y="0"/>
                </a:cubicBezTo>
                <a:cubicBezTo>
                  <a:pt x="642431" y="-11821"/>
                  <a:pt x="681051" y="41756"/>
                  <a:pt x="885701" y="0"/>
                </a:cubicBezTo>
                <a:cubicBezTo>
                  <a:pt x="1090351" y="-41756"/>
                  <a:pt x="1374663" y="2857"/>
                  <a:pt x="1524752" y="0"/>
                </a:cubicBezTo>
                <a:cubicBezTo>
                  <a:pt x="1674841" y="-2857"/>
                  <a:pt x="1885538" y="8856"/>
                  <a:pt x="2046082" y="0"/>
                </a:cubicBezTo>
                <a:cubicBezTo>
                  <a:pt x="2206626" y="-8856"/>
                  <a:pt x="2482167" y="55735"/>
                  <a:pt x="2606652" y="0"/>
                </a:cubicBezTo>
                <a:cubicBezTo>
                  <a:pt x="2731137" y="-55735"/>
                  <a:pt x="3045482" y="17376"/>
                  <a:pt x="3206463" y="0"/>
                </a:cubicBezTo>
                <a:cubicBezTo>
                  <a:pt x="3367444" y="-17376"/>
                  <a:pt x="3577751" y="22017"/>
                  <a:pt x="3923993" y="0"/>
                </a:cubicBezTo>
                <a:cubicBezTo>
                  <a:pt x="3935296" y="116838"/>
                  <a:pt x="3890801" y="230020"/>
                  <a:pt x="3923993" y="369332"/>
                </a:cubicBezTo>
                <a:cubicBezTo>
                  <a:pt x="3694048" y="406099"/>
                  <a:pt x="3620955" y="351379"/>
                  <a:pt x="3324183" y="369332"/>
                </a:cubicBezTo>
                <a:cubicBezTo>
                  <a:pt x="3027411" y="387285"/>
                  <a:pt x="2985769" y="352699"/>
                  <a:pt x="2685132" y="369332"/>
                </a:cubicBezTo>
                <a:cubicBezTo>
                  <a:pt x="2384495" y="385965"/>
                  <a:pt x="2251472" y="357307"/>
                  <a:pt x="2085322" y="369332"/>
                </a:cubicBezTo>
                <a:cubicBezTo>
                  <a:pt x="1919172" y="381357"/>
                  <a:pt x="1722224" y="365873"/>
                  <a:pt x="1485512" y="369332"/>
                </a:cubicBezTo>
                <a:cubicBezTo>
                  <a:pt x="1248800" y="372791"/>
                  <a:pt x="1211679" y="358458"/>
                  <a:pt x="1042661" y="369332"/>
                </a:cubicBezTo>
                <a:cubicBezTo>
                  <a:pt x="873643" y="380206"/>
                  <a:pt x="807127" y="341127"/>
                  <a:pt x="599810" y="369332"/>
                </a:cubicBezTo>
                <a:cubicBezTo>
                  <a:pt x="392493" y="397537"/>
                  <a:pt x="199482" y="333087"/>
                  <a:pt x="0" y="369332"/>
                </a:cubicBezTo>
                <a:cubicBezTo>
                  <a:pt x="-35342" y="190925"/>
                  <a:pt x="29075" y="128118"/>
                  <a:pt x="0" y="0"/>
                </a:cubicBezTo>
                <a:close/>
              </a:path>
              <a:path w="3923993" h="369332" stroke="0" extrusionOk="0">
                <a:moveTo>
                  <a:pt x="0" y="0"/>
                </a:moveTo>
                <a:cubicBezTo>
                  <a:pt x="229230" y="-43469"/>
                  <a:pt x="347472" y="56256"/>
                  <a:pt x="599810" y="0"/>
                </a:cubicBezTo>
                <a:cubicBezTo>
                  <a:pt x="852148" y="-56256"/>
                  <a:pt x="925798" y="5338"/>
                  <a:pt x="1121141" y="0"/>
                </a:cubicBezTo>
                <a:cubicBezTo>
                  <a:pt x="1316484" y="-5338"/>
                  <a:pt x="1528862" y="55394"/>
                  <a:pt x="1681711" y="0"/>
                </a:cubicBezTo>
                <a:cubicBezTo>
                  <a:pt x="1834560" y="-55394"/>
                  <a:pt x="1954498" y="17041"/>
                  <a:pt x="2163802" y="0"/>
                </a:cubicBezTo>
                <a:cubicBezTo>
                  <a:pt x="2373106" y="-17041"/>
                  <a:pt x="2487990" y="5088"/>
                  <a:pt x="2724372" y="0"/>
                </a:cubicBezTo>
                <a:cubicBezTo>
                  <a:pt x="2960754" y="-5088"/>
                  <a:pt x="2969761" y="16836"/>
                  <a:pt x="3206463" y="0"/>
                </a:cubicBezTo>
                <a:cubicBezTo>
                  <a:pt x="3443165" y="-16836"/>
                  <a:pt x="3643725" y="20576"/>
                  <a:pt x="3923993" y="0"/>
                </a:cubicBezTo>
                <a:cubicBezTo>
                  <a:pt x="3951378" y="112926"/>
                  <a:pt x="3897826" y="240288"/>
                  <a:pt x="3923993" y="369332"/>
                </a:cubicBezTo>
                <a:cubicBezTo>
                  <a:pt x="3786019" y="389430"/>
                  <a:pt x="3655666" y="367778"/>
                  <a:pt x="3402663" y="369332"/>
                </a:cubicBezTo>
                <a:cubicBezTo>
                  <a:pt x="3149660" y="370886"/>
                  <a:pt x="3143393" y="332008"/>
                  <a:pt x="2920572" y="369332"/>
                </a:cubicBezTo>
                <a:cubicBezTo>
                  <a:pt x="2697751" y="406656"/>
                  <a:pt x="2619637" y="318264"/>
                  <a:pt x="2438481" y="369332"/>
                </a:cubicBezTo>
                <a:cubicBezTo>
                  <a:pt x="2257325" y="420400"/>
                  <a:pt x="2113157" y="340518"/>
                  <a:pt x="1917151" y="369332"/>
                </a:cubicBezTo>
                <a:cubicBezTo>
                  <a:pt x="1721145" y="398146"/>
                  <a:pt x="1556328" y="321489"/>
                  <a:pt x="1278101" y="369332"/>
                </a:cubicBezTo>
                <a:cubicBezTo>
                  <a:pt x="999874" y="417175"/>
                  <a:pt x="924840" y="309616"/>
                  <a:pt x="717530" y="369332"/>
                </a:cubicBezTo>
                <a:cubicBezTo>
                  <a:pt x="510220" y="429048"/>
                  <a:pt x="231959" y="350783"/>
                  <a:pt x="0" y="369332"/>
                </a:cubicBezTo>
                <a:cubicBezTo>
                  <a:pt x="-10830" y="216770"/>
                  <a:pt x="38900" y="161955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Payoffs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are different from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outcomes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18535-B09C-C845-BD90-B1938FDBCA81}"/>
              </a:ext>
            </a:extLst>
          </p:cNvPr>
          <p:cNvSpPr txBox="1"/>
          <p:nvPr/>
        </p:nvSpPr>
        <p:spPr>
          <a:xfrm>
            <a:off x="4108990" y="5699355"/>
            <a:ext cx="6873098" cy="646331"/>
          </a:xfrm>
          <a:custGeom>
            <a:avLst/>
            <a:gdLst>
              <a:gd name="csX0" fmla="*/ 0 w 6873098"/>
              <a:gd name="csY0" fmla="*/ 0 h 646331"/>
              <a:gd name="csX1" fmla="*/ 641489 w 6873098"/>
              <a:gd name="csY1" fmla="*/ 0 h 646331"/>
              <a:gd name="csX2" fmla="*/ 1214247 w 6873098"/>
              <a:gd name="csY2" fmla="*/ 0 h 646331"/>
              <a:gd name="csX3" fmla="*/ 1787005 w 6873098"/>
              <a:gd name="csY3" fmla="*/ 0 h 646331"/>
              <a:gd name="csX4" fmla="*/ 2428495 w 6873098"/>
              <a:gd name="csY4" fmla="*/ 0 h 646331"/>
              <a:gd name="csX5" fmla="*/ 2795060 w 6873098"/>
              <a:gd name="csY5" fmla="*/ 0 h 646331"/>
              <a:gd name="csX6" fmla="*/ 3161625 w 6873098"/>
              <a:gd name="csY6" fmla="*/ 0 h 646331"/>
              <a:gd name="csX7" fmla="*/ 3528190 w 6873098"/>
              <a:gd name="csY7" fmla="*/ 0 h 646331"/>
              <a:gd name="csX8" fmla="*/ 4238410 w 6873098"/>
              <a:gd name="csY8" fmla="*/ 0 h 646331"/>
              <a:gd name="csX9" fmla="*/ 4742438 w 6873098"/>
              <a:gd name="csY9" fmla="*/ 0 h 646331"/>
              <a:gd name="csX10" fmla="*/ 5109003 w 6873098"/>
              <a:gd name="csY10" fmla="*/ 0 h 646331"/>
              <a:gd name="csX11" fmla="*/ 5750492 w 6873098"/>
              <a:gd name="csY11" fmla="*/ 0 h 646331"/>
              <a:gd name="csX12" fmla="*/ 6117057 w 6873098"/>
              <a:gd name="csY12" fmla="*/ 0 h 646331"/>
              <a:gd name="csX13" fmla="*/ 6873098 w 6873098"/>
              <a:gd name="csY13" fmla="*/ 0 h 646331"/>
              <a:gd name="csX14" fmla="*/ 6873098 w 6873098"/>
              <a:gd name="csY14" fmla="*/ 316702 h 646331"/>
              <a:gd name="csX15" fmla="*/ 6873098 w 6873098"/>
              <a:gd name="csY15" fmla="*/ 646331 h 646331"/>
              <a:gd name="csX16" fmla="*/ 6437802 w 6873098"/>
              <a:gd name="csY16" fmla="*/ 646331 h 646331"/>
              <a:gd name="csX17" fmla="*/ 5796313 w 6873098"/>
              <a:gd name="csY17" fmla="*/ 646331 h 646331"/>
              <a:gd name="csX18" fmla="*/ 5292285 w 6873098"/>
              <a:gd name="csY18" fmla="*/ 646331 h 646331"/>
              <a:gd name="csX19" fmla="*/ 4925720 w 6873098"/>
              <a:gd name="csY19" fmla="*/ 646331 h 646331"/>
              <a:gd name="csX20" fmla="*/ 4490424 w 6873098"/>
              <a:gd name="csY20" fmla="*/ 646331 h 646331"/>
              <a:gd name="csX21" fmla="*/ 3848935 w 6873098"/>
              <a:gd name="csY21" fmla="*/ 646331 h 646331"/>
              <a:gd name="csX22" fmla="*/ 3344908 w 6873098"/>
              <a:gd name="csY22" fmla="*/ 646331 h 646331"/>
              <a:gd name="csX23" fmla="*/ 2772150 w 6873098"/>
              <a:gd name="csY23" fmla="*/ 646331 h 646331"/>
              <a:gd name="csX24" fmla="*/ 2130660 w 6873098"/>
              <a:gd name="csY24" fmla="*/ 646331 h 646331"/>
              <a:gd name="csX25" fmla="*/ 1695364 w 6873098"/>
              <a:gd name="csY25" fmla="*/ 646331 h 646331"/>
              <a:gd name="csX26" fmla="*/ 1122606 w 6873098"/>
              <a:gd name="csY26" fmla="*/ 646331 h 646331"/>
              <a:gd name="csX27" fmla="*/ 0 w 6873098"/>
              <a:gd name="csY27" fmla="*/ 646331 h 646331"/>
              <a:gd name="csX28" fmla="*/ 0 w 6873098"/>
              <a:gd name="csY28" fmla="*/ 316702 h 646331"/>
              <a:gd name="csX29" fmla="*/ 0 w 6873098"/>
              <a:gd name="csY29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873098" h="646331" fill="none" extrusionOk="0">
                <a:moveTo>
                  <a:pt x="0" y="0"/>
                </a:moveTo>
                <a:cubicBezTo>
                  <a:pt x="244174" y="-60542"/>
                  <a:pt x="400811" y="63104"/>
                  <a:pt x="641489" y="0"/>
                </a:cubicBezTo>
                <a:cubicBezTo>
                  <a:pt x="882167" y="-63104"/>
                  <a:pt x="966050" y="38313"/>
                  <a:pt x="1214247" y="0"/>
                </a:cubicBezTo>
                <a:cubicBezTo>
                  <a:pt x="1462444" y="-38313"/>
                  <a:pt x="1580001" y="9785"/>
                  <a:pt x="1787005" y="0"/>
                </a:cubicBezTo>
                <a:cubicBezTo>
                  <a:pt x="1994009" y="-9785"/>
                  <a:pt x="2258694" y="40743"/>
                  <a:pt x="2428495" y="0"/>
                </a:cubicBezTo>
                <a:cubicBezTo>
                  <a:pt x="2598296" y="-40743"/>
                  <a:pt x="2638868" y="15113"/>
                  <a:pt x="2795060" y="0"/>
                </a:cubicBezTo>
                <a:cubicBezTo>
                  <a:pt x="2951252" y="-15113"/>
                  <a:pt x="3060951" y="4023"/>
                  <a:pt x="3161625" y="0"/>
                </a:cubicBezTo>
                <a:cubicBezTo>
                  <a:pt x="3262299" y="-4023"/>
                  <a:pt x="3417280" y="4930"/>
                  <a:pt x="3528190" y="0"/>
                </a:cubicBezTo>
                <a:cubicBezTo>
                  <a:pt x="3639101" y="-4930"/>
                  <a:pt x="4078189" y="48495"/>
                  <a:pt x="4238410" y="0"/>
                </a:cubicBezTo>
                <a:cubicBezTo>
                  <a:pt x="4398631" y="-48495"/>
                  <a:pt x="4561936" y="54094"/>
                  <a:pt x="4742438" y="0"/>
                </a:cubicBezTo>
                <a:cubicBezTo>
                  <a:pt x="4922940" y="-54094"/>
                  <a:pt x="4952973" y="13495"/>
                  <a:pt x="5109003" y="0"/>
                </a:cubicBezTo>
                <a:cubicBezTo>
                  <a:pt x="5265033" y="-13495"/>
                  <a:pt x="5598238" y="26289"/>
                  <a:pt x="5750492" y="0"/>
                </a:cubicBezTo>
                <a:cubicBezTo>
                  <a:pt x="5902746" y="-26289"/>
                  <a:pt x="5956846" y="14619"/>
                  <a:pt x="6117057" y="0"/>
                </a:cubicBezTo>
                <a:cubicBezTo>
                  <a:pt x="6277268" y="-14619"/>
                  <a:pt x="6567082" y="649"/>
                  <a:pt x="6873098" y="0"/>
                </a:cubicBezTo>
                <a:cubicBezTo>
                  <a:pt x="6874555" y="79006"/>
                  <a:pt x="6863745" y="248800"/>
                  <a:pt x="6873098" y="316702"/>
                </a:cubicBezTo>
                <a:cubicBezTo>
                  <a:pt x="6882451" y="384604"/>
                  <a:pt x="6869744" y="527006"/>
                  <a:pt x="6873098" y="646331"/>
                </a:cubicBezTo>
                <a:cubicBezTo>
                  <a:pt x="6660380" y="669654"/>
                  <a:pt x="6563194" y="637223"/>
                  <a:pt x="6437802" y="646331"/>
                </a:cubicBezTo>
                <a:cubicBezTo>
                  <a:pt x="6312410" y="655439"/>
                  <a:pt x="5948780" y="577776"/>
                  <a:pt x="5796313" y="646331"/>
                </a:cubicBezTo>
                <a:cubicBezTo>
                  <a:pt x="5643846" y="714886"/>
                  <a:pt x="5492529" y="588274"/>
                  <a:pt x="5292285" y="646331"/>
                </a:cubicBezTo>
                <a:cubicBezTo>
                  <a:pt x="5092041" y="704388"/>
                  <a:pt x="5003638" y="645225"/>
                  <a:pt x="4925720" y="646331"/>
                </a:cubicBezTo>
                <a:cubicBezTo>
                  <a:pt x="4847803" y="647437"/>
                  <a:pt x="4663193" y="603564"/>
                  <a:pt x="4490424" y="646331"/>
                </a:cubicBezTo>
                <a:cubicBezTo>
                  <a:pt x="4317655" y="689098"/>
                  <a:pt x="4136958" y="590561"/>
                  <a:pt x="3848935" y="646331"/>
                </a:cubicBezTo>
                <a:cubicBezTo>
                  <a:pt x="3560912" y="702101"/>
                  <a:pt x="3595426" y="619737"/>
                  <a:pt x="3344908" y="646331"/>
                </a:cubicBezTo>
                <a:cubicBezTo>
                  <a:pt x="3094390" y="672925"/>
                  <a:pt x="2978085" y="640945"/>
                  <a:pt x="2772150" y="646331"/>
                </a:cubicBezTo>
                <a:cubicBezTo>
                  <a:pt x="2566215" y="651717"/>
                  <a:pt x="2393125" y="593038"/>
                  <a:pt x="2130660" y="646331"/>
                </a:cubicBezTo>
                <a:cubicBezTo>
                  <a:pt x="1868195" y="699624"/>
                  <a:pt x="1875965" y="622169"/>
                  <a:pt x="1695364" y="646331"/>
                </a:cubicBezTo>
                <a:cubicBezTo>
                  <a:pt x="1514763" y="670493"/>
                  <a:pt x="1369855" y="608987"/>
                  <a:pt x="1122606" y="646331"/>
                </a:cubicBezTo>
                <a:cubicBezTo>
                  <a:pt x="875357" y="683675"/>
                  <a:pt x="359043" y="578818"/>
                  <a:pt x="0" y="646331"/>
                </a:cubicBezTo>
                <a:cubicBezTo>
                  <a:pt x="-2430" y="491165"/>
                  <a:pt x="2571" y="437511"/>
                  <a:pt x="0" y="316702"/>
                </a:cubicBezTo>
                <a:cubicBezTo>
                  <a:pt x="-2571" y="195893"/>
                  <a:pt x="23090" y="94747"/>
                  <a:pt x="0" y="0"/>
                </a:cubicBezTo>
                <a:close/>
              </a:path>
              <a:path w="6873098" h="646331" stroke="0" extrusionOk="0">
                <a:moveTo>
                  <a:pt x="0" y="0"/>
                </a:moveTo>
                <a:cubicBezTo>
                  <a:pt x="129340" y="-60197"/>
                  <a:pt x="479117" y="58485"/>
                  <a:pt x="641489" y="0"/>
                </a:cubicBezTo>
                <a:cubicBezTo>
                  <a:pt x="803861" y="-58485"/>
                  <a:pt x="958115" y="50111"/>
                  <a:pt x="1145516" y="0"/>
                </a:cubicBezTo>
                <a:cubicBezTo>
                  <a:pt x="1332917" y="-50111"/>
                  <a:pt x="1531997" y="29215"/>
                  <a:pt x="1718275" y="0"/>
                </a:cubicBezTo>
                <a:cubicBezTo>
                  <a:pt x="1904553" y="-29215"/>
                  <a:pt x="2003181" y="1400"/>
                  <a:pt x="2153571" y="0"/>
                </a:cubicBezTo>
                <a:cubicBezTo>
                  <a:pt x="2303961" y="-1400"/>
                  <a:pt x="2459876" y="11234"/>
                  <a:pt x="2726329" y="0"/>
                </a:cubicBezTo>
                <a:cubicBezTo>
                  <a:pt x="2992782" y="-11234"/>
                  <a:pt x="3037336" y="10850"/>
                  <a:pt x="3161625" y="0"/>
                </a:cubicBezTo>
                <a:cubicBezTo>
                  <a:pt x="3285914" y="-10850"/>
                  <a:pt x="3518093" y="66623"/>
                  <a:pt x="3734383" y="0"/>
                </a:cubicBezTo>
                <a:cubicBezTo>
                  <a:pt x="3950673" y="-66623"/>
                  <a:pt x="4061064" y="29225"/>
                  <a:pt x="4238410" y="0"/>
                </a:cubicBezTo>
                <a:cubicBezTo>
                  <a:pt x="4415756" y="-29225"/>
                  <a:pt x="4568850" y="33066"/>
                  <a:pt x="4673707" y="0"/>
                </a:cubicBezTo>
                <a:cubicBezTo>
                  <a:pt x="4778564" y="-33066"/>
                  <a:pt x="5035555" y="27077"/>
                  <a:pt x="5315196" y="0"/>
                </a:cubicBezTo>
                <a:cubicBezTo>
                  <a:pt x="5594837" y="-27077"/>
                  <a:pt x="5829365" y="12299"/>
                  <a:pt x="6025416" y="0"/>
                </a:cubicBezTo>
                <a:cubicBezTo>
                  <a:pt x="6221467" y="-12299"/>
                  <a:pt x="6570199" y="40878"/>
                  <a:pt x="6873098" y="0"/>
                </a:cubicBezTo>
                <a:cubicBezTo>
                  <a:pt x="6902448" y="79782"/>
                  <a:pt x="6872917" y="193786"/>
                  <a:pt x="6873098" y="316702"/>
                </a:cubicBezTo>
                <a:cubicBezTo>
                  <a:pt x="6873279" y="439618"/>
                  <a:pt x="6872780" y="498744"/>
                  <a:pt x="6873098" y="646331"/>
                </a:cubicBezTo>
                <a:cubicBezTo>
                  <a:pt x="6690559" y="671433"/>
                  <a:pt x="6532239" y="594033"/>
                  <a:pt x="6231609" y="646331"/>
                </a:cubicBezTo>
                <a:cubicBezTo>
                  <a:pt x="5930979" y="698629"/>
                  <a:pt x="5743322" y="574701"/>
                  <a:pt x="5590120" y="646331"/>
                </a:cubicBezTo>
                <a:cubicBezTo>
                  <a:pt x="5436918" y="717961"/>
                  <a:pt x="5041573" y="590475"/>
                  <a:pt x="4879900" y="646331"/>
                </a:cubicBezTo>
                <a:cubicBezTo>
                  <a:pt x="4718227" y="702187"/>
                  <a:pt x="4658816" y="618309"/>
                  <a:pt x="4513334" y="646331"/>
                </a:cubicBezTo>
                <a:cubicBezTo>
                  <a:pt x="4367852" y="674353"/>
                  <a:pt x="4323330" y="626696"/>
                  <a:pt x="4146769" y="646331"/>
                </a:cubicBezTo>
                <a:cubicBezTo>
                  <a:pt x="3970208" y="665966"/>
                  <a:pt x="3865603" y="610315"/>
                  <a:pt x="3642742" y="646331"/>
                </a:cubicBezTo>
                <a:cubicBezTo>
                  <a:pt x="3419881" y="682347"/>
                  <a:pt x="3148790" y="610892"/>
                  <a:pt x="2932522" y="646331"/>
                </a:cubicBezTo>
                <a:cubicBezTo>
                  <a:pt x="2716254" y="681770"/>
                  <a:pt x="2646696" y="637606"/>
                  <a:pt x="2497226" y="646331"/>
                </a:cubicBezTo>
                <a:cubicBezTo>
                  <a:pt x="2347756" y="655056"/>
                  <a:pt x="2183948" y="625720"/>
                  <a:pt x="2061929" y="646331"/>
                </a:cubicBezTo>
                <a:cubicBezTo>
                  <a:pt x="1939910" y="666942"/>
                  <a:pt x="1679095" y="605484"/>
                  <a:pt x="1489171" y="646331"/>
                </a:cubicBezTo>
                <a:cubicBezTo>
                  <a:pt x="1299247" y="687178"/>
                  <a:pt x="1129902" y="611699"/>
                  <a:pt x="985144" y="646331"/>
                </a:cubicBezTo>
                <a:cubicBezTo>
                  <a:pt x="840386" y="680963"/>
                  <a:pt x="244343" y="547002"/>
                  <a:pt x="0" y="646331"/>
                </a:cubicBezTo>
                <a:cubicBezTo>
                  <a:pt x="-1980" y="564286"/>
                  <a:pt x="35960" y="460370"/>
                  <a:pt x="0" y="316702"/>
                </a:cubicBezTo>
                <a:cubicBezTo>
                  <a:pt x="-35960" y="173034"/>
                  <a:pt x="18219" y="84423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matter what my friend selects, I get a better outcome for selecting TAKE.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E4973EA-F4BD-2ED4-4023-3E7B2BC1BC8D}"/>
              </a:ext>
            </a:extLst>
          </p:cNvPr>
          <p:cNvCxnSpPr>
            <a:cxnSpLocks/>
          </p:cNvCxnSpPr>
          <p:nvPr/>
        </p:nvCxnSpPr>
        <p:spPr>
          <a:xfrm>
            <a:off x="7904195" y="5899137"/>
            <a:ext cx="157463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6E4C793-712D-AF9A-99EF-2F4453052268}"/>
              </a:ext>
            </a:extLst>
          </p:cNvPr>
          <p:cNvSpPr txBox="1"/>
          <p:nvPr/>
        </p:nvSpPr>
        <p:spPr>
          <a:xfrm>
            <a:off x="4681163" y="4271904"/>
            <a:ext cx="6435015" cy="369332"/>
          </a:xfrm>
          <a:custGeom>
            <a:avLst/>
            <a:gdLst>
              <a:gd name="csX0" fmla="*/ 0 w 6435015"/>
              <a:gd name="csY0" fmla="*/ 0 h 369332"/>
              <a:gd name="csX1" fmla="*/ 713702 w 6435015"/>
              <a:gd name="csY1" fmla="*/ 0 h 369332"/>
              <a:gd name="csX2" fmla="*/ 1170003 w 6435015"/>
              <a:gd name="csY2" fmla="*/ 0 h 369332"/>
              <a:gd name="csX3" fmla="*/ 1690654 w 6435015"/>
              <a:gd name="csY3" fmla="*/ 0 h 369332"/>
              <a:gd name="csX4" fmla="*/ 2275655 w 6435015"/>
              <a:gd name="csY4" fmla="*/ 0 h 369332"/>
              <a:gd name="csX5" fmla="*/ 2989357 w 6435015"/>
              <a:gd name="csY5" fmla="*/ 0 h 369332"/>
              <a:gd name="csX6" fmla="*/ 3574358 w 6435015"/>
              <a:gd name="csY6" fmla="*/ 0 h 369332"/>
              <a:gd name="csX7" fmla="*/ 4159360 w 6435015"/>
              <a:gd name="csY7" fmla="*/ 0 h 369332"/>
              <a:gd name="csX8" fmla="*/ 4808711 w 6435015"/>
              <a:gd name="csY8" fmla="*/ 0 h 369332"/>
              <a:gd name="csX9" fmla="*/ 5200662 w 6435015"/>
              <a:gd name="csY9" fmla="*/ 0 h 369332"/>
              <a:gd name="csX10" fmla="*/ 5592613 w 6435015"/>
              <a:gd name="csY10" fmla="*/ 0 h 369332"/>
              <a:gd name="csX11" fmla="*/ 6435015 w 6435015"/>
              <a:gd name="csY11" fmla="*/ 0 h 369332"/>
              <a:gd name="csX12" fmla="*/ 6435015 w 6435015"/>
              <a:gd name="csY12" fmla="*/ 369332 h 369332"/>
              <a:gd name="csX13" fmla="*/ 5850014 w 6435015"/>
              <a:gd name="csY13" fmla="*/ 369332 h 369332"/>
              <a:gd name="csX14" fmla="*/ 5200662 w 6435015"/>
              <a:gd name="csY14" fmla="*/ 369332 h 369332"/>
              <a:gd name="csX15" fmla="*/ 4551311 w 6435015"/>
              <a:gd name="csY15" fmla="*/ 369332 h 369332"/>
              <a:gd name="csX16" fmla="*/ 4095010 w 6435015"/>
              <a:gd name="csY16" fmla="*/ 369332 h 369332"/>
              <a:gd name="csX17" fmla="*/ 3574358 w 6435015"/>
              <a:gd name="csY17" fmla="*/ 369332 h 369332"/>
              <a:gd name="csX18" fmla="*/ 2860657 w 6435015"/>
              <a:gd name="csY18" fmla="*/ 369332 h 369332"/>
              <a:gd name="csX19" fmla="*/ 2468706 w 6435015"/>
              <a:gd name="csY19" fmla="*/ 369332 h 369332"/>
              <a:gd name="csX20" fmla="*/ 1819354 w 6435015"/>
              <a:gd name="csY20" fmla="*/ 369332 h 369332"/>
              <a:gd name="csX21" fmla="*/ 1170003 w 6435015"/>
              <a:gd name="csY21" fmla="*/ 369332 h 369332"/>
              <a:gd name="csX22" fmla="*/ 649352 w 6435015"/>
              <a:gd name="csY22" fmla="*/ 369332 h 369332"/>
              <a:gd name="csX23" fmla="*/ 0 w 6435015"/>
              <a:gd name="csY23" fmla="*/ 369332 h 369332"/>
              <a:gd name="csX24" fmla="*/ 0 w 6435015"/>
              <a:gd name="csY24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6435015" h="369332" fill="none" extrusionOk="0">
                <a:moveTo>
                  <a:pt x="0" y="0"/>
                </a:moveTo>
                <a:cubicBezTo>
                  <a:pt x="344980" y="-54732"/>
                  <a:pt x="364451" y="41992"/>
                  <a:pt x="713702" y="0"/>
                </a:cubicBezTo>
                <a:cubicBezTo>
                  <a:pt x="1062953" y="-41992"/>
                  <a:pt x="965207" y="18681"/>
                  <a:pt x="1170003" y="0"/>
                </a:cubicBezTo>
                <a:cubicBezTo>
                  <a:pt x="1374799" y="-18681"/>
                  <a:pt x="1540584" y="38437"/>
                  <a:pt x="1690654" y="0"/>
                </a:cubicBezTo>
                <a:cubicBezTo>
                  <a:pt x="1840724" y="-38437"/>
                  <a:pt x="2128881" y="37693"/>
                  <a:pt x="2275655" y="0"/>
                </a:cubicBezTo>
                <a:cubicBezTo>
                  <a:pt x="2422429" y="-37693"/>
                  <a:pt x="2653027" y="10599"/>
                  <a:pt x="2989357" y="0"/>
                </a:cubicBezTo>
                <a:cubicBezTo>
                  <a:pt x="3325687" y="-10599"/>
                  <a:pt x="3291381" y="50622"/>
                  <a:pt x="3574358" y="0"/>
                </a:cubicBezTo>
                <a:cubicBezTo>
                  <a:pt x="3857335" y="-50622"/>
                  <a:pt x="4019001" y="64626"/>
                  <a:pt x="4159360" y="0"/>
                </a:cubicBezTo>
                <a:cubicBezTo>
                  <a:pt x="4299719" y="-64626"/>
                  <a:pt x="4535277" y="54475"/>
                  <a:pt x="4808711" y="0"/>
                </a:cubicBezTo>
                <a:cubicBezTo>
                  <a:pt x="5082145" y="-54475"/>
                  <a:pt x="5006634" y="1488"/>
                  <a:pt x="5200662" y="0"/>
                </a:cubicBezTo>
                <a:cubicBezTo>
                  <a:pt x="5394690" y="-1488"/>
                  <a:pt x="5445657" y="41538"/>
                  <a:pt x="5592613" y="0"/>
                </a:cubicBezTo>
                <a:cubicBezTo>
                  <a:pt x="5739569" y="-41538"/>
                  <a:pt x="6102713" y="18395"/>
                  <a:pt x="6435015" y="0"/>
                </a:cubicBezTo>
                <a:cubicBezTo>
                  <a:pt x="6450416" y="160373"/>
                  <a:pt x="6429164" y="203915"/>
                  <a:pt x="6435015" y="369332"/>
                </a:cubicBezTo>
                <a:cubicBezTo>
                  <a:pt x="6243711" y="431670"/>
                  <a:pt x="6079234" y="344236"/>
                  <a:pt x="5850014" y="369332"/>
                </a:cubicBezTo>
                <a:cubicBezTo>
                  <a:pt x="5620794" y="394428"/>
                  <a:pt x="5428963" y="327587"/>
                  <a:pt x="5200662" y="369332"/>
                </a:cubicBezTo>
                <a:cubicBezTo>
                  <a:pt x="4972361" y="411077"/>
                  <a:pt x="4750455" y="336966"/>
                  <a:pt x="4551311" y="369332"/>
                </a:cubicBezTo>
                <a:cubicBezTo>
                  <a:pt x="4352167" y="401698"/>
                  <a:pt x="4285495" y="365160"/>
                  <a:pt x="4095010" y="369332"/>
                </a:cubicBezTo>
                <a:cubicBezTo>
                  <a:pt x="3904525" y="373504"/>
                  <a:pt x="3715045" y="341094"/>
                  <a:pt x="3574358" y="369332"/>
                </a:cubicBezTo>
                <a:cubicBezTo>
                  <a:pt x="3433671" y="397570"/>
                  <a:pt x="3113005" y="338209"/>
                  <a:pt x="2860657" y="369332"/>
                </a:cubicBezTo>
                <a:cubicBezTo>
                  <a:pt x="2608309" y="400455"/>
                  <a:pt x="2643724" y="344099"/>
                  <a:pt x="2468706" y="369332"/>
                </a:cubicBezTo>
                <a:cubicBezTo>
                  <a:pt x="2293688" y="394565"/>
                  <a:pt x="2098362" y="295349"/>
                  <a:pt x="1819354" y="369332"/>
                </a:cubicBezTo>
                <a:cubicBezTo>
                  <a:pt x="1540346" y="443315"/>
                  <a:pt x="1331632" y="327740"/>
                  <a:pt x="1170003" y="369332"/>
                </a:cubicBezTo>
                <a:cubicBezTo>
                  <a:pt x="1008374" y="410924"/>
                  <a:pt x="865244" y="331553"/>
                  <a:pt x="649352" y="369332"/>
                </a:cubicBezTo>
                <a:cubicBezTo>
                  <a:pt x="433460" y="407111"/>
                  <a:pt x="165448" y="301106"/>
                  <a:pt x="0" y="369332"/>
                </a:cubicBezTo>
                <a:cubicBezTo>
                  <a:pt x="-3095" y="284744"/>
                  <a:pt x="32676" y="128935"/>
                  <a:pt x="0" y="0"/>
                </a:cubicBezTo>
                <a:close/>
              </a:path>
              <a:path w="6435015" h="369332" stroke="0" extrusionOk="0">
                <a:moveTo>
                  <a:pt x="0" y="0"/>
                </a:moveTo>
                <a:cubicBezTo>
                  <a:pt x="291722" y="-20735"/>
                  <a:pt x="373383" y="75202"/>
                  <a:pt x="649352" y="0"/>
                </a:cubicBezTo>
                <a:cubicBezTo>
                  <a:pt x="925321" y="-75202"/>
                  <a:pt x="1040202" y="61333"/>
                  <a:pt x="1170003" y="0"/>
                </a:cubicBezTo>
                <a:cubicBezTo>
                  <a:pt x="1299804" y="-61333"/>
                  <a:pt x="1500856" y="43683"/>
                  <a:pt x="1755004" y="0"/>
                </a:cubicBezTo>
                <a:cubicBezTo>
                  <a:pt x="2009152" y="-43683"/>
                  <a:pt x="1999184" y="36046"/>
                  <a:pt x="2211305" y="0"/>
                </a:cubicBezTo>
                <a:cubicBezTo>
                  <a:pt x="2423426" y="-36046"/>
                  <a:pt x="2569819" y="6822"/>
                  <a:pt x="2796307" y="0"/>
                </a:cubicBezTo>
                <a:cubicBezTo>
                  <a:pt x="3022795" y="-6822"/>
                  <a:pt x="3075140" y="21947"/>
                  <a:pt x="3252608" y="0"/>
                </a:cubicBezTo>
                <a:cubicBezTo>
                  <a:pt x="3430076" y="-21947"/>
                  <a:pt x="3596884" y="64172"/>
                  <a:pt x="3837609" y="0"/>
                </a:cubicBezTo>
                <a:cubicBezTo>
                  <a:pt x="4078334" y="-64172"/>
                  <a:pt x="4111285" y="31319"/>
                  <a:pt x="4358260" y="0"/>
                </a:cubicBezTo>
                <a:cubicBezTo>
                  <a:pt x="4605235" y="-31319"/>
                  <a:pt x="4613554" y="12933"/>
                  <a:pt x="4814561" y="0"/>
                </a:cubicBezTo>
                <a:cubicBezTo>
                  <a:pt x="5015568" y="-12933"/>
                  <a:pt x="5324565" y="37199"/>
                  <a:pt x="5463913" y="0"/>
                </a:cubicBezTo>
                <a:cubicBezTo>
                  <a:pt x="5603261" y="-37199"/>
                  <a:pt x="6170709" y="61565"/>
                  <a:pt x="6435015" y="0"/>
                </a:cubicBezTo>
                <a:cubicBezTo>
                  <a:pt x="6436655" y="129294"/>
                  <a:pt x="6431902" y="235375"/>
                  <a:pt x="6435015" y="369332"/>
                </a:cubicBezTo>
                <a:cubicBezTo>
                  <a:pt x="6220276" y="382644"/>
                  <a:pt x="6085265" y="353540"/>
                  <a:pt x="5850014" y="369332"/>
                </a:cubicBezTo>
                <a:cubicBezTo>
                  <a:pt x="5614763" y="385124"/>
                  <a:pt x="5554613" y="323397"/>
                  <a:pt x="5265012" y="369332"/>
                </a:cubicBezTo>
                <a:cubicBezTo>
                  <a:pt x="4975411" y="415267"/>
                  <a:pt x="4884873" y="331918"/>
                  <a:pt x="4744361" y="369332"/>
                </a:cubicBezTo>
                <a:cubicBezTo>
                  <a:pt x="4603849" y="406746"/>
                  <a:pt x="4231012" y="322918"/>
                  <a:pt x="4095010" y="369332"/>
                </a:cubicBezTo>
                <a:cubicBezTo>
                  <a:pt x="3959008" y="415746"/>
                  <a:pt x="3649111" y="301611"/>
                  <a:pt x="3381308" y="369332"/>
                </a:cubicBezTo>
                <a:cubicBezTo>
                  <a:pt x="3113505" y="437053"/>
                  <a:pt x="3085252" y="345379"/>
                  <a:pt x="2989357" y="369332"/>
                </a:cubicBezTo>
                <a:cubicBezTo>
                  <a:pt x="2893462" y="393285"/>
                  <a:pt x="2729394" y="326987"/>
                  <a:pt x="2597406" y="369332"/>
                </a:cubicBezTo>
                <a:cubicBezTo>
                  <a:pt x="2465418" y="411677"/>
                  <a:pt x="2332195" y="346356"/>
                  <a:pt x="2076755" y="369332"/>
                </a:cubicBezTo>
                <a:cubicBezTo>
                  <a:pt x="1821315" y="392308"/>
                  <a:pt x="1534338" y="338046"/>
                  <a:pt x="1363053" y="369332"/>
                </a:cubicBezTo>
                <a:cubicBezTo>
                  <a:pt x="1191768" y="400618"/>
                  <a:pt x="1043514" y="331295"/>
                  <a:pt x="906752" y="369332"/>
                </a:cubicBezTo>
                <a:cubicBezTo>
                  <a:pt x="769990" y="407369"/>
                  <a:pt x="347345" y="320764"/>
                  <a:pt x="0" y="369332"/>
                </a:cubicBezTo>
                <a:cubicBezTo>
                  <a:pt x="-35780" y="187154"/>
                  <a:pt x="1081" y="169968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Payoffs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can be more complex, beyond just the treasure-portion.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C7DA5D-591B-4698-A9CF-8ED28C450062}"/>
              </a:ext>
            </a:extLst>
          </p:cNvPr>
          <p:cNvSpPr txBox="1"/>
          <p:nvPr/>
        </p:nvSpPr>
        <p:spPr>
          <a:xfrm>
            <a:off x="5646475" y="6399854"/>
            <a:ext cx="3903988" cy="369332"/>
          </a:xfrm>
          <a:custGeom>
            <a:avLst/>
            <a:gdLst>
              <a:gd name="csX0" fmla="*/ 0 w 3903988"/>
              <a:gd name="csY0" fmla="*/ 0 h 369332"/>
              <a:gd name="csX1" fmla="*/ 596752 w 3903988"/>
              <a:gd name="csY1" fmla="*/ 0 h 369332"/>
              <a:gd name="csX2" fmla="*/ 1115425 w 3903988"/>
              <a:gd name="csY2" fmla="*/ 0 h 369332"/>
              <a:gd name="csX3" fmla="*/ 1673138 w 3903988"/>
              <a:gd name="csY3" fmla="*/ 0 h 369332"/>
              <a:gd name="csX4" fmla="*/ 2152771 w 3903988"/>
              <a:gd name="csY4" fmla="*/ 0 h 369332"/>
              <a:gd name="csX5" fmla="*/ 2710483 w 3903988"/>
              <a:gd name="csY5" fmla="*/ 0 h 369332"/>
              <a:gd name="csX6" fmla="*/ 3190116 w 3903988"/>
              <a:gd name="csY6" fmla="*/ 0 h 369332"/>
              <a:gd name="csX7" fmla="*/ 3903988 w 3903988"/>
              <a:gd name="csY7" fmla="*/ 0 h 369332"/>
              <a:gd name="csX8" fmla="*/ 3903988 w 3903988"/>
              <a:gd name="csY8" fmla="*/ 369332 h 369332"/>
              <a:gd name="csX9" fmla="*/ 3385315 w 3903988"/>
              <a:gd name="csY9" fmla="*/ 369332 h 369332"/>
              <a:gd name="csX10" fmla="*/ 2905682 w 3903988"/>
              <a:gd name="csY10" fmla="*/ 369332 h 369332"/>
              <a:gd name="csX11" fmla="*/ 2426050 w 3903988"/>
              <a:gd name="csY11" fmla="*/ 369332 h 369332"/>
              <a:gd name="csX12" fmla="*/ 1907377 w 3903988"/>
              <a:gd name="csY12" fmla="*/ 369332 h 369332"/>
              <a:gd name="csX13" fmla="*/ 1271585 w 3903988"/>
              <a:gd name="csY13" fmla="*/ 369332 h 369332"/>
              <a:gd name="csX14" fmla="*/ 713872 w 3903988"/>
              <a:gd name="csY14" fmla="*/ 369332 h 369332"/>
              <a:gd name="csX15" fmla="*/ 0 w 3903988"/>
              <a:gd name="csY15" fmla="*/ 369332 h 369332"/>
              <a:gd name="csX16" fmla="*/ 0 w 3903988"/>
              <a:gd name="csY1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903988" h="369332" extrusionOk="0">
                <a:moveTo>
                  <a:pt x="0" y="0"/>
                </a:moveTo>
                <a:cubicBezTo>
                  <a:pt x="221395" y="-30868"/>
                  <a:pt x="316551" y="39382"/>
                  <a:pt x="596752" y="0"/>
                </a:cubicBezTo>
                <a:cubicBezTo>
                  <a:pt x="876953" y="-39382"/>
                  <a:pt x="916501" y="1626"/>
                  <a:pt x="1115425" y="0"/>
                </a:cubicBezTo>
                <a:cubicBezTo>
                  <a:pt x="1314349" y="-1626"/>
                  <a:pt x="1453556" y="9047"/>
                  <a:pt x="1673138" y="0"/>
                </a:cubicBezTo>
                <a:cubicBezTo>
                  <a:pt x="1892720" y="-9047"/>
                  <a:pt x="1944611" y="8114"/>
                  <a:pt x="2152771" y="0"/>
                </a:cubicBezTo>
                <a:cubicBezTo>
                  <a:pt x="2360931" y="-8114"/>
                  <a:pt x="2466853" y="15835"/>
                  <a:pt x="2710483" y="0"/>
                </a:cubicBezTo>
                <a:cubicBezTo>
                  <a:pt x="2954113" y="-15835"/>
                  <a:pt x="3052926" y="37644"/>
                  <a:pt x="3190116" y="0"/>
                </a:cubicBezTo>
                <a:cubicBezTo>
                  <a:pt x="3327306" y="-37644"/>
                  <a:pt x="3625788" y="85213"/>
                  <a:pt x="3903988" y="0"/>
                </a:cubicBezTo>
                <a:cubicBezTo>
                  <a:pt x="3931373" y="112926"/>
                  <a:pt x="3877821" y="240288"/>
                  <a:pt x="3903988" y="369332"/>
                </a:cubicBezTo>
                <a:cubicBezTo>
                  <a:pt x="3645712" y="402716"/>
                  <a:pt x="3548163" y="344796"/>
                  <a:pt x="3385315" y="369332"/>
                </a:cubicBezTo>
                <a:cubicBezTo>
                  <a:pt x="3222467" y="393868"/>
                  <a:pt x="3072772" y="323696"/>
                  <a:pt x="2905682" y="369332"/>
                </a:cubicBezTo>
                <a:cubicBezTo>
                  <a:pt x="2738592" y="414968"/>
                  <a:pt x="2559566" y="333914"/>
                  <a:pt x="2426050" y="369332"/>
                </a:cubicBezTo>
                <a:cubicBezTo>
                  <a:pt x="2292534" y="404750"/>
                  <a:pt x="2071540" y="353161"/>
                  <a:pt x="1907377" y="369332"/>
                </a:cubicBezTo>
                <a:cubicBezTo>
                  <a:pt x="1743214" y="385503"/>
                  <a:pt x="1483510" y="330696"/>
                  <a:pt x="1271585" y="369332"/>
                </a:cubicBezTo>
                <a:cubicBezTo>
                  <a:pt x="1059660" y="407968"/>
                  <a:pt x="833456" y="357656"/>
                  <a:pt x="713872" y="369332"/>
                </a:cubicBezTo>
                <a:cubicBezTo>
                  <a:pt x="594288" y="381008"/>
                  <a:pt x="327699" y="323617"/>
                  <a:pt x="0" y="369332"/>
                </a:cubicBezTo>
                <a:cubicBezTo>
                  <a:pt x="-10830" y="216770"/>
                  <a:pt x="38900" y="161955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Assumption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More treasure is better.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ED5A010-599C-ABFA-7756-EA6E35B7A221}"/>
              </a:ext>
            </a:extLst>
          </p:cNvPr>
          <p:cNvGrpSpPr/>
          <p:nvPr/>
        </p:nvGrpSpPr>
        <p:grpSpPr>
          <a:xfrm>
            <a:off x="8397205" y="3147397"/>
            <a:ext cx="2926925" cy="1041504"/>
            <a:chOff x="8429013" y="2168165"/>
            <a:chExt cx="2926925" cy="104150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3489FF-7547-14BB-10E2-FA5DC5E30C28}"/>
                </a:ext>
              </a:extLst>
            </p:cNvPr>
            <p:cNvSpPr txBox="1"/>
            <p:nvPr/>
          </p:nvSpPr>
          <p:spPr>
            <a:xfrm>
              <a:off x="8429013" y="2624894"/>
              <a:ext cx="2926925" cy="584775"/>
            </a:xfrm>
            <a:custGeom>
              <a:avLst/>
              <a:gdLst>
                <a:gd name="csX0" fmla="*/ 0 w 2926925"/>
                <a:gd name="csY0" fmla="*/ 0 h 584775"/>
                <a:gd name="csX1" fmla="*/ 614654 w 2926925"/>
                <a:gd name="csY1" fmla="*/ 0 h 584775"/>
                <a:gd name="csX2" fmla="*/ 1170770 w 2926925"/>
                <a:gd name="csY2" fmla="*/ 0 h 584775"/>
                <a:gd name="csX3" fmla="*/ 1756155 w 2926925"/>
                <a:gd name="csY3" fmla="*/ 0 h 584775"/>
                <a:gd name="csX4" fmla="*/ 2283002 w 2926925"/>
                <a:gd name="csY4" fmla="*/ 0 h 584775"/>
                <a:gd name="csX5" fmla="*/ 2926925 w 2926925"/>
                <a:gd name="csY5" fmla="*/ 0 h 584775"/>
                <a:gd name="csX6" fmla="*/ 2926925 w 2926925"/>
                <a:gd name="csY6" fmla="*/ 584775 h 584775"/>
                <a:gd name="csX7" fmla="*/ 2341540 w 2926925"/>
                <a:gd name="csY7" fmla="*/ 584775 h 584775"/>
                <a:gd name="csX8" fmla="*/ 1697616 w 2926925"/>
                <a:gd name="csY8" fmla="*/ 584775 h 584775"/>
                <a:gd name="csX9" fmla="*/ 1200039 w 2926925"/>
                <a:gd name="csY9" fmla="*/ 584775 h 584775"/>
                <a:gd name="csX10" fmla="*/ 673193 w 2926925"/>
                <a:gd name="csY10" fmla="*/ 584775 h 584775"/>
                <a:gd name="csX11" fmla="*/ 0 w 2926925"/>
                <a:gd name="csY11" fmla="*/ 584775 h 584775"/>
                <a:gd name="csX12" fmla="*/ 0 w 2926925"/>
                <a:gd name="csY12" fmla="*/ 0 h 584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26925" h="584775" extrusionOk="0">
                  <a:moveTo>
                    <a:pt x="0" y="0"/>
                  </a:moveTo>
                  <a:cubicBezTo>
                    <a:pt x="216249" y="-14433"/>
                    <a:pt x="317072" y="39982"/>
                    <a:pt x="614654" y="0"/>
                  </a:cubicBezTo>
                  <a:cubicBezTo>
                    <a:pt x="912236" y="-39982"/>
                    <a:pt x="921662" y="41934"/>
                    <a:pt x="1170770" y="0"/>
                  </a:cubicBezTo>
                  <a:cubicBezTo>
                    <a:pt x="1419878" y="-41934"/>
                    <a:pt x="1603179" y="61182"/>
                    <a:pt x="1756155" y="0"/>
                  </a:cubicBezTo>
                  <a:cubicBezTo>
                    <a:pt x="1909131" y="-61182"/>
                    <a:pt x="2072928" y="43452"/>
                    <a:pt x="2283002" y="0"/>
                  </a:cubicBezTo>
                  <a:cubicBezTo>
                    <a:pt x="2493076" y="-43452"/>
                    <a:pt x="2762331" y="23777"/>
                    <a:pt x="2926925" y="0"/>
                  </a:cubicBezTo>
                  <a:cubicBezTo>
                    <a:pt x="2956071" y="155725"/>
                    <a:pt x="2894469" y="466148"/>
                    <a:pt x="2926925" y="584775"/>
                  </a:cubicBezTo>
                  <a:cubicBezTo>
                    <a:pt x="2701828" y="626730"/>
                    <a:pt x="2471683" y="556053"/>
                    <a:pt x="2341540" y="584775"/>
                  </a:cubicBezTo>
                  <a:cubicBezTo>
                    <a:pt x="2211397" y="613497"/>
                    <a:pt x="1980999" y="515519"/>
                    <a:pt x="1697616" y="584775"/>
                  </a:cubicBezTo>
                  <a:cubicBezTo>
                    <a:pt x="1414233" y="654031"/>
                    <a:pt x="1402382" y="582100"/>
                    <a:pt x="1200039" y="584775"/>
                  </a:cubicBezTo>
                  <a:cubicBezTo>
                    <a:pt x="997696" y="587450"/>
                    <a:pt x="929570" y="556795"/>
                    <a:pt x="673193" y="584775"/>
                  </a:cubicBezTo>
                  <a:cubicBezTo>
                    <a:pt x="416816" y="612755"/>
                    <a:pt x="155247" y="548010"/>
                    <a:pt x="0" y="584775"/>
                  </a:cubicBezTo>
                  <a:cubicBezTo>
                    <a:pt x="-60667" y="425627"/>
                    <a:pt x="47797" y="231145"/>
                    <a:pt x="0" y="0"/>
                  </a:cubicBezTo>
                  <a:close/>
                </a:path>
              </a:pathLst>
            </a:cu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251298046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Consequences of actions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(same for all players)</a:t>
              </a: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C7E5234-9FFA-B2DA-A01E-F87D5F9E805C}"/>
                </a:ext>
              </a:extLst>
            </p:cNvPr>
            <p:cNvSpPr/>
            <p:nvPr/>
          </p:nvSpPr>
          <p:spPr>
            <a:xfrm>
              <a:off x="8691513" y="2168165"/>
              <a:ext cx="970961" cy="443060"/>
            </a:xfrm>
            <a:custGeom>
              <a:avLst/>
              <a:gdLst>
                <a:gd name="csX0" fmla="*/ 970961 w 970961"/>
                <a:gd name="csY0" fmla="*/ 443060 h 443060"/>
                <a:gd name="csX1" fmla="*/ 622169 w 970961"/>
                <a:gd name="csY1" fmla="*/ 377072 h 443060"/>
                <a:gd name="csX2" fmla="*/ 527901 w 970961"/>
                <a:gd name="csY2" fmla="*/ 348792 h 443060"/>
                <a:gd name="csX3" fmla="*/ 386499 w 970961"/>
                <a:gd name="csY3" fmla="*/ 311084 h 443060"/>
                <a:gd name="csX4" fmla="*/ 301658 w 970961"/>
                <a:gd name="csY4" fmla="*/ 263950 h 443060"/>
                <a:gd name="csX5" fmla="*/ 207390 w 970961"/>
                <a:gd name="csY5" fmla="*/ 216816 h 443060"/>
                <a:gd name="csX6" fmla="*/ 179110 w 970961"/>
                <a:gd name="csY6" fmla="*/ 179109 h 443060"/>
                <a:gd name="csX7" fmla="*/ 141402 w 970961"/>
                <a:gd name="csY7" fmla="*/ 160256 h 443060"/>
                <a:gd name="csX8" fmla="*/ 94268 w 970961"/>
                <a:gd name="csY8" fmla="*/ 122548 h 443060"/>
                <a:gd name="csX9" fmla="*/ 65988 w 970961"/>
                <a:gd name="csY9" fmla="*/ 94268 h 443060"/>
                <a:gd name="csX10" fmla="*/ 47134 w 970961"/>
                <a:gd name="csY10" fmla="*/ 65988 h 443060"/>
                <a:gd name="csX11" fmla="*/ 18854 w 970961"/>
                <a:gd name="csY11" fmla="*/ 47134 h 443060"/>
                <a:gd name="csX12" fmla="*/ 0 w 970961"/>
                <a:gd name="csY12" fmla="*/ 0 h 443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970961" h="443060" extrusionOk="0">
                  <a:moveTo>
                    <a:pt x="970961" y="443060"/>
                  </a:moveTo>
                  <a:cubicBezTo>
                    <a:pt x="863566" y="423435"/>
                    <a:pt x="706118" y="413160"/>
                    <a:pt x="622169" y="377072"/>
                  </a:cubicBezTo>
                  <a:cubicBezTo>
                    <a:pt x="599462" y="371035"/>
                    <a:pt x="550220" y="357440"/>
                    <a:pt x="527901" y="348792"/>
                  </a:cubicBezTo>
                  <a:cubicBezTo>
                    <a:pt x="496419" y="350397"/>
                    <a:pt x="417646" y="318748"/>
                    <a:pt x="386499" y="311084"/>
                  </a:cubicBezTo>
                  <a:cubicBezTo>
                    <a:pt x="322014" y="281539"/>
                    <a:pt x="373367" y="284926"/>
                    <a:pt x="301658" y="263950"/>
                  </a:cubicBezTo>
                  <a:cubicBezTo>
                    <a:pt x="269822" y="249093"/>
                    <a:pt x="207390" y="216816"/>
                    <a:pt x="207390" y="216816"/>
                  </a:cubicBezTo>
                  <a:cubicBezTo>
                    <a:pt x="198339" y="203635"/>
                    <a:pt x="189330" y="190836"/>
                    <a:pt x="179110" y="179109"/>
                  </a:cubicBezTo>
                  <a:cubicBezTo>
                    <a:pt x="170870" y="170397"/>
                    <a:pt x="152581" y="168902"/>
                    <a:pt x="141402" y="160256"/>
                  </a:cubicBezTo>
                  <a:cubicBezTo>
                    <a:pt x="121397" y="145309"/>
                    <a:pt x="110072" y="140380"/>
                    <a:pt x="94268" y="122548"/>
                  </a:cubicBezTo>
                  <a:cubicBezTo>
                    <a:pt x="81379" y="113606"/>
                    <a:pt x="75339" y="102272"/>
                    <a:pt x="65988" y="94268"/>
                  </a:cubicBezTo>
                  <a:cubicBezTo>
                    <a:pt x="59569" y="88155"/>
                    <a:pt x="56738" y="72425"/>
                    <a:pt x="47134" y="65988"/>
                  </a:cubicBezTo>
                  <a:cubicBezTo>
                    <a:pt x="39520" y="57721"/>
                    <a:pt x="25458" y="52697"/>
                    <a:pt x="18854" y="47134"/>
                  </a:cubicBezTo>
                  <a:cubicBezTo>
                    <a:pt x="9927" y="33363"/>
                    <a:pt x="9984" y="14643"/>
                    <a:pt x="0" y="0"/>
                  </a:cubicBezTo>
                </a:path>
              </a:pathLst>
            </a:custGeom>
            <a:noFill/>
            <a:ln w="19050">
              <a:solidFill>
                <a:srgbClr val="0070C0"/>
              </a:solidFill>
              <a:tailEnd type="stealth" w="lg" len="lg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70961 w 970961"/>
                        <a:gd name="connsiteY0" fmla="*/ 443060 h 443060"/>
                        <a:gd name="connsiteX1" fmla="*/ 622169 w 970961"/>
                        <a:gd name="connsiteY1" fmla="*/ 377072 h 443060"/>
                        <a:gd name="connsiteX2" fmla="*/ 527901 w 970961"/>
                        <a:gd name="connsiteY2" fmla="*/ 348792 h 443060"/>
                        <a:gd name="connsiteX3" fmla="*/ 386499 w 970961"/>
                        <a:gd name="connsiteY3" fmla="*/ 311084 h 443060"/>
                        <a:gd name="connsiteX4" fmla="*/ 301658 w 970961"/>
                        <a:gd name="connsiteY4" fmla="*/ 263950 h 443060"/>
                        <a:gd name="connsiteX5" fmla="*/ 207390 w 970961"/>
                        <a:gd name="connsiteY5" fmla="*/ 216816 h 443060"/>
                        <a:gd name="connsiteX6" fmla="*/ 179110 w 970961"/>
                        <a:gd name="connsiteY6" fmla="*/ 179109 h 443060"/>
                        <a:gd name="connsiteX7" fmla="*/ 141402 w 970961"/>
                        <a:gd name="connsiteY7" fmla="*/ 160256 h 443060"/>
                        <a:gd name="connsiteX8" fmla="*/ 94268 w 970961"/>
                        <a:gd name="connsiteY8" fmla="*/ 122548 h 443060"/>
                        <a:gd name="connsiteX9" fmla="*/ 65988 w 970961"/>
                        <a:gd name="connsiteY9" fmla="*/ 94268 h 443060"/>
                        <a:gd name="connsiteX10" fmla="*/ 47134 w 970961"/>
                        <a:gd name="connsiteY10" fmla="*/ 65988 h 443060"/>
                        <a:gd name="connsiteX11" fmla="*/ 18854 w 970961"/>
                        <a:gd name="connsiteY11" fmla="*/ 47134 h 443060"/>
                        <a:gd name="connsiteX12" fmla="*/ 0 w 970961"/>
                        <a:gd name="connsiteY12" fmla="*/ 0 h 4430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970961" h="443060">
                          <a:moveTo>
                            <a:pt x="970961" y="443060"/>
                          </a:moveTo>
                          <a:cubicBezTo>
                            <a:pt x="865706" y="424755"/>
                            <a:pt x="730267" y="404096"/>
                            <a:pt x="622169" y="377072"/>
                          </a:cubicBezTo>
                          <a:cubicBezTo>
                            <a:pt x="590342" y="369115"/>
                            <a:pt x="559627" y="357141"/>
                            <a:pt x="527901" y="348792"/>
                          </a:cubicBezTo>
                          <a:lnTo>
                            <a:pt x="386499" y="311084"/>
                          </a:lnTo>
                          <a:cubicBezTo>
                            <a:pt x="321771" y="262539"/>
                            <a:pt x="377901" y="299530"/>
                            <a:pt x="301658" y="263950"/>
                          </a:cubicBezTo>
                          <a:cubicBezTo>
                            <a:pt x="269822" y="249093"/>
                            <a:pt x="207390" y="216816"/>
                            <a:pt x="207390" y="216816"/>
                          </a:cubicBezTo>
                          <a:cubicBezTo>
                            <a:pt x="197963" y="204247"/>
                            <a:pt x="191039" y="189334"/>
                            <a:pt x="179110" y="179109"/>
                          </a:cubicBezTo>
                          <a:cubicBezTo>
                            <a:pt x="168440" y="169964"/>
                            <a:pt x="153095" y="168051"/>
                            <a:pt x="141402" y="160256"/>
                          </a:cubicBezTo>
                          <a:cubicBezTo>
                            <a:pt x="124661" y="149095"/>
                            <a:pt x="109410" y="135798"/>
                            <a:pt x="94268" y="122548"/>
                          </a:cubicBezTo>
                          <a:cubicBezTo>
                            <a:pt x="84235" y="113769"/>
                            <a:pt x="74523" y="104509"/>
                            <a:pt x="65988" y="94268"/>
                          </a:cubicBezTo>
                          <a:cubicBezTo>
                            <a:pt x="58735" y="85564"/>
                            <a:pt x="55145" y="73999"/>
                            <a:pt x="47134" y="65988"/>
                          </a:cubicBezTo>
                          <a:cubicBezTo>
                            <a:pt x="39123" y="57977"/>
                            <a:pt x="28281" y="53419"/>
                            <a:pt x="18854" y="47134"/>
                          </a:cubicBezTo>
                          <a:lnTo>
                            <a:pt x="0" y="0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75E4F6A-809D-9F94-DBC6-0B2E17280888}"/>
              </a:ext>
            </a:extLst>
          </p:cNvPr>
          <p:cNvGrpSpPr/>
          <p:nvPr/>
        </p:nvGrpSpPr>
        <p:grpSpPr>
          <a:xfrm>
            <a:off x="4647531" y="3155630"/>
            <a:ext cx="3648173" cy="1014293"/>
            <a:chOff x="4572000" y="2259558"/>
            <a:chExt cx="3648173" cy="101429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0C5CC21-D804-4ABA-CBAC-16BB44EE9B05}"/>
                </a:ext>
              </a:extLst>
            </p:cNvPr>
            <p:cNvSpPr txBox="1"/>
            <p:nvPr/>
          </p:nvSpPr>
          <p:spPr>
            <a:xfrm>
              <a:off x="4572000" y="2689076"/>
              <a:ext cx="3648173" cy="584775"/>
            </a:xfrm>
            <a:custGeom>
              <a:avLst/>
              <a:gdLst>
                <a:gd name="csX0" fmla="*/ 0 w 3648173"/>
                <a:gd name="csY0" fmla="*/ 0 h 584775"/>
                <a:gd name="csX1" fmla="*/ 557649 w 3648173"/>
                <a:gd name="csY1" fmla="*/ 0 h 584775"/>
                <a:gd name="csX2" fmla="*/ 1042335 w 3648173"/>
                <a:gd name="csY2" fmla="*/ 0 h 584775"/>
                <a:gd name="csX3" fmla="*/ 1563503 w 3648173"/>
                <a:gd name="csY3" fmla="*/ 0 h 584775"/>
                <a:gd name="csX4" fmla="*/ 2011707 w 3648173"/>
                <a:gd name="csY4" fmla="*/ 0 h 584775"/>
                <a:gd name="csX5" fmla="*/ 2532874 w 3648173"/>
                <a:gd name="csY5" fmla="*/ 0 h 584775"/>
                <a:gd name="csX6" fmla="*/ 2981079 w 3648173"/>
                <a:gd name="csY6" fmla="*/ 0 h 584775"/>
                <a:gd name="csX7" fmla="*/ 3648173 w 3648173"/>
                <a:gd name="csY7" fmla="*/ 0 h 584775"/>
                <a:gd name="csX8" fmla="*/ 3648173 w 3648173"/>
                <a:gd name="csY8" fmla="*/ 584775 h 584775"/>
                <a:gd name="csX9" fmla="*/ 3163487 w 3648173"/>
                <a:gd name="csY9" fmla="*/ 584775 h 584775"/>
                <a:gd name="csX10" fmla="*/ 2715283 w 3648173"/>
                <a:gd name="csY10" fmla="*/ 584775 h 584775"/>
                <a:gd name="csX11" fmla="*/ 2267079 w 3648173"/>
                <a:gd name="csY11" fmla="*/ 584775 h 584775"/>
                <a:gd name="csX12" fmla="*/ 1782393 w 3648173"/>
                <a:gd name="csY12" fmla="*/ 584775 h 584775"/>
                <a:gd name="csX13" fmla="*/ 1188262 w 3648173"/>
                <a:gd name="csY13" fmla="*/ 584775 h 584775"/>
                <a:gd name="csX14" fmla="*/ 667094 w 3648173"/>
                <a:gd name="csY14" fmla="*/ 584775 h 584775"/>
                <a:gd name="csX15" fmla="*/ 0 w 3648173"/>
                <a:gd name="csY15" fmla="*/ 584775 h 584775"/>
                <a:gd name="csX16" fmla="*/ 0 w 3648173"/>
                <a:gd name="csY16" fmla="*/ 0 h 584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648173" h="584775" extrusionOk="0">
                  <a:moveTo>
                    <a:pt x="0" y="0"/>
                  </a:moveTo>
                  <a:cubicBezTo>
                    <a:pt x="208749" y="-6524"/>
                    <a:pt x="348479" y="15515"/>
                    <a:pt x="557649" y="0"/>
                  </a:cubicBezTo>
                  <a:cubicBezTo>
                    <a:pt x="766819" y="-15515"/>
                    <a:pt x="903108" y="16333"/>
                    <a:pt x="1042335" y="0"/>
                  </a:cubicBezTo>
                  <a:cubicBezTo>
                    <a:pt x="1181562" y="-16333"/>
                    <a:pt x="1444283" y="56490"/>
                    <a:pt x="1563503" y="0"/>
                  </a:cubicBezTo>
                  <a:cubicBezTo>
                    <a:pt x="1682723" y="-56490"/>
                    <a:pt x="1864860" y="28778"/>
                    <a:pt x="2011707" y="0"/>
                  </a:cubicBezTo>
                  <a:cubicBezTo>
                    <a:pt x="2158554" y="-28778"/>
                    <a:pt x="2287352" y="46981"/>
                    <a:pt x="2532874" y="0"/>
                  </a:cubicBezTo>
                  <a:cubicBezTo>
                    <a:pt x="2778396" y="-46981"/>
                    <a:pt x="2781666" y="29965"/>
                    <a:pt x="2981079" y="0"/>
                  </a:cubicBezTo>
                  <a:cubicBezTo>
                    <a:pt x="3180493" y="-29965"/>
                    <a:pt x="3513385" y="67305"/>
                    <a:pt x="3648173" y="0"/>
                  </a:cubicBezTo>
                  <a:cubicBezTo>
                    <a:pt x="3656962" y="230236"/>
                    <a:pt x="3589608" y="293094"/>
                    <a:pt x="3648173" y="584775"/>
                  </a:cubicBezTo>
                  <a:cubicBezTo>
                    <a:pt x="3476509" y="602175"/>
                    <a:pt x="3346770" y="531138"/>
                    <a:pt x="3163487" y="584775"/>
                  </a:cubicBezTo>
                  <a:cubicBezTo>
                    <a:pt x="2980204" y="638412"/>
                    <a:pt x="2810043" y="572570"/>
                    <a:pt x="2715283" y="584775"/>
                  </a:cubicBezTo>
                  <a:cubicBezTo>
                    <a:pt x="2620523" y="596980"/>
                    <a:pt x="2366929" y="583850"/>
                    <a:pt x="2267079" y="584775"/>
                  </a:cubicBezTo>
                  <a:cubicBezTo>
                    <a:pt x="2167229" y="585700"/>
                    <a:pt x="2011411" y="546226"/>
                    <a:pt x="1782393" y="584775"/>
                  </a:cubicBezTo>
                  <a:cubicBezTo>
                    <a:pt x="1553375" y="623324"/>
                    <a:pt x="1484871" y="514321"/>
                    <a:pt x="1188262" y="584775"/>
                  </a:cubicBezTo>
                  <a:cubicBezTo>
                    <a:pt x="891653" y="655229"/>
                    <a:pt x="810760" y="567080"/>
                    <a:pt x="667094" y="584775"/>
                  </a:cubicBezTo>
                  <a:cubicBezTo>
                    <a:pt x="523428" y="602470"/>
                    <a:pt x="166684" y="518249"/>
                    <a:pt x="0" y="584775"/>
                  </a:cubicBezTo>
                  <a:cubicBezTo>
                    <a:pt x="-19719" y="319247"/>
                    <a:pt x="7228" y="167246"/>
                    <a:pt x="0" y="0"/>
                  </a:cubicBezTo>
                  <a:close/>
                </a:path>
              </a:pathLst>
            </a:cu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251298046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How each outcome is valued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(different for different players)</a:t>
              </a: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F324D82-EF63-5A8C-8D95-843F858EB52F}"/>
                </a:ext>
              </a:extLst>
            </p:cNvPr>
            <p:cNvSpPr/>
            <p:nvPr/>
          </p:nvSpPr>
          <p:spPr>
            <a:xfrm>
              <a:off x="6165035" y="2259558"/>
              <a:ext cx="82989" cy="472904"/>
            </a:xfrm>
            <a:custGeom>
              <a:avLst/>
              <a:gdLst>
                <a:gd name="csX0" fmla="*/ 82989 w 82989"/>
                <a:gd name="csY0" fmla="*/ 472904 h 472904"/>
                <a:gd name="csX1" fmla="*/ 53177 w 82989"/>
                <a:gd name="csY1" fmla="*/ 402471 h 472904"/>
                <a:gd name="csX2" fmla="*/ 45120 w 82989"/>
                <a:gd name="csY2" fmla="*/ 372286 h 472904"/>
                <a:gd name="csX3" fmla="*/ 33034 w 82989"/>
                <a:gd name="csY3" fmla="*/ 332038 h 472904"/>
                <a:gd name="csX4" fmla="*/ 25783 w 82989"/>
                <a:gd name="csY4" fmla="*/ 281729 h 472904"/>
                <a:gd name="csX5" fmla="*/ 17725 w 82989"/>
                <a:gd name="csY5" fmla="*/ 231420 h 472904"/>
                <a:gd name="csX6" fmla="*/ 15308 w 82989"/>
                <a:gd name="csY6" fmla="*/ 191173 h 472904"/>
                <a:gd name="csX7" fmla="*/ 12085 w 82989"/>
                <a:gd name="csY7" fmla="*/ 171050 h 472904"/>
                <a:gd name="csX8" fmla="*/ 8057 w 82989"/>
                <a:gd name="csY8" fmla="*/ 130802 h 472904"/>
                <a:gd name="csX9" fmla="*/ 5640 w 82989"/>
                <a:gd name="csY9" fmla="*/ 100617 h 472904"/>
                <a:gd name="csX10" fmla="*/ 4028 w 82989"/>
                <a:gd name="csY10" fmla="*/ 70432 h 472904"/>
                <a:gd name="csX11" fmla="*/ 1611 w 82989"/>
                <a:gd name="csY11" fmla="*/ 50308 h 472904"/>
                <a:gd name="csX12" fmla="*/ 0 w 82989"/>
                <a:gd name="csY12" fmla="*/ 0 h 472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82989" h="472904" extrusionOk="0">
                  <a:moveTo>
                    <a:pt x="82989" y="472904"/>
                  </a:moveTo>
                  <a:cubicBezTo>
                    <a:pt x="67658" y="449458"/>
                    <a:pt x="58103" y="432934"/>
                    <a:pt x="53177" y="402471"/>
                  </a:cubicBezTo>
                  <a:cubicBezTo>
                    <a:pt x="50703" y="394030"/>
                    <a:pt x="45743" y="381263"/>
                    <a:pt x="45120" y="372286"/>
                  </a:cubicBezTo>
                  <a:cubicBezTo>
                    <a:pt x="39110" y="354258"/>
                    <a:pt x="39939" y="344935"/>
                    <a:pt x="33034" y="332038"/>
                  </a:cubicBezTo>
                  <a:cubicBezTo>
                    <a:pt x="27554" y="284284"/>
                    <a:pt x="30698" y="314549"/>
                    <a:pt x="25783" y="281729"/>
                  </a:cubicBezTo>
                  <a:cubicBezTo>
                    <a:pt x="23061" y="265871"/>
                    <a:pt x="17725" y="231420"/>
                    <a:pt x="17725" y="231420"/>
                  </a:cubicBezTo>
                  <a:cubicBezTo>
                    <a:pt x="17326" y="217343"/>
                    <a:pt x="15433" y="202873"/>
                    <a:pt x="15308" y="191173"/>
                  </a:cubicBezTo>
                  <a:cubicBezTo>
                    <a:pt x="14532" y="181436"/>
                    <a:pt x="12804" y="179834"/>
                    <a:pt x="12085" y="171050"/>
                  </a:cubicBezTo>
                  <a:cubicBezTo>
                    <a:pt x="8909" y="157113"/>
                    <a:pt x="9838" y="148318"/>
                    <a:pt x="8057" y="130802"/>
                  </a:cubicBezTo>
                  <a:cubicBezTo>
                    <a:pt x="5835" y="121354"/>
                    <a:pt x="6891" y="110117"/>
                    <a:pt x="5640" y="100617"/>
                  </a:cubicBezTo>
                  <a:cubicBezTo>
                    <a:pt x="5105" y="91590"/>
                    <a:pt x="5519" y="78187"/>
                    <a:pt x="4028" y="70432"/>
                  </a:cubicBezTo>
                  <a:cubicBezTo>
                    <a:pt x="3979" y="61472"/>
                    <a:pt x="1505" y="56784"/>
                    <a:pt x="1611" y="50308"/>
                  </a:cubicBezTo>
                  <a:cubicBezTo>
                    <a:pt x="290" y="31317"/>
                    <a:pt x="609" y="10475"/>
                    <a:pt x="0" y="0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  <a:tailEnd type="stealth" w="lg" len="lg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70961 w 970961"/>
                        <a:gd name="connsiteY0" fmla="*/ 443060 h 443060"/>
                        <a:gd name="connsiteX1" fmla="*/ 622169 w 970961"/>
                        <a:gd name="connsiteY1" fmla="*/ 377072 h 443060"/>
                        <a:gd name="connsiteX2" fmla="*/ 527901 w 970961"/>
                        <a:gd name="connsiteY2" fmla="*/ 348792 h 443060"/>
                        <a:gd name="connsiteX3" fmla="*/ 386499 w 970961"/>
                        <a:gd name="connsiteY3" fmla="*/ 311084 h 443060"/>
                        <a:gd name="connsiteX4" fmla="*/ 301658 w 970961"/>
                        <a:gd name="connsiteY4" fmla="*/ 263950 h 443060"/>
                        <a:gd name="connsiteX5" fmla="*/ 207390 w 970961"/>
                        <a:gd name="connsiteY5" fmla="*/ 216816 h 443060"/>
                        <a:gd name="connsiteX6" fmla="*/ 179110 w 970961"/>
                        <a:gd name="connsiteY6" fmla="*/ 179109 h 443060"/>
                        <a:gd name="connsiteX7" fmla="*/ 141402 w 970961"/>
                        <a:gd name="connsiteY7" fmla="*/ 160256 h 443060"/>
                        <a:gd name="connsiteX8" fmla="*/ 94268 w 970961"/>
                        <a:gd name="connsiteY8" fmla="*/ 122548 h 443060"/>
                        <a:gd name="connsiteX9" fmla="*/ 65988 w 970961"/>
                        <a:gd name="connsiteY9" fmla="*/ 94268 h 443060"/>
                        <a:gd name="connsiteX10" fmla="*/ 47134 w 970961"/>
                        <a:gd name="connsiteY10" fmla="*/ 65988 h 443060"/>
                        <a:gd name="connsiteX11" fmla="*/ 18854 w 970961"/>
                        <a:gd name="connsiteY11" fmla="*/ 47134 h 443060"/>
                        <a:gd name="connsiteX12" fmla="*/ 0 w 970961"/>
                        <a:gd name="connsiteY12" fmla="*/ 0 h 4430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970961" h="443060">
                          <a:moveTo>
                            <a:pt x="970961" y="443060"/>
                          </a:moveTo>
                          <a:cubicBezTo>
                            <a:pt x="865706" y="424755"/>
                            <a:pt x="730267" y="404096"/>
                            <a:pt x="622169" y="377072"/>
                          </a:cubicBezTo>
                          <a:cubicBezTo>
                            <a:pt x="590342" y="369115"/>
                            <a:pt x="559627" y="357141"/>
                            <a:pt x="527901" y="348792"/>
                          </a:cubicBezTo>
                          <a:lnTo>
                            <a:pt x="386499" y="311084"/>
                          </a:lnTo>
                          <a:cubicBezTo>
                            <a:pt x="321771" y="262539"/>
                            <a:pt x="377901" y="299530"/>
                            <a:pt x="301658" y="263950"/>
                          </a:cubicBezTo>
                          <a:cubicBezTo>
                            <a:pt x="269822" y="249093"/>
                            <a:pt x="207390" y="216816"/>
                            <a:pt x="207390" y="216816"/>
                          </a:cubicBezTo>
                          <a:cubicBezTo>
                            <a:pt x="197963" y="204247"/>
                            <a:pt x="191039" y="189334"/>
                            <a:pt x="179110" y="179109"/>
                          </a:cubicBezTo>
                          <a:cubicBezTo>
                            <a:pt x="168440" y="169964"/>
                            <a:pt x="153095" y="168051"/>
                            <a:pt x="141402" y="160256"/>
                          </a:cubicBezTo>
                          <a:cubicBezTo>
                            <a:pt x="124661" y="149095"/>
                            <a:pt x="109410" y="135798"/>
                            <a:pt x="94268" y="122548"/>
                          </a:cubicBezTo>
                          <a:cubicBezTo>
                            <a:pt x="84235" y="113769"/>
                            <a:pt x="74523" y="104509"/>
                            <a:pt x="65988" y="94268"/>
                          </a:cubicBezTo>
                          <a:cubicBezTo>
                            <a:pt x="58735" y="85564"/>
                            <a:pt x="55145" y="73999"/>
                            <a:pt x="47134" y="65988"/>
                          </a:cubicBezTo>
                          <a:cubicBezTo>
                            <a:pt x="39123" y="57977"/>
                            <a:pt x="28281" y="53419"/>
                            <a:pt x="18854" y="47134"/>
                          </a:cubicBezTo>
                          <a:lnTo>
                            <a:pt x="0" y="0"/>
                          </a:lnTo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B66C6BD-ED39-2E81-B721-DE5E735D796E}"/>
              </a:ext>
            </a:extLst>
          </p:cNvPr>
          <p:cNvSpPr txBox="1"/>
          <p:nvPr/>
        </p:nvSpPr>
        <p:spPr>
          <a:xfrm>
            <a:off x="5936675" y="1863390"/>
            <a:ext cx="4439777" cy="369332"/>
          </a:xfrm>
          <a:custGeom>
            <a:avLst/>
            <a:gdLst>
              <a:gd name="csX0" fmla="*/ 0 w 4439777"/>
              <a:gd name="csY0" fmla="*/ 0 h 369332"/>
              <a:gd name="csX1" fmla="*/ 466177 w 4439777"/>
              <a:gd name="csY1" fmla="*/ 0 h 369332"/>
              <a:gd name="csX2" fmla="*/ 976751 w 4439777"/>
              <a:gd name="csY2" fmla="*/ 0 h 369332"/>
              <a:gd name="csX3" fmla="*/ 1531723 w 4439777"/>
              <a:gd name="csY3" fmla="*/ 0 h 369332"/>
              <a:gd name="csX4" fmla="*/ 2131093 w 4439777"/>
              <a:gd name="csY4" fmla="*/ 0 h 369332"/>
              <a:gd name="csX5" fmla="*/ 2597270 w 4439777"/>
              <a:gd name="csY5" fmla="*/ 0 h 369332"/>
              <a:gd name="csX6" fmla="*/ 3241037 w 4439777"/>
              <a:gd name="csY6" fmla="*/ 0 h 369332"/>
              <a:gd name="csX7" fmla="*/ 3751612 w 4439777"/>
              <a:gd name="csY7" fmla="*/ 0 h 369332"/>
              <a:gd name="csX8" fmla="*/ 4439777 w 4439777"/>
              <a:gd name="csY8" fmla="*/ 0 h 369332"/>
              <a:gd name="csX9" fmla="*/ 4439777 w 4439777"/>
              <a:gd name="csY9" fmla="*/ 369332 h 369332"/>
              <a:gd name="csX10" fmla="*/ 3973600 w 4439777"/>
              <a:gd name="csY10" fmla="*/ 369332 h 369332"/>
              <a:gd name="csX11" fmla="*/ 3551822 w 4439777"/>
              <a:gd name="csY11" fmla="*/ 369332 h 369332"/>
              <a:gd name="csX12" fmla="*/ 3130043 w 4439777"/>
              <a:gd name="csY12" fmla="*/ 369332 h 369332"/>
              <a:gd name="csX13" fmla="*/ 2530673 w 4439777"/>
              <a:gd name="csY13" fmla="*/ 369332 h 369332"/>
              <a:gd name="csX14" fmla="*/ 1886905 w 4439777"/>
              <a:gd name="csY14" fmla="*/ 369332 h 369332"/>
              <a:gd name="csX15" fmla="*/ 1420729 w 4439777"/>
              <a:gd name="csY15" fmla="*/ 369332 h 369332"/>
              <a:gd name="csX16" fmla="*/ 776961 w 4439777"/>
              <a:gd name="csY16" fmla="*/ 369332 h 369332"/>
              <a:gd name="csX17" fmla="*/ 0 w 4439777"/>
              <a:gd name="csY17" fmla="*/ 369332 h 369332"/>
              <a:gd name="csX18" fmla="*/ 0 w 4439777"/>
              <a:gd name="csY1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439777" h="369332" fill="none" extrusionOk="0">
                <a:moveTo>
                  <a:pt x="0" y="0"/>
                </a:moveTo>
                <a:cubicBezTo>
                  <a:pt x="209346" y="-2038"/>
                  <a:pt x="248388" y="51157"/>
                  <a:pt x="466177" y="0"/>
                </a:cubicBezTo>
                <a:cubicBezTo>
                  <a:pt x="683966" y="-51157"/>
                  <a:pt x="811090" y="4923"/>
                  <a:pt x="976751" y="0"/>
                </a:cubicBezTo>
                <a:cubicBezTo>
                  <a:pt x="1142412" y="-4923"/>
                  <a:pt x="1306160" y="50170"/>
                  <a:pt x="1531723" y="0"/>
                </a:cubicBezTo>
                <a:cubicBezTo>
                  <a:pt x="1757286" y="-50170"/>
                  <a:pt x="1978124" y="31420"/>
                  <a:pt x="2131093" y="0"/>
                </a:cubicBezTo>
                <a:cubicBezTo>
                  <a:pt x="2284062" y="-31420"/>
                  <a:pt x="2449242" y="23818"/>
                  <a:pt x="2597270" y="0"/>
                </a:cubicBezTo>
                <a:cubicBezTo>
                  <a:pt x="2745298" y="-23818"/>
                  <a:pt x="2947642" y="4413"/>
                  <a:pt x="3241037" y="0"/>
                </a:cubicBezTo>
                <a:cubicBezTo>
                  <a:pt x="3534432" y="-4413"/>
                  <a:pt x="3606700" y="571"/>
                  <a:pt x="3751612" y="0"/>
                </a:cubicBezTo>
                <a:cubicBezTo>
                  <a:pt x="3896525" y="-571"/>
                  <a:pt x="4135895" y="12190"/>
                  <a:pt x="4439777" y="0"/>
                </a:cubicBezTo>
                <a:cubicBezTo>
                  <a:pt x="4446407" y="112152"/>
                  <a:pt x="4436158" y="211148"/>
                  <a:pt x="4439777" y="369332"/>
                </a:cubicBezTo>
                <a:cubicBezTo>
                  <a:pt x="4322368" y="418782"/>
                  <a:pt x="4164774" y="325405"/>
                  <a:pt x="3973600" y="369332"/>
                </a:cubicBezTo>
                <a:cubicBezTo>
                  <a:pt x="3782426" y="413259"/>
                  <a:pt x="3681127" y="330801"/>
                  <a:pt x="3551822" y="369332"/>
                </a:cubicBezTo>
                <a:cubicBezTo>
                  <a:pt x="3422517" y="407863"/>
                  <a:pt x="3272146" y="331160"/>
                  <a:pt x="3130043" y="369332"/>
                </a:cubicBezTo>
                <a:cubicBezTo>
                  <a:pt x="2987940" y="407504"/>
                  <a:pt x="2820335" y="351986"/>
                  <a:pt x="2530673" y="369332"/>
                </a:cubicBezTo>
                <a:cubicBezTo>
                  <a:pt x="2241011" y="386678"/>
                  <a:pt x="2023546" y="324112"/>
                  <a:pt x="1886905" y="369332"/>
                </a:cubicBezTo>
                <a:cubicBezTo>
                  <a:pt x="1750264" y="414552"/>
                  <a:pt x="1527704" y="333955"/>
                  <a:pt x="1420729" y="369332"/>
                </a:cubicBezTo>
                <a:cubicBezTo>
                  <a:pt x="1313754" y="404709"/>
                  <a:pt x="1012487" y="346499"/>
                  <a:pt x="776961" y="369332"/>
                </a:cubicBezTo>
                <a:cubicBezTo>
                  <a:pt x="541435" y="392165"/>
                  <a:pt x="348959" y="325067"/>
                  <a:pt x="0" y="369332"/>
                </a:cubicBezTo>
                <a:cubicBezTo>
                  <a:pt x="-7452" y="286836"/>
                  <a:pt x="38690" y="135718"/>
                  <a:pt x="0" y="0"/>
                </a:cubicBezTo>
                <a:close/>
              </a:path>
              <a:path w="4439777" h="369332" stroke="0" extrusionOk="0">
                <a:moveTo>
                  <a:pt x="0" y="0"/>
                </a:moveTo>
                <a:cubicBezTo>
                  <a:pt x="202846" y="-70959"/>
                  <a:pt x="344028" y="37844"/>
                  <a:pt x="599370" y="0"/>
                </a:cubicBezTo>
                <a:cubicBezTo>
                  <a:pt x="854712" y="-37844"/>
                  <a:pt x="970580" y="26004"/>
                  <a:pt x="1109944" y="0"/>
                </a:cubicBezTo>
                <a:cubicBezTo>
                  <a:pt x="1249308" y="-26004"/>
                  <a:pt x="1486018" y="13377"/>
                  <a:pt x="1664916" y="0"/>
                </a:cubicBezTo>
                <a:cubicBezTo>
                  <a:pt x="1843814" y="-13377"/>
                  <a:pt x="1998937" y="33231"/>
                  <a:pt x="2131093" y="0"/>
                </a:cubicBezTo>
                <a:cubicBezTo>
                  <a:pt x="2263249" y="-33231"/>
                  <a:pt x="2486170" y="33296"/>
                  <a:pt x="2686065" y="0"/>
                </a:cubicBezTo>
                <a:cubicBezTo>
                  <a:pt x="2885960" y="-33296"/>
                  <a:pt x="2932562" y="2107"/>
                  <a:pt x="3152242" y="0"/>
                </a:cubicBezTo>
                <a:cubicBezTo>
                  <a:pt x="3371922" y="-2107"/>
                  <a:pt x="3507216" y="4979"/>
                  <a:pt x="3707214" y="0"/>
                </a:cubicBezTo>
                <a:cubicBezTo>
                  <a:pt x="3907212" y="-4979"/>
                  <a:pt x="4165460" y="62813"/>
                  <a:pt x="4439777" y="0"/>
                </a:cubicBezTo>
                <a:cubicBezTo>
                  <a:pt x="4462248" y="166099"/>
                  <a:pt x="4430625" y="291180"/>
                  <a:pt x="4439777" y="369332"/>
                </a:cubicBezTo>
                <a:cubicBezTo>
                  <a:pt x="4287427" y="406946"/>
                  <a:pt x="4079352" y="328010"/>
                  <a:pt x="3929203" y="369332"/>
                </a:cubicBezTo>
                <a:cubicBezTo>
                  <a:pt x="3779054" y="410654"/>
                  <a:pt x="3585033" y="339173"/>
                  <a:pt x="3463026" y="369332"/>
                </a:cubicBezTo>
                <a:cubicBezTo>
                  <a:pt x="3341019" y="399491"/>
                  <a:pt x="3149832" y="358356"/>
                  <a:pt x="2952452" y="369332"/>
                </a:cubicBezTo>
                <a:cubicBezTo>
                  <a:pt x="2755072" y="380308"/>
                  <a:pt x="2565555" y="333221"/>
                  <a:pt x="2308684" y="369332"/>
                </a:cubicBezTo>
                <a:cubicBezTo>
                  <a:pt x="2051813" y="405443"/>
                  <a:pt x="1888245" y="308088"/>
                  <a:pt x="1753712" y="369332"/>
                </a:cubicBezTo>
                <a:cubicBezTo>
                  <a:pt x="1619179" y="430576"/>
                  <a:pt x="1483738" y="327428"/>
                  <a:pt x="1243138" y="369332"/>
                </a:cubicBezTo>
                <a:cubicBezTo>
                  <a:pt x="1002538" y="411236"/>
                  <a:pt x="799581" y="319652"/>
                  <a:pt x="643768" y="369332"/>
                </a:cubicBezTo>
                <a:cubicBezTo>
                  <a:pt x="487955" y="419012"/>
                  <a:pt x="282728" y="366848"/>
                  <a:pt x="0" y="369332"/>
                </a:cubicBezTo>
                <a:cubicBezTo>
                  <a:pt x="-26338" y="263509"/>
                  <a:pt x="8865" y="164645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Selecting SHARE is not necessarily irrational.</a:t>
            </a:r>
          </a:p>
        </p:txBody>
      </p:sp>
      <p:pic>
        <p:nvPicPr>
          <p:cNvPr id="41" name="Picture 40" descr="A cartoon of a monk&#10;&#10;Description automatically generated">
            <a:extLst>
              <a:ext uri="{FF2B5EF4-FFF2-40B4-BE49-F238E27FC236}">
                <a16:creationId xmlns:a16="http://schemas.microsoft.com/office/drawing/2014/main" id="{53102914-77FF-DD35-93FA-B4A34C637F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95" y="2751411"/>
            <a:ext cx="2756875" cy="2756875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D2DCC2EF-E068-8583-AF2D-6E9B55683568}"/>
              </a:ext>
            </a:extLst>
          </p:cNvPr>
          <p:cNvGrpSpPr/>
          <p:nvPr/>
        </p:nvGrpSpPr>
        <p:grpSpPr>
          <a:xfrm>
            <a:off x="6823885" y="4993942"/>
            <a:ext cx="3762599" cy="812561"/>
            <a:chOff x="6810213" y="4412356"/>
            <a:chExt cx="3762599" cy="81256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96088D-BDBE-7B05-2A0C-6747BB2C37C2}"/>
                </a:ext>
              </a:extLst>
            </p:cNvPr>
            <p:cNvSpPr txBox="1"/>
            <p:nvPr/>
          </p:nvSpPr>
          <p:spPr>
            <a:xfrm>
              <a:off x="6810213" y="4412356"/>
              <a:ext cx="3762599" cy="369332"/>
            </a:xfrm>
            <a:custGeom>
              <a:avLst/>
              <a:gdLst>
                <a:gd name="csX0" fmla="*/ 0 w 3762599"/>
                <a:gd name="csY0" fmla="*/ 0 h 369332"/>
                <a:gd name="csX1" fmla="*/ 424636 w 3762599"/>
                <a:gd name="csY1" fmla="*/ 0 h 369332"/>
                <a:gd name="csX2" fmla="*/ 849272 w 3762599"/>
                <a:gd name="csY2" fmla="*/ 0 h 369332"/>
                <a:gd name="csX3" fmla="*/ 1462038 w 3762599"/>
                <a:gd name="csY3" fmla="*/ 0 h 369332"/>
                <a:gd name="csX4" fmla="*/ 1961927 w 3762599"/>
                <a:gd name="csY4" fmla="*/ 0 h 369332"/>
                <a:gd name="csX5" fmla="*/ 2499441 w 3762599"/>
                <a:gd name="csY5" fmla="*/ 0 h 369332"/>
                <a:gd name="csX6" fmla="*/ 3074581 w 3762599"/>
                <a:gd name="csY6" fmla="*/ 0 h 369332"/>
                <a:gd name="csX7" fmla="*/ 3762599 w 3762599"/>
                <a:gd name="csY7" fmla="*/ 0 h 369332"/>
                <a:gd name="csX8" fmla="*/ 3762599 w 3762599"/>
                <a:gd name="csY8" fmla="*/ 369332 h 369332"/>
                <a:gd name="csX9" fmla="*/ 3187459 w 3762599"/>
                <a:gd name="csY9" fmla="*/ 369332 h 369332"/>
                <a:gd name="csX10" fmla="*/ 2574693 w 3762599"/>
                <a:gd name="csY10" fmla="*/ 369332 h 369332"/>
                <a:gd name="csX11" fmla="*/ 1999553 w 3762599"/>
                <a:gd name="csY11" fmla="*/ 369332 h 369332"/>
                <a:gd name="csX12" fmla="*/ 1424412 w 3762599"/>
                <a:gd name="csY12" fmla="*/ 369332 h 369332"/>
                <a:gd name="csX13" fmla="*/ 999776 w 3762599"/>
                <a:gd name="csY13" fmla="*/ 369332 h 369332"/>
                <a:gd name="csX14" fmla="*/ 575140 w 3762599"/>
                <a:gd name="csY14" fmla="*/ 369332 h 369332"/>
                <a:gd name="csX15" fmla="*/ 0 w 3762599"/>
                <a:gd name="csY15" fmla="*/ 369332 h 369332"/>
                <a:gd name="csX16" fmla="*/ 0 w 3762599"/>
                <a:gd name="csY16" fmla="*/ 0 h 369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762599" h="369332" fill="none" extrusionOk="0">
                  <a:moveTo>
                    <a:pt x="0" y="0"/>
                  </a:moveTo>
                  <a:cubicBezTo>
                    <a:pt x="195792" y="-9000"/>
                    <a:pt x="262237" y="22471"/>
                    <a:pt x="424636" y="0"/>
                  </a:cubicBezTo>
                  <a:cubicBezTo>
                    <a:pt x="587035" y="-22471"/>
                    <a:pt x="750666" y="22207"/>
                    <a:pt x="849272" y="0"/>
                  </a:cubicBezTo>
                  <a:cubicBezTo>
                    <a:pt x="947878" y="-22207"/>
                    <a:pt x="1232389" y="43106"/>
                    <a:pt x="1462038" y="0"/>
                  </a:cubicBezTo>
                  <a:cubicBezTo>
                    <a:pt x="1691687" y="-43106"/>
                    <a:pt x="1756111" y="57049"/>
                    <a:pt x="1961927" y="0"/>
                  </a:cubicBezTo>
                  <a:cubicBezTo>
                    <a:pt x="2167743" y="-57049"/>
                    <a:pt x="2247400" y="18434"/>
                    <a:pt x="2499441" y="0"/>
                  </a:cubicBezTo>
                  <a:cubicBezTo>
                    <a:pt x="2751482" y="-18434"/>
                    <a:pt x="2792610" y="57795"/>
                    <a:pt x="3074581" y="0"/>
                  </a:cubicBezTo>
                  <a:cubicBezTo>
                    <a:pt x="3356552" y="-57795"/>
                    <a:pt x="3620768" y="60454"/>
                    <a:pt x="3762599" y="0"/>
                  </a:cubicBezTo>
                  <a:cubicBezTo>
                    <a:pt x="3773902" y="116838"/>
                    <a:pt x="3729407" y="230020"/>
                    <a:pt x="3762599" y="369332"/>
                  </a:cubicBezTo>
                  <a:cubicBezTo>
                    <a:pt x="3489730" y="380581"/>
                    <a:pt x="3411267" y="352879"/>
                    <a:pt x="3187459" y="369332"/>
                  </a:cubicBezTo>
                  <a:cubicBezTo>
                    <a:pt x="2963651" y="385785"/>
                    <a:pt x="2718846" y="301975"/>
                    <a:pt x="2574693" y="369332"/>
                  </a:cubicBezTo>
                  <a:cubicBezTo>
                    <a:pt x="2430540" y="436689"/>
                    <a:pt x="2256041" y="367289"/>
                    <a:pt x="1999553" y="369332"/>
                  </a:cubicBezTo>
                  <a:cubicBezTo>
                    <a:pt x="1743065" y="371375"/>
                    <a:pt x="1612958" y="309704"/>
                    <a:pt x="1424412" y="369332"/>
                  </a:cubicBezTo>
                  <a:cubicBezTo>
                    <a:pt x="1235866" y="428960"/>
                    <a:pt x="1088093" y="359571"/>
                    <a:pt x="999776" y="369332"/>
                  </a:cubicBezTo>
                  <a:cubicBezTo>
                    <a:pt x="911459" y="379093"/>
                    <a:pt x="727833" y="336724"/>
                    <a:pt x="575140" y="369332"/>
                  </a:cubicBezTo>
                  <a:cubicBezTo>
                    <a:pt x="422447" y="401940"/>
                    <a:pt x="127555" y="324476"/>
                    <a:pt x="0" y="369332"/>
                  </a:cubicBezTo>
                  <a:cubicBezTo>
                    <a:pt x="-35342" y="190925"/>
                    <a:pt x="29075" y="128118"/>
                    <a:pt x="0" y="0"/>
                  </a:cubicBezTo>
                  <a:close/>
                </a:path>
                <a:path w="3762599" h="369332" stroke="0" extrusionOk="0">
                  <a:moveTo>
                    <a:pt x="0" y="0"/>
                  </a:moveTo>
                  <a:cubicBezTo>
                    <a:pt x="204509" y="-35875"/>
                    <a:pt x="302849" y="52041"/>
                    <a:pt x="575140" y="0"/>
                  </a:cubicBezTo>
                  <a:cubicBezTo>
                    <a:pt x="847431" y="-52041"/>
                    <a:pt x="925703" y="8376"/>
                    <a:pt x="1075028" y="0"/>
                  </a:cubicBezTo>
                  <a:cubicBezTo>
                    <a:pt x="1224353" y="-8376"/>
                    <a:pt x="1482185" y="50104"/>
                    <a:pt x="1612542" y="0"/>
                  </a:cubicBezTo>
                  <a:cubicBezTo>
                    <a:pt x="1742899" y="-50104"/>
                    <a:pt x="1939192" y="41537"/>
                    <a:pt x="2074805" y="0"/>
                  </a:cubicBezTo>
                  <a:cubicBezTo>
                    <a:pt x="2210418" y="-41537"/>
                    <a:pt x="2502418" y="9824"/>
                    <a:pt x="2612319" y="0"/>
                  </a:cubicBezTo>
                  <a:cubicBezTo>
                    <a:pt x="2722220" y="-9824"/>
                    <a:pt x="2859564" y="43696"/>
                    <a:pt x="3074581" y="0"/>
                  </a:cubicBezTo>
                  <a:cubicBezTo>
                    <a:pt x="3289598" y="-43696"/>
                    <a:pt x="3432417" y="14696"/>
                    <a:pt x="3762599" y="0"/>
                  </a:cubicBezTo>
                  <a:cubicBezTo>
                    <a:pt x="3789984" y="112926"/>
                    <a:pt x="3736432" y="240288"/>
                    <a:pt x="3762599" y="369332"/>
                  </a:cubicBezTo>
                  <a:cubicBezTo>
                    <a:pt x="3604958" y="392853"/>
                    <a:pt x="3438576" y="337703"/>
                    <a:pt x="3262711" y="369332"/>
                  </a:cubicBezTo>
                  <a:cubicBezTo>
                    <a:pt x="3086846" y="400961"/>
                    <a:pt x="2970195" y="353965"/>
                    <a:pt x="2800449" y="369332"/>
                  </a:cubicBezTo>
                  <a:cubicBezTo>
                    <a:pt x="2630703" y="384699"/>
                    <a:pt x="2521010" y="362514"/>
                    <a:pt x="2338187" y="369332"/>
                  </a:cubicBezTo>
                  <a:cubicBezTo>
                    <a:pt x="2155364" y="376150"/>
                    <a:pt x="1983738" y="351300"/>
                    <a:pt x="1838298" y="369332"/>
                  </a:cubicBezTo>
                  <a:cubicBezTo>
                    <a:pt x="1692858" y="387364"/>
                    <a:pt x="1434912" y="329860"/>
                    <a:pt x="1225532" y="369332"/>
                  </a:cubicBezTo>
                  <a:cubicBezTo>
                    <a:pt x="1016152" y="408804"/>
                    <a:pt x="892310" y="357945"/>
                    <a:pt x="688018" y="369332"/>
                  </a:cubicBezTo>
                  <a:cubicBezTo>
                    <a:pt x="483726" y="380719"/>
                    <a:pt x="305343" y="320763"/>
                    <a:pt x="0" y="369332"/>
                  </a:cubicBezTo>
                  <a:cubicBezTo>
                    <a:pt x="-10830" y="216770"/>
                    <a:pt x="38900" y="161955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51298046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…a larger portion of the treasure…</a:t>
              </a:r>
            </a:p>
          </p:txBody>
        </p:sp>
        <p:sp>
          <p:nvSpPr>
            <p:cNvPr id="42" name="Arrow: Down 41">
              <a:extLst>
                <a:ext uri="{FF2B5EF4-FFF2-40B4-BE49-F238E27FC236}">
                  <a16:creationId xmlns:a16="http://schemas.microsoft.com/office/drawing/2014/main" id="{653D4503-991A-A551-DD91-BD35063515BD}"/>
                </a:ext>
              </a:extLst>
            </p:cNvPr>
            <p:cNvSpPr/>
            <p:nvPr/>
          </p:nvSpPr>
          <p:spPr>
            <a:xfrm rot="10800000">
              <a:off x="8594859" y="4718308"/>
              <a:ext cx="168285" cy="50660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F259E40-50AB-1BA0-C6AE-298F4FDE96C8}"/>
              </a:ext>
            </a:extLst>
          </p:cNvPr>
          <p:cNvSpPr txBox="1"/>
          <p:nvPr/>
        </p:nvSpPr>
        <p:spPr>
          <a:xfrm>
            <a:off x="5889260" y="2346860"/>
            <a:ext cx="4812887" cy="369332"/>
          </a:xfrm>
          <a:custGeom>
            <a:avLst/>
            <a:gdLst>
              <a:gd name="csX0" fmla="*/ 0 w 4812887"/>
              <a:gd name="csY0" fmla="*/ 0 h 369332"/>
              <a:gd name="csX1" fmla="*/ 505353 w 4812887"/>
              <a:gd name="csY1" fmla="*/ 0 h 369332"/>
              <a:gd name="csX2" fmla="*/ 1058835 w 4812887"/>
              <a:gd name="csY2" fmla="*/ 0 h 369332"/>
              <a:gd name="csX3" fmla="*/ 1660445 w 4812887"/>
              <a:gd name="csY3" fmla="*/ 0 h 369332"/>
              <a:gd name="csX4" fmla="*/ 2310185 w 4812887"/>
              <a:gd name="csY4" fmla="*/ 0 h 369332"/>
              <a:gd name="csX5" fmla="*/ 2815539 w 4812887"/>
              <a:gd name="csY5" fmla="*/ 0 h 369332"/>
              <a:gd name="csX6" fmla="*/ 3513407 w 4812887"/>
              <a:gd name="csY6" fmla="*/ 0 h 369332"/>
              <a:gd name="csX7" fmla="*/ 4066889 w 4812887"/>
              <a:gd name="csY7" fmla="*/ 0 h 369332"/>
              <a:gd name="csX8" fmla="*/ 4812887 w 4812887"/>
              <a:gd name="csY8" fmla="*/ 0 h 369332"/>
              <a:gd name="csX9" fmla="*/ 4812887 w 4812887"/>
              <a:gd name="csY9" fmla="*/ 369332 h 369332"/>
              <a:gd name="csX10" fmla="*/ 4307533 w 4812887"/>
              <a:gd name="csY10" fmla="*/ 369332 h 369332"/>
              <a:gd name="csX11" fmla="*/ 3850310 w 4812887"/>
              <a:gd name="csY11" fmla="*/ 369332 h 369332"/>
              <a:gd name="csX12" fmla="*/ 3393085 w 4812887"/>
              <a:gd name="csY12" fmla="*/ 369332 h 369332"/>
              <a:gd name="csX13" fmla="*/ 2743345 w 4812887"/>
              <a:gd name="csY13" fmla="*/ 369332 h 369332"/>
              <a:gd name="csX14" fmla="*/ 2045476 w 4812887"/>
              <a:gd name="csY14" fmla="*/ 369332 h 369332"/>
              <a:gd name="csX15" fmla="*/ 1540124 w 4812887"/>
              <a:gd name="csY15" fmla="*/ 369332 h 369332"/>
              <a:gd name="csX16" fmla="*/ 842255 w 4812887"/>
              <a:gd name="csY16" fmla="*/ 369332 h 369332"/>
              <a:gd name="csX17" fmla="*/ 0 w 4812887"/>
              <a:gd name="csY17" fmla="*/ 369332 h 369332"/>
              <a:gd name="csX18" fmla="*/ 0 w 4812887"/>
              <a:gd name="csY18" fmla="*/ 0 h 369332"/>
              <a:gd name="csX0" fmla="*/ 0 w 4812887"/>
              <a:gd name="csY0" fmla="*/ 0 h 369332"/>
              <a:gd name="csX1" fmla="*/ 649739 w 4812887"/>
              <a:gd name="csY1" fmla="*/ 0 h 369332"/>
              <a:gd name="csX2" fmla="*/ 1203221 w 4812887"/>
              <a:gd name="csY2" fmla="*/ 0 h 369332"/>
              <a:gd name="csX3" fmla="*/ 1804832 w 4812887"/>
              <a:gd name="csY3" fmla="*/ 0 h 369332"/>
              <a:gd name="csX4" fmla="*/ 2310185 w 4812887"/>
              <a:gd name="csY4" fmla="*/ 0 h 369332"/>
              <a:gd name="csX5" fmla="*/ 2911796 w 4812887"/>
              <a:gd name="csY5" fmla="*/ 0 h 369332"/>
              <a:gd name="csX6" fmla="*/ 3417150 w 4812887"/>
              <a:gd name="csY6" fmla="*/ 0 h 369332"/>
              <a:gd name="csX7" fmla="*/ 4018760 w 4812887"/>
              <a:gd name="csY7" fmla="*/ 0 h 369332"/>
              <a:gd name="csX8" fmla="*/ 4812887 w 4812887"/>
              <a:gd name="csY8" fmla="*/ 0 h 369332"/>
              <a:gd name="csX9" fmla="*/ 4812887 w 4812887"/>
              <a:gd name="csY9" fmla="*/ 369332 h 369332"/>
              <a:gd name="csX10" fmla="*/ 4259405 w 4812887"/>
              <a:gd name="csY10" fmla="*/ 369332 h 369332"/>
              <a:gd name="csX11" fmla="*/ 3754051 w 4812887"/>
              <a:gd name="csY11" fmla="*/ 369332 h 369332"/>
              <a:gd name="csX12" fmla="*/ 3200570 w 4812887"/>
              <a:gd name="csY12" fmla="*/ 369332 h 369332"/>
              <a:gd name="csX13" fmla="*/ 2502701 w 4812887"/>
              <a:gd name="csY13" fmla="*/ 369332 h 369332"/>
              <a:gd name="csX14" fmla="*/ 1901090 w 4812887"/>
              <a:gd name="csY14" fmla="*/ 369332 h 369332"/>
              <a:gd name="csX15" fmla="*/ 1347608 w 4812887"/>
              <a:gd name="csY15" fmla="*/ 369332 h 369332"/>
              <a:gd name="csX16" fmla="*/ 697868 w 4812887"/>
              <a:gd name="csY16" fmla="*/ 369332 h 369332"/>
              <a:gd name="csX17" fmla="*/ 0 w 4812887"/>
              <a:gd name="csY17" fmla="*/ 369332 h 369332"/>
              <a:gd name="csX18" fmla="*/ 0 w 4812887"/>
              <a:gd name="csY18" fmla="*/ 0 h 369332"/>
              <a:gd name="csX0" fmla="*/ 0 w 4812887"/>
              <a:gd name="csY0" fmla="*/ 0 h 369332"/>
              <a:gd name="csX1" fmla="*/ 505353 w 4812887"/>
              <a:gd name="csY1" fmla="*/ 0 h 369332"/>
              <a:gd name="csX2" fmla="*/ 1058835 w 4812887"/>
              <a:gd name="csY2" fmla="*/ 0 h 369332"/>
              <a:gd name="csX3" fmla="*/ 1660445 w 4812887"/>
              <a:gd name="csY3" fmla="*/ 0 h 369332"/>
              <a:gd name="csX4" fmla="*/ 2310185 w 4812887"/>
              <a:gd name="csY4" fmla="*/ 0 h 369332"/>
              <a:gd name="csX5" fmla="*/ 2815539 w 4812887"/>
              <a:gd name="csY5" fmla="*/ 0 h 369332"/>
              <a:gd name="csX6" fmla="*/ 3513407 w 4812887"/>
              <a:gd name="csY6" fmla="*/ 0 h 369332"/>
              <a:gd name="csX7" fmla="*/ 4066889 w 4812887"/>
              <a:gd name="csY7" fmla="*/ 0 h 369332"/>
              <a:gd name="csX8" fmla="*/ 4812887 w 4812887"/>
              <a:gd name="csY8" fmla="*/ 0 h 369332"/>
              <a:gd name="csX9" fmla="*/ 4812887 w 4812887"/>
              <a:gd name="csY9" fmla="*/ 369332 h 369332"/>
              <a:gd name="csX10" fmla="*/ 4307533 w 4812887"/>
              <a:gd name="csY10" fmla="*/ 369332 h 369332"/>
              <a:gd name="csX11" fmla="*/ 3850310 w 4812887"/>
              <a:gd name="csY11" fmla="*/ 369332 h 369332"/>
              <a:gd name="csX12" fmla="*/ 3393085 w 4812887"/>
              <a:gd name="csY12" fmla="*/ 369332 h 369332"/>
              <a:gd name="csX13" fmla="*/ 2743345 w 4812887"/>
              <a:gd name="csY13" fmla="*/ 369332 h 369332"/>
              <a:gd name="csX14" fmla="*/ 2045476 w 4812887"/>
              <a:gd name="csY14" fmla="*/ 369332 h 369332"/>
              <a:gd name="csX15" fmla="*/ 1540124 w 4812887"/>
              <a:gd name="csY15" fmla="*/ 369332 h 369332"/>
              <a:gd name="csX16" fmla="*/ 842255 w 4812887"/>
              <a:gd name="csY16" fmla="*/ 369332 h 369332"/>
              <a:gd name="csX17" fmla="*/ 0 w 4812887"/>
              <a:gd name="csY17" fmla="*/ 369332 h 369332"/>
              <a:gd name="csX18" fmla="*/ 0 w 4812887"/>
              <a:gd name="csY1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812887" h="369332" fill="none" extrusionOk="0">
                <a:moveTo>
                  <a:pt x="0" y="0"/>
                </a:moveTo>
                <a:cubicBezTo>
                  <a:pt x="223078" y="4628"/>
                  <a:pt x="253665" y="26141"/>
                  <a:pt x="505353" y="0"/>
                </a:cubicBezTo>
                <a:cubicBezTo>
                  <a:pt x="766831" y="-17854"/>
                  <a:pt x="901248" y="-43938"/>
                  <a:pt x="1058835" y="0"/>
                </a:cubicBezTo>
                <a:cubicBezTo>
                  <a:pt x="1241077" y="-66030"/>
                  <a:pt x="1441568" y="61735"/>
                  <a:pt x="1660445" y="0"/>
                </a:cubicBezTo>
                <a:cubicBezTo>
                  <a:pt x="1902159" y="-61069"/>
                  <a:pt x="2155210" y="15772"/>
                  <a:pt x="2310185" y="0"/>
                </a:cubicBezTo>
                <a:cubicBezTo>
                  <a:pt x="2519562" y="-25111"/>
                  <a:pt x="2649105" y="31817"/>
                  <a:pt x="2815539" y="0"/>
                </a:cubicBezTo>
                <a:cubicBezTo>
                  <a:pt x="2985882" y="-77106"/>
                  <a:pt x="3281872" y="32000"/>
                  <a:pt x="3513407" y="0"/>
                </a:cubicBezTo>
                <a:cubicBezTo>
                  <a:pt x="3839775" y="-3759"/>
                  <a:pt x="3907297" y="27554"/>
                  <a:pt x="4066889" y="0"/>
                </a:cubicBezTo>
                <a:cubicBezTo>
                  <a:pt x="4315900" y="-27956"/>
                  <a:pt x="4468388" y="8555"/>
                  <a:pt x="4812887" y="0"/>
                </a:cubicBezTo>
                <a:cubicBezTo>
                  <a:pt x="4823478" y="80524"/>
                  <a:pt x="4790116" y="180747"/>
                  <a:pt x="4812887" y="369332"/>
                </a:cubicBezTo>
                <a:cubicBezTo>
                  <a:pt x="4590727" y="440565"/>
                  <a:pt x="4530018" y="256159"/>
                  <a:pt x="4307533" y="369332"/>
                </a:cubicBezTo>
                <a:cubicBezTo>
                  <a:pt x="4110083" y="423170"/>
                  <a:pt x="3983847" y="346742"/>
                  <a:pt x="3850310" y="369332"/>
                </a:cubicBezTo>
                <a:cubicBezTo>
                  <a:pt x="3713364" y="379310"/>
                  <a:pt x="3560830" y="319074"/>
                  <a:pt x="3393085" y="369332"/>
                </a:cubicBezTo>
                <a:cubicBezTo>
                  <a:pt x="3235811" y="387280"/>
                  <a:pt x="3051200" y="369957"/>
                  <a:pt x="2743345" y="369332"/>
                </a:cubicBezTo>
                <a:cubicBezTo>
                  <a:pt x="2439777" y="369574"/>
                  <a:pt x="2168483" y="290273"/>
                  <a:pt x="2045476" y="369332"/>
                </a:cubicBezTo>
                <a:cubicBezTo>
                  <a:pt x="1906551" y="430829"/>
                  <a:pt x="1636028" y="372605"/>
                  <a:pt x="1540124" y="369332"/>
                </a:cubicBezTo>
                <a:cubicBezTo>
                  <a:pt x="1408657" y="463114"/>
                  <a:pt x="1048208" y="442546"/>
                  <a:pt x="842255" y="369332"/>
                </a:cubicBezTo>
                <a:cubicBezTo>
                  <a:pt x="496402" y="336213"/>
                  <a:pt x="342232" y="287646"/>
                  <a:pt x="0" y="369332"/>
                </a:cubicBezTo>
                <a:cubicBezTo>
                  <a:pt x="2887" y="273898"/>
                  <a:pt x="48405" y="101044"/>
                  <a:pt x="0" y="0"/>
                </a:cubicBezTo>
                <a:close/>
              </a:path>
              <a:path w="4812887" h="369332" stroke="0" extrusionOk="0">
                <a:moveTo>
                  <a:pt x="0" y="0"/>
                </a:moveTo>
                <a:cubicBezTo>
                  <a:pt x="220685" y="-77419"/>
                  <a:pt x="376045" y="-12714"/>
                  <a:pt x="649739" y="0"/>
                </a:cubicBezTo>
                <a:cubicBezTo>
                  <a:pt x="919480" y="-409"/>
                  <a:pt x="1067899" y="-36593"/>
                  <a:pt x="1203221" y="0"/>
                </a:cubicBezTo>
                <a:cubicBezTo>
                  <a:pt x="1359053" y="-19098"/>
                  <a:pt x="1612791" y="-18101"/>
                  <a:pt x="1804832" y="0"/>
                </a:cubicBezTo>
                <a:cubicBezTo>
                  <a:pt x="2013804" y="-12332"/>
                  <a:pt x="2189344" y="21454"/>
                  <a:pt x="2310185" y="0"/>
                </a:cubicBezTo>
                <a:cubicBezTo>
                  <a:pt x="2493015" y="-90672"/>
                  <a:pt x="2732312" y="26320"/>
                  <a:pt x="2911796" y="0"/>
                </a:cubicBezTo>
                <a:cubicBezTo>
                  <a:pt x="3143217" y="-44658"/>
                  <a:pt x="3195235" y="7220"/>
                  <a:pt x="3417150" y="0"/>
                </a:cubicBezTo>
                <a:cubicBezTo>
                  <a:pt x="3640103" y="-31226"/>
                  <a:pt x="3822845" y="24292"/>
                  <a:pt x="4018760" y="0"/>
                </a:cubicBezTo>
                <a:cubicBezTo>
                  <a:pt x="4231962" y="37812"/>
                  <a:pt x="4443638" y="77480"/>
                  <a:pt x="4812887" y="0"/>
                </a:cubicBezTo>
                <a:cubicBezTo>
                  <a:pt x="4833807" y="151525"/>
                  <a:pt x="4792747" y="254859"/>
                  <a:pt x="4812887" y="369332"/>
                </a:cubicBezTo>
                <a:cubicBezTo>
                  <a:pt x="4650784" y="406882"/>
                  <a:pt x="4412578" y="305079"/>
                  <a:pt x="4259405" y="369332"/>
                </a:cubicBezTo>
                <a:cubicBezTo>
                  <a:pt x="4090055" y="386143"/>
                  <a:pt x="3872945" y="368079"/>
                  <a:pt x="3754051" y="369332"/>
                </a:cubicBezTo>
                <a:cubicBezTo>
                  <a:pt x="3608612" y="441516"/>
                  <a:pt x="3458793" y="392650"/>
                  <a:pt x="3200570" y="369332"/>
                </a:cubicBezTo>
                <a:cubicBezTo>
                  <a:pt x="2959498" y="350220"/>
                  <a:pt x="2782707" y="337777"/>
                  <a:pt x="2502701" y="369332"/>
                </a:cubicBezTo>
                <a:cubicBezTo>
                  <a:pt x="2233236" y="378836"/>
                  <a:pt x="2030217" y="274316"/>
                  <a:pt x="1901090" y="369332"/>
                </a:cubicBezTo>
                <a:cubicBezTo>
                  <a:pt x="1817502" y="488173"/>
                  <a:pt x="1612646" y="348901"/>
                  <a:pt x="1347608" y="369332"/>
                </a:cubicBezTo>
                <a:cubicBezTo>
                  <a:pt x="1074000" y="402406"/>
                  <a:pt x="875268" y="348090"/>
                  <a:pt x="697868" y="369332"/>
                </a:cubicBezTo>
                <a:cubicBezTo>
                  <a:pt x="484332" y="381469"/>
                  <a:pt x="321494" y="322478"/>
                  <a:pt x="0" y="369332"/>
                </a:cubicBezTo>
                <a:cubicBezTo>
                  <a:pt x="-19890" y="275367"/>
                  <a:pt x="11663" y="156700"/>
                  <a:pt x="0" y="0"/>
                </a:cubicBezTo>
                <a:close/>
              </a:path>
              <a:path w="4812887" h="369332" fill="none" stroke="0" extrusionOk="0">
                <a:moveTo>
                  <a:pt x="0" y="0"/>
                </a:moveTo>
                <a:cubicBezTo>
                  <a:pt x="235285" y="-16743"/>
                  <a:pt x="264854" y="38211"/>
                  <a:pt x="505353" y="0"/>
                </a:cubicBezTo>
                <a:cubicBezTo>
                  <a:pt x="747354" y="-22186"/>
                  <a:pt x="891896" y="-17568"/>
                  <a:pt x="1058835" y="0"/>
                </a:cubicBezTo>
                <a:cubicBezTo>
                  <a:pt x="1270932" y="24112"/>
                  <a:pt x="1425581" y="108589"/>
                  <a:pt x="1660445" y="0"/>
                </a:cubicBezTo>
                <a:cubicBezTo>
                  <a:pt x="1907304" y="-113609"/>
                  <a:pt x="2129135" y="56142"/>
                  <a:pt x="2310185" y="0"/>
                </a:cubicBezTo>
                <a:cubicBezTo>
                  <a:pt x="2508547" y="-47013"/>
                  <a:pt x="2660667" y="12972"/>
                  <a:pt x="2815539" y="0"/>
                </a:cubicBezTo>
                <a:cubicBezTo>
                  <a:pt x="3059391" y="-55883"/>
                  <a:pt x="3262194" y="87652"/>
                  <a:pt x="3513407" y="0"/>
                </a:cubicBezTo>
                <a:cubicBezTo>
                  <a:pt x="3842108" y="15805"/>
                  <a:pt x="3927759" y="10011"/>
                  <a:pt x="4066889" y="0"/>
                </a:cubicBezTo>
                <a:cubicBezTo>
                  <a:pt x="4223128" y="2131"/>
                  <a:pt x="4447762" y="1206"/>
                  <a:pt x="4812887" y="0"/>
                </a:cubicBezTo>
                <a:cubicBezTo>
                  <a:pt x="4835413" y="110566"/>
                  <a:pt x="4814406" y="180237"/>
                  <a:pt x="4812887" y="369332"/>
                </a:cubicBezTo>
                <a:cubicBezTo>
                  <a:pt x="4661147" y="412494"/>
                  <a:pt x="4535535" y="337340"/>
                  <a:pt x="4307533" y="369332"/>
                </a:cubicBezTo>
                <a:cubicBezTo>
                  <a:pt x="4077277" y="460754"/>
                  <a:pt x="4014037" y="357861"/>
                  <a:pt x="3850310" y="369332"/>
                </a:cubicBezTo>
                <a:cubicBezTo>
                  <a:pt x="3690846" y="415190"/>
                  <a:pt x="3607257" y="329672"/>
                  <a:pt x="3393085" y="369332"/>
                </a:cubicBezTo>
                <a:cubicBezTo>
                  <a:pt x="3243253" y="351926"/>
                  <a:pt x="3040516" y="337072"/>
                  <a:pt x="2743345" y="369332"/>
                </a:cubicBezTo>
                <a:cubicBezTo>
                  <a:pt x="2436459" y="383384"/>
                  <a:pt x="2185978" y="320572"/>
                  <a:pt x="2045476" y="369332"/>
                </a:cubicBezTo>
                <a:cubicBezTo>
                  <a:pt x="1910196" y="453486"/>
                  <a:pt x="1667395" y="357761"/>
                  <a:pt x="1540124" y="369332"/>
                </a:cubicBezTo>
                <a:cubicBezTo>
                  <a:pt x="1403608" y="375090"/>
                  <a:pt x="1154278" y="387919"/>
                  <a:pt x="842255" y="369332"/>
                </a:cubicBezTo>
                <a:cubicBezTo>
                  <a:pt x="578338" y="345724"/>
                  <a:pt x="360121" y="252789"/>
                  <a:pt x="0" y="369332"/>
                </a:cubicBezTo>
                <a:cubicBezTo>
                  <a:pt x="8090" y="290059"/>
                  <a:pt x="53752" y="90322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custGeom>
                    <a:avLst/>
                    <a:gdLst>
                      <a:gd name="connsiteX0" fmla="*/ 0 w 4812887"/>
                      <a:gd name="connsiteY0" fmla="*/ 0 h 369332"/>
                      <a:gd name="connsiteX1" fmla="*/ 505353 w 4812887"/>
                      <a:gd name="connsiteY1" fmla="*/ 0 h 369332"/>
                      <a:gd name="connsiteX2" fmla="*/ 1058835 w 4812887"/>
                      <a:gd name="connsiteY2" fmla="*/ 0 h 369332"/>
                      <a:gd name="connsiteX3" fmla="*/ 1660445 w 4812887"/>
                      <a:gd name="connsiteY3" fmla="*/ 0 h 369332"/>
                      <a:gd name="connsiteX4" fmla="*/ 2310185 w 4812887"/>
                      <a:gd name="connsiteY4" fmla="*/ 0 h 369332"/>
                      <a:gd name="connsiteX5" fmla="*/ 2815539 w 4812887"/>
                      <a:gd name="connsiteY5" fmla="*/ 0 h 369332"/>
                      <a:gd name="connsiteX6" fmla="*/ 3513407 w 4812887"/>
                      <a:gd name="connsiteY6" fmla="*/ 0 h 369332"/>
                      <a:gd name="connsiteX7" fmla="*/ 4066889 w 4812887"/>
                      <a:gd name="connsiteY7" fmla="*/ 0 h 369332"/>
                      <a:gd name="connsiteX8" fmla="*/ 4812887 w 4812887"/>
                      <a:gd name="connsiteY8" fmla="*/ 0 h 369332"/>
                      <a:gd name="connsiteX9" fmla="*/ 4812887 w 4812887"/>
                      <a:gd name="connsiteY9" fmla="*/ 369332 h 369332"/>
                      <a:gd name="connsiteX10" fmla="*/ 4307533 w 4812887"/>
                      <a:gd name="connsiteY10" fmla="*/ 369332 h 369332"/>
                      <a:gd name="connsiteX11" fmla="*/ 3850310 w 4812887"/>
                      <a:gd name="connsiteY11" fmla="*/ 369332 h 369332"/>
                      <a:gd name="connsiteX12" fmla="*/ 3393085 w 4812887"/>
                      <a:gd name="connsiteY12" fmla="*/ 369332 h 369332"/>
                      <a:gd name="connsiteX13" fmla="*/ 2743345 w 4812887"/>
                      <a:gd name="connsiteY13" fmla="*/ 369332 h 369332"/>
                      <a:gd name="connsiteX14" fmla="*/ 2045476 w 4812887"/>
                      <a:gd name="connsiteY14" fmla="*/ 369332 h 369332"/>
                      <a:gd name="connsiteX15" fmla="*/ 1540124 w 4812887"/>
                      <a:gd name="connsiteY15" fmla="*/ 369332 h 369332"/>
                      <a:gd name="connsiteX16" fmla="*/ 842255 w 4812887"/>
                      <a:gd name="connsiteY16" fmla="*/ 369332 h 369332"/>
                      <a:gd name="connsiteX17" fmla="*/ 0 w 4812887"/>
                      <a:gd name="connsiteY17" fmla="*/ 369332 h 369332"/>
                      <a:gd name="connsiteX18" fmla="*/ 0 w 4812887"/>
                      <a:gd name="connsiteY18" fmla="*/ 0 h 369332"/>
                      <a:gd name="connsiteX0" fmla="*/ 0 w 4812887"/>
                      <a:gd name="connsiteY0" fmla="*/ 0 h 369332"/>
                      <a:gd name="connsiteX1" fmla="*/ 649739 w 4812887"/>
                      <a:gd name="connsiteY1" fmla="*/ 0 h 369332"/>
                      <a:gd name="connsiteX2" fmla="*/ 1203221 w 4812887"/>
                      <a:gd name="connsiteY2" fmla="*/ 0 h 369332"/>
                      <a:gd name="connsiteX3" fmla="*/ 1804832 w 4812887"/>
                      <a:gd name="connsiteY3" fmla="*/ 0 h 369332"/>
                      <a:gd name="connsiteX4" fmla="*/ 2310185 w 4812887"/>
                      <a:gd name="connsiteY4" fmla="*/ 0 h 369332"/>
                      <a:gd name="connsiteX5" fmla="*/ 2911796 w 4812887"/>
                      <a:gd name="connsiteY5" fmla="*/ 0 h 369332"/>
                      <a:gd name="connsiteX6" fmla="*/ 3417150 w 4812887"/>
                      <a:gd name="connsiteY6" fmla="*/ 0 h 369332"/>
                      <a:gd name="connsiteX7" fmla="*/ 4018760 w 4812887"/>
                      <a:gd name="connsiteY7" fmla="*/ 0 h 369332"/>
                      <a:gd name="connsiteX8" fmla="*/ 4812887 w 4812887"/>
                      <a:gd name="connsiteY8" fmla="*/ 0 h 369332"/>
                      <a:gd name="connsiteX9" fmla="*/ 4812887 w 4812887"/>
                      <a:gd name="connsiteY9" fmla="*/ 369332 h 369332"/>
                      <a:gd name="connsiteX10" fmla="*/ 4259405 w 4812887"/>
                      <a:gd name="connsiteY10" fmla="*/ 369332 h 369332"/>
                      <a:gd name="connsiteX11" fmla="*/ 3754051 w 4812887"/>
                      <a:gd name="connsiteY11" fmla="*/ 369332 h 369332"/>
                      <a:gd name="connsiteX12" fmla="*/ 3200570 w 4812887"/>
                      <a:gd name="connsiteY12" fmla="*/ 369332 h 369332"/>
                      <a:gd name="connsiteX13" fmla="*/ 2502701 w 4812887"/>
                      <a:gd name="connsiteY13" fmla="*/ 369332 h 369332"/>
                      <a:gd name="connsiteX14" fmla="*/ 1901090 w 4812887"/>
                      <a:gd name="connsiteY14" fmla="*/ 369332 h 369332"/>
                      <a:gd name="connsiteX15" fmla="*/ 1347608 w 4812887"/>
                      <a:gd name="connsiteY15" fmla="*/ 369332 h 369332"/>
                      <a:gd name="connsiteX16" fmla="*/ 697868 w 4812887"/>
                      <a:gd name="connsiteY16" fmla="*/ 369332 h 369332"/>
                      <a:gd name="connsiteX17" fmla="*/ 0 w 4812887"/>
                      <a:gd name="connsiteY17" fmla="*/ 369332 h 369332"/>
                      <a:gd name="connsiteX18" fmla="*/ 0 w 4812887"/>
                      <a:gd name="connsiteY18" fmla="*/ 0 h 369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4812887" h="369332" fill="none" extrusionOk="0">
                        <a:moveTo>
                          <a:pt x="0" y="0"/>
                        </a:moveTo>
                        <a:cubicBezTo>
                          <a:pt x="220731" y="6670"/>
                          <a:pt x="260088" y="33752"/>
                          <a:pt x="505353" y="0"/>
                        </a:cubicBezTo>
                        <a:cubicBezTo>
                          <a:pt x="741769" y="-38644"/>
                          <a:pt x="880821" y="-12441"/>
                          <a:pt x="1058835" y="0"/>
                        </a:cubicBezTo>
                        <a:cubicBezTo>
                          <a:pt x="1228865" y="-14747"/>
                          <a:pt x="1422892" y="28831"/>
                          <a:pt x="1660445" y="0"/>
                        </a:cubicBezTo>
                        <a:cubicBezTo>
                          <a:pt x="1911097" y="-40589"/>
                          <a:pt x="2173102" y="-1363"/>
                          <a:pt x="2310185" y="0"/>
                        </a:cubicBezTo>
                        <a:cubicBezTo>
                          <a:pt x="2487254" y="-34151"/>
                          <a:pt x="2671517" y="33292"/>
                          <a:pt x="2815539" y="0"/>
                        </a:cubicBezTo>
                        <a:cubicBezTo>
                          <a:pt x="2981115" y="-72035"/>
                          <a:pt x="3260277" y="8334"/>
                          <a:pt x="3513407" y="0"/>
                        </a:cubicBezTo>
                        <a:cubicBezTo>
                          <a:pt x="3830352" y="-7673"/>
                          <a:pt x="3909537" y="9742"/>
                          <a:pt x="4066889" y="0"/>
                        </a:cubicBezTo>
                        <a:cubicBezTo>
                          <a:pt x="4288990" y="-5299"/>
                          <a:pt x="4466750" y="13181"/>
                          <a:pt x="4812887" y="0"/>
                        </a:cubicBezTo>
                        <a:cubicBezTo>
                          <a:pt x="4814090" y="106193"/>
                          <a:pt x="4798828" y="197201"/>
                          <a:pt x="4812887" y="369332"/>
                        </a:cubicBezTo>
                        <a:cubicBezTo>
                          <a:pt x="4644512" y="444623"/>
                          <a:pt x="4506398" y="295411"/>
                          <a:pt x="4307533" y="369332"/>
                        </a:cubicBezTo>
                        <a:cubicBezTo>
                          <a:pt x="4105348" y="404720"/>
                          <a:pt x="3964215" y="341892"/>
                          <a:pt x="3850310" y="369332"/>
                        </a:cubicBezTo>
                        <a:cubicBezTo>
                          <a:pt x="3707869" y="421390"/>
                          <a:pt x="3532053" y="333956"/>
                          <a:pt x="3393085" y="369332"/>
                        </a:cubicBezTo>
                        <a:cubicBezTo>
                          <a:pt x="3216912" y="413365"/>
                          <a:pt x="3057545" y="356384"/>
                          <a:pt x="2743345" y="369332"/>
                        </a:cubicBezTo>
                        <a:cubicBezTo>
                          <a:pt x="2433422" y="366264"/>
                          <a:pt x="2188151" y="289683"/>
                          <a:pt x="2045476" y="369332"/>
                        </a:cubicBezTo>
                        <a:cubicBezTo>
                          <a:pt x="1901092" y="415290"/>
                          <a:pt x="1645274" y="348048"/>
                          <a:pt x="1540124" y="369332"/>
                        </a:cubicBezTo>
                        <a:cubicBezTo>
                          <a:pt x="1419171" y="428101"/>
                          <a:pt x="1052841" y="401931"/>
                          <a:pt x="842255" y="369332"/>
                        </a:cubicBezTo>
                        <a:cubicBezTo>
                          <a:pt x="535961" y="366763"/>
                          <a:pt x="346993" y="294961"/>
                          <a:pt x="0" y="369332"/>
                        </a:cubicBezTo>
                        <a:cubicBezTo>
                          <a:pt x="-16658" y="287574"/>
                          <a:pt x="45560" y="114201"/>
                          <a:pt x="0" y="0"/>
                        </a:cubicBezTo>
                        <a:close/>
                      </a:path>
                      <a:path w="4812887" h="369332" stroke="0" extrusionOk="0">
                        <a:moveTo>
                          <a:pt x="0" y="0"/>
                        </a:moveTo>
                        <a:cubicBezTo>
                          <a:pt x="230387" y="-91027"/>
                          <a:pt x="399222" y="31259"/>
                          <a:pt x="649739" y="0"/>
                        </a:cubicBezTo>
                        <a:cubicBezTo>
                          <a:pt x="919192" y="-11536"/>
                          <a:pt x="1064379" y="2358"/>
                          <a:pt x="1203221" y="0"/>
                        </a:cubicBezTo>
                        <a:cubicBezTo>
                          <a:pt x="1377770" y="151"/>
                          <a:pt x="1599075" y="23921"/>
                          <a:pt x="1804832" y="0"/>
                        </a:cubicBezTo>
                        <a:cubicBezTo>
                          <a:pt x="2003450" y="-28507"/>
                          <a:pt x="2172227" y="40978"/>
                          <a:pt x="2310185" y="0"/>
                        </a:cubicBezTo>
                        <a:cubicBezTo>
                          <a:pt x="2454874" y="-81408"/>
                          <a:pt x="2728338" y="24031"/>
                          <a:pt x="2911796" y="0"/>
                        </a:cubicBezTo>
                        <a:cubicBezTo>
                          <a:pt x="3142405" y="-36993"/>
                          <a:pt x="3181900" y="6415"/>
                          <a:pt x="3417150" y="0"/>
                        </a:cubicBezTo>
                        <a:cubicBezTo>
                          <a:pt x="3653643" y="8694"/>
                          <a:pt x="3823219" y="11180"/>
                          <a:pt x="4018760" y="0"/>
                        </a:cubicBezTo>
                        <a:cubicBezTo>
                          <a:pt x="4184881" y="41236"/>
                          <a:pt x="4500276" y="74123"/>
                          <a:pt x="4812887" y="0"/>
                        </a:cubicBezTo>
                        <a:cubicBezTo>
                          <a:pt x="4851901" y="169545"/>
                          <a:pt x="4808061" y="275933"/>
                          <a:pt x="4812887" y="369332"/>
                        </a:cubicBezTo>
                        <a:cubicBezTo>
                          <a:pt x="4682988" y="386634"/>
                          <a:pt x="4421913" y="338509"/>
                          <a:pt x="4259405" y="369332"/>
                        </a:cubicBezTo>
                        <a:cubicBezTo>
                          <a:pt x="4071120" y="418126"/>
                          <a:pt x="3895673" y="358482"/>
                          <a:pt x="3754051" y="369332"/>
                        </a:cubicBezTo>
                        <a:cubicBezTo>
                          <a:pt x="3613459" y="412622"/>
                          <a:pt x="3463798" y="391722"/>
                          <a:pt x="3200570" y="369332"/>
                        </a:cubicBezTo>
                        <a:cubicBezTo>
                          <a:pt x="2983400" y="343889"/>
                          <a:pt x="2780616" y="290539"/>
                          <a:pt x="2502701" y="369332"/>
                        </a:cubicBezTo>
                        <a:cubicBezTo>
                          <a:pt x="2229194" y="399056"/>
                          <a:pt x="2031662" y="283443"/>
                          <a:pt x="1901090" y="369332"/>
                        </a:cubicBezTo>
                        <a:cubicBezTo>
                          <a:pt x="1769304" y="478659"/>
                          <a:pt x="1626140" y="331318"/>
                          <a:pt x="1347608" y="369332"/>
                        </a:cubicBezTo>
                        <a:cubicBezTo>
                          <a:pt x="1079012" y="378897"/>
                          <a:pt x="904514" y="311849"/>
                          <a:pt x="697868" y="369332"/>
                        </a:cubicBezTo>
                        <a:cubicBezTo>
                          <a:pt x="533038" y="405740"/>
                          <a:pt x="325947" y="326763"/>
                          <a:pt x="0" y="369332"/>
                        </a:cubicBezTo>
                        <a:cubicBezTo>
                          <a:pt x="-8162" y="274358"/>
                          <a:pt x="11198" y="159465"/>
                          <a:pt x="0" y="0"/>
                        </a:cubicBezTo>
                        <a:close/>
                      </a:path>
                      <a:path w="4812887" h="369332" fill="none" stroke="0" extrusionOk="0">
                        <a:moveTo>
                          <a:pt x="0" y="0"/>
                        </a:moveTo>
                        <a:cubicBezTo>
                          <a:pt x="228142" y="-3085"/>
                          <a:pt x="259474" y="39559"/>
                          <a:pt x="505353" y="0"/>
                        </a:cubicBezTo>
                        <a:cubicBezTo>
                          <a:pt x="752812" y="-41727"/>
                          <a:pt x="884236" y="-2762"/>
                          <a:pt x="1058835" y="0"/>
                        </a:cubicBezTo>
                        <a:cubicBezTo>
                          <a:pt x="1239772" y="-10608"/>
                          <a:pt x="1441187" y="94673"/>
                          <a:pt x="1660445" y="0"/>
                        </a:cubicBezTo>
                        <a:cubicBezTo>
                          <a:pt x="1894841" y="-73364"/>
                          <a:pt x="2124942" y="50018"/>
                          <a:pt x="2310185" y="0"/>
                        </a:cubicBezTo>
                        <a:cubicBezTo>
                          <a:pt x="2507822" y="-22518"/>
                          <a:pt x="2628122" y="22044"/>
                          <a:pt x="2815539" y="0"/>
                        </a:cubicBezTo>
                        <a:cubicBezTo>
                          <a:pt x="2988424" y="-37027"/>
                          <a:pt x="3236817" y="49853"/>
                          <a:pt x="3513407" y="0"/>
                        </a:cubicBezTo>
                        <a:cubicBezTo>
                          <a:pt x="3844374" y="952"/>
                          <a:pt x="3909289" y="4625"/>
                          <a:pt x="4066889" y="0"/>
                        </a:cubicBezTo>
                        <a:cubicBezTo>
                          <a:pt x="4251527" y="-23763"/>
                          <a:pt x="4501464" y="-38645"/>
                          <a:pt x="4812887" y="0"/>
                        </a:cubicBezTo>
                        <a:cubicBezTo>
                          <a:pt x="4821823" y="107371"/>
                          <a:pt x="4805967" y="205489"/>
                          <a:pt x="4812887" y="369332"/>
                        </a:cubicBezTo>
                        <a:cubicBezTo>
                          <a:pt x="4654330" y="416422"/>
                          <a:pt x="4536727" y="288921"/>
                          <a:pt x="4307533" y="369332"/>
                        </a:cubicBezTo>
                        <a:cubicBezTo>
                          <a:pt x="4110021" y="451166"/>
                          <a:pt x="4002340" y="333731"/>
                          <a:pt x="3850310" y="369332"/>
                        </a:cubicBezTo>
                        <a:cubicBezTo>
                          <a:pt x="3713933" y="378804"/>
                          <a:pt x="3582470" y="312883"/>
                          <a:pt x="3393085" y="369332"/>
                        </a:cubicBezTo>
                        <a:cubicBezTo>
                          <a:pt x="3247155" y="396304"/>
                          <a:pt x="3041147" y="386644"/>
                          <a:pt x="2743345" y="369332"/>
                        </a:cubicBezTo>
                        <a:cubicBezTo>
                          <a:pt x="2432592" y="388372"/>
                          <a:pt x="2188270" y="324272"/>
                          <a:pt x="2045476" y="369332"/>
                        </a:cubicBezTo>
                        <a:cubicBezTo>
                          <a:pt x="1906069" y="439365"/>
                          <a:pt x="1648674" y="353649"/>
                          <a:pt x="1540124" y="369332"/>
                        </a:cubicBezTo>
                        <a:cubicBezTo>
                          <a:pt x="1416702" y="429541"/>
                          <a:pt x="1091365" y="400928"/>
                          <a:pt x="842255" y="369332"/>
                        </a:cubicBezTo>
                        <a:cubicBezTo>
                          <a:pt x="568455" y="377893"/>
                          <a:pt x="347784" y="278201"/>
                          <a:pt x="0" y="369332"/>
                        </a:cubicBezTo>
                        <a:cubicBezTo>
                          <a:pt x="-3711" y="283780"/>
                          <a:pt x="46987" y="11238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…a different way of valuing the four outcomes.</a:t>
            </a:r>
          </a:p>
        </p:txBody>
      </p:sp>
      <p:pic>
        <p:nvPicPr>
          <p:cNvPr id="30" name="Graphic 29" descr="No sign">
            <a:extLst>
              <a:ext uri="{FF2B5EF4-FFF2-40B4-BE49-F238E27FC236}">
                <a16:creationId xmlns:a16="http://schemas.microsoft.com/office/drawing/2014/main" id="{2EDBBB74-1DFF-3649-B889-A0976BFF38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2814" y="4227858"/>
            <a:ext cx="1400481" cy="14004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00A1FAB-851C-9F63-91A4-2CB8E5893946}"/>
              </a:ext>
            </a:extLst>
          </p:cNvPr>
          <p:cNvSpPr txBox="1"/>
          <p:nvPr/>
        </p:nvSpPr>
        <p:spPr>
          <a:xfrm>
            <a:off x="10376452" y="1878695"/>
            <a:ext cx="1772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…a human trait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83232E-45B5-5754-FAAC-759D05B1B346}"/>
              </a:ext>
            </a:extLst>
          </p:cNvPr>
          <p:cNvSpPr txBox="1"/>
          <p:nvPr/>
        </p:nvSpPr>
        <p:spPr>
          <a:xfrm>
            <a:off x="10702147" y="2491859"/>
            <a:ext cx="1413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Behavioral game theory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18BF939-D898-60E7-3604-B353ED958A53}"/>
              </a:ext>
            </a:extLst>
          </p:cNvPr>
          <p:cNvSpPr/>
          <p:nvPr/>
        </p:nvSpPr>
        <p:spPr>
          <a:xfrm>
            <a:off x="11325784" y="2232770"/>
            <a:ext cx="95542" cy="320511"/>
          </a:xfrm>
          <a:custGeom>
            <a:avLst/>
            <a:gdLst>
              <a:gd name="csX0" fmla="*/ 84842 w 95542"/>
              <a:gd name="csY0" fmla="*/ 320511 h 320511"/>
              <a:gd name="csX1" fmla="*/ 65988 w 95542"/>
              <a:gd name="csY1" fmla="*/ 131975 h 320511"/>
              <a:gd name="csX2" fmla="*/ 37708 w 95542"/>
              <a:gd name="csY2" fmla="*/ 47134 h 320511"/>
              <a:gd name="csX3" fmla="*/ 0 w 95542"/>
              <a:gd name="csY3" fmla="*/ 0 h 320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5542" h="320511">
                <a:moveTo>
                  <a:pt x="84842" y="320511"/>
                </a:moveTo>
                <a:cubicBezTo>
                  <a:pt x="103425" y="227586"/>
                  <a:pt x="98216" y="285059"/>
                  <a:pt x="65988" y="131975"/>
                </a:cubicBezTo>
                <a:cubicBezTo>
                  <a:pt x="60197" y="104469"/>
                  <a:pt x="51263" y="71533"/>
                  <a:pt x="37708" y="47134"/>
                </a:cubicBezTo>
                <a:cubicBezTo>
                  <a:pt x="24815" y="23926"/>
                  <a:pt x="15430" y="15430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26DB41-614F-A918-EC9C-11FAD11BB47A}"/>
              </a:ext>
            </a:extLst>
          </p:cNvPr>
          <p:cNvSpPr txBox="1"/>
          <p:nvPr/>
        </p:nvSpPr>
        <p:spPr>
          <a:xfrm>
            <a:off x="7777636" y="1868702"/>
            <a:ext cx="1393580" cy="369332"/>
          </a:xfrm>
          <a:custGeom>
            <a:avLst/>
            <a:gdLst>
              <a:gd name="csX0" fmla="*/ 0 w 1393580"/>
              <a:gd name="csY0" fmla="*/ 0 h 369332"/>
              <a:gd name="csX1" fmla="*/ 492398 w 1393580"/>
              <a:gd name="csY1" fmla="*/ 0 h 369332"/>
              <a:gd name="csX2" fmla="*/ 942989 w 1393580"/>
              <a:gd name="csY2" fmla="*/ 0 h 369332"/>
              <a:gd name="csX3" fmla="*/ 1393580 w 1393580"/>
              <a:gd name="csY3" fmla="*/ 0 h 369332"/>
              <a:gd name="csX4" fmla="*/ 1393580 w 1393580"/>
              <a:gd name="csY4" fmla="*/ 369332 h 369332"/>
              <a:gd name="csX5" fmla="*/ 942989 w 1393580"/>
              <a:gd name="csY5" fmla="*/ 369332 h 369332"/>
              <a:gd name="csX6" fmla="*/ 520270 w 1393580"/>
              <a:gd name="csY6" fmla="*/ 369332 h 369332"/>
              <a:gd name="csX7" fmla="*/ 0 w 1393580"/>
              <a:gd name="csY7" fmla="*/ 369332 h 369332"/>
              <a:gd name="csX8" fmla="*/ 0 w 1393580"/>
              <a:gd name="csY8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93580" h="369332" fill="none" extrusionOk="0">
                <a:moveTo>
                  <a:pt x="0" y="0"/>
                </a:moveTo>
                <a:cubicBezTo>
                  <a:pt x="222028" y="-22165"/>
                  <a:pt x="367621" y="10511"/>
                  <a:pt x="492398" y="0"/>
                </a:cubicBezTo>
                <a:cubicBezTo>
                  <a:pt x="617175" y="-10511"/>
                  <a:pt x="744589" y="29251"/>
                  <a:pt x="942989" y="0"/>
                </a:cubicBezTo>
                <a:cubicBezTo>
                  <a:pt x="1141389" y="-29251"/>
                  <a:pt x="1204900" y="27491"/>
                  <a:pt x="1393580" y="0"/>
                </a:cubicBezTo>
                <a:cubicBezTo>
                  <a:pt x="1435967" y="146534"/>
                  <a:pt x="1359553" y="265900"/>
                  <a:pt x="1393580" y="369332"/>
                </a:cubicBezTo>
                <a:cubicBezTo>
                  <a:pt x="1249888" y="416489"/>
                  <a:pt x="1104112" y="330142"/>
                  <a:pt x="942989" y="369332"/>
                </a:cubicBezTo>
                <a:cubicBezTo>
                  <a:pt x="781866" y="408522"/>
                  <a:pt x="664067" y="332380"/>
                  <a:pt x="520270" y="369332"/>
                </a:cubicBezTo>
                <a:cubicBezTo>
                  <a:pt x="376473" y="406284"/>
                  <a:pt x="175227" y="344375"/>
                  <a:pt x="0" y="369332"/>
                </a:cubicBezTo>
                <a:cubicBezTo>
                  <a:pt x="-35455" y="275444"/>
                  <a:pt x="29962" y="181589"/>
                  <a:pt x="0" y="0"/>
                </a:cubicBezTo>
                <a:close/>
              </a:path>
              <a:path w="1393580" h="369332" stroke="0" extrusionOk="0">
                <a:moveTo>
                  <a:pt x="0" y="0"/>
                </a:moveTo>
                <a:cubicBezTo>
                  <a:pt x="199096" y="-53524"/>
                  <a:pt x="254052" y="38176"/>
                  <a:pt x="478462" y="0"/>
                </a:cubicBezTo>
                <a:cubicBezTo>
                  <a:pt x="702872" y="-38176"/>
                  <a:pt x="813253" y="4993"/>
                  <a:pt x="929053" y="0"/>
                </a:cubicBezTo>
                <a:cubicBezTo>
                  <a:pt x="1044853" y="-4993"/>
                  <a:pt x="1272286" y="40867"/>
                  <a:pt x="1393580" y="0"/>
                </a:cubicBezTo>
                <a:cubicBezTo>
                  <a:pt x="1424853" y="80657"/>
                  <a:pt x="1355041" y="291004"/>
                  <a:pt x="1393580" y="369332"/>
                </a:cubicBezTo>
                <a:cubicBezTo>
                  <a:pt x="1199743" y="382705"/>
                  <a:pt x="1141059" y="315141"/>
                  <a:pt x="901182" y="369332"/>
                </a:cubicBezTo>
                <a:cubicBezTo>
                  <a:pt x="661305" y="423523"/>
                  <a:pt x="640256" y="330858"/>
                  <a:pt x="408783" y="369332"/>
                </a:cubicBezTo>
                <a:cubicBezTo>
                  <a:pt x="177310" y="407806"/>
                  <a:pt x="90111" y="359975"/>
                  <a:pt x="0" y="369332"/>
                </a:cubicBezTo>
                <a:cubicBezTo>
                  <a:pt x="-13949" y="261088"/>
                  <a:pt x="18196" y="89709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638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31" grpId="0" animBg="1"/>
      <p:bldP spid="32" grpId="0"/>
      <p:bldP spid="39" grpId="0" animBg="1"/>
      <p:bldP spid="27" grpId="0" animBg="1"/>
      <p:bldP spid="28" grpId="0"/>
      <p:bldP spid="40" grpId="0"/>
      <p:bldP spid="44" grpId="0" animBg="1"/>
      <p:bldP spid="45" grpId="0" animBg="1"/>
      <p:bldP spid="45" grpId="1" animBg="1"/>
    </p:bldLst>
  </p:timing>
</p:sld>
</file>

<file path=ppt/theme/theme1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31241B"/>
      </a:dk2>
      <a:lt2>
        <a:srgbClr val="F0F3F2"/>
      </a:lt2>
      <a:accent1>
        <a:srgbClr val="C34D6A"/>
      </a:accent1>
      <a:accent2>
        <a:srgbClr val="B13B8A"/>
      </a:accent2>
      <a:accent3>
        <a:srgbClr val="B94DC3"/>
      </a:accent3>
      <a:accent4>
        <a:srgbClr val="763BB1"/>
      </a:accent4>
      <a:accent5>
        <a:srgbClr val="564DC3"/>
      </a:accent5>
      <a:accent6>
        <a:srgbClr val="3B62B1"/>
      </a:accent6>
      <a:hlink>
        <a:srgbClr val="785DC9"/>
      </a:hlink>
      <a:folHlink>
        <a:srgbClr val="7F7F7F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16350</TotalTime>
  <Words>1215</Words>
  <Application>Microsoft Office PowerPoint</Application>
  <PresentationFormat>Widescreen</PresentationFormat>
  <Paragraphs>260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Aptos</vt:lpstr>
      <vt:lpstr>Arial</vt:lpstr>
      <vt:lpstr>Bradley Hand ITC</vt:lpstr>
      <vt:lpstr>Calibri</vt:lpstr>
      <vt:lpstr>Calibri Light</vt:lpstr>
      <vt:lpstr>Cambria Math</vt:lpstr>
      <vt:lpstr>Russo One</vt:lpstr>
      <vt:lpstr>Segoe Script</vt:lpstr>
      <vt:lpstr>Univers</vt:lpstr>
      <vt:lpstr>Univers Condensed</vt:lpstr>
      <vt:lpstr>Wingdings</vt:lpstr>
      <vt:lpstr>RetrospectVTI</vt:lpstr>
      <vt:lpstr>Office Theme</vt:lpstr>
      <vt:lpstr>2_Office Theme</vt:lpstr>
      <vt:lpstr>C H  5 4 3 0  Principles of Game Theory</vt:lpstr>
      <vt:lpstr>The Game Plan</vt:lpstr>
      <vt:lpstr>Logistics At a Glance</vt:lpstr>
      <vt:lpstr>Logistics Google Classroom</vt:lpstr>
      <vt:lpstr>Logistics Book</vt:lpstr>
      <vt:lpstr>Logistics Pre-requisites</vt:lpstr>
      <vt:lpstr>Logistics Exams and Grading Scheme</vt:lpstr>
      <vt:lpstr>What is Game Theory?</vt:lpstr>
      <vt:lpstr>Jungle Treasure</vt:lpstr>
      <vt:lpstr>Jungle Treasure</vt:lpstr>
      <vt:lpstr>Jungle Treasure</vt:lpstr>
      <vt:lpstr>Jungle Treasure: The Outcome Matrix</vt:lpstr>
      <vt:lpstr>Reflections: Why Select TAKE?</vt:lpstr>
      <vt:lpstr>Reflections: Why Select TAKE?</vt:lpstr>
      <vt:lpstr>Reflections: Why Select SHARE?</vt:lpstr>
      <vt:lpstr>Reflections: Why Select SHARE?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Parag D. Pawar</dc:creator>
  <cp:lastModifiedBy>Dr Parag D. Pawar</cp:lastModifiedBy>
  <cp:revision>2</cp:revision>
  <dcterms:created xsi:type="dcterms:W3CDTF">2024-12-20T10:47:28Z</dcterms:created>
  <dcterms:modified xsi:type="dcterms:W3CDTF">2026-01-06T13:16:22Z</dcterms:modified>
</cp:coreProperties>
</file>